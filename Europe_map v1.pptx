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66" d="100"/>
          <a:sy n="66" d="100"/>
        </p:scale>
        <p:origin x="48" y="82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val 8"/>
          <p:cNvSpPr/>
          <p:nvPr/>
        </p:nvSpPr>
        <p:spPr>
          <a:xfrm>
            <a:off x="40942476" y="3798540"/>
            <a:ext cx="182880" cy="182880"/>
          </a:xfrm>
          <a:prstGeom prst="ellipse">
            <a:avLst/>
          </a:prstGeom>
          <a:solidFill>
            <a:srgbClr val="DC354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216796" y="370710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wrap="none" lIns="63500" tIns="0" rIns="63500" bIns="0">
            <a:spAutoFit/>
          </a:bodyPr>
          <a:lstStyle/>
          <a:p>
            <a:pPr>
              <a:defRPr sz="1000" b="1">
                <a:solidFill>
                  <a:srgbClr val="000000"/>
                </a:solidFill>
              </a:defRPr>
            </a:pPr>
            <a:r>
              <a:t>tokyo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BF53AE3-7AE0-B266-01A2-79180831B91B}"/>
              </a:ext>
            </a:extLst>
          </p:cNvPr>
          <p:cNvGrpSpPr/>
          <p:nvPr/>
        </p:nvGrpSpPr>
        <p:grpSpPr>
          <a:xfrm>
            <a:off x="304799" y="-54261"/>
            <a:ext cx="8810171" cy="7137248"/>
            <a:chOff x="2693125" y="1649415"/>
            <a:chExt cx="5475120" cy="4435474"/>
          </a:xfrm>
          <a:solidFill>
            <a:schemeClr val="bg1">
              <a:lumMod val="95000"/>
            </a:schemeClr>
          </a:solidFill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C1E781E1-A80C-17FC-B907-4124F10B8BBD}"/>
                </a:ext>
              </a:extLst>
            </p:cNvPr>
            <p:cNvGrpSpPr/>
            <p:nvPr/>
          </p:nvGrpSpPr>
          <p:grpSpPr>
            <a:xfrm>
              <a:off x="2693125" y="1649415"/>
              <a:ext cx="5475120" cy="4435474"/>
              <a:chOff x="2693988" y="1649415"/>
              <a:chExt cx="5476875" cy="4435474"/>
            </a:xfrm>
            <a:grpFill/>
          </p:grpSpPr>
          <p:sp>
            <p:nvSpPr>
              <p:cNvPr id="14" name="Freeform 73">
                <a:extLst>
                  <a:ext uri="{FF2B5EF4-FFF2-40B4-BE49-F238E27FC236}">
                    <a16:creationId xmlns:a16="http://schemas.microsoft.com/office/drawing/2014/main" id="{905FE6E4-70B1-688C-96B3-11C3964C4B66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5573439" y="5023290"/>
                <a:ext cx="308225" cy="382619"/>
              </a:xfrm>
              <a:custGeom>
                <a:avLst/>
                <a:gdLst>
                  <a:gd name="connsiteX0" fmla="*/ 600 w 10000"/>
                  <a:gd name="connsiteY0" fmla="*/ 687 h 10000"/>
                  <a:gd name="connsiteX1" fmla="*/ 911 w 10000"/>
                  <a:gd name="connsiteY1" fmla="*/ 897 h 10000"/>
                  <a:gd name="connsiteX2" fmla="*/ 933 w 10000"/>
                  <a:gd name="connsiteY2" fmla="*/ 1010 h 10000"/>
                  <a:gd name="connsiteX3" fmla="*/ 878 w 10000"/>
                  <a:gd name="connsiteY3" fmla="*/ 1074 h 10000"/>
                  <a:gd name="connsiteX4" fmla="*/ 978 w 10000"/>
                  <a:gd name="connsiteY4" fmla="*/ 1139 h 10000"/>
                  <a:gd name="connsiteX5" fmla="*/ 1000 w 10000"/>
                  <a:gd name="connsiteY5" fmla="*/ 1244 h 10000"/>
                  <a:gd name="connsiteX6" fmla="*/ 867 w 10000"/>
                  <a:gd name="connsiteY6" fmla="*/ 1365 h 10000"/>
                  <a:gd name="connsiteX7" fmla="*/ 889 w 10000"/>
                  <a:gd name="connsiteY7" fmla="*/ 1438 h 10000"/>
                  <a:gd name="connsiteX8" fmla="*/ 1022 w 10000"/>
                  <a:gd name="connsiteY8" fmla="*/ 1486 h 10000"/>
                  <a:gd name="connsiteX9" fmla="*/ 1111 w 10000"/>
                  <a:gd name="connsiteY9" fmla="*/ 1422 h 10000"/>
                  <a:gd name="connsiteX10" fmla="*/ 1200 w 10000"/>
                  <a:gd name="connsiteY10" fmla="*/ 1422 h 10000"/>
                  <a:gd name="connsiteX11" fmla="*/ 1322 w 10000"/>
                  <a:gd name="connsiteY11" fmla="*/ 1494 h 10000"/>
                  <a:gd name="connsiteX12" fmla="*/ 1322 w 10000"/>
                  <a:gd name="connsiteY12" fmla="*/ 1543 h 10000"/>
                  <a:gd name="connsiteX13" fmla="*/ 1244 w 10000"/>
                  <a:gd name="connsiteY13" fmla="*/ 1591 h 10000"/>
                  <a:gd name="connsiteX14" fmla="*/ 1156 w 10000"/>
                  <a:gd name="connsiteY14" fmla="*/ 1591 h 10000"/>
                  <a:gd name="connsiteX15" fmla="*/ 1122 w 10000"/>
                  <a:gd name="connsiteY15" fmla="*/ 1664 h 10000"/>
                  <a:gd name="connsiteX16" fmla="*/ 1178 w 10000"/>
                  <a:gd name="connsiteY16" fmla="*/ 1721 h 10000"/>
                  <a:gd name="connsiteX17" fmla="*/ 1144 w 10000"/>
                  <a:gd name="connsiteY17" fmla="*/ 1801 h 10000"/>
                  <a:gd name="connsiteX18" fmla="*/ 1122 w 10000"/>
                  <a:gd name="connsiteY18" fmla="*/ 1858 h 10000"/>
                  <a:gd name="connsiteX19" fmla="*/ 1178 w 10000"/>
                  <a:gd name="connsiteY19" fmla="*/ 1914 h 10000"/>
                  <a:gd name="connsiteX20" fmla="*/ 1344 w 10000"/>
                  <a:gd name="connsiteY20" fmla="*/ 1914 h 10000"/>
                  <a:gd name="connsiteX21" fmla="*/ 1411 w 10000"/>
                  <a:gd name="connsiteY21" fmla="*/ 1979 h 10000"/>
                  <a:gd name="connsiteX22" fmla="*/ 1533 w 10000"/>
                  <a:gd name="connsiteY22" fmla="*/ 2044 h 10000"/>
                  <a:gd name="connsiteX23" fmla="*/ 1733 w 10000"/>
                  <a:gd name="connsiteY23" fmla="*/ 2036 h 10000"/>
                  <a:gd name="connsiteX24" fmla="*/ 1878 w 10000"/>
                  <a:gd name="connsiteY24" fmla="*/ 2108 h 10000"/>
                  <a:gd name="connsiteX25" fmla="*/ 2056 w 10000"/>
                  <a:gd name="connsiteY25" fmla="*/ 2092 h 10000"/>
                  <a:gd name="connsiteX26" fmla="*/ 2144 w 10000"/>
                  <a:gd name="connsiteY26" fmla="*/ 2124 h 10000"/>
                  <a:gd name="connsiteX27" fmla="*/ 2167 w 10000"/>
                  <a:gd name="connsiteY27" fmla="*/ 2181 h 10000"/>
                  <a:gd name="connsiteX28" fmla="*/ 2011 w 10000"/>
                  <a:gd name="connsiteY28" fmla="*/ 2254 h 10000"/>
                  <a:gd name="connsiteX29" fmla="*/ 1844 w 10000"/>
                  <a:gd name="connsiteY29" fmla="*/ 2221 h 10000"/>
                  <a:gd name="connsiteX30" fmla="*/ 1700 w 10000"/>
                  <a:gd name="connsiteY30" fmla="*/ 2197 h 10000"/>
                  <a:gd name="connsiteX31" fmla="*/ 1600 w 10000"/>
                  <a:gd name="connsiteY31" fmla="*/ 2213 h 10000"/>
                  <a:gd name="connsiteX32" fmla="*/ 1567 w 10000"/>
                  <a:gd name="connsiteY32" fmla="*/ 2351 h 10000"/>
                  <a:gd name="connsiteX33" fmla="*/ 1456 w 10000"/>
                  <a:gd name="connsiteY33" fmla="*/ 2447 h 10000"/>
                  <a:gd name="connsiteX34" fmla="*/ 1522 w 10000"/>
                  <a:gd name="connsiteY34" fmla="*/ 2722 h 10000"/>
                  <a:gd name="connsiteX35" fmla="*/ 1600 w 10000"/>
                  <a:gd name="connsiteY35" fmla="*/ 2771 h 10000"/>
                  <a:gd name="connsiteX36" fmla="*/ 1556 w 10000"/>
                  <a:gd name="connsiteY36" fmla="*/ 2908 h 10000"/>
                  <a:gd name="connsiteX37" fmla="*/ 2056 w 10000"/>
                  <a:gd name="connsiteY37" fmla="*/ 2940 h 10000"/>
                  <a:gd name="connsiteX38" fmla="*/ 2144 w 10000"/>
                  <a:gd name="connsiteY38" fmla="*/ 3029 h 10000"/>
                  <a:gd name="connsiteX39" fmla="*/ 2078 w 10000"/>
                  <a:gd name="connsiteY39" fmla="*/ 3126 h 10000"/>
                  <a:gd name="connsiteX40" fmla="*/ 2078 w 10000"/>
                  <a:gd name="connsiteY40" fmla="*/ 3263 h 10000"/>
                  <a:gd name="connsiteX41" fmla="*/ 1867 w 10000"/>
                  <a:gd name="connsiteY41" fmla="*/ 3481 h 10000"/>
                  <a:gd name="connsiteX42" fmla="*/ 1678 w 10000"/>
                  <a:gd name="connsiteY42" fmla="*/ 3805 h 10000"/>
                  <a:gd name="connsiteX43" fmla="*/ 1589 w 10000"/>
                  <a:gd name="connsiteY43" fmla="*/ 3845 h 10000"/>
                  <a:gd name="connsiteX44" fmla="*/ 1589 w 10000"/>
                  <a:gd name="connsiteY44" fmla="*/ 3934 h 10000"/>
                  <a:gd name="connsiteX45" fmla="*/ 1644 w 10000"/>
                  <a:gd name="connsiteY45" fmla="*/ 3990 h 10000"/>
                  <a:gd name="connsiteX46" fmla="*/ 1511 w 10000"/>
                  <a:gd name="connsiteY46" fmla="*/ 4152 h 10000"/>
                  <a:gd name="connsiteX47" fmla="*/ 1600 w 10000"/>
                  <a:gd name="connsiteY47" fmla="*/ 4346 h 10000"/>
                  <a:gd name="connsiteX48" fmla="*/ 1744 w 10000"/>
                  <a:gd name="connsiteY48" fmla="*/ 4370 h 10000"/>
                  <a:gd name="connsiteX49" fmla="*/ 1844 w 10000"/>
                  <a:gd name="connsiteY49" fmla="*/ 4435 h 10000"/>
                  <a:gd name="connsiteX50" fmla="*/ 2000 w 10000"/>
                  <a:gd name="connsiteY50" fmla="*/ 4394 h 10000"/>
                  <a:gd name="connsiteX51" fmla="*/ 2067 w 10000"/>
                  <a:gd name="connsiteY51" fmla="*/ 4491 h 10000"/>
                  <a:gd name="connsiteX52" fmla="*/ 2100 w 10000"/>
                  <a:gd name="connsiteY52" fmla="*/ 4596 h 10000"/>
                  <a:gd name="connsiteX53" fmla="*/ 2278 w 10000"/>
                  <a:gd name="connsiteY53" fmla="*/ 4717 h 10000"/>
                  <a:gd name="connsiteX54" fmla="*/ 2378 w 10000"/>
                  <a:gd name="connsiteY54" fmla="*/ 4701 h 10000"/>
                  <a:gd name="connsiteX55" fmla="*/ 2422 w 10000"/>
                  <a:gd name="connsiteY55" fmla="*/ 4733 h 10000"/>
                  <a:gd name="connsiteX56" fmla="*/ 2411 w 10000"/>
                  <a:gd name="connsiteY56" fmla="*/ 4814 h 10000"/>
                  <a:gd name="connsiteX57" fmla="*/ 2589 w 10000"/>
                  <a:gd name="connsiteY57" fmla="*/ 4887 h 10000"/>
                  <a:gd name="connsiteX58" fmla="*/ 2700 w 10000"/>
                  <a:gd name="connsiteY58" fmla="*/ 4903 h 10000"/>
                  <a:gd name="connsiteX59" fmla="*/ 2722 w 10000"/>
                  <a:gd name="connsiteY59" fmla="*/ 5008 h 10000"/>
                  <a:gd name="connsiteX60" fmla="*/ 2533 w 10000"/>
                  <a:gd name="connsiteY60" fmla="*/ 5129 h 10000"/>
                  <a:gd name="connsiteX61" fmla="*/ 2211 w 10000"/>
                  <a:gd name="connsiteY61" fmla="*/ 5145 h 10000"/>
                  <a:gd name="connsiteX62" fmla="*/ 2000 w 10000"/>
                  <a:gd name="connsiteY62" fmla="*/ 5048 h 10000"/>
                  <a:gd name="connsiteX63" fmla="*/ 1889 w 10000"/>
                  <a:gd name="connsiteY63" fmla="*/ 5048 h 10000"/>
                  <a:gd name="connsiteX64" fmla="*/ 1844 w 10000"/>
                  <a:gd name="connsiteY64" fmla="*/ 5089 h 10000"/>
                  <a:gd name="connsiteX65" fmla="*/ 1889 w 10000"/>
                  <a:gd name="connsiteY65" fmla="*/ 5162 h 10000"/>
                  <a:gd name="connsiteX66" fmla="*/ 2144 w 10000"/>
                  <a:gd name="connsiteY66" fmla="*/ 5355 h 10000"/>
                  <a:gd name="connsiteX67" fmla="*/ 2411 w 10000"/>
                  <a:gd name="connsiteY67" fmla="*/ 5622 h 10000"/>
                  <a:gd name="connsiteX68" fmla="*/ 2489 w 10000"/>
                  <a:gd name="connsiteY68" fmla="*/ 5662 h 10000"/>
                  <a:gd name="connsiteX69" fmla="*/ 2478 w 10000"/>
                  <a:gd name="connsiteY69" fmla="*/ 5889 h 10000"/>
                  <a:gd name="connsiteX70" fmla="*/ 2411 w 10000"/>
                  <a:gd name="connsiteY70" fmla="*/ 5969 h 10000"/>
                  <a:gd name="connsiteX71" fmla="*/ 2289 w 10000"/>
                  <a:gd name="connsiteY71" fmla="*/ 6010 h 10000"/>
                  <a:gd name="connsiteX72" fmla="*/ 2211 w 10000"/>
                  <a:gd name="connsiteY72" fmla="*/ 5945 h 10000"/>
                  <a:gd name="connsiteX73" fmla="*/ 2089 w 10000"/>
                  <a:gd name="connsiteY73" fmla="*/ 5937 h 10000"/>
                  <a:gd name="connsiteX74" fmla="*/ 1989 w 10000"/>
                  <a:gd name="connsiteY74" fmla="*/ 6066 h 10000"/>
                  <a:gd name="connsiteX75" fmla="*/ 1811 w 10000"/>
                  <a:gd name="connsiteY75" fmla="*/ 6131 h 10000"/>
                  <a:gd name="connsiteX76" fmla="*/ 1633 w 10000"/>
                  <a:gd name="connsiteY76" fmla="*/ 6131 h 10000"/>
                  <a:gd name="connsiteX77" fmla="*/ 1556 w 10000"/>
                  <a:gd name="connsiteY77" fmla="*/ 6179 h 10000"/>
                  <a:gd name="connsiteX78" fmla="*/ 1456 w 10000"/>
                  <a:gd name="connsiteY78" fmla="*/ 6171 h 10000"/>
                  <a:gd name="connsiteX79" fmla="*/ 1400 w 10000"/>
                  <a:gd name="connsiteY79" fmla="*/ 6090 h 10000"/>
                  <a:gd name="connsiteX80" fmla="*/ 1267 w 10000"/>
                  <a:gd name="connsiteY80" fmla="*/ 6099 h 10000"/>
                  <a:gd name="connsiteX81" fmla="*/ 1133 w 10000"/>
                  <a:gd name="connsiteY81" fmla="*/ 6204 h 10000"/>
                  <a:gd name="connsiteX82" fmla="*/ 1200 w 10000"/>
                  <a:gd name="connsiteY82" fmla="*/ 6284 h 10000"/>
                  <a:gd name="connsiteX83" fmla="*/ 1333 w 10000"/>
                  <a:gd name="connsiteY83" fmla="*/ 6341 h 10000"/>
                  <a:gd name="connsiteX84" fmla="*/ 1367 w 10000"/>
                  <a:gd name="connsiteY84" fmla="*/ 6486 h 10000"/>
                  <a:gd name="connsiteX85" fmla="*/ 1456 w 10000"/>
                  <a:gd name="connsiteY85" fmla="*/ 6575 h 10000"/>
                  <a:gd name="connsiteX86" fmla="*/ 1456 w 10000"/>
                  <a:gd name="connsiteY86" fmla="*/ 6753 h 10000"/>
                  <a:gd name="connsiteX87" fmla="*/ 1400 w 10000"/>
                  <a:gd name="connsiteY87" fmla="*/ 6809 h 10000"/>
                  <a:gd name="connsiteX88" fmla="*/ 1300 w 10000"/>
                  <a:gd name="connsiteY88" fmla="*/ 6801 h 10000"/>
                  <a:gd name="connsiteX89" fmla="*/ 1233 w 10000"/>
                  <a:gd name="connsiteY89" fmla="*/ 6753 h 10000"/>
                  <a:gd name="connsiteX90" fmla="*/ 1167 w 10000"/>
                  <a:gd name="connsiteY90" fmla="*/ 6591 h 10000"/>
                  <a:gd name="connsiteX91" fmla="*/ 1100 w 10000"/>
                  <a:gd name="connsiteY91" fmla="*/ 6535 h 10000"/>
                  <a:gd name="connsiteX92" fmla="*/ 911 w 10000"/>
                  <a:gd name="connsiteY92" fmla="*/ 6535 h 10000"/>
                  <a:gd name="connsiteX93" fmla="*/ 567 w 10000"/>
                  <a:gd name="connsiteY93" fmla="*/ 6769 h 10000"/>
                  <a:gd name="connsiteX94" fmla="*/ 511 w 10000"/>
                  <a:gd name="connsiteY94" fmla="*/ 6922 h 10000"/>
                  <a:gd name="connsiteX95" fmla="*/ 444 w 10000"/>
                  <a:gd name="connsiteY95" fmla="*/ 6987 h 10000"/>
                  <a:gd name="connsiteX96" fmla="*/ 444 w 10000"/>
                  <a:gd name="connsiteY96" fmla="*/ 7213 h 10000"/>
                  <a:gd name="connsiteX97" fmla="*/ 356 w 10000"/>
                  <a:gd name="connsiteY97" fmla="*/ 7278 h 10000"/>
                  <a:gd name="connsiteX98" fmla="*/ 178 w 10000"/>
                  <a:gd name="connsiteY98" fmla="*/ 7278 h 10000"/>
                  <a:gd name="connsiteX99" fmla="*/ 67 w 10000"/>
                  <a:gd name="connsiteY99" fmla="*/ 7375 h 10000"/>
                  <a:gd name="connsiteX100" fmla="*/ 44 w 10000"/>
                  <a:gd name="connsiteY100" fmla="*/ 7649 h 10000"/>
                  <a:gd name="connsiteX101" fmla="*/ 0 w 10000"/>
                  <a:gd name="connsiteY101" fmla="*/ 7674 h 10000"/>
                  <a:gd name="connsiteX102" fmla="*/ 11 w 10000"/>
                  <a:gd name="connsiteY102" fmla="*/ 7763 h 10000"/>
                  <a:gd name="connsiteX103" fmla="*/ 122 w 10000"/>
                  <a:gd name="connsiteY103" fmla="*/ 7916 h 10000"/>
                  <a:gd name="connsiteX104" fmla="*/ 233 w 10000"/>
                  <a:gd name="connsiteY104" fmla="*/ 8005 h 10000"/>
                  <a:gd name="connsiteX105" fmla="*/ 222 w 10000"/>
                  <a:gd name="connsiteY105" fmla="*/ 8134 h 10000"/>
                  <a:gd name="connsiteX106" fmla="*/ 11 w 10000"/>
                  <a:gd name="connsiteY106" fmla="*/ 8376 h 10000"/>
                  <a:gd name="connsiteX107" fmla="*/ 0 w 10000"/>
                  <a:gd name="connsiteY107" fmla="*/ 8595 h 10000"/>
                  <a:gd name="connsiteX108" fmla="*/ 667 w 10000"/>
                  <a:gd name="connsiteY108" fmla="*/ 8958 h 10000"/>
                  <a:gd name="connsiteX109" fmla="*/ 1144 w 10000"/>
                  <a:gd name="connsiteY109" fmla="*/ 9289 h 10000"/>
                  <a:gd name="connsiteX110" fmla="*/ 1500 w 10000"/>
                  <a:gd name="connsiteY110" fmla="*/ 9467 h 10000"/>
                  <a:gd name="connsiteX111" fmla="*/ 1756 w 10000"/>
                  <a:gd name="connsiteY111" fmla="*/ 9863 h 10000"/>
                  <a:gd name="connsiteX112" fmla="*/ 1978 w 10000"/>
                  <a:gd name="connsiteY112" fmla="*/ 10000 h 10000"/>
                  <a:gd name="connsiteX113" fmla="*/ 2122 w 10000"/>
                  <a:gd name="connsiteY113" fmla="*/ 9192 h 10000"/>
                  <a:gd name="connsiteX114" fmla="*/ 2300 w 10000"/>
                  <a:gd name="connsiteY114" fmla="*/ 8756 h 10000"/>
                  <a:gd name="connsiteX115" fmla="*/ 2600 w 10000"/>
                  <a:gd name="connsiteY115" fmla="*/ 8578 h 10000"/>
                  <a:gd name="connsiteX116" fmla="*/ 2878 w 10000"/>
                  <a:gd name="connsiteY116" fmla="*/ 8279 h 10000"/>
                  <a:gd name="connsiteX117" fmla="*/ 3189 w 10000"/>
                  <a:gd name="connsiteY117" fmla="*/ 8506 h 10000"/>
                  <a:gd name="connsiteX118" fmla="*/ 3778 w 10000"/>
                  <a:gd name="connsiteY118" fmla="*/ 8554 h 10000"/>
                  <a:gd name="connsiteX119" fmla="*/ 4033 w 10000"/>
                  <a:gd name="connsiteY119" fmla="*/ 8901 h 10000"/>
                  <a:gd name="connsiteX120" fmla="*/ 4456 w 10000"/>
                  <a:gd name="connsiteY120" fmla="*/ 9023 h 10000"/>
                  <a:gd name="connsiteX121" fmla="*/ 4933 w 10000"/>
                  <a:gd name="connsiteY121" fmla="*/ 9507 h 10000"/>
                  <a:gd name="connsiteX122" fmla="*/ 5022 w 10000"/>
                  <a:gd name="connsiteY122" fmla="*/ 9556 h 10000"/>
                  <a:gd name="connsiteX123" fmla="*/ 5189 w 10000"/>
                  <a:gd name="connsiteY123" fmla="*/ 9564 h 10000"/>
                  <a:gd name="connsiteX124" fmla="*/ 5333 w 10000"/>
                  <a:gd name="connsiteY124" fmla="*/ 9483 h 10000"/>
                  <a:gd name="connsiteX125" fmla="*/ 5367 w 10000"/>
                  <a:gd name="connsiteY125" fmla="*/ 9208 h 10000"/>
                  <a:gd name="connsiteX126" fmla="*/ 6067 w 10000"/>
                  <a:gd name="connsiteY126" fmla="*/ 9047 h 10000"/>
                  <a:gd name="connsiteX127" fmla="*/ 6211 w 10000"/>
                  <a:gd name="connsiteY127" fmla="*/ 9079 h 10000"/>
                  <a:gd name="connsiteX128" fmla="*/ 6467 w 10000"/>
                  <a:gd name="connsiteY128" fmla="*/ 9289 h 10000"/>
                  <a:gd name="connsiteX129" fmla="*/ 6567 w 10000"/>
                  <a:gd name="connsiteY129" fmla="*/ 9281 h 10000"/>
                  <a:gd name="connsiteX130" fmla="*/ 6578 w 10000"/>
                  <a:gd name="connsiteY130" fmla="*/ 9144 h 10000"/>
                  <a:gd name="connsiteX131" fmla="*/ 6900 w 10000"/>
                  <a:gd name="connsiteY131" fmla="*/ 9006 h 10000"/>
                  <a:gd name="connsiteX132" fmla="*/ 7556 w 10000"/>
                  <a:gd name="connsiteY132" fmla="*/ 9103 h 10000"/>
                  <a:gd name="connsiteX133" fmla="*/ 7711 w 10000"/>
                  <a:gd name="connsiteY133" fmla="*/ 8982 h 10000"/>
                  <a:gd name="connsiteX134" fmla="*/ 8311 w 10000"/>
                  <a:gd name="connsiteY134" fmla="*/ 9063 h 10000"/>
                  <a:gd name="connsiteX135" fmla="*/ 8756 w 10000"/>
                  <a:gd name="connsiteY135" fmla="*/ 9015 h 10000"/>
                  <a:gd name="connsiteX136" fmla="*/ 9011 w 10000"/>
                  <a:gd name="connsiteY136" fmla="*/ 9103 h 10000"/>
                  <a:gd name="connsiteX137" fmla="*/ 9011 w 10000"/>
                  <a:gd name="connsiteY137" fmla="*/ 8376 h 10000"/>
                  <a:gd name="connsiteX138" fmla="*/ 9522 w 10000"/>
                  <a:gd name="connsiteY138" fmla="*/ 7601 h 10000"/>
                  <a:gd name="connsiteX139" fmla="*/ 10000 w 10000"/>
                  <a:gd name="connsiteY139" fmla="*/ 7262 h 10000"/>
                  <a:gd name="connsiteX140" fmla="*/ 9400 w 10000"/>
                  <a:gd name="connsiteY140" fmla="*/ 6761 h 10000"/>
                  <a:gd name="connsiteX141" fmla="*/ 9011 w 10000"/>
                  <a:gd name="connsiteY141" fmla="*/ 6317 h 10000"/>
                  <a:gd name="connsiteX142" fmla="*/ 8922 w 10000"/>
                  <a:gd name="connsiteY142" fmla="*/ 5679 h 10000"/>
                  <a:gd name="connsiteX143" fmla="*/ 9044 w 10000"/>
                  <a:gd name="connsiteY143" fmla="*/ 5040 h 10000"/>
                  <a:gd name="connsiteX144" fmla="*/ 9744 w 10000"/>
                  <a:gd name="connsiteY144" fmla="*/ 4814 h 10000"/>
                  <a:gd name="connsiteX145" fmla="*/ 9344 w 10000"/>
                  <a:gd name="connsiteY145" fmla="*/ 4733 h 10000"/>
                  <a:gd name="connsiteX146" fmla="*/ 9011 w 10000"/>
                  <a:gd name="connsiteY146" fmla="*/ 4241 h 10000"/>
                  <a:gd name="connsiteX147" fmla="*/ 9444 w 10000"/>
                  <a:gd name="connsiteY147" fmla="*/ 3918 h 10000"/>
                  <a:gd name="connsiteX148" fmla="*/ 9156 w 10000"/>
                  <a:gd name="connsiteY148" fmla="*/ 3586 h 10000"/>
                  <a:gd name="connsiteX149" fmla="*/ 8667 w 10000"/>
                  <a:gd name="connsiteY149" fmla="*/ 3853 h 10000"/>
                  <a:gd name="connsiteX150" fmla="*/ 7489 w 10000"/>
                  <a:gd name="connsiteY150" fmla="*/ 3554 h 10000"/>
                  <a:gd name="connsiteX151" fmla="*/ 6856 w 10000"/>
                  <a:gd name="connsiteY151" fmla="*/ 3191 h 10000"/>
                  <a:gd name="connsiteX152" fmla="*/ 6811 w 10000"/>
                  <a:gd name="connsiteY152" fmla="*/ 2730 h 10000"/>
                  <a:gd name="connsiteX153" fmla="*/ 6711 w 10000"/>
                  <a:gd name="connsiteY153" fmla="*/ 2447 h 10000"/>
                  <a:gd name="connsiteX154" fmla="*/ 6378 w 10000"/>
                  <a:gd name="connsiteY154" fmla="*/ 2286 h 10000"/>
                  <a:gd name="connsiteX155" fmla="*/ 5933 w 10000"/>
                  <a:gd name="connsiteY155" fmla="*/ 2205 h 10000"/>
                  <a:gd name="connsiteX156" fmla="*/ 5556 w 10000"/>
                  <a:gd name="connsiteY156" fmla="*/ 1801 h 10000"/>
                  <a:gd name="connsiteX157" fmla="*/ 5378 w 10000"/>
                  <a:gd name="connsiteY157" fmla="*/ 1244 h 10000"/>
                  <a:gd name="connsiteX158" fmla="*/ 5133 w 10000"/>
                  <a:gd name="connsiteY158" fmla="*/ 897 h 10000"/>
                  <a:gd name="connsiteX159" fmla="*/ 4711 w 10000"/>
                  <a:gd name="connsiteY159" fmla="*/ 533 h 10000"/>
                  <a:gd name="connsiteX160" fmla="*/ 4100 w 10000"/>
                  <a:gd name="connsiteY160" fmla="*/ 331 h 10000"/>
                  <a:gd name="connsiteX161" fmla="*/ 3900 w 10000"/>
                  <a:gd name="connsiteY161" fmla="*/ 218 h 10000"/>
                  <a:gd name="connsiteX162" fmla="*/ 3711 w 10000"/>
                  <a:gd name="connsiteY162" fmla="*/ 0 h 10000"/>
                  <a:gd name="connsiteX163" fmla="*/ 3211 w 10000"/>
                  <a:gd name="connsiteY163" fmla="*/ 137 h 10000"/>
                  <a:gd name="connsiteX164" fmla="*/ 2711 w 10000"/>
                  <a:gd name="connsiteY164" fmla="*/ 153 h 10000"/>
                  <a:gd name="connsiteX165" fmla="*/ 2044 w 10000"/>
                  <a:gd name="connsiteY165" fmla="*/ 468 h 10000"/>
                  <a:gd name="connsiteX166" fmla="*/ 1456 w 10000"/>
                  <a:gd name="connsiteY166" fmla="*/ 485 h 10000"/>
                  <a:gd name="connsiteX167" fmla="*/ 1167 w 10000"/>
                  <a:gd name="connsiteY167" fmla="*/ 646 h 10000"/>
                  <a:gd name="connsiteX168" fmla="*/ 600 w 10000"/>
                  <a:gd name="connsiteY168" fmla="*/ 687 h 10000"/>
                  <a:gd name="connsiteX0" fmla="*/ 600 w 10000"/>
                  <a:gd name="connsiteY0" fmla="*/ 687 h 9863"/>
                  <a:gd name="connsiteX1" fmla="*/ 911 w 10000"/>
                  <a:gd name="connsiteY1" fmla="*/ 897 h 9863"/>
                  <a:gd name="connsiteX2" fmla="*/ 933 w 10000"/>
                  <a:gd name="connsiteY2" fmla="*/ 1010 h 9863"/>
                  <a:gd name="connsiteX3" fmla="*/ 878 w 10000"/>
                  <a:gd name="connsiteY3" fmla="*/ 1074 h 9863"/>
                  <a:gd name="connsiteX4" fmla="*/ 978 w 10000"/>
                  <a:gd name="connsiteY4" fmla="*/ 1139 h 9863"/>
                  <a:gd name="connsiteX5" fmla="*/ 1000 w 10000"/>
                  <a:gd name="connsiteY5" fmla="*/ 1244 h 9863"/>
                  <a:gd name="connsiteX6" fmla="*/ 867 w 10000"/>
                  <a:gd name="connsiteY6" fmla="*/ 1365 h 9863"/>
                  <a:gd name="connsiteX7" fmla="*/ 889 w 10000"/>
                  <a:gd name="connsiteY7" fmla="*/ 1438 h 9863"/>
                  <a:gd name="connsiteX8" fmla="*/ 1022 w 10000"/>
                  <a:gd name="connsiteY8" fmla="*/ 1486 h 9863"/>
                  <a:gd name="connsiteX9" fmla="*/ 1111 w 10000"/>
                  <a:gd name="connsiteY9" fmla="*/ 1422 h 9863"/>
                  <a:gd name="connsiteX10" fmla="*/ 1200 w 10000"/>
                  <a:gd name="connsiteY10" fmla="*/ 1422 h 9863"/>
                  <a:gd name="connsiteX11" fmla="*/ 1322 w 10000"/>
                  <a:gd name="connsiteY11" fmla="*/ 1494 h 9863"/>
                  <a:gd name="connsiteX12" fmla="*/ 1322 w 10000"/>
                  <a:gd name="connsiteY12" fmla="*/ 1543 h 9863"/>
                  <a:gd name="connsiteX13" fmla="*/ 1244 w 10000"/>
                  <a:gd name="connsiteY13" fmla="*/ 1591 h 9863"/>
                  <a:gd name="connsiteX14" fmla="*/ 1156 w 10000"/>
                  <a:gd name="connsiteY14" fmla="*/ 1591 h 9863"/>
                  <a:gd name="connsiteX15" fmla="*/ 1122 w 10000"/>
                  <a:gd name="connsiteY15" fmla="*/ 1664 h 9863"/>
                  <a:gd name="connsiteX16" fmla="*/ 1178 w 10000"/>
                  <a:gd name="connsiteY16" fmla="*/ 1721 h 9863"/>
                  <a:gd name="connsiteX17" fmla="*/ 1144 w 10000"/>
                  <a:gd name="connsiteY17" fmla="*/ 1801 h 9863"/>
                  <a:gd name="connsiteX18" fmla="*/ 1122 w 10000"/>
                  <a:gd name="connsiteY18" fmla="*/ 1858 h 9863"/>
                  <a:gd name="connsiteX19" fmla="*/ 1178 w 10000"/>
                  <a:gd name="connsiteY19" fmla="*/ 1914 h 9863"/>
                  <a:gd name="connsiteX20" fmla="*/ 1344 w 10000"/>
                  <a:gd name="connsiteY20" fmla="*/ 1914 h 9863"/>
                  <a:gd name="connsiteX21" fmla="*/ 1411 w 10000"/>
                  <a:gd name="connsiteY21" fmla="*/ 1979 h 9863"/>
                  <a:gd name="connsiteX22" fmla="*/ 1533 w 10000"/>
                  <a:gd name="connsiteY22" fmla="*/ 2044 h 9863"/>
                  <a:gd name="connsiteX23" fmla="*/ 1733 w 10000"/>
                  <a:gd name="connsiteY23" fmla="*/ 2036 h 9863"/>
                  <a:gd name="connsiteX24" fmla="*/ 1878 w 10000"/>
                  <a:gd name="connsiteY24" fmla="*/ 2108 h 9863"/>
                  <a:gd name="connsiteX25" fmla="*/ 2056 w 10000"/>
                  <a:gd name="connsiteY25" fmla="*/ 2092 h 9863"/>
                  <a:gd name="connsiteX26" fmla="*/ 2144 w 10000"/>
                  <a:gd name="connsiteY26" fmla="*/ 2124 h 9863"/>
                  <a:gd name="connsiteX27" fmla="*/ 2167 w 10000"/>
                  <a:gd name="connsiteY27" fmla="*/ 2181 h 9863"/>
                  <a:gd name="connsiteX28" fmla="*/ 2011 w 10000"/>
                  <a:gd name="connsiteY28" fmla="*/ 2254 h 9863"/>
                  <a:gd name="connsiteX29" fmla="*/ 1844 w 10000"/>
                  <a:gd name="connsiteY29" fmla="*/ 2221 h 9863"/>
                  <a:gd name="connsiteX30" fmla="*/ 1700 w 10000"/>
                  <a:gd name="connsiteY30" fmla="*/ 2197 h 9863"/>
                  <a:gd name="connsiteX31" fmla="*/ 1600 w 10000"/>
                  <a:gd name="connsiteY31" fmla="*/ 2213 h 9863"/>
                  <a:gd name="connsiteX32" fmla="*/ 1567 w 10000"/>
                  <a:gd name="connsiteY32" fmla="*/ 2351 h 9863"/>
                  <a:gd name="connsiteX33" fmla="*/ 1456 w 10000"/>
                  <a:gd name="connsiteY33" fmla="*/ 2447 h 9863"/>
                  <a:gd name="connsiteX34" fmla="*/ 1522 w 10000"/>
                  <a:gd name="connsiteY34" fmla="*/ 2722 h 9863"/>
                  <a:gd name="connsiteX35" fmla="*/ 1600 w 10000"/>
                  <a:gd name="connsiteY35" fmla="*/ 2771 h 9863"/>
                  <a:gd name="connsiteX36" fmla="*/ 1556 w 10000"/>
                  <a:gd name="connsiteY36" fmla="*/ 2908 h 9863"/>
                  <a:gd name="connsiteX37" fmla="*/ 2056 w 10000"/>
                  <a:gd name="connsiteY37" fmla="*/ 2940 h 9863"/>
                  <a:gd name="connsiteX38" fmla="*/ 2144 w 10000"/>
                  <a:gd name="connsiteY38" fmla="*/ 3029 h 9863"/>
                  <a:gd name="connsiteX39" fmla="*/ 2078 w 10000"/>
                  <a:gd name="connsiteY39" fmla="*/ 3126 h 9863"/>
                  <a:gd name="connsiteX40" fmla="*/ 2078 w 10000"/>
                  <a:gd name="connsiteY40" fmla="*/ 3263 h 9863"/>
                  <a:gd name="connsiteX41" fmla="*/ 1867 w 10000"/>
                  <a:gd name="connsiteY41" fmla="*/ 3481 h 9863"/>
                  <a:gd name="connsiteX42" fmla="*/ 1678 w 10000"/>
                  <a:gd name="connsiteY42" fmla="*/ 3805 h 9863"/>
                  <a:gd name="connsiteX43" fmla="*/ 1589 w 10000"/>
                  <a:gd name="connsiteY43" fmla="*/ 3845 h 9863"/>
                  <a:gd name="connsiteX44" fmla="*/ 1589 w 10000"/>
                  <a:gd name="connsiteY44" fmla="*/ 3934 h 9863"/>
                  <a:gd name="connsiteX45" fmla="*/ 1644 w 10000"/>
                  <a:gd name="connsiteY45" fmla="*/ 3990 h 9863"/>
                  <a:gd name="connsiteX46" fmla="*/ 1511 w 10000"/>
                  <a:gd name="connsiteY46" fmla="*/ 4152 h 9863"/>
                  <a:gd name="connsiteX47" fmla="*/ 1600 w 10000"/>
                  <a:gd name="connsiteY47" fmla="*/ 4346 h 9863"/>
                  <a:gd name="connsiteX48" fmla="*/ 1744 w 10000"/>
                  <a:gd name="connsiteY48" fmla="*/ 4370 h 9863"/>
                  <a:gd name="connsiteX49" fmla="*/ 1844 w 10000"/>
                  <a:gd name="connsiteY49" fmla="*/ 4435 h 9863"/>
                  <a:gd name="connsiteX50" fmla="*/ 2000 w 10000"/>
                  <a:gd name="connsiteY50" fmla="*/ 4394 h 9863"/>
                  <a:gd name="connsiteX51" fmla="*/ 2067 w 10000"/>
                  <a:gd name="connsiteY51" fmla="*/ 4491 h 9863"/>
                  <a:gd name="connsiteX52" fmla="*/ 2100 w 10000"/>
                  <a:gd name="connsiteY52" fmla="*/ 4596 h 9863"/>
                  <a:gd name="connsiteX53" fmla="*/ 2278 w 10000"/>
                  <a:gd name="connsiteY53" fmla="*/ 4717 h 9863"/>
                  <a:gd name="connsiteX54" fmla="*/ 2378 w 10000"/>
                  <a:gd name="connsiteY54" fmla="*/ 4701 h 9863"/>
                  <a:gd name="connsiteX55" fmla="*/ 2422 w 10000"/>
                  <a:gd name="connsiteY55" fmla="*/ 4733 h 9863"/>
                  <a:gd name="connsiteX56" fmla="*/ 2411 w 10000"/>
                  <a:gd name="connsiteY56" fmla="*/ 4814 h 9863"/>
                  <a:gd name="connsiteX57" fmla="*/ 2589 w 10000"/>
                  <a:gd name="connsiteY57" fmla="*/ 4887 h 9863"/>
                  <a:gd name="connsiteX58" fmla="*/ 2700 w 10000"/>
                  <a:gd name="connsiteY58" fmla="*/ 4903 h 9863"/>
                  <a:gd name="connsiteX59" fmla="*/ 2722 w 10000"/>
                  <a:gd name="connsiteY59" fmla="*/ 5008 h 9863"/>
                  <a:gd name="connsiteX60" fmla="*/ 2533 w 10000"/>
                  <a:gd name="connsiteY60" fmla="*/ 5129 h 9863"/>
                  <a:gd name="connsiteX61" fmla="*/ 2211 w 10000"/>
                  <a:gd name="connsiteY61" fmla="*/ 5145 h 9863"/>
                  <a:gd name="connsiteX62" fmla="*/ 2000 w 10000"/>
                  <a:gd name="connsiteY62" fmla="*/ 5048 h 9863"/>
                  <a:gd name="connsiteX63" fmla="*/ 1889 w 10000"/>
                  <a:gd name="connsiteY63" fmla="*/ 5048 h 9863"/>
                  <a:gd name="connsiteX64" fmla="*/ 1844 w 10000"/>
                  <a:gd name="connsiteY64" fmla="*/ 5089 h 9863"/>
                  <a:gd name="connsiteX65" fmla="*/ 1889 w 10000"/>
                  <a:gd name="connsiteY65" fmla="*/ 5162 h 9863"/>
                  <a:gd name="connsiteX66" fmla="*/ 2144 w 10000"/>
                  <a:gd name="connsiteY66" fmla="*/ 5355 h 9863"/>
                  <a:gd name="connsiteX67" fmla="*/ 2411 w 10000"/>
                  <a:gd name="connsiteY67" fmla="*/ 5622 h 9863"/>
                  <a:gd name="connsiteX68" fmla="*/ 2489 w 10000"/>
                  <a:gd name="connsiteY68" fmla="*/ 5662 h 9863"/>
                  <a:gd name="connsiteX69" fmla="*/ 2478 w 10000"/>
                  <a:gd name="connsiteY69" fmla="*/ 5889 h 9863"/>
                  <a:gd name="connsiteX70" fmla="*/ 2411 w 10000"/>
                  <a:gd name="connsiteY70" fmla="*/ 5969 h 9863"/>
                  <a:gd name="connsiteX71" fmla="*/ 2289 w 10000"/>
                  <a:gd name="connsiteY71" fmla="*/ 6010 h 9863"/>
                  <a:gd name="connsiteX72" fmla="*/ 2211 w 10000"/>
                  <a:gd name="connsiteY72" fmla="*/ 5945 h 9863"/>
                  <a:gd name="connsiteX73" fmla="*/ 2089 w 10000"/>
                  <a:gd name="connsiteY73" fmla="*/ 5937 h 9863"/>
                  <a:gd name="connsiteX74" fmla="*/ 1989 w 10000"/>
                  <a:gd name="connsiteY74" fmla="*/ 6066 h 9863"/>
                  <a:gd name="connsiteX75" fmla="*/ 1811 w 10000"/>
                  <a:gd name="connsiteY75" fmla="*/ 6131 h 9863"/>
                  <a:gd name="connsiteX76" fmla="*/ 1633 w 10000"/>
                  <a:gd name="connsiteY76" fmla="*/ 6131 h 9863"/>
                  <a:gd name="connsiteX77" fmla="*/ 1556 w 10000"/>
                  <a:gd name="connsiteY77" fmla="*/ 6179 h 9863"/>
                  <a:gd name="connsiteX78" fmla="*/ 1456 w 10000"/>
                  <a:gd name="connsiteY78" fmla="*/ 6171 h 9863"/>
                  <a:gd name="connsiteX79" fmla="*/ 1400 w 10000"/>
                  <a:gd name="connsiteY79" fmla="*/ 6090 h 9863"/>
                  <a:gd name="connsiteX80" fmla="*/ 1267 w 10000"/>
                  <a:gd name="connsiteY80" fmla="*/ 6099 h 9863"/>
                  <a:gd name="connsiteX81" fmla="*/ 1133 w 10000"/>
                  <a:gd name="connsiteY81" fmla="*/ 6204 h 9863"/>
                  <a:gd name="connsiteX82" fmla="*/ 1200 w 10000"/>
                  <a:gd name="connsiteY82" fmla="*/ 6284 h 9863"/>
                  <a:gd name="connsiteX83" fmla="*/ 1333 w 10000"/>
                  <a:gd name="connsiteY83" fmla="*/ 6341 h 9863"/>
                  <a:gd name="connsiteX84" fmla="*/ 1367 w 10000"/>
                  <a:gd name="connsiteY84" fmla="*/ 6486 h 9863"/>
                  <a:gd name="connsiteX85" fmla="*/ 1456 w 10000"/>
                  <a:gd name="connsiteY85" fmla="*/ 6575 h 9863"/>
                  <a:gd name="connsiteX86" fmla="*/ 1456 w 10000"/>
                  <a:gd name="connsiteY86" fmla="*/ 6753 h 9863"/>
                  <a:gd name="connsiteX87" fmla="*/ 1400 w 10000"/>
                  <a:gd name="connsiteY87" fmla="*/ 6809 h 9863"/>
                  <a:gd name="connsiteX88" fmla="*/ 1300 w 10000"/>
                  <a:gd name="connsiteY88" fmla="*/ 6801 h 9863"/>
                  <a:gd name="connsiteX89" fmla="*/ 1233 w 10000"/>
                  <a:gd name="connsiteY89" fmla="*/ 6753 h 9863"/>
                  <a:gd name="connsiteX90" fmla="*/ 1167 w 10000"/>
                  <a:gd name="connsiteY90" fmla="*/ 6591 h 9863"/>
                  <a:gd name="connsiteX91" fmla="*/ 1100 w 10000"/>
                  <a:gd name="connsiteY91" fmla="*/ 6535 h 9863"/>
                  <a:gd name="connsiteX92" fmla="*/ 911 w 10000"/>
                  <a:gd name="connsiteY92" fmla="*/ 6535 h 9863"/>
                  <a:gd name="connsiteX93" fmla="*/ 567 w 10000"/>
                  <a:gd name="connsiteY93" fmla="*/ 6769 h 9863"/>
                  <a:gd name="connsiteX94" fmla="*/ 511 w 10000"/>
                  <a:gd name="connsiteY94" fmla="*/ 6922 h 9863"/>
                  <a:gd name="connsiteX95" fmla="*/ 444 w 10000"/>
                  <a:gd name="connsiteY95" fmla="*/ 6987 h 9863"/>
                  <a:gd name="connsiteX96" fmla="*/ 444 w 10000"/>
                  <a:gd name="connsiteY96" fmla="*/ 7213 h 9863"/>
                  <a:gd name="connsiteX97" fmla="*/ 356 w 10000"/>
                  <a:gd name="connsiteY97" fmla="*/ 7278 h 9863"/>
                  <a:gd name="connsiteX98" fmla="*/ 178 w 10000"/>
                  <a:gd name="connsiteY98" fmla="*/ 7278 h 9863"/>
                  <a:gd name="connsiteX99" fmla="*/ 67 w 10000"/>
                  <a:gd name="connsiteY99" fmla="*/ 7375 h 9863"/>
                  <a:gd name="connsiteX100" fmla="*/ 44 w 10000"/>
                  <a:gd name="connsiteY100" fmla="*/ 7649 h 9863"/>
                  <a:gd name="connsiteX101" fmla="*/ 0 w 10000"/>
                  <a:gd name="connsiteY101" fmla="*/ 7674 h 9863"/>
                  <a:gd name="connsiteX102" fmla="*/ 11 w 10000"/>
                  <a:gd name="connsiteY102" fmla="*/ 7763 h 9863"/>
                  <a:gd name="connsiteX103" fmla="*/ 122 w 10000"/>
                  <a:gd name="connsiteY103" fmla="*/ 7916 h 9863"/>
                  <a:gd name="connsiteX104" fmla="*/ 233 w 10000"/>
                  <a:gd name="connsiteY104" fmla="*/ 8005 h 9863"/>
                  <a:gd name="connsiteX105" fmla="*/ 222 w 10000"/>
                  <a:gd name="connsiteY105" fmla="*/ 8134 h 9863"/>
                  <a:gd name="connsiteX106" fmla="*/ 11 w 10000"/>
                  <a:gd name="connsiteY106" fmla="*/ 8376 h 9863"/>
                  <a:gd name="connsiteX107" fmla="*/ 0 w 10000"/>
                  <a:gd name="connsiteY107" fmla="*/ 8595 h 9863"/>
                  <a:gd name="connsiteX108" fmla="*/ 667 w 10000"/>
                  <a:gd name="connsiteY108" fmla="*/ 8958 h 9863"/>
                  <a:gd name="connsiteX109" fmla="*/ 1144 w 10000"/>
                  <a:gd name="connsiteY109" fmla="*/ 9289 h 9863"/>
                  <a:gd name="connsiteX110" fmla="*/ 1500 w 10000"/>
                  <a:gd name="connsiteY110" fmla="*/ 9467 h 9863"/>
                  <a:gd name="connsiteX111" fmla="*/ 1756 w 10000"/>
                  <a:gd name="connsiteY111" fmla="*/ 9863 h 9863"/>
                  <a:gd name="connsiteX112" fmla="*/ 2122 w 10000"/>
                  <a:gd name="connsiteY112" fmla="*/ 9192 h 9863"/>
                  <a:gd name="connsiteX113" fmla="*/ 2300 w 10000"/>
                  <a:gd name="connsiteY113" fmla="*/ 8756 h 9863"/>
                  <a:gd name="connsiteX114" fmla="*/ 2600 w 10000"/>
                  <a:gd name="connsiteY114" fmla="*/ 8578 h 9863"/>
                  <a:gd name="connsiteX115" fmla="*/ 2878 w 10000"/>
                  <a:gd name="connsiteY115" fmla="*/ 8279 h 9863"/>
                  <a:gd name="connsiteX116" fmla="*/ 3189 w 10000"/>
                  <a:gd name="connsiteY116" fmla="*/ 8506 h 9863"/>
                  <a:gd name="connsiteX117" fmla="*/ 3778 w 10000"/>
                  <a:gd name="connsiteY117" fmla="*/ 8554 h 9863"/>
                  <a:gd name="connsiteX118" fmla="*/ 4033 w 10000"/>
                  <a:gd name="connsiteY118" fmla="*/ 8901 h 9863"/>
                  <a:gd name="connsiteX119" fmla="*/ 4456 w 10000"/>
                  <a:gd name="connsiteY119" fmla="*/ 9023 h 9863"/>
                  <a:gd name="connsiteX120" fmla="*/ 4933 w 10000"/>
                  <a:gd name="connsiteY120" fmla="*/ 9507 h 9863"/>
                  <a:gd name="connsiteX121" fmla="*/ 5022 w 10000"/>
                  <a:gd name="connsiteY121" fmla="*/ 9556 h 9863"/>
                  <a:gd name="connsiteX122" fmla="*/ 5189 w 10000"/>
                  <a:gd name="connsiteY122" fmla="*/ 9564 h 9863"/>
                  <a:gd name="connsiteX123" fmla="*/ 5333 w 10000"/>
                  <a:gd name="connsiteY123" fmla="*/ 9483 h 9863"/>
                  <a:gd name="connsiteX124" fmla="*/ 5367 w 10000"/>
                  <a:gd name="connsiteY124" fmla="*/ 9208 h 9863"/>
                  <a:gd name="connsiteX125" fmla="*/ 6067 w 10000"/>
                  <a:gd name="connsiteY125" fmla="*/ 9047 h 9863"/>
                  <a:gd name="connsiteX126" fmla="*/ 6211 w 10000"/>
                  <a:gd name="connsiteY126" fmla="*/ 9079 h 9863"/>
                  <a:gd name="connsiteX127" fmla="*/ 6467 w 10000"/>
                  <a:gd name="connsiteY127" fmla="*/ 9289 h 9863"/>
                  <a:gd name="connsiteX128" fmla="*/ 6567 w 10000"/>
                  <a:gd name="connsiteY128" fmla="*/ 9281 h 9863"/>
                  <a:gd name="connsiteX129" fmla="*/ 6578 w 10000"/>
                  <a:gd name="connsiteY129" fmla="*/ 9144 h 9863"/>
                  <a:gd name="connsiteX130" fmla="*/ 6900 w 10000"/>
                  <a:gd name="connsiteY130" fmla="*/ 9006 h 9863"/>
                  <a:gd name="connsiteX131" fmla="*/ 7556 w 10000"/>
                  <a:gd name="connsiteY131" fmla="*/ 9103 h 9863"/>
                  <a:gd name="connsiteX132" fmla="*/ 7711 w 10000"/>
                  <a:gd name="connsiteY132" fmla="*/ 8982 h 9863"/>
                  <a:gd name="connsiteX133" fmla="*/ 8311 w 10000"/>
                  <a:gd name="connsiteY133" fmla="*/ 9063 h 9863"/>
                  <a:gd name="connsiteX134" fmla="*/ 8756 w 10000"/>
                  <a:gd name="connsiteY134" fmla="*/ 9015 h 9863"/>
                  <a:gd name="connsiteX135" fmla="*/ 9011 w 10000"/>
                  <a:gd name="connsiteY135" fmla="*/ 9103 h 9863"/>
                  <a:gd name="connsiteX136" fmla="*/ 9011 w 10000"/>
                  <a:gd name="connsiteY136" fmla="*/ 8376 h 9863"/>
                  <a:gd name="connsiteX137" fmla="*/ 9522 w 10000"/>
                  <a:gd name="connsiteY137" fmla="*/ 7601 h 9863"/>
                  <a:gd name="connsiteX138" fmla="*/ 10000 w 10000"/>
                  <a:gd name="connsiteY138" fmla="*/ 7262 h 9863"/>
                  <a:gd name="connsiteX139" fmla="*/ 9400 w 10000"/>
                  <a:gd name="connsiteY139" fmla="*/ 6761 h 9863"/>
                  <a:gd name="connsiteX140" fmla="*/ 9011 w 10000"/>
                  <a:gd name="connsiteY140" fmla="*/ 6317 h 9863"/>
                  <a:gd name="connsiteX141" fmla="*/ 8922 w 10000"/>
                  <a:gd name="connsiteY141" fmla="*/ 5679 h 9863"/>
                  <a:gd name="connsiteX142" fmla="*/ 9044 w 10000"/>
                  <a:gd name="connsiteY142" fmla="*/ 5040 h 9863"/>
                  <a:gd name="connsiteX143" fmla="*/ 9744 w 10000"/>
                  <a:gd name="connsiteY143" fmla="*/ 4814 h 9863"/>
                  <a:gd name="connsiteX144" fmla="*/ 9344 w 10000"/>
                  <a:gd name="connsiteY144" fmla="*/ 4733 h 9863"/>
                  <a:gd name="connsiteX145" fmla="*/ 9011 w 10000"/>
                  <a:gd name="connsiteY145" fmla="*/ 4241 h 9863"/>
                  <a:gd name="connsiteX146" fmla="*/ 9444 w 10000"/>
                  <a:gd name="connsiteY146" fmla="*/ 3918 h 9863"/>
                  <a:gd name="connsiteX147" fmla="*/ 9156 w 10000"/>
                  <a:gd name="connsiteY147" fmla="*/ 3586 h 9863"/>
                  <a:gd name="connsiteX148" fmla="*/ 8667 w 10000"/>
                  <a:gd name="connsiteY148" fmla="*/ 3853 h 9863"/>
                  <a:gd name="connsiteX149" fmla="*/ 7489 w 10000"/>
                  <a:gd name="connsiteY149" fmla="*/ 3554 h 9863"/>
                  <a:gd name="connsiteX150" fmla="*/ 6856 w 10000"/>
                  <a:gd name="connsiteY150" fmla="*/ 3191 h 9863"/>
                  <a:gd name="connsiteX151" fmla="*/ 6811 w 10000"/>
                  <a:gd name="connsiteY151" fmla="*/ 2730 h 9863"/>
                  <a:gd name="connsiteX152" fmla="*/ 6711 w 10000"/>
                  <a:gd name="connsiteY152" fmla="*/ 2447 h 9863"/>
                  <a:gd name="connsiteX153" fmla="*/ 6378 w 10000"/>
                  <a:gd name="connsiteY153" fmla="*/ 2286 h 9863"/>
                  <a:gd name="connsiteX154" fmla="*/ 5933 w 10000"/>
                  <a:gd name="connsiteY154" fmla="*/ 2205 h 9863"/>
                  <a:gd name="connsiteX155" fmla="*/ 5556 w 10000"/>
                  <a:gd name="connsiteY155" fmla="*/ 1801 h 9863"/>
                  <a:gd name="connsiteX156" fmla="*/ 5378 w 10000"/>
                  <a:gd name="connsiteY156" fmla="*/ 1244 h 9863"/>
                  <a:gd name="connsiteX157" fmla="*/ 5133 w 10000"/>
                  <a:gd name="connsiteY157" fmla="*/ 897 h 9863"/>
                  <a:gd name="connsiteX158" fmla="*/ 4711 w 10000"/>
                  <a:gd name="connsiteY158" fmla="*/ 533 h 9863"/>
                  <a:gd name="connsiteX159" fmla="*/ 4100 w 10000"/>
                  <a:gd name="connsiteY159" fmla="*/ 331 h 9863"/>
                  <a:gd name="connsiteX160" fmla="*/ 3900 w 10000"/>
                  <a:gd name="connsiteY160" fmla="*/ 218 h 9863"/>
                  <a:gd name="connsiteX161" fmla="*/ 3711 w 10000"/>
                  <a:gd name="connsiteY161" fmla="*/ 0 h 9863"/>
                  <a:gd name="connsiteX162" fmla="*/ 3211 w 10000"/>
                  <a:gd name="connsiteY162" fmla="*/ 137 h 9863"/>
                  <a:gd name="connsiteX163" fmla="*/ 2711 w 10000"/>
                  <a:gd name="connsiteY163" fmla="*/ 153 h 9863"/>
                  <a:gd name="connsiteX164" fmla="*/ 2044 w 10000"/>
                  <a:gd name="connsiteY164" fmla="*/ 468 h 9863"/>
                  <a:gd name="connsiteX165" fmla="*/ 1456 w 10000"/>
                  <a:gd name="connsiteY165" fmla="*/ 485 h 9863"/>
                  <a:gd name="connsiteX166" fmla="*/ 1167 w 10000"/>
                  <a:gd name="connsiteY166" fmla="*/ 646 h 9863"/>
                  <a:gd name="connsiteX167" fmla="*/ 600 w 10000"/>
                  <a:gd name="connsiteY167" fmla="*/ 687 h 9863"/>
                  <a:gd name="connsiteX0" fmla="*/ 600 w 10000"/>
                  <a:gd name="connsiteY0" fmla="*/ 697 h 9697"/>
                  <a:gd name="connsiteX1" fmla="*/ 911 w 10000"/>
                  <a:gd name="connsiteY1" fmla="*/ 909 h 9697"/>
                  <a:gd name="connsiteX2" fmla="*/ 933 w 10000"/>
                  <a:gd name="connsiteY2" fmla="*/ 1024 h 9697"/>
                  <a:gd name="connsiteX3" fmla="*/ 878 w 10000"/>
                  <a:gd name="connsiteY3" fmla="*/ 1089 h 9697"/>
                  <a:gd name="connsiteX4" fmla="*/ 978 w 10000"/>
                  <a:gd name="connsiteY4" fmla="*/ 1155 h 9697"/>
                  <a:gd name="connsiteX5" fmla="*/ 1000 w 10000"/>
                  <a:gd name="connsiteY5" fmla="*/ 1261 h 9697"/>
                  <a:gd name="connsiteX6" fmla="*/ 867 w 10000"/>
                  <a:gd name="connsiteY6" fmla="*/ 1384 h 9697"/>
                  <a:gd name="connsiteX7" fmla="*/ 889 w 10000"/>
                  <a:gd name="connsiteY7" fmla="*/ 1458 h 9697"/>
                  <a:gd name="connsiteX8" fmla="*/ 1022 w 10000"/>
                  <a:gd name="connsiteY8" fmla="*/ 1507 h 9697"/>
                  <a:gd name="connsiteX9" fmla="*/ 1111 w 10000"/>
                  <a:gd name="connsiteY9" fmla="*/ 1442 h 9697"/>
                  <a:gd name="connsiteX10" fmla="*/ 1200 w 10000"/>
                  <a:gd name="connsiteY10" fmla="*/ 1442 h 9697"/>
                  <a:gd name="connsiteX11" fmla="*/ 1322 w 10000"/>
                  <a:gd name="connsiteY11" fmla="*/ 1515 h 9697"/>
                  <a:gd name="connsiteX12" fmla="*/ 1322 w 10000"/>
                  <a:gd name="connsiteY12" fmla="*/ 1564 h 9697"/>
                  <a:gd name="connsiteX13" fmla="*/ 1244 w 10000"/>
                  <a:gd name="connsiteY13" fmla="*/ 1613 h 9697"/>
                  <a:gd name="connsiteX14" fmla="*/ 1156 w 10000"/>
                  <a:gd name="connsiteY14" fmla="*/ 1613 h 9697"/>
                  <a:gd name="connsiteX15" fmla="*/ 1122 w 10000"/>
                  <a:gd name="connsiteY15" fmla="*/ 1687 h 9697"/>
                  <a:gd name="connsiteX16" fmla="*/ 1178 w 10000"/>
                  <a:gd name="connsiteY16" fmla="*/ 1745 h 9697"/>
                  <a:gd name="connsiteX17" fmla="*/ 1144 w 10000"/>
                  <a:gd name="connsiteY17" fmla="*/ 1826 h 9697"/>
                  <a:gd name="connsiteX18" fmla="*/ 1122 w 10000"/>
                  <a:gd name="connsiteY18" fmla="*/ 1884 h 9697"/>
                  <a:gd name="connsiteX19" fmla="*/ 1178 w 10000"/>
                  <a:gd name="connsiteY19" fmla="*/ 1941 h 9697"/>
                  <a:gd name="connsiteX20" fmla="*/ 1344 w 10000"/>
                  <a:gd name="connsiteY20" fmla="*/ 1941 h 9697"/>
                  <a:gd name="connsiteX21" fmla="*/ 1411 w 10000"/>
                  <a:gd name="connsiteY21" fmla="*/ 2006 h 9697"/>
                  <a:gd name="connsiteX22" fmla="*/ 1533 w 10000"/>
                  <a:gd name="connsiteY22" fmla="*/ 2072 h 9697"/>
                  <a:gd name="connsiteX23" fmla="*/ 1733 w 10000"/>
                  <a:gd name="connsiteY23" fmla="*/ 2064 h 9697"/>
                  <a:gd name="connsiteX24" fmla="*/ 1878 w 10000"/>
                  <a:gd name="connsiteY24" fmla="*/ 2137 h 9697"/>
                  <a:gd name="connsiteX25" fmla="*/ 2056 w 10000"/>
                  <a:gd name="connsiteY25" fmla="*/ 2121 h 9697"/>
                  <a:gd name="connsiteX26" fmla="*/ 2144 w 10000"/>
                  <a:gd name="connsiteY26" fmla="*/ 2154 h 9697"/>
                  <a:gd name="connsiteX27" fmla="*/ 2167 w 10000"/>
                  <a:gd name="connsiteY27" fmla="*/ 2211 h 9697"/>
                  <a:gd name="connsiteX28" fmla="*/ 2011 w 10000"/>
                  <a:gd name="connsiteY28" fmla="*/ 2285 h 9697"/>
                  <a:gd name="connsiteX29" fmla="*/ 1844 w 10000"/>
                  <a:gd name="connsiteY29" fmla="*/ 2252 h 9697"/>
                  <a:gd name="connsiteX30" fmla="*/ 1700 w 10000"/>
                  <a:gd name="connsiteY30" fmla="*/ 2228 h 9697"/>
                  <a:gd name="connsiteX31" fmla="*/ 1600 w 10000"/>
                  <a:gd name="connsiteY31" fmla="*/ 2244 h 9697"/>
                  <a:gd name="connsiteX32" fmla="*/ 1567 w 10000"/>
                  <a:gd name="connsiteY32" fmla="*/ 2384 h 9697"/>
                  <a:gd name="connsiteX33" fmla="*/ 1456 w 10000"/>
                  <a:gd name="connsiteY33" fmla="*/ 2481 h 9697"/>
                  <a:gd name="connsiteX34" fmla="*/ 1522 w 10000"/>
                  <a:gd name="connsiteY34" fmla="*/ 2760 h 9697"/>
                  <a:gd name="connsiteX35" fmla="*/ 1600 w 10000"/>
                  <a:gd name="connsiteY35" fmla="*/ 2809 h 9697"/>
                  <a:gd name="connsiteX36" fmla="*/ 1556 w 10000"/>
                  <a:gd name="connsiteY36" fmla="*/ 2948 h 9697"/>
                  <a:gd name="connsiteX37" fmla="*/ 2056 w 10000"/>
                  <a:gd name="connsiteY37" fmla="*/ 2981 h 9697"/>
                  <a:gd name="connsiteX38" fmla="*/ 2144 w 10000"/>
                  <a:gd name="connsiteY38" fmla="*/ 3071 h 9697"/>
                  <a:gd name="connsiteX39" fmla="*/ 2078 w 10000"/>
                  <a:gd name="connsiteY39" fmla="*/ 3169 h 9697"/>
                  <a:gd name="connsiteX40" fmla="*/ 2078 w 10000"/>
                  <a:gd name="connsiteY40" fmla="*/ 3308 h 9697"/>
                  <a:gd name="connsiteX41" fmla="*/ 1867 w 10000"/>
                  <a:gd name="connsiteY41" fmla="*/ 3529 h 9697"/>
                  <a:gd name="connsiteX42" fmla="*/ 1678 w 10000"/>
                  <a:gd name="connsiteY42" fmla="*/ 3858 h 9697"/>
                  <a:gd name="connsiteX43" fmla="*/ 1589 w 10000"/>
                  <a:gd name="connsiteY43" fmla="*/ 3898 h 9697"/>
                  <a:gd name="connsiteX44" fmla="*/ 1589 w 10000"/>
                  <a:gd name="connsiteY44" fmla="*/ 3989 h 9697"/>
                  <a:gd name="connsiteX45" fmla="*/ 1644 w 10000"/>
                  <a:gd name="connsiteY45" fmla="*/ 4045 h 9697"/>
                  <a:gd name="connsiteX46" fmla="*/ 1511 w 10000"/>
                  <a:gd name="connsiteY46" fmla="*/ 4210 h 9697"/>
                  <a:gd name="connsiteX47" fmla="*/ 1600 w 10000"/>
                  <a:gd name="connsiteY47" fmla="*/ 4406 h 9697"/>
                  <a:gd name="connsiteX48" fmla="*/ 1744 w 10000"/>
                  <a:gd name="connsiteY48" fmla="*/ 4431 h 9697"/>
                  <a:gd name="connsiteX49" fmla="*/ 1844 w 10000"/>
                  <a:gd name="connsiteY49" fmla="*/ 4497 h 9697"/>
                  <a:gd name="connsiteX50" fmla="*/ 2000 w 10000"/>
                  <a:gd name="connsiteY50" fmla="*/ 4455 h 9697"/>
                  <a:gd name="connsiteX51" fmla="*/ 2067 w 10000"/>
                  <a:gd name="connsiteY51" fmla="*/ 4553 h 9697"/>
                  <a:gd name="connsiteX52" fmla="*/ 2100 w 10000"/>
                  <a:gd name="connsiteY52" fmla="*/ 4660 h 9697"/>
                  <a:gd name="connsiteX53" fmla="*/ 2278 w 10000"/>
                  <a:gd name="connsiteY53" fmla="*/ 4783 h 9697"/>
                  <a:gd name="connsiteX54" fmla="*/ 2378 w 10000"/>
                  <a:gd name="connsiteY54" fmla="*/ 4766 h 9697"/>
                  <a:gd name="connsiteX55" fmla="*/ 2422 w 10000"/>
                  <a:gd name="connsiteY55" fmla="*/ 4799 h 9697"/>
                  <a:gd name="connsiteX56" fmla="*/ 2411 w 10000"/>
                  <a:gd name="connsiteY56" fmla="*/ 4881 h 9697"/>
                  <a:gd name="connsiteX57" fmla="*/ 2589 w 10000"/>
                  <a:gd name="connsiteY57" fmla="*/ 4955 h 9697"/>
                  <a:gd name="connsiteX58" fmla="*/ 2700 w 10000"/>
                  <a:gd name="connsiteY58" fmla="*/ 4971 h 9697"/>
                  <a:gd name="connsiteX59" fmla="*/ 2722 w 10000"/>
                  <a:gd name="connsiteY59" fmla="*/ 5078 h 9697"/>
                  <a:gd name="connsiteX60" fmla="*/ 2533 w 10000"/>
                  <a:gd name="connsiteY60" fmla="*/ 5200 h 9697"/>
                  <a:gd name="connsiteX61" fmla="*/ 2211 w 10000"/>
                  <a:gd name="connsiteY61" fmla="*/ 5216 h 9697"/>
                  <a:gd name="connsiteX62" fmla="*/ 2000 w 10000"/>
                  <a:gd name="connsiteY62" fmla="*/ 5118 h 9697"/>
                  <a:gd name="connsiteX63" fmla="*/ 1889 w 10000"/>
                  <a:gd name="connsiteY63" fmla="*/ 5118 h 9697"/>
                  <a:gd name="connsiteX64" fmla="*/ 1844 w 10000"/>
                  <a:gd name="connsiteY64" fmla="*/ 5160 h 9697"/>
                  <a:gd name="connsiteX65" fmla="*/ 1889 w 10000"/>
                  <a:gd name="connsiteY65" fmla="*/ 5234 h 9697"/>
                  <a:gd name="connsiteX66" fmla="*/ 2144 w 10000"/>
                  <a:gd name="connsiteY66" fmla="*/ 5429 h 9697"/>
                  <a:gd name="connsiteX67" fmla="*/ 2411 w 10000"/>
                  <a:gd name="connsiteY67" fmla="*/ 5700 h 9697"/>
                  <a:gd name="connsiteX68" fmla="*/ 2489 w 10000"/>
                  <a:gd name="connsiteY68" fmla="*/ 5741 h 9697"/>
                  <a:gd name="connsiteX69" fmla="*/ 2478 w 10000"/>
                  <a:gd name="connsiteY69" fmla="*/ 5971 h 9697"/>
                  <a:gd name="connsiteX70" fmla="*/ 2411 w 10000"/>
                  <a:gd name="connsiteY70" fmla="*/ 6052 h 9697"/>
                  <a:gd name="connsiteX71" fmla="*/ 2289 w 10000"/>
                  <a:gd name="connsiteY71" fmla="*/ 6093 h 9697"/>
                  <a:gd name="connsiteX72" fmla="*/ 2211 w 10000"/>
                  <a:gd name="connsiteY72" fmla="*/ 6028 h 9697"/>
                  <a:gd name="connsiteX73" fmla="*/ 2089 w 10000"/>
                  <a:gd name="connsiteY73" fmla="*/ 6019 h 9697"/>
                  <a:gd name="connsiteX74" fmla="*/ 1989 w 10000"/>
                  <a:gd name="connsiteY74" fmla="*/ 6150 h 9697"/>
                  <a:gd name="connsiteX75" fmla="*/ 1811 w 10000"/>
                  <a:gd name="connsiteY75" fmla="*/ 6216 h 9697"/>
                  <a:gd name="connsiteX76" fmla="*/ 1633 w 10000"/>
                  <a:gd name="connsiteY76" fmla="*/ 6216 h 9697"/>
                  <a:gd name="connsiteX77" fmla="*/ 1556 w 10000"/>
                  <a:gd name="connsiteY77" fmla="*/ 6265 h 9697"/>
                  <a:gd name="connsiteX78" fmla="*/ 1456 w 10000"/>
                  <a:gd name="connsiteY78" fmla="*/ 6257 h 9697"/>
                  <a:gd name="connsiteX79" fmla="*/ 1400 w 10000"/>
                  <a:gd name="connsiteY79" fmla="*/ 6175 h 9697"/>
                  <a:gd name="connsiteX80" fmla="*/ 1267 w 10000"/>
                  <a:gd name="connsiteY80" fmla="*/ 6184 h 9697"/>
                  <a:gd name="connsiteX81" fmla="*/ 1133 w 10000"/>
                  <a:gd name="connsiteY81" fmla="*/ 6290 h 9697"/>
                  <a:gd name="connsiteX82" fmla="*/ 1200 w 10000"/>
                  <a:gd name="connsiteY82" fmla="*/ 6371 h 9697"/>
                  <a:gd name="connsiteX83" fmla="*/ 1333 w 10000"/>
                  <a:gd name="connsiteY83" fmla="*/ 6429 h 9697"/>
                  <a:gd name="connsiteX84" fmla="*/ 1367 w 10000"/>
                  <a:gd name="connsiteY84" fmla="*/ 6576 h 9697"/>
                  <a:gd name="connsiteX85" fmla="*/ 1456 w 10000"/>
                  <a:gd name="connsiteY85" fmla="*/ 6666 h 9697"/>
                  <a:gd name="connsiteX86" fmla="*/ 1456 w 10000"/>
                  <a:gd name="connsiteY86" fmla="*/ 6847 h 9697"/>
                  <a:gd name="connsiteX87" fmla="*/ 1400 w 10000"/>
                  <a:gd name="connsiteY87" fmla="*/ 6904 h 9697"/>
                  <a:gd name="connsiteX88" fmla="*/ 1300 w 10000"/>
                  <a:gd name="connsiteY88" fmla="*/ 6895 h 9697"/>
                  <a:gd name="connsiteX89" fmla="*/ 1233 w 10000"/>
                  <a:gd name="connsiteY89" fmla="*/ 6847 h 9697"/>
                  <a:gd name="connsiteX90" fmla="*/ 1167 w 10000"/>
                  <a:gd name="connsiteY90" fmla="*/ 6683 h 9697"/>
                  <a:gd name="connsiteX91" fmla="*/ 1100 w 10000"/>
                  <a:gd name="connsiteY91" fmla="*/ 6626 h 9697"/>
                  <a:gd name="connsiteX92" fmla="*/ 911 w 10000"/>
                  <a:gd name="connsiteY92" fmla="*/ 6626 h 9697"/>
                  <a:gd name="connsiteX93" fmla="*/ 567 w 10000"/>
                  <a:gd name="connsiteY93" fmla="*/ 6863 h 9697"/>
                  <a:gd name="connsiteX94" fmla="*/ 511 w 10000"/>
                  <a:gd name="connsiteY94" fmla="*/ 7018 h 9697"/>
                  <a:gd name="connsiteX95" fmla="*/ 444 w 10000"/>
                  <a:gd name="connsiteY95" fmla="*/ 7084 h 9697"/>
                  <a:gd name="connsiteX96" fmla="*/ 444 w 10000"/>
                  <a:gd name="connsiteY96" fmla="*/ 7313 h 9697"/>
                  <a:gd name="connsiteX97" fmla="*/ 356 w 10000"/>
                  <a:gd name="connsiteY97" fmla="*/ 7379 h 9697"/>
                  <a:gd name="connsiteX98" fmla="*/ 178 w 10000"/>
                  <a:gd name="connsiteY98" fmla="*/ 7379 h 9697"/>
                  <a:gd name="connsiteX99" fmla="*/ 67 w 10000"/>
                  <a:gd name="connsiteY99" fmla="*/ 7477 h 9697"/>
                  <a:gd name="connsiteX100" fmla="*/ 44 w 10000"/>
                  <a:gd name="connsiteY100" fmla="*/ 7755 h 9697"/>
                  <a:gd name="connsiteX101" fmla="*/ 0 w 10000"/>
                  <a:gd name="connsiteY101" fmla="*/ 7781 h 9697"/>
                  <a:gd name="connsiteX102" fmla="*/ 11 w 10000"/>
                  <a:gd name="connsiteY102" fmla="*/ 7871 h 9697"/>
                  <a:gd name="connsiteX103" fmla="*/ 122 w 10000"/>
                  <a:gd name="connsiteY103" fmla="*/ 8026 h 9697"/>
                  <a:gd name="connsiteX104" fmla="*/ 233 w 10000"/>
                  <a:gd name="connsiteY104" fmla="*/ 8116 h 9697"/>
                  <a:gd name="connsiteX105" fmla="*/ 222 w 10000"/>
                  <a:gd name="connsiteY105" fmla="*/ 8247 h 9697"/>
                  <a:gd name="connsiteX106" fmla="*/ 11 w 10000"/>
                  <a:gd name="connsiteY106" fmla="*/ 8492 h 9697"/>
                  <a:gd name="connsiteX107" fmla="*/ 0 w 10000"/>
                  <a:gd name="connsiteY107" fmla="*/ 8714 h 9697"/>
                  <a:gd name="connsiteX108" fmla="*/ 667 w 10000"/>
                  <a:gd name="connsiteY108" fmla="*/ 9082 h 9697"/>
                  <a:gd name="connsiteX109" fmla="*/ 1144 w 10000"/>
                  <a:gd name="connsiteY109" fmla="*/ 9418 h 9697"/>
                  <a:gd name="connsiteX110" fmla="*/ 1500 w 10000"/>
                  <a:gd name="connsiteY110" fmla="*/ 9598 h 9697"/>
                  <a:gd name="connsiteX111" fmla="*/ 2122 w 10000"/>
                  <a:gd name="connsiteY111" fmla="*/ 9320 h 9697"/>
                  <a:gd name="connsiteX112" fmla="*/ 2300 w 10000"/>
                  <a:gd name="connsiteY112" fmla="*/ 8878 h 9697"/>
                  <a:gd name="connsiteX113" fmla="*/ 2600 w 10000"/>
                  <a:gd name="connsiteY113" fmla="*/ 8697 h 9697"/>
                  <a:gd name="connsiteX114" fmla="*/ 2878 w 10000"/>
                  <a:gd name="connsiteY114" fmla="*/ 8394 h 9697"/>
                  <a:gd name="connsiteX115" fmla="*/ 3189 w 10000"/>
                  <a:gd name="connsiteY115" fmla="*/ 8624 h 9697"/>
                  <a:gd name="connsiteX116" fmla="*/ 3778 w 10000"/>
                  <a:gd name="connsiteY116" fmla="*/ 8673 h 9697"/>
                  <a:gd name="connsiteX117" fmla="*/ 4033 w 10000"/>
                  <a:gd name="connsiteY117" fmla="*/ 9025 h 9697"/>
                  <a:gd name="connsiteX118" fmla="*/ 4456 w 10000"/>
                  <a:gd name="connsiteY118" fmla="*/ 9148 h 9697"/>
                  <a:gd name="connsiteX119" fmla="*/ 4933 w 10000"/>
                  <a:gd name="connsiteY119" fmla="*/ 9639 h 9697"/>
                  <a:gd name="connsiteX120" fmla="*/ 5022 w 10000"/>
                  <a:gd name="connsiteY120" fmla="*/ 9689 h 9697"/>
                  <a:gd name="connsiteX121" fmla="*/ 5189 w 10000"/>
                  <a:gd name="connsiteY121" fmla="*/ 9697 h 9697"/>
                  <a:gd name="connsiteX122" fmla="*/ 5333 w 10000"/>
                  <a:gd name="connsiteY122" fmla="*/ 9615 h 9697"/>
                  <a:gd name="connsiteX123" fmla="*/ 5367 w 10000"/>
                  <a:gd name="connsiteY123" fmla="*/ 9336 h 9697"/>
                  <a:gd name="connsiteX124" fmla="*/ 6067 w 10000"/>
                  <a:gd name="connsiteY124" fmla="*/ 9173 h 9697"/>
                  <a:gd name="connsiteX125" fmla="*/ 6211 w 10000"/>
                  <a:gd name="connsiteY125" fmla="*/ 9205 h 9697"/>
                  <a:gd name="connsiteX126" fmla="*/ 6467 w 10000"/>
                  <a:gd name="connsiteY126" fmla="*/ 9418 h 9697"/>
                  <a:gd name="connsiteX127" fmla="*/ 6567 w 10000"/>
                  <a:gd name="connsiteY127" fmla="*/ 9410 h 9697"/>
                  <a:gd name="connsiteX128" fmla="*/ 6578 w 10000"/>
                  <a:gd name="connsiteY128" fmla="*/ 9271 h 9697"/>
                  <a:gd name="connsiteX129" fmla="*/ 6900 w 10000"/>
                  <a:gd name="connsiteY129" fmla="*/ 9131 h 9697"/>
                  <a:gd name="connsiteX130" fmla="*/ 7556 w 10000"/>
                  <a:gd name="connsiteY130" fmla="*/ 9229 h 9697"/>
                  <a:gd name="connsiteX131" fmla="*/ 7711 w 10000"/>
                  <a:gd name="connsiteY131" fmla="*/ 9107 h 9697"/>
                  <a:gd name="connsiteX132" fmla="*/ 8311 w 10000"/>
                  <a:gd name="connsiteY132" fmla="*/ 9189 h 9697"/>
                  <a:gd name="connsiteX133" fmla="*/ 8756 w 10000"/>
                  <a:gd name="connsiteY133" fmla="*/ 9140 h 9697"/>
                  <a:gd name="connsiteX134" fmla="*/ 9011 w 10000"/>
                  <a:gd name="connsiteY134" fmla="*/ 9229 h 9697"/>
                  <a:gd name="connsiteX135" fmla="*/ 9011 w 10000"/>
                  <a:gd name="connsiteY135" fmla="*/ 8492 h 9697"/>
                  <a:gd name="connsiteX136" fmla="*/ 9522 w 10000"/>
                  <a:gd name="connsiteY136" fmla="*/ 7707 h 9697"/>
                  <a:gd name="connsiteX137" fmla="*/ 10000 w 10000"/>
                  <a:gd name="connsiteY137" fmla="*/ 7363 h 9697"/>
                  <a:gd name="connsiteX138" fmla="*/ 9400 w 10000"/>
                  <a:gd name="connsiteY138" fmla="*/ 6855 h 9697"/>
                  <a:gd name="connsiteX139" fmla="*/ 9011 w 10000"/>
                  <a:gd name="connsiteY139" fmla="*/ 6405 h 9697"/>
                  <a:gd name="connsiteX140" fmla="*/ 8922 w 10000"/>
                  <a:gd name="connsiteY140" fmla="*/ 5758 h 9697"/>
                  <a:gd name="connsiteX141" fmla="*/ 9044 w 10000"/>
                  <a:gd name="connsiteY141" fmla="*/ 5110 h 9697"/>
                  <a:gd name="connsiteX142" fmla="*/ 9744 w 10000"/>
                  <a:gd name="connsiteY142" fmla="*/ 4881 h 9697"/>
                  <a:gd name="connsiteX143" fmla="*/ 9344 w 10000"/>
                  <a:gd name="connsiteY143" fmla="*/ 4799 h 9697"/>
                  <a:gd name="connsiteX144" fmla="*/ 9011 w 10000"/>
                  <a:gd name="connsiteY144" fmla="*/ 4300 h 9697"/>
                  <a:gd name="connsiteX145" fmla="*/ 9444 w 10000"/>
                  <a:gd name="connsiteY145" fmla="*/ 3972 h 9697"/>
                  <a:gd name="connsiteX146" fmla="*/ 9156 w 10000"/>
                  <a:gd name="connsiteY146" fmla="*/ 3636 h 9697"/>
                  <a:gd name="connsiteX147" fmla="*/ 8667 w 10000"/>
                  <a:gd name="connsiteY147" fmla="*/ 3907 h 9697"/>
                  <a:gd name="connsiteX148" fmla="*/ 7489 w 10000"/>
                  <a:gd name="connsiteY148" fmla="*/ 3603 h 9697"/>
                  <a:gd name="connsiteX149" fmla="*/ 6856 w 10000"/>
                  <a:gd name="connsiteY149" fmla="*/ 3235 h 9697"/>
                  <a:gd name="connsiteX150" fmla="*/ 6811 w 10000"/>
                  <a:gd name="connsiteY150" fmla="*/ 2768 h 9697"/>
                  <a:gd name="connsiteX151" fmla="*/ 6711 w 10000"/>
                  <a:gd name="connsiteY151" fmla="*/ 2481 h 9697"/>
                  <a:gd name="connsiteX152" fmla="*/ 6378 w 10000"/>
                  <a:gd name="connsiteY152" fmla="*/ 2318 h 9697"/>
                  <a:gd name="connsiteX153" fmla="*/ 5933 w 10000"/>
                  <a:gd name="connsiteY153" fmla="*/ 2236 h 9697"/>
                  <a:gd name="connsiteX154" fmla="*/ 5556 w 10000"/>
                  <a:gd name="connsiteY154" fmla="*/ 1826 h 9697"/>
                  <a:gd name="connsiteX155" fmla="*/ 5378 w 10000"/>
                  <a:gd name="connsiteY155" fmla="*/ 1261 h 9697"/>
                  <a:gd name="connsiteX156" fmla="*/ 5133 w 10000"/>
                  <a:gd name="connsiteY156" fmla="*/ 909 h 9697"/>
                  <a:gd name="connsiteX157" fmla="*/ 4711 w 10000"/>
                  <a:gd name="connsiteY157" fmla="*/ 540 h 9697"/>
                  <a:gd name="connsiteX158" fmla="*/ 4100 w 10000"/>
                  <a:gd name="connsiteY158" fmla="*/ 336 h 9697"/>
                  <a:gd name="connsiteX159" fmla="*/ 3900 w 10000"/>
                  <a:gd name="connsiteY159" fmla="*/ 221 h 9697"/>
                  <a:gd name="connsiteX160" fmla="*/ 3711 w 10000"/>
                  <a:gd name="connsiteY160" fmla="*/ 0 h 9697"/>
                  <a:gd name="connsiteX161" fmla="*/ 3211 w 10000"/>
                  <a:gd name="connsiteY161" fmla="*/ 139 h 9697"/>
                  <a:gd name="connsiteX162" fmla="*/ 2711 w 10000"/>
                  <a:gd name="connsiteY162" fmla="*/ 155 h 9697"/>
                  <a:gd name="connsiteX163" fmla="*/ 2044 w 10000"/>
                  <a:gd name="connsiteY163" fmla="*/ 475 h 9697"/>
                  <a:gd name="connsiteX164" fmla="*/ 1456 w 10000"/>
                  <a:gd name="connsiteY164" fmla="*/ 492 h 9697"/>
                  <a:gd name="connsiteX165" fmla="*/ 1167 w 10000"/>
                  <a:gd name="connsiteY165" fmla="*/ 655 h 9697"/>
                  <a:gd name="connsiteX166" fmla="*/ 600 w 10000"/>
                  <a:gd name="connsiteY166" fmla="*/ 697 h 9697"/>
                  <a:gd name="connsiteX0" fmla="*/ 600 w 10000"/>
                  <a:gd name="connsiteY0" fmla="*/ 719 h 10000"/>
                  <a:gd name="connsiteX1" fmla="*/ 911 w 10000"/>
                  <a:gd name="connsiteY1" fmla="*/ 937 h 10000"/>
                  <a:gd name="connsiteX2" fmla="*/ 933 w 10000"/>
                  <a:gd name="connsiteY2" fmla="*/ 1056 h 10000"/>
                  <a:gd name="connsiteX3" fmla="*/ 878 w 10000"/>
                  <a:gd name="connsiteY3" fmla="*/ 1123 h 10000"/>
                  <a:gd name="connsiteX4" fmla="*/ 978 w 10000"/>
                  <a:gd name="connsiteY4" fmla="*/ 1191 h 10000"/>
                  <a:gd name="connsiteX5" fmla="*/ 1000 w 10000"/>
                  <a:gd name="connsiteY5" fmla="*/ 1300 h 10000"/>
                  <a:gd name="connsiteX6" fmla="*/ 867 w 10000"/>
                  <a:gd name="connsiteY6" fmla="*/ 1427 h 10000"/>
                  <a:gd name="connsiteX7" fmla="*/ 889 w 10000"/>
                  <a:gd name="connsiteY7" fmla="*/ 1504 h 10000"/>
                  <a:gd name="connsiteX8" fmla="*/ 1022 w 10000"/>
                  <a:gd name="connsiteY8" fmla="*/ 1554 h 10000"/>
                  <a:gd name="connsiteX9" fmla="*/ 1111 w 10000"/>
                  <a:gd name="connsiteY9" fmla="*/ 1487 h 10000"/>
                  <a:gd name="connsiteX10" fmla="*/ 1200 w 10000"/>
                  <a:gd name="connsiteY10" fmla="*/ 1487 h 10000"/>
                  <a:gd name="connsiteX11" fmla="*/ 1322 w 10000"/>
                  <a:gd name="connsiteY11" fmla="*/ 1562 h 10000"/>
                  <a:gd name="connsiteX12" fmla="*/ 1322 w 10000"/>
                  <a:gd name="connsiteY12" fmla="*/ 1613 h 10000"/>
                  <a:gd name="connsiteX13" fmla="*/ 1244 w 10000"/>
                  <a:gd name="connsiteY13" fmla="*/ 1663 h 10000"/>
                  <a:gd name="connsiteX14" fmla="*/ 1156 w 10000"/>
                  <a:gd name="connsiteY14" fmla="*/ 1663 h 10000"/>
                  <a:gd name="connsiteX15" fmla="*/ 1122 w 10000"/>
                  <a:gd name="connsiteY15" fmla="*/ 1740 h 10000"/>
                  <a:gd name="connsiteX16" fmla="*/ 1178 w 10000"/>
                  <a:gd name="connsiteY16" fmla="*/ 1800 h 10000"/>
                  <a:gd name="connsiteX17" fmla="*/ 1144 w 10000"/>
                  <a:gd name="connsiteY17" fmla="*/ 1883 h 10000"/>
                  <a:gd name="connsiteX18" fmla="*/ 1122 w 10000"/>
                  <a:gd name="connsiteY18" fmla="*/ 1943 h 10000"/>
                  <a:gd name="connsiteX19" fmla="*/ 1178 w 10000"/>
                  <a:gd name="connsiteY19" fmla="*/ 2002 h 10000"/>
                  <a:gd name="connsiteX20" fmla="*/ 1344 w 10000"/>
                  <a:gd name="connsiteY20" fmla="*/ 2002 h 10000"/>
                  <a:gd name="connsiteX21" fmla="*/ 1411 w 10000"/>
                  <a:gd name="connsiteY21" fmla="*/ 2069 h 10000"/>
                  <a:gd name="connsiteX22" fmla="*/ 1533 w 10000"/>
                  <a:gd name="connsiteY22" fmla="*/ 2137 h 10000"/>
                  <a:gd name="connsiteX23" fmla="*/ 1733 w 10000"/>
                  <a:gd name="connsiteY23" fmla="*/ 2128 h 10000"/>
                  <a:gd name="connsiteX24" fmla="*/ 1878 w 10000"/>
                  <a:gd name="connsiteY24" fmla="*/ 2204 h 10000"/>
                  <a:gd name="connsiteX25" fmla="*/ 2056 w 10000"/>
                  <a:gd name="connsiteY25" fmla="*/ 2187 h 10000"/>
                  <a:gd name="connsiteX26" fmla="*/ 2144 w 10000"/>
                  <a:gd name="connsiteY26" fmla="*/ 2221 h 10000"/>
                  <a:gd name="connsiteX27" fmla="*/ 2167 w 10000"/>
                  <a:gd name="connsiteY27" fmla="*/ 2280 h 10000"/>
                  <a:gd name="connsiteX28" fmla="*/ 2011 w 10000"/>
                  <a:gd name="connsiteY28" fmla="*/ 2356 h 10000"/>
                  <a:gd name="connsiteX29" fmla="*/ 1844 w 10000"/>
                  <a:gd name="connsiteY29" fmla="*/ 2322 h 10000"/>
                  <a:gd name="connsiteX30" fmla="*/ 1700 w 10000"/>
                  <a:gd name="connsiteY30" fmla="*/ 2298 h 10000"/>
                  <a:gd name="connsiteX31" fmla="*/ 1600 w 10000"/>
                  <a:gd name="connsiteY31" fmla="*/ 2314 h 10000"/>
                  <a:gd name="connsiteX32" fmla="*/ 1567 w 10000"/>
                  <a:gd name="connsiteY32" fmla="*/ 2458 h 10000"/>
                  <a:gd name="connsiteX33" fmla="*/ 1456 w 10000"/>
                  <a:gd name="connsiteY33" fmla="*/ 2559 h 10000"/>
                  <a:gd name="connsiteX34" fmla="*/ 1522 w 10000"/>
                  <a:gd name="connsiteY34" fmla="*/ 2846 h 10000"/>
                  <a:gd name="connsiteX35" fmla="*/ 1600 w 10000"/>
                  <a:gd name="connsiteY35" fmla="*/ 2897 h 10000"/>
                  <a:gd name="connsiteX36" fmla="*/ 1556 w 10000"/>
                  <a:gd name="connsiteY36" fmla="*/ 3040 h 10000"/>
                  <a:gd name="connsiteX37" fmla="*/ 2056 w 10000"/>
                  <a:gd name="connsiteY37" fmla="*/ 3074 h 10000"/>
                  <a:gd name="connsiteX38" fmla="*/ 2144 w 10000"/>
                  <a:gd name="connsiteY38" fmla="*/ 3167 h 10000"/>
                  <a:gd name="connsiteX39" fmla="*/ 2078 w 10000"/>
                  <a:gd name="connsiteY39" fmla="*/ 3268 h 10000"/>
                  <a:gd name="connsiteX40" fmla="*/ 2078 w 10000"/>
                  <a:gd name="connsiteY40" fmla="*/ 3411 h 10000"/>
                  <a:gd name="connsiteX41" fmla="*/ 1867 w 10000"/>
                  <a:gd name="connsiteY41" fmla="*/ 3639 h 10000"/>
                  <a:gd name="connsiteX42" fmla="*/ 1678 w 10000"/>
                  <a:gd name="connsiteY42" fmla="*/ 3979 h 10000"/>
                  <a:gd name="connsiteX43" fmla="*/ 1589 w 10000"/>
                  <a:gd name="connsiteY43" fmla="*/ 4020 h 10000"/>
                  <a:gd name="connsiteX44" fmla="*/ 1589 w 10000"/>
                  <a:gd name="connsiteY44" fmla="*/ 4114 h 10000"/>
                  <a:gd name="connsiteX45" fmla="*/ 1644 w 10000"/>
                  <a:gd name="connsiteY45" fmla="*/ 4171 h 10000"/>
                  <a:gd name="connsiteX46" fmla="*/ 1511 w 10000"/>
                  <a:gd name="connsiteY46" fmla="*/ 4342 h 10000"/>
                  <a:gd name="connsiteX47" fmla="*/ 1600 w 10000"/>
                  <a:gd name="connsiteY47" fmla="*/ 4544 h 10000"/>
                  <a:gd name="connsiteX48" fmla="*/ 1744 w 10000"/>
                  <a:gd name="connsiteY48" fmla="*/ 4569 h 10000"/>
                  <a:gd name="connsiteX49" fmla="*/ 1844 w 10000"/>
                  <a:gd name="connsiteY49" fmla="*/ 4638 h 10000"/>
                  <a:gd name="connsiteX50" fmla="*/ 2000 w 10000"/>
                  <a:gd name="connsiteY50" fmla="*/ 4594 h 10000"/>
                  <a:gd name="connsiteX51" fmla="*/ 2067 w 10000"/>
                  <a:gd name="connsiteY51" fmla="*/ 4695 h 10000"/>
                  <a:gd name="connsiteX52" fmla="*/ 2100 w 10000"/>
                  <a:gd name="connsiteY52" fmla="*/ 4806 h 10000"/>
                  <a:gd name="connsiteX53" fmla="*/ 2278 w 10000"/>
                  <a:gd name="connsiteY53" fmla="*/ 4932 h 10000"/>
                  <a:gd name="connsiteX54" fmla="*/ 2378 w 10000"/>
                  <a:gd name="connsiteY54" fmla="*/ 4915 h 10000"/>
                  <a:gd name="connsiteX55" fmla="*/ 2422 w 10000"/>
                  <a:gd name="connsiteY55" fmla="*/ 4949 h 10000"/>
                  <a:gd name="connsiteX56" fmla="*/ 2411 w 10000"/>
                  <a:gd name="connsiteY56" fmla="*/ 5034 h 10000"/>
                  <a:gd name="connsiteX57" fmla="*/ 2589 w 10000"/>
                  <a:gd name="connsiteY57" fmla="*/ 5110 h 10000"/>
                  <a:gd name="connsiteX58" fmla="*/ 2700 w 10000"/>
                  <a:gd name="connsiteY58" fmla="*/ 5126 h 10000"/>
                  <a:gd name="connsiteX59" fmla="*/ 2722 w 10000"/>
                  <a:gd name="connsiteY59" fmla="*/ 5237 h 10000"/>
                  <a:gd name="connsiteX60" fmla="*/ 2533 w 10000"/>
                  <a:gd name="connsiteY60" fmla="*/ 5362 h 10000"/>
                  <a:gd name="connsiteX61" fmla="*/ 2211 w 10000"/>
                  <a:gd name="connsiteY61" fmla="*/ 5379 h 10000"/>
                  <a:gd name="connsiteX62" fmla="*/ 2000 w 10000"/>
                  <a:gd name="connsiteY62" fmla="*/ 5278 h 10000"/>
                  <a:gd name="connsiteX63" fmla="*/ 1889 w 10000"/>
                  <a:gd name="connsiteY63" fmla="*/ 5278 h 10000"/>
                  <a:gd name="connsiteX64" fmla="*/ 1844 w 10000"/>
                  <a:gd name="connsiteY64" fmla="*/ 5321 h 10000"/>
                  <a:gd name="connsiteX65" fmla="*/ 1889 w 10000"/>
                  <a:gd name="connsiteY65" fmla="*/ 5398 h 10000"/>
                  <a:gd name="connsiteX66" fmla="*/ 2144 w 10000"/>
                  <a:gd name="connsiteY66" fmla="*/ 5599 h 10000"/>
                  <a:gd name="connsiteX67" fmla="*/ 2411 w 10000"/>
                  <a:gd name="connsiteY67" fmla="*/ 5878 h 10000"/>
                  <a:gd name="connsiteX68" fmla="*/ 2489 w 10000"/>
                  <a:gd name="connsiteY68" fmla="*/ 5920 h 10000"/>
                  <a:gd name="connsiteX69" fmla="*/ 2478 w 10000"/>
                  <a:gd name="connsiteY69" fmla="*/ 6158 h 10000"/>
                  <a:gd name="connsiteX70" fmla="*/ 2411 w 10000"/>
                  <a:gd name="connsiteY70" fmla="*/ 6241 h 10000"/>
                  <a:gd name="connsiteX71" fmla="*/ 2289 w 10000"/>
                  <a:gd name="connsiteY71" fmla="*/ 6283 h 10000"/>
                  <a:gd name="connsiteX72" fmla="*/ 2211 w 10000"/>
                  <a:gd name="connsiteY72" fmla="*/ 6216 h 10000"/>
                  <a:gd name="connsiteX73" fmla="*/ 2089 w 10000"/>
                  <a:gd name="connsiteY73" fmla="*/ 6207 h 10000"/>
                  <a:gd name="connsiteX74" fmla="*/ 1989 w 10000"/>
                  <a:gd name="connsiteY74" fmla="*/ 6342 h 10000"/>
                  <a:gd name="connsiteX75" fmla="*/ 1811 w 10000"/>
                  <a:gd name="connsiteY75" fmla="*/ 6410 h 10000"/>
                  <a:gd name="connsiteX76" fmla="*/ 1633 w 10000"/>
                  <a:gd name="connsiteY76" fmla="*/ 6410 h 10000"/>
                  <a:gd name="connsiteX77" fmla="*/ 1556 w 10000"/>
                  <a:gd name="connsiteY77" fmla="*/ 6461 h 10000"/>
                  <a:gd name="connsiteX78" fmla="*/ 1456 w 10000"/>
                  <a:gd name="connsiteY78" fmla="*/ 6453 h 10000"/>
                  <a:gd name="connsiteX79" fmla="*/ 1400 w 10000"/>
                  <a:gd name="connsiteY79" fmla="*/ 6368 h 10000"/>
                  <a:gd name="connsiteX80" fmla="*/ 1267 w 10000"/>
                  <a:gd name="connsiteY80" fmla="*/ 6377 h 10000"/>
                  <a:gd name="connsiteX81" fmla="*/ 1133 w 10000"/>
                  <a:gd name="connsiteY81" fmla="*/ 6487 h 10000"/>
                  <a:gd name="connsiteX82" fmla="*/ 1200 w 10000"/>
                  <a:gd name="connsiteY82" fmla="*/ 6570 h 10000"/>
                  <a:gd name="connsiteX83" fmla="*/ 1333 w 10000"/>
                  <a:gd name="connsiteY83" fmla="*/ 6630 h 10000"/>
                  <a:gd name="connsiteX84" fmla="*/ 1367 w 10000"/>
                  <a:gd name="connsiteY84" fmla="*/ 6781 h 10000"/>
                  <a:gd name="connsiteX85" fmla="*/ 1456 w 10000"/>
                  <a:gd name="connsiteY85" fmla="*/ 6874 h 10000"/>
                  <a:gd name="connsiteX86" fmla="*/ 1456 w 10000"/>
                  <a:gd name="connsiteY86" fmla="*/ 7061 h 10000"/>
                  <a:gd name="connsiteX87" fmla="*/ 1400 w 10000"/>
                  <a:gd name="connsiteY87" fmla="*/ 7120 h 10000"/>
                  <a:gd name="connsiteX88" fmla="*/ 1300 w 10000"/>
                  <a:gd name="connsiteY88" fmla="*/ 7110 h 10000"/>
                  <a:gd name="connsiteX89" fmla="*/ 1233 w 10000"/>
                  <a:gd name="connsiteY89" fmla="*/ 7061 h 10000"/>
                  <a:gd name="connsiteX90" fmla="*/ 1167 w 10000"/>
                  <a:gd name="connsiteY90" fmla="*/ 6892 h 10000"/>
                  <a:gd name="connsiteX91" fmla="*/ 1100 w 10000"/>
                  <a:gd name="connsiteY91" fmla="*/ 6833 h 10000"/>
                  <a:gd name="connsiteX92" fmla="*/ 911 w 10000"/>
                  <a:gd name="connsiteY92" fmla="*/ 6833 h 10000"/>
                  <a:gd name="connsiteX93" fmla="*/ 567 w 10000"/>
                  <a:gd name="connsiteY93" fmla="*/ 7077 h 10000"/>
                  <a:gd name="connsiteX94" fmla="*/ 511 w 10000"/>
                  <a:gd name="connsiteY94" fmla="*/ 7237 h 10000"/>
                  <a:gd name="connsiteX95" fmla="*/ 444 w 10000"/>
                  <a:gd name="connsiteY95" fmla="*/ 7305 h 10000"/>
                  <a:gd name="connsiteX96" fmla="*/ 444 w 10000"/>
                  <a:gd name="connsiteY96" fmla="*/ 7542 h 10000"/>
                  <a:gd name="connsiteX97" fmla="*/ 356 w 10000"/>
                  <a:gd name="connsiteY97" fmla="*/ 7610 h 10000"/>
                  <a:gd name="connsiteX98" fmla="*/ 178 w 10000"/>
                  <a:gd name="connsiteY98" fmla="*/ 7610 h 10000"/>
                  <a:gd name="connsiteX99" fmla="*/ 67 w 10000"/>
                  <a:gd name="connsiteY99" fmla="*/ 7711 h 10000"/>
                  <a:gd name="connsiteX100" fmla="*/ 44 w 10000"/>
                  <a:gd name="connsiteY100" fmla="*/ 7997 h 10000"/>
                  <a:gd name="connsiteX101" fmla="*/ 0 w 10000"/>
                  <a:gd name="connsiteY101" fmla="*/ 8024 h 10000"/>
                  <a:gd name="connsiteX102" fmla="*/ 11 w 10000"/>
                  <a:gd name="connsiteY102" fmla="*/ 8117 h 10000"/>
                  <a:gd name="connsiteX103" fmla="*/ 122 w 10000"/>
                  <a:gd name="connsiteY103" fmla="*/ 8277 h 10000"/>
                  <a:gd name="connsiteX104" fmla="*/ 233 w 10000"/>
                  <a:gd name="connsiteY104" fmla="*/ 8370 h 10000"/>
                  <a:gd name="connsiteX105" fmla="*/ 222 w 10000"/>
                  <a:gd name="connsiteY105" fmla="*/ 8505 h 10000"/>
                  <a:gd name="connsiteX106" fmla="*/ 11 w 10000"/>
                  <a:gd name="connsiteY106" fmla="*/ 8757 h 10000"/>
                  <a:gd name="connsiteX107" fmla="*/ 0 w 10000"/>
                  <a:gd name="connsiteY107" fmla="*/ 8986 h 10000"/>
                  <a:gd name="connsiteX108" fmla="*/ 667 w 10000"/>
                  <a:gd name="connsiteY108" fmla="*/ 9366 h 10000"/>
                  <a:gd name="connsiteX109" fmla="*/ 1144 w 10000"/>
                  <a:gd name="connsiteY109" fmla="*/ 9712 h 10000"/>
                  <a:gd name="connsiteX110" fmla="*/ 2122 w 10000"/>
                  <a:gd name="connsiteY110" fmla="*/ 9611 h 10000"/>
                  <a:gd name="connsiteX111" fmla="*/ 2300 w 10000"/>
                  <a:gd name="connsiteY111" fmla="*/ 9155 h 10000"/>
                  <a:gd name="connsiteX112" fmla="*/ 2600 w 10000"/>
                  <a:gd name="connsiteY112" fmla="*/ 8969 h 10000"/>
                  <a:gd name="connsiteX113" fmla="*/ 2878 w 10000"/>
                  <a:gd name="connsiteY113" fmla="*/ 8656 h 10000"/>
                  <a:gd name="connsiteX114" fmla="*/ 3189 w 10000"/>
                  <a:gd name="connsiteY114" fmla="*/ 8893 h 10000"/>
                  <a:gd name="connsiteX115" fmla="*/ 3778 w 10000"/>
                  <a:gd name="connsiteY115" fmla="*/ 8944 h 10000"/>
                  <a:gd name="connsiteX116" fmla="*/ 4033 w 10000"/>
                  <a:gd name="connsiteY116" fmla="*/ 9307 h 10000"/>
                  <a:gd name="connsiteX117" fmla="*/ 4456 w 10000"/>
                  <a:gd name="connsiteY117" fmla="*/ 9434 h 10000"/>
                  <a:gd name="connsiteX118" fmla="*/ 4933 w 10000"/>
                  <a:gd name="connsiteY118" fmla="*/ 9940 h 10000"/>
                  <a:gd name="connsiteX119" fmla="*/ 5022 w 10000"/>
                  <a:gd name="connsiteY119" fmla="*/ 9992 h 10000"/>
                  <a:gd name="connsiteX120" fmla="*/ 5189 w 10000"/>
                  <a:gd name="connsiteY120" fmla="*/ 10000 h 10000"/>
                  <a:gd name="connsiteX121" fmla="*/ 5333 w 10000"/>
                  <a:gd name="connsiteY121" fmla="*/ 9915 h 10000"/>
                  <a:gd name="connsiteX122" fmla="*/ 5367 w 10000"/>
                  <a:gd name="connsiteY122" fmla="*/ 9628 h 10000"/>
                  <a:gd name="connsiteX123" fmla="*/ 6067 w 10000"/>
                  <a:gd name="connsiteY123" fmla="*/ 9460 h 10000"/>
                  <a:gd name="connsiteX124" fmla="*/ 6211 w 10000"/>
                  <a:gd name="connsiteY124" fmla="*/ 9493 h 10000"/>
                  <a:gd name="connsiteX125" fmla="*/ 6467 w 10000"/>
                  <a:gd name="connsiteY125" fmla="*/ 9712 h 10000"/>
                  <a:gd name="connsiteX126" fmla="*/ 6567 w 10000"/>
                  <a:gd name="connsiteY126" fmla="*/ 9704 h 10000"/>
                  <a:gd name="connsiteX127" fmla="*/ 6578 w 10000"/>
                  <a:gd name="connsiteY127" fmla="*/ 9561 h 10000"/>
                  <a:gd name="connsiteX128" fmla="*/ 6900 w 10000"/>
                  <a:gd name="connsiteY128" fmla="*/ 9416 h 10000"/>
                  <a:gd name="connsiteX129" fmla="*/ 7556 w 10000"/>
                  <a:gd name="connsiteY129" fmla="*/ 9517 h 10000"/>
                  <a:gd name="connsiteX130" fmla="*/ 7711 w 10000"/>
                  <a:gd name="connsiteY130" fmla="*/ 9392 h 10000"/>
                  <a:gd name="connsiteX131" fmla="*/ 8311 w 10000"/>
                  <a:gd name="connsiteY131" fmla="*/ 9476 h 10000"/>
                  <a:gd name="connsiteX132" fmla="*/ 8756 w 10000"/>
                  <a:gd name="connsiteY132" fmla="*/ 9426 h 10000"/>
                  <a:gd name="connsiteX133" fmla="*/ 9011 w 10000"/>
                  <a:gd name="connsiteY133" fmla="*/ 9517 h 10000"/>
                  <a:gd name="connsiteX134" fmla="*/ 9011 w 10000"/>
                  <a:gd name="connsiteY134" fmla="*/ 8757 h 10000"/>
                  <a:gd name="connsiteX135" fmla="*/ 9522 w 10000"/>
                  <a:gd name="connsiteY135" fmla="*/ 7948 h 10000"/>
                  <a:gd name="connsiteX136" fmla="*/ 10000 w 10000"/>
                  <a:gd name="connsiteY136" fmla="*/ 7593 h 10000"/>
                  <a:gd name="connsiteX137" fmla="*/ 9400 w 10000"/>
                  <a:gd name="connsiteY137" fmla="*/ 7069 h 10000"/>
                  <a:gd name="connsiteX138" fmla="*/ 9011 w 10000"/>
                  <a:gd name="connsiteY138" fmla="*/ 6605 h 10000"/>
                  <a:gd name="connsiteX139" fmla="*/ 8922 w 10000"/>
                  <a:gd name="connsiteY139" fmla="*/ 5938 h 10000"/>
                  <a:gd name="connsiteX140" fmla="*/ 9044 w 10000"/>
                  <a:gd name="connsiteY140" fmla="*/ 5270 h 10000"/>
                  <a:gd name="connsiteX141" fmla="*/ 9744 w 10000"/>
                  <a:gd name="connsiteY141" fmla="*/ 5034 h 10000"/>
                  <a:gd name="connsiteX142" fmla="*/ 9344 w 10000"/>
                  <a:gd name="connsiteY142" fmla="*/ 4949 h 10000"/>
                  <a:gd name="connsiteX143" fmla="*/ 9011 w 10000"/>
                  <a:gd name="connsiteY143" fmla="*/ 4434 h 10000"/>
                  <a:gd name="connsiteX144" fmla="*/ 9444 w 10000"/>
                  <a:gd name="connsiteY144" fmla="*/ 4096 h 10000"/>
                  <a:gd name="connsiteX145" fmla="*/ 9156 w 10000"/>
                  <a:gd name="connsiteY145" fmla="*/ 3750 h 10000"/>
                  <a:gd name="connsiteX146" fmla="*/ 8667 w 10000"/>
                  <a:gd name="connsiteY146" fmla="*/ 4029 h 10000"/>
                  <a:gd name="connsiteX147" fmla="*/ 7489 w 10000"/>
                  <a:gd name="connsiteY147" fmla="*/ 3716 h 10000"/>
                  <a:gd name="connsiteX148" fmla="*/ 6856 w 10000"/>
                  <a:gd name="connsiteY148" fmla="*/ 3336 h 10000"/>
                  <a:gd name="connsiteX149" fmla="*/ 6811 w 10000"/>
                  <a:gd name="connsiteY149" fmla="*/ 2854 h 10000"/>
                  <a:gd name="connsiteX150" fmla="*/ 6711 w 10000"/>
                  <a:gd name="connsiteY150" fmla="*/ 2559 h 10000"/>
                  <a:gd name="connsiteX151" fmla="*/ 6378 w 10000"/>
                  <a:gd name="connsiteY151" fmla="*/ 2390 h 10000"/>
                  <a:gd name="connsiteX152" fmla="*/ 5933 w 10000"/>
                  <a:gd name="connsiteY152" fmla="*/ 2306 h 10000"/>
                  <a:gd name="connsiteX153" fmla="*/ 5556 w 10000"/>
                  <a:gd name="connsiteY153" fmla="*/ 1883 h 10000"/>
                  <a:gd name="connsiteX154" fmla="*/ 5378 w 10000"/>
                  <a:gd name="connsiteY154" fmla="*/ 1300 h 10000"/>
                  <a:gd name="connsiteX155" fmla="*/ 5133 w 10000"/>
                  <a:gd name="connsiteY155" fmla="*/ 937 h 10000"/>
                  <a:gd name="connsiteX156" fmla="*/ 4711 w 10000"/>
                  <a:gd name="connsiteY156" fmla="*/ 557 h 10000"/>
                  <a:gd name="connsiteX157" fmla="*/ 4100 w 10000"/>
                  <a:gd name="connsiteY157" fmla="*/ 346 h 10000"/>
                  <a:gd name="connsiteX158" fmla="*/ 3900 w 10000"/>
                  <a:gd name="connsiteY158" fmla="*/ 228 h 10000"/>
                  <a:gd name="connsiteX159" fmla="*/ 3711 w 10000"/>
                  <a:gd name="connsiteY159" fmla="*/ 0 h 10000"/>
                  <a:gd name="connsiteX160" fmla="*/ 3211 w 10000"/>
                  <a:gd name="connsiteY160" fmla="*/ 143 h 10000"/>
                  <a:gd name="connsiteX161" fmla="*/ 2711 w 10000"/>
                  <a:gd name="connsiteY161" fmla="*/ 160 h 10000"/>
                  <a:gd name="connsiteX162" fmla="*/ 2044 w 10000"/>
                  <a:gd name="connsiteY162" fmla="*/ 490 h 10000"/>
                  <a:gd name="connsiteX163" fmla="*/ 1456 w 10000"/>
                  <a:gd name="connsiteY163" fmla="*/ 507 h 10000"/>
                  <a:gd name="connsiteX164" fmla="*/ 1167 w 10000"/>
                  <a:gd name="connsiteY164" fmla="*/ 675 h 10000"/>
                  <a:gd name="connsiteX165" fmla="*/ 600 w 10000"/>
                  <a:gd name="connsiteY165" fmla="*/ 719 h 10000"/>
                  <a:gd name="connsiteX0" fmla="*/ 600 w 10000"/>
                  <a:gd name="connsiteY0" fmla="*/ 719 h 10000"/>
                  <a:gd name="connsiteX1" fmla="*/ 911 w 10000"/>
                  <a:gd name="connsiteY1" fmla="*/ 937 h 10000"/>
                  <a:gd name="connsiteX2" fmla="*/ 933 w 10000"/>
                  <a:gd name="connsiteY2" fmla="*/ 1056 h 10000"/>
                  <a:gd name="connsiteX3" fmla="*/ 878 w 10000"/>
                  <a:gd name="connsiteY3" fmla="*/ 1123 h 10000"/>
                  <a:gd name="connsiteX4" fmla="*/ 978 w 10000"/>
                  <a:gd name="connsiteY4" fmla="*/ 1191 h 10000"/>
                  <a:gd name="connsiteX5" fmla="*/ 1000 w 10000"/>
                  <a:gd name="connsiteY5" fmla="*/ 1300 h 10000"/>
                  <a:gd name="connsiteX6" fmla="*/ 867 w 10000"/>
                  <a:gd name="connsiteY6" fmla="*/ 1427 h 10000"/>
                  <a:gd name="connsiteX7" fmla="*/ 889 w 10000"/>
                  <a:gd name="connsiteY7" fmla="*/ 1504 h 10000"/>
                  <a:gd name="connsiteX8" fmla="*/ 1022 w 10000"/>
                  <a:gd name="connsiteY8" fmla="*/ 1554 h 10000"/>
                  <a:gd name="connsiteX9" fmla="*/ 1111 w 10000"/>
                  <a:gd name="connsiteY9" fmla="*/ 1487 h 10000"/>
                  <a:gd name="connsiteX10" fmla="*/ 1200 w 10000"/>
                  <a:gd name="connsiteY10" fmla="*/ 1487 h 10000"/>
                  <a:gd name="connsiteX11" fmla="*/ 1322 w 10000"/>
                  <a:gd name="connsiteY11" fmla="*/ 1562 h 10000"/>
                  <a:gd name="connsiteX12" fmla="*/ 1322 w 10000"/>
                  <a:gd name="connsiteY12" fmla="*/ 1613 h 10000"/>
                  <a:gd name="connsiteX13" fmla="*/ 1244 w 10000"/>
                  <a:gd name="connsiteY13" fmla="*/ 1663 h 10000"/>
                  <a:gd name="connsiteX14" fmla="*/ 1156 w 10000"/>
                  <a:gd name="connsiteY14" fmla="*/ 1663 h 10000"/>
                  <a:gd name="connsiteX15" fmla="*/ 1122 w 10000"/>
                  <a:gd name="connsiteY15" fmla="*/ 1740 h 10000"/>
                  <a:gd name="connsiteX16" fmla="*/ 1178 w 10000"/>
                  <a:gd name="connsiteY16" fmla="*/ 1800 h 10000"/>
                  <a:gd name="connsiteX17" fmla="*/ 1144 w 10000"/>
                  <a:gd name="connsiteY17" fmla="*/ 1883 h 10000"/>
                  <a:gd name="connsiteX18" fmla="*/ 1122 w 10000"/>
                  <a:gd name="connsiteY18" fmla="*/ 1943 h 10000"/>
                  <a:gd name="connsiteX19" fmla="*/ 1178 w 10000"/>
                  <a:gd name="connsiteY19" fmla="*/ 2002 h 10000"/>
                  <a:gd name="connsiteX20" fmla="*/ 1344 w 10000"/>
                  <a:gd name="connsiteY20" fmla="*/ 2002 h 10000"/>
                  <a:gd name="connsiteX21" fmla="*/ 1411 w 10000"/>
                  <a:gd name="connsiteY21" fmla="*/ 2069 h 10000"/>
                  <a:gd name="connsiteX22" fmla="*/ 1533 w 10000"/>
                  <a:gd name="connsiteY22" fmla="*/ 2137 h 10000"/>
                  <a:gd name="connsiteX23" fmla="*/ 1733 w 10000"/>
                  <a:gd name="connsiteY23" fmla="*/ 2128 h 10000"/>
                  <a:gd name="connsiteX24" fmla="*/ 1878 w 10000"/>
                  <a:gd name="connsiteY24" fmla="*/ 2204 h 10000"/>
                  <a:gd name="connsiteX25" fmla="*/ 2056 w 10000"/>
                  <a:gd name="connsiteY25" fmla="*/ 2187 h 10000"/>
                  <a:gd name="connsiteX26" fmla="*/ 2144 w 10000"/>
                  <a:gd name="connsiteY26" fmla="*/ 2221 h 10000"/>
                  <a:gd name="connsiteX27" fmla="*/ 2167 w 10000"/>
                  <a:gd name="connsiteY27" fmla="*/ 2280 h 10000"/>
                  <a:gd name="connsiteX28" fmla="*/ 2011 w 10000"/>
                  <a:gd name="connsiteY28" fmla="*/ 2356 h 10000"/>
                  <a:gd name="connsiteX29" fmla="*/ 1844 w 10000"/>
                  <a:gd name="connsiteY29" fmla="*/ 2322 h 10000"/>
                  <a:gd name="connsiteX30" fmla="*/ 1700 w 10000"/>
                  <a:gd name="connsiteY30" fmla="*/ 2298 h 10000"/>
                  <a:gd name="connsiteX31" fmla="*/ 1600 w 10000"/>
                  <a:gd name="connsiteY31" fmla="*/ 2314 h 10000"/>
                  <a:gd name="connsiteX32" fmla="*/ 1567 w 10000"/>
                  <a:gd name="connsiteY32" fmla="*/ 2458 h 10000"/>
                  <a:gd name="connsiteX33" fmla="*/ 1456 w 10000"/>
                  <a:gd name="connsiteY33" fmla="*/ 2559 h 10000"/>
                  <a:gd name="connsiteX34" fmla="*/ 1522 w 10000"/>
                  <a:gd name="connsiteY34" fmla="*/ 2846 h 10000"/>
                  <a:gd name="connsiteX35" fmla="*/ 1600 w 10000"/>
                  <a:gd name="connsiteY35" fmla="*/ 2897 h 10000"/>
                  <a:gd name="connsiteX36" fmla="*/ 1556 w 10000"/>
                  <a:gd name="connsiteY36" fmla="*/ 3040 h 10000"/>
                  <a:gd name="connsiteX37" fmla="*/ 2056 w 10000"/>
                  <a:gd name="connsiteY37" fmla="*/ 3074 h 10000"/>
                  <a:gd name="connsiteX38" fmla="*/ 2144 w 10000"/>
                  <a:gd name="connsiteY38" fmla="*/ 3167 h 10000"/>
                  <a:gd name="connsiteX39" fmla="*/ 2078 w 10000"/>
                  <a:gd name="connsiteY39" fmla="*/ 3268 h 10000"/>
                  <a:gd name="connsiteX40" fmla="*/ 2078 w 10000"/>
                  <a:gd name="connsiteY40" fmla="*/ 3411 h 10000"/>
                  <a:gd name="connsiteX41" fmla="*/ 1867 w 10000"/>
                  <a:gd name="connsiteY41" fmla="*/ 3639 h 10000"/>
                  <a:gd name="connsiteX42" fmla="*/ 1678 w 10000"/>
                  <a:gd name="connsiteY42" fmla="*/ 3979 h 10000"/>
                  <a:gd name="connsiteX43" fmla="*/ 1589 w 10000"/>
                  <a:gd name="connsiteY43" fmla="*/ 4020 h 10000"/>
                  <a:gd name="connsiteX44" fmla="*/ 1589 w 10000"/>
                  <a:gd name="connsiteY44" fmla="*/ 4114 h 10000"/>
                  <a:gd name="connsiteX45" fmla="*/ 1644 w 10000"/>
                  <a:gd name="connsiteY45" fmla="*/ 4171 h 10000"/>
                  <a:gd name="connsiteX46" fmla="*/ 1511 w 10000"/>
                  <a:gd name="connsiteY46" fmla="*/ 4342 h 10000"/>
                  <a:gd name="connsiteX47" fmla="*/ 1600 w 10000"/>
                  <a:gd name="connsiteY47" fmla="*/ 4544 h 10000"/>
                  <a:gd name="connsiteX48" fmla="*/ 1744 w 10000"/>
                  <a:gd name="connsiteY48" fmla="*/ 4569 h 10000"/>
                  <a:gd name="connsiteX49" fmla="*/ 1844 w 10000"/>
                  <a:gd name="connsiteY49" fmla="*/ 4638 h 10000"/>
                  <a:gd name="connsiteX50" fmla="*/ 2000 w 10000"/>
                  <a:gd name="connsiteY50" fmla="*/ 4594 h 10000"/>
                  <a:gd name="connsiteX51" fmla="*/ 2067 w 10000"/>
                  <a:gd name="connsiteY51" fmla="*/ 4695 h 10000"/>
                  <a:gd name="connsiteX52" fmla="*/ 2100 w 10000"/>
                  <a:gd name="connsiteY52" fmla="*/ 4806 h 10000"/>
                  <a:gd name="connsiteX53" fmla="*/ 2278 w 10000"/>
                  <a:gd name="connsiteY53" fmla="*/ 4932 h 10000"/>
                  <a:gd name="connsiteX54" fmla="*/ 2378 w 10000"/>
                  <a:gd name="connsiteY54" fmla="*/ 4915 h 10000"/>
                  <a:gd name="connsiteX55" fmla="*/ 2422 w 10000"/>
                  <a:gd name="connsiteY55" fmla="*/ 4949 h 10000"/>
                  <a:gd name="connsiteX56" fmla="*/ 2411 w 10000"/>
                  <a:gd name="connsiteY56" fmla="*/ 5034 h 10000"/>
                  <a:gd name="connsiteX57" fmla="*/ 2589 w 10000"/>
                  <a:gd name="connsiteY57" fmla="*/ 5110 h 10000"/>
                  <a:gd name="connsiteX58" fmla="*/ 2700 w 10000"/>
                  <a:gd name="connsiteY58" fmla="*/ 5126 h 10000"/>
                  <a:gd name="connsiteX59" fmla="*/ 2722 w 10000"/>
                  <a:gd name="connsiteY59" fmla="*/ 5237 h 10000"/>
                  <a:gd name="connsiteX60" fmla="*/ 2533 w 10000"/>
                  <a:gd name="connsiteY60" fmla="*/ 5362 h 10000"/>
                  <a:gd name="connsiteX61" fmla="*/ 2211 w 10000"/>
                  <a:gd name="connsiteY61" fmla="*/ 5379 h 10000"/>
                  <a:gd name="connsiteX62" fmla="*/ 2000 w 10000"/>
                  <a:gd name="connsiteY62" fmla="*/ 5278 h 10000"/>
                  <a:gd name="connsiteX63" fmla="*/ 1889 w 10000"/>
                  <a:gd name="connsiteY63" fmla="*/ 5278 h 10000"/>
                  <a:gd name="connsiteX64" fmla="*/ 1844 w 10000"/>
                  <a:gd name="connsiteY64" fmla="*/ 5321 h 10000"/>
                  <a:gd name="connsiteX65" fmla="*/ 1889 w 10000"/>
                  <a:gd name="connsiteY65" fmla="*/ 5398 h 10000"/>
                  <a:gd name="connsiteX66" fmla="*/ 2144 w 10000"/>
                  <a:gd name="connsiteY66" fmla="*/ 5599 h 10000"/>
                  <a:gd name="connsiteX67" fmla="*/ 2411 w 10000"/>
                  <a:gd name="connsiteY67" fmla="*/ 5878 h 10000"/>
                  <a:gd name="connsiteX68" fmla="*/ 2489 w 10000"/>
                  <a:gd name="connsiteY68" fmla="*/ 5920 h 10000"/>
                  <a:gd name="connsiteX69" fmla="*/ 2478 w 10000"/>
                  <a:gd name="connsiteY69" fmla="*/ 6158 h 10000"/>
                  <a:gd name="connsiteX70" fmla="*/ 2411 w 10000"/>
                  <a:gd name="connsiteY70" fmla="*/ 6241 h 10000"/>
                  <a:gd name="connsiteX71" fmla="*/ 2289 w 10000"/>
                  <a:gd name="connsiteY71" fmla="*/ 6283 h 10000"/>
                  <a:gd name="connsiteX72" fmla="*/ 2211 w 10000"/>
                  <a:gd name="connsiteY72" fmla="*/ 6216 h 10000"/>
                  <a:gd name="connsiteX73" fmla="*/ 2089 w 10000"/>
                  <a:gd name="connsiteY73" fmla="*/ 6207 h 10000"/>
                  <a:gd name="connsiteX74" fmla="*/ 1989 w 10000"/>
                  <a:gd name="connsiteY74" fmla="*/ 6342 h 10000"/>
                  <a:gd name="connsiteX75" fmla="*/ 1811 w 10000"/>
                  <a:gd name="connsiteY75" fmla="*/ 6410 h 10000"/>
                  <a:gd name="connsiteX76" fmla="*/ 1633 w 10000"/>
                  <a:gd name="connsiteY76" fmla="*/ 6410 h 10000"/>
                  <a:gd name="connsiteX77" fmla="*/ 1556 w 10000"/>
                  <a:gd name="connsiteY77" fmla="*/ 6461 h 10000"/>
                  <a:gd name="connsiteX78" fmla="*/ 1456 w 10000"/>
                  <a:gd name="connsiteY78" fmla="*/ 6453 h 10000"/>
                  <a:gd name="connsiteX79" fmla="*/ 1400 w 10000"/>
                  <a:gd name="connsiteY79" fmla="*/ 6368 h 10000"/>
                  <a:gd name="connsiteX80" fmla="*/ 1267 w 10000"/>
                  <a:gd name="connsiteY80" fmla="*/ 6377 h 10000"/>
                  <a:gd name="connsiteX81" fmla="*/ 1133 w 10000"/>
                  <a:gd name="connsiteY81" fmla="*/ 6487 h 10000"/>
                  <a:gd name="connsiteX82" fmla="*/ 1200 w 10000"/>
                  <a:gd name="connsiteY82" fmla="*/ 6570 h 10000"/>
                  <a:gd name="connsiteX83" fmla="*/ 1333 w 10000"/>
                  <a:gd name="connsiteY83" fmla="*/ 6630 h 10000"/>
                  <a:gd name="connsiteX84" fmla="*/ 1367 w 10000"/>
                  <a:gd name="connsiteY84" fmla="*/ 6781 h 10000"/>
                  <a:gd name="connsiteX85" fmla="*/ 1456 w 10000"/>
                  <a:gd name="connsiteY85" fmla="*/ 6874 h 10000"/>
                  <a:gd name="connsiteX86" fmla="*/ 1456 w 10000"/>
                  <a:gd name="connsiteY86" fmla="*/ 7061 h 10000"/>
                  <a:gd name="connsiteX87" fmla="*/ 1400 w 10000"/>
                  <a:gd name="connsiteY87" fmla="*/ 7120 h 10000"/>
                  <a:gd name="connsiteX88" fmla="*/ 1300 w 10000"/>
                  <a:gd name="connsiteY88" fmla="*/ 7110 h 10000"/>
                  <a:gd name="connsiteX89" fmla="*/ 1233 w 10000"/>
                  <a:gd name="connsiteY89" fmla="*/ 7061 h 10000"/>
                  <a:gd name="connsiteX90" fmla="*/ 1167 w 10000"/>
                  <a:gd name="connsiteY90" fmla="*/ 6892 h 10000"/>
                  <a:gd name="connsiteX91" fmla="*/ 1100 w 10000"/>
                  <a:gd name="connsiteY91" fmla="*/ 6833 h 10000"/>
                  <a:gd name="connsiteX92" fmla="*/ 911 w 10000"/>
                  <a:gd name="connsiteY92" fmla="*/ 6833 h 10000"/>
                  <a:gd name="connsiteX93" fmla="*/ 567 w 10000"/>
                  <a:gd name="connsiteY93" fmla="*/ 7077 h 10000"/>
                  <a:gd name="connsiteX94" fmla="*/ 511 w 10000"/>
                  <a:gd name="connsiteY94" fmla="*/ 7237 h 10000"/>
                  <a:gd name="connsiteX95" fmla="*/ 444 w 10000"/>
                  <a:gd name="connsiteY95" fmla="*/ 7305 h 10000"/>
                  <a:gd name="connsiteX96" fmla="*/ 444 w 10000"/>
                  <a:gd name="connsiteY96" fmla="*/ 7542 h 10000"/>
                  <a:gd name="connsiteX97" fmla="*/ 356 w 10000"/>
                  <a:gd name="connsiteY97" fmla="*/ 7610 h 10000"/>
                  <a:gd name="connsiteX98" fmla="*/ 178 w 10000"/>
                  <a:gd name="connsiteY98" fmla="*/ 7610 h 10000"/>
                  <a:gd name="connsiteX99" fmla="*/ 67 w 10000"/>
                  <a:gd name="connsiteY99" fmla="*/ 7711 h 10000"/>
                  <a:gd name="connsiteX100" fmla="*/ 44 w 10000"/>
                  <a:gd name="connsiteY100" fmla="*/ 7997 h 10000"/>
                  <a:gd name="connsiteX101" fmla="*/ 0 w 10000"/>
                  <a:gd name="connsiteY101" fmla="*/ 8024 h 10000"/>
                  <a:gd name="connsiteX102" fmla="*/ 11 w 10000"/>
                  <a:gd name="connsiteY102" fmla="*/ 8117 h 10000"/>
                  <a:gd name="connsiteX103" fmla="*/ 122 w 10000"/>
                  <a:gd name="connsiteY103" fmla="*/ 8277 h 10000"/>
                  <a:gd name="connsiteX104" fmla="*/ 233 w 10000"/>
                  <a:gd name="connsiteY104" fmla="*/ 8370 h 10000"/>
                  <a:gd name="connsiteX105" fmla="*/ 222 w 10000"/>
                  <a:gd name="connsiteY105" fmla="*/ 8505 h 10000"/>
                  <a:gd name="connsiteX106" fmla="*/ 11 w 10000"/>
                  <a:gd name="connsiteY106" fmla="*/ 8757 h 10000"/>
                  <a:gd name="connsiteX107" fmla="*/ 0 w 10000"/>
                  <a:gd name="connsiteY107" fmla="*/ 8986 h 10000"/>
                  <a:gd name="connsiteX108" fmla="*/ 667 w 10000"/>
                  <a:gd name="connsiteY108" fmla="*/ 9366 h 10000"/>
                  <a:gd name="connsiteX109" fmla="*/ 2122 w 10000"/>
                  <a:gd name="connsiteY109" fmla="*/ 9611 h 10000"/>
                  <a:gd name="connsiteX110" fmla="*/ 2300 w 10000"/>
                  <a:gd name="connsiteY110" fmla="*/ 9155 h 10000"/>
                  <a:gd name="connsiteX111" fmla="*/ 2600 w 10000"/>
                  <a:gd name="connsiteY111" fmla="*/ 8969 h 10000"/>
                  <a:gd name="connsiteX112" fmla="*/ 2878 w 10000"/>
                  <a:gd name="connsiteY112" fmla="*/ 8656 h 10000"/>
                  <a:gd name="connsiteX113" fmla="*/ 3189 w 10000"/>
                  <a:gd name="connsiteY113" fmla="*/ 8893 h 10000"/>
                  <a:gd name="connsiteX114" fmla="*/ 3778 w 10000"/>
                  <a:gd name="connsiteY114" fmla="*/ 8944 h 10000"/>
                  <a:gd name="connsiteX115" fmla="*/ 4033 w 10000"/>
                  <a:gd name="connsiteY115" fmla="*/ 9307 h 10000"/>
                  <a:gd name="connsiteX116" fmla="*/ 4456 w 10000"/>
                  <a:gd name="connsiteY116" fmla="*/ 9434 h 10000"/>
                  <a:gd name="connsiteX117" fmla="*/ 4933 w 10000"/>
                  <a:gd name="connsiteY117" fmla="*/ 9940 h 10000"/>
                  <a:gd name="connsiteX118" fmla="*/ 5022 w 10000"/>
                  <a:gd name="connsiteY118" fmla="*/ 9992 h 10000"/>
                  <a:gd name="connsiteX119" fmla="*/ 5189 w 10000"/>
                  <a:gd name="connsiteY119" fmla="*/ 10000 h 10000"/>
                  <a:gd name="connsiteX120" fmla="*/ 5333 w 10000"/>
                  <a:gd name="connsiteY120" fmla="*/ 9915 h 10000"/>
                  <a:gd name="connsiteX121" fmla="*/ 5367 w 10000"/>
                  <a:gd name="connsiteY121" fmla="*/ 9628 h 10000"/>
                  <a:gd name="connsiteX122" fmla="*/ 6067 w 10000"/>
                  <a:gd name="connsiteY122" fmla="*/ 9460 h 10000"/>
                  <a:gd name="connsiteX123" fmla="*/ 6211 w 10000"/>
                  <a:gd name="connsiteY123" fmla="*/ 9493 h 10000"/>
                  <a:gd name="connsiteX124" fmla="*/ 6467 w 10000"/>
                  <a:gd name="connsiteY124" fmla="*/ 9712 h 10000"/>
                  <a:gd name="connsiteX125" fmla="*/ 6567 w 10000"/>
                  <a:gd name="connsiteY125" fmla="*/ 9704 h 10000"/>
                  <a:gd name="connsiteX126" fmla="*/ 6578 w 10000"/>
                  <a:gd name="connsiteY126" fmla="*/ 9561 h 10000"/>
                  <a:gd name="connsiteX127" fmla="*/ 6900 w 10000"/>
                  <a:gd name="connsiteY127" fmla="*/ 9416 h 10000"/>
                  <a:gd name="connsiteX128" fmla="*/ 7556 w 10000"/>
                  <a:gd name="connsiteY128" fmla="*/ 9517 h 10000"/>
                  <a:gd name="connsiteX129" fmla="*/ 7711 w 10000"/>
                  <a:gd name="connsiteY129" fmla="*/ 9392 h 10000"/>
                  <a:gd name="connsiteX130" fmla="*/ 8311 w 10000"/>
                  <a:gd name="connsiteY130" fmla="*/ 9476 h 10000"/>
                  <a:gd name="connsiteX131" fmla="*/ 8756 w 10000"/>
                  <a:gd name="connsiteY131" fmla="*/ 9426 h 10000"/>
                  <a:gd name="connsiteX132" fmla="*/ 9011 w 10000"/>
                  <a:gd name="connsiteY132" fmla="*/ 9517 h 10000"/>
                  <a:gd name="connsiteX133" fmla="*/ 9011 w 10000"/>
                  <a:gd name="connsiteY133" fmla="*/ 8757 h 10000"/>
                  <a:gd name="connsiteX134" fmla="*/ 9522 w 10000"/>
                  <a:gd name="connsiteY134" fmla="*/ 7948 h 10000"/>
                  <a:gd name="connsiteX135" fmla="*/ 10000 w 10000"/>
                  <a:gd name="connsiteY135" fmla="*/ 7593 h 10000"/>
                  <a:gd name="connsiteX136" fmla="*/ 9400 w 10000"/>
                  <a:gd name="connsiteY136" fmla="*/ 7069 h 10000"/>
                  <a:gd name="connsiteX137" fmla="*/ 9011 w 10000"/>
                  <a:gd name="connsiteY137" fmla="*/ 6605 h 10000"/>
                  <a:gd name="connsiteX138" fmla="*/ 8922 w 10000"/>
                  <a:gd name="connsiteY138" fmla="*/ 5938 h 10000"/>
                  <a:gd name="connsiteX139" fmla="*/ 9044 w 10000"/>
                  <a:gd name="connsiteY139" fmla="*/ 5270 h 10000"/>
                  <a:gd name="connsiteX140" fmla="*/ 9744 w 10000"/>
                  <a:gd name="connsiteY140" fmla="*/ 5034 h 10000"/>
                  <a:gd name="connsiteX141" fmla="*/ 9344 w 10000"/>
                  <a:gd name="connsiteY141" fmla="*/ 4949 h 10000"/>
                  <a:gd name="connsiteX142" fmla="*/ 9011 w 10000"/>
                  <a:gd name="connsiteY142" fmla="*/ 4434 h 10000"/>
                  <a:gd name="connsiteX143" fmla="*/ 9444 w 10000"/>
                  <a:gd name="connsiteY143" fmla="*/ 4096 h 10000"/>
                  <a:gd name="connsiteX144" fmla="*/ 9156 w 10000"/>
                  <a:gd name="connsiteY144" fmla="*/ 3750 h 10000"/>
                  <a:gd name="connsiteX145" fmla="*/ 8667 w 10000"/>
                  <a:gd name="connsiteY145" fmla="*/ 4029 h 10000"/>
                  <a:gd name="connsiteX146" fmla="*/ 7489 w 10000"/>
                  <a:gd name="connsiteY146" fmla="*/ 3716 h 10000"/>
                  <a:gd name="connsiteX147" fmla="*/ 6856 w 10000"/>
                  <a:gd name="connsiteY147" fmla="*/ 3336 h 10000"/>
                  <a:gd name="connsiteX148" fmla="*/ 6811 w 10000"/>
                  <a:gd name="connsiteY148" fmla="*/ 2854 h 10000"/>
                  <a:gd name="connsiteX149" fmla="*/ 6711 w 10000"/>
                  <a:gd name="connsiteY149" fmla="*/ 2559 h 10000"/>
                  <a:gd name="connsiteX150" fmla="*/ 6378 w 10000"/>
                  <a:gd name="connsiteY150" fmla="*/ 2390 h 10000"/>
                  <a:gd name="connsiteX151" fmla="*/ 5933 w 10000"/>
                  <a:gd name="connsiteY151" fmla="*/ 2306 h 10000"/>
                  <a:gd name="connsiteX152" fmla="*/ 5556 w 10000"/>
                  <a:gd name="connsiteY152" fmla="*/ 1883 h 10000"/>
                  <a:gd name="connsiteX153" fmla="*/ 5378 w 10000"/>
                  <a:gd name="connsiteY153" fmla="*/ 1300 h 10000"/>
                  <a:gd name="connsiteX154" fmla="*/ 5133 w 10000"/>
                  <a:gd name="connsiteY154" fmla="*/ 937 h 10000"/>
                  <a:gd name="connsiteX155" fmla="*/ 4711 w 10000"/>
                  <a:gd name="connsiteY155" fmla="*/ 557 h 10000"/>
                  <a:gd name="connsiteX156" fmla="*/ 4100 w 10000"/>
                  <a:gd name="connsiteY156" fmla="*/ 346 h 10000"/>
                  <a:gd name="connsiteX157" fmla="*/ 3900 w 10000"/>
                  <a:gd name="connsiteY157" fmla="*/ 228 h 10000"/>
                  <a:gd name="connsiteX158" fmla="*/ 3711 w 10000"/>
                  <a:gd name="connsiteY158" fmla="*/ 0 h 10000"/>
                  <a:gd name="connsiteX159" fmla="*/ 3211 w 10000"/>
                  <a:gd name="connsiteY159" fmla="*/ 143 h 10000"/>
                  <a:gd name="connsiteX160" fmla="*/ 2711 w 10000"/>
                  <a:gd name="connsiteY160" fmla="*/ 160 h 10000"/>
                  <a:gd name="connsiteX161" fmla="*/ 2044 w 10000"/>
                  <a:gd name="connsiteY161" fmla="*/ 490 h 10000"/>
                  <a:gd name="connsiteX162" fmla="*/ 1456 w 10000"/>
                  <a:gd name="connsiteY162" fmla="*/ 507 h 10000"/>
                  <a:gd name="connsiteX163" fmla="*/ 1167 w 10000"/>
                  <a:gd name="connsiteY163" fmla="*/ 675 h 10000"/>
                  <a:gd name="connsiteX164" fmla="*/ 600 w 10000"/>
                  <a:gd name="connsiteY164" fmla="*/ 719 h 10000"/>
                  <a:gd name="connsiteX0" fmla="*/ 600 w 10000"/>
                  <a:gd name="connsiteY0" fmla="*/ 719 h 10000"/>
                  <a:gd name="connsiteX1" fmla="*/ 911 w 10000"/>
                  <a:gd name="connsiteY1" fmla="*/ 937 h 10000"/>
                  <a:gd name="connsiteX2" fmla="*/ 933 w 10000"/>
                  <a:gd name="connsiteY2" fmla="*/ 1056 h 10000"/>
                  <a:gd name="connsiteX3" fmla="*/ 878 w 10000"/>
                  <a:gd name="connsiteY3" fmla="*/ 1123 h 10000"/>
                  <a:gd name="connsiteX4" fmla="*/ 978 w 10000"/>
                  <a:gd name="connsiteY4" fmla="*/ 1191 h 10000"/>
                  <a:gd name="connsiteX5" fmla="*/ 1000 w 10000"/>
                  <a:gd name="connsiteY5" fmla="*/ 1300 h 10000"/>
                  <a:gd name="connsiteX6" fmla="*/ 867 w 10000"/>
                  <a:gd name="connsiteY6" fmla="*/ 1427 h 10000"/>
                  <a:gd name="connsiteX7" fmla="*/ 889 w 10000"/>
                  <a:gd name="connsiteY7" fmla="*/ 1504 h 10000"/>
                  <a:gd name="connsiteX8" fmla="*/ 1022 w 10000"/>
                  <a:gd name="connsiteY8" fmla="*/ 1554 h 10000"/>
                  <a:gd name="connsiteX9" fmla="*/ 1111 w 10000"/>
                  <a:gd name="connsiteY9" fmla="*/ 1487 h 10000"/>
                  <a:gd name="connsiteX10" fmla="*/ 1200 w 10000"/>
                  <a:gd name="connsiteY10" fmla="*/ 1487 h 10000"/>
                  <a:gd name="connsiteX11" fmla="*/ 1322 w 10000"/>
                  <a:gd name="connsiteY11" fmla="*/ 1562 h 10000"/>
                  <a:gd name="connsiteX12" fmla="*/ 1322 w 10000"/>
                  <a:gd name="connsiteY12" fmla="*/ 1613 h 10000"/>
                  <a:gd name="connsiteX13" fmla="*/ 1244 w 10000"/>
                  <a:gd name="connsiteY13" fmla="*/ 1663 h 10000"/>
                  <a:gd name="connsiteX14" fmla="*/ 1156 w 10000"/>
                  <a:gd name="connsiteY14" fmla="*/ 1663 h 10000"/>
                  <a:gd name="connsiteX15" fmla="*/ 1122 w 10000"/>
                  <a:gd name="connsiteY15" fmla="*/ 1740 h 10000"/>
                  <a:gd name="connsiteX16" fmla="*/ 1178 w 10000"/>
                  <a:gd name="connsiteY16" fmla="*/ 1800 h 10000"/>
                  <a:gd name="connsiteX17" fmla="*/ 1144 w 10000"/>
                  <a:gd name="connsiteY17" fmla="*/ 1883 h 10000"/>
                  <a:gd name="connsiteX18" fmla="*/ 1122 w 10000"/>
                  <a:gd name="connsiteY18" fmla="*/ 1943 h 10000"/>
                  <a:gd name="connsiteX19" fmla="*/ 1178 w 10000"/>
                  <a:gd name="connsiteY19" fmla="*/ 2002 h 10000"/>
                  <a:gd name="connsiteX20" fmla="*/ 1344 w 10000"/>
                  <a:gd name="connsiteY20" fmla="*/ 2002 h 10000"/>
                  <a:gd name="connsiteX21" fmla="*/ 1411 w 10000"/>
                  <a:gd name="connsiteY21" fmla="*/ 2069 h 10000"/>
                  <a:gd name="connsiteX22" fmla="*/ 1533 w 10000"/>
                  <a:gd name="connsiteY22" fmla="*/ 2137 h 10000"/>
                  <a:gd name="connsiteX23" fmla="*/ 1733 w 10000"/>
                  <a:gd name="connsiteY23" fmla="*/ 2128 h 10000"/>
                  <a:gd name="connsiteX24" fmla="*/ 1878 w 10000"/>
                  <a:gd name="connsiteY24" fmla="*/ 2204 h 10000"/>
                  <a:gd name="connsiteX25" fmla="*/ 2056 w 10000"/>
                  <a:gd name="connsiteY25" fmla="*/ 2187 h 10000"/>
                  <a:gd name="connsiteX26" fmla="*/ 2144 w 10000"/>
                  <a:gd name="connsiteY26" fmla="*/ 2221 h 10000"/>
                  <a:gd name="connsiteX27" fmla="*/ 2167 w 10000"/>
                  <a:gd name="connsiteY27" fmla="*/ 2280 h 10000"/>
                  <a:gd name="connsiteX28" fmla="*/ 2011 w 10000"/>
                  <a:gd name="connsiteY28" fmla="*/ 2356 h 10000"/>
                  <a:gd name="connsiteX29" fmla="*/ 1844 w 10000"/>
                  <a:gd name="connsiteY29" fmla="*/ 2322 h 10000"/>
                  <a:gd name="connsiteX30" fmla="*/ 1700 w 10000"/>
                  <a:gd name="connsiteY30" fmla="*/ 2298 h 10000"/>
                  <a:gd name="connsiteX31" fmla="*/ 1600 w 10000"/>
                  <a:gd name="connsiteY31" fmla="*/ 2314 h 10000"/>
                  <a:gd name="connsiteX32" fmla="*/ 1567 w 10000"/>
                  <a:gd name="connsiteY32" fmla="*/ 2458 h 10000"/>
                  <a:gd name="connsiteX33" fmla="*/ 1456 w 10000"/>
                  <a:gd name="connsiteY33" fmla="*/ 2559 h 10000"/>
                  <a:gd name="connsiteX34" fmla="*/ 1522 w 10000"/>
                  <a:gd name="connsiteY34" fmla="*/ 2846 h 10000"/>
                  <a:gd name="connsiteX35" fmla="*/ 1600 w 10000"/>
                  <a:gd name="connsiteY35" fmla="*/ 2897 h 10000"/>
                  <a:gd name="connsiteX36" fmla="*/ 1556 w 10000"/>
                  <a:gd name="connsiteY36" fmla="*/ 3040 h 10000"/>
                  <a:gd name="connsiteX37" fmla="*/ 2056 w 10000"/>
                  <a:gd name="connsiteY37" fmla="*/ 3074 h 10000"/>
                  <a:gd name="connsiteX38" fmla="*/ 2144 w 10000"/>
                  <a:gd name="connsiteY38" fmla="*/ 3167 h 10000"/>
                  <a:gd name="connsiteX39" fmla="*/ 2078 w 10000"/>
                  <a:gd name="connsiteY39" fmla="*/ 3268 h 10000"/>
                  <a:gd name="connsiteX40" fmla="*/ 2078 w 10000"/>
                  <a:gd name="connsiteY40" fmla="*/ 3411 h 10000"/>
                  <a:gd name="connsiteX41" fmla="*/ 1867 w 10000"/>
                  <a:gd name="connsiteY41" fmla="*/ 3639 h 10000"/>
                  <a:gd name="connsiteX42" fmla="*/ 1678 w 10000"/>
                  <a:gd name="connsiteY42" fmla="*/ 3979 h 10000"/>
                  <a:gd name="connsiteX43" fmla="*/ 1589 w 10000"/>
                  <a:gd name="connsiteY43" fmla="*/ 4020 h 10000"/>
                  <a:gd name="connsiteX44" fmla="*/ 1589 w 10000"/>
                  <a:gd name="connsiteY44" fmla="*/ 4114 h 10000"/>
                  <a:gd name="connsiteX45" fmla="*/ 1644 w 10000"/>
                  <a:gd name="connsiteY45" fmla="*/ 4171 h 10000"/>
                  <a:gd name="connsiteX46" fmla="*/ 1511 w 10000"/>
                  <a:gd name="connsiteY46" fmla="*/ 4342 h 10000"/>
                  <a:gd name="connsiteX47" fmla="*/ 1600 w 10000"/>
                  <a:gd name="connsiteY47" fmla="*/ 4544 h 10000"/>
                  <a:gd name="connsiteX48" fmla="*/ 1744 w 10000"/>
                  <a:gd name="connsiteY48" fmla="*/ 4569 h 10000"/>
                  <a:gd name="connsiteX49" fmla="*/ 1844 w 10000"/>
                  <a:gd name="connsiteY49" fmla="*/ 4638 h 10000"/>
                  <a:gd name="connsiteX50" fmla="*/ 2000 w 10000"/>
                  <a:gd name="connsiteY50" fmla="*/ 4594 h 10000"/>
                  <a:gd name="connsiteX51" fmla="*/ 2067 w 10000"/>
                  <a:gd name="connsiteY51" fmla="*/ 4695 h 10000"/>
                  <a:gd name="connsiteX52" fmla="*/ 2100 w 10000"/>
                  <a:gd name="connsiteY52" fmla="*/ 4806 h 10000"/>
                  <a:gd name="connsiteX53" fmla="*/ 2278 w 10000"/>
                  <a:gd name="connsiteY53" fmla="*/ 4932 h 10000"/>
                  <a:gd name="connsiteX54" fmla="*/ 2378 w 10000"/>
                  <a:gd name="connsiteY54" fmla="*/ 4915 h 10000"/>
                  <a:gd name="connsiteX55" fmla="*/ 2422 w 10000"/>
                  <a:gd name="connsiteY55" fmla="*/ 4949 h 10000"/>
                  <a:gd name="connsiteX56" fmla="*/ 2411 w 10000"/>
                  <a:gd name="connsiteY56" fmla="*/ 5034 h 10000"/>
                  <a:gd name="connsiteX57" fmla="*/ 2589 w 10000"/>
                  <a:gd name="connsiteY57" fmla="*/ 5110 h 10000"/>
                  <a:gd name="connsiteX58" fmla="*/ 2700 w 10000"/>
                  <a:gd name="connsiteY58" fmla="*/ 5126 h 10000"/>
                  <a:gd name="connsiteX59" fmla="*/ 2722 w 10000"/>
                  <a:gd name="connsiteY59" fmla="*/ 5237 h 10000"/>
                  <a:gd name="connsiteX60" fmla="*/ 2533 w 10000"/>
                  <a:gd name="connsiteY60" fmla="*/ 5362 h 10000"/>
                  <a:gd name="connsiteX61" fmla="*/ 2211 w 10000"/>
                  <a:gd name="connsiteY61" fmla="*/ 5379 h 10000"/>
                  <a:gd name="connsiteX62" fmla="*/ 2000 w 10000"/>
                  <a:gd name="connsiteY62" fmla="*/ 5278 h 10000"/>
                  <a:gd name="connsiteX63" fmla="*/ 1889 w 10000"/>
                  <a:gd name="connsiteY63" fmla="*/ 5278 h 10000"/>
                  <a:gd name="connsiteX64" fmla="*/ 1844 w 10000"/>
                  <a:gd name="connsiteY64" fmla="*/ 5321 h 10000"/>
                  <a:gd name="connsiteX65" fmla="*/ 1889 w 10000"/>
                  <a:gd name="connsiteY65" fmla="*/ 5398 h 10000"/>
                  <a:gd name="connsiteX66" fmla="*/ 2144 w 10000"/>
                  <a:gd name="connsiteY66" fmla="*/ 5599 h 10000"/>
                  <a:gd name="connsiteX67" fmla="*/ 2411 w 10000"/>
                  <a:gd name="connsiteY67" fmla="*/ 5878 h 10000"/>
                  <a:gd name="connsiteX68" fmla="*/ 2489 w 10000"/>
                  <a:gd name="connsiteY68" fmla="*/ 5920 h 10000"/>
                  <a:gd name="connsiteX69" fmla="*/ 2478 w 10000"/>
                  <a:gd name="connsiteY69" fmla="*/ 6158 h 10000"/>
                  <a:gd name="connsiteX70" fmla="*/ 2411 w 10000"/>
                  <a:gd name="connsiteY70" fmla="*/ 6241 h 10000"/>
                  <a:gd name="connsiteX71" fmla="*/ 2289 w 10000"/>
                  <a:gd name="connsiteY71" fmla="*/ 6283 h 10000"/>
                  <a:gd name="connsiteX72" fmla="*/ 2211 w 10000"/>
                  <a:gd name="connsiteY72" fmla="*/ 6216 h 10000"/>
                  <a:gd name="connsiteX73" fmla="*/ 2089 w 10000"/>
                  <a:gd name="connsiteY73" fmla="*/ 6207 h 10000"/>
                  <a:gd name="connsiteX74" fmla="*/ 1989 w 10000"/>
                  <a:gd name="connsiteY74" fmla="*/ 6342 h 10000"/>
                  <a:gd name="connsiteX75" fmla="*/ 1811 w 10000"/>
                  <a:gd name="connsiteY75" fmla="*/ 6410 h 10000"/>
                  <a:gd name="connsiteX76" fmla="*/ 1633 w 10000"/>
                  <a:gd name="connsiteY76" fmla="*/ 6410 h 10000"/>
                  <a:gd name="connsiteX77" fmla="*/ 1556 w 10000"/>
                  <a:gd name="connsiteY77" fmla="*/ 6461 h 10000"/>
                  <a:gd name="connsiteX78" fmla="*/ 1456 w 10000"/>
                  <a:gd name="connsiteY78" fmla="*/ 6453 h 10000"/>
                  <a:gd name="connsiteX79" fmla="*/ 1400 w 10000"/>
                  <a:gd name="connsiteY79" fmla="*/ 6368 h 10000"/>
                  <a:gd name="connsiteX80" fmla="*/ 1267 w 10000"/>
                  <a:gd name="connsiteY80" fmla="*/ 6377 h 10000"/>
                  <a:gd name="connsiteX81" fmla="*/ 1133 w 10000"/>
                  <a:gd name="connsiteY81" fmla="*/ 6487 h 10000"/>
                  <a:gd name="connsiteX82" fmla="*/ 1200 w 10000"/>
                  <a:gd name="connsiteY82" fmla="*/ 6570 h 10000"/>
                  <a:gd name="connsiteX83" fmla="*/ 1333 w 10000"/>
                  <a:gd name="connsiteY83" fmla="*/ 6630 h 10000"/>
                  <a:gd name="connsiteX84" fmla="*/ 1367 w 10000"/>
                  <a:gd name="connsiteY84" fmla="*/ 6781 h 10000"/>
                  <a:gd name="connsiteX85" fmla="*/ 1456 w 10000"/>
                  <a:gd name="connsiteY85" fmla="*/ 6874 h 10000"/>
                  <a:gd name="connsiteX86" fmla="*/ 1456 w 10000"/>
                  <a:gd name="connsiteY86" fmla="*/ 7061 h 10000"/>
                  <a:gd name="connsiteX87" fmla="*/ 1400 w 10000"/>
                  <a:gd name="connsiteY87" fmla="*/ 7120 h 10000"/>
                  <a:gd name="connsiteX88" fmla="*/ 1300 w 10000"/>
                  <a:gd name="connsiteY88" fmla="*/ 7110 h 10000"/>
                  <a:gd name="connsiteX89" fmla="*/ 1233 w 10000"/>
                  <a:gd name="connsiteY89" fmla="*/ 7061 h 10000"/>
                  <a:gd name="connsiteX90" fmla="*/ 1167 w 10000"/>
                  <a:gd name="connsiteY90" fmla="*/ 6892 h 10000"/>
                  <a:gd name="connsiteX91" fmla="*/ 1100 w 10000"/>
                  <a:gd name="connsiteY91" fmla="*/ 6833 h 10000"/>
                  <a:gd name="connsiteX92" fmla="*/ 911 w 10000"/>
                  <a:gd name="connsiteY92" fmla="*/ 6833 h 10000"/>
                  <a:gd name="connsiteX93" fmla="*/ 567 w 10000"/>
                  <a:gd name="connsiteY93" fmla="*/ 7077 h 10000"/>
                  <a:gd name="connsiteX94" fmla="*/ 511 w 10000"/>
                  <a:gd name="connsiteY94" fmla="*/ 7237 h 10000"/>
                  <a:gd name="connsiteX95" fmla="*/ 444 w 10000"/>
                  <a:gd name="connsiteY95" fmla="*/ 7305 h 10000"/>
                  <a:gd name="connsiteX96" fmla="*/ 444 w 10000"/>
                  <a:gd name="connsiteY96" fmla="*/ 7542 h 10000"/>
                  <a:gd name="connsiteX97" fmla="*/ 356 w 10000"/>
                  <a:gd name="connsiteY97" fmla="*/ 7610 h 10000"/>
                  <a:gd name="connsiteX98" fmla="*/ 178 w 10000"/>
                  <a:gd name="connsiteY98" fmla="*/ 7610 h 10000"/>
                  <a:gd name="connsiteX99" fmla="*/ 67 w 10000"/>
                  <a:gd name="connsiteY99" fmla="*/ 7711 h 10000"/>
                  <a:gd name="connsiteX100" fmla="*/ 44 w 10000"/>
                  <a:gd name="connsiteY100" fmla="*/ 7997 h 10000"/>
                  <a:gd name="connsiteX101" fmla="*/ 0 w 10000"/>
                  <a:gd name="connsiteY101" fmla="*/ 8024 h 10000"/>
                  <a:gd name="connsiteX102" fmla="*/ 11 w 10000"/>
                  <a:gd name="connsiteY102" fmla="*/ 8117 h 10000"/>
                  <a:gd name="connsiteX103" fmla="*/ 122 w 10000"/>
                  <a:gd name="connsiteY103" fmla="*/ 8277 h 10000"/>
                  <a:gd name="connsiteX104" fmla="*/ 233 w 10000"/>
                  <a:gd name="connsiteY104" fmla="*/ 8370 h 10000"/>
                  <a:gd name="connsiteX105" fmla="*/ 222 w 10000"/>
                  <a:gd name="connsiteY105" fmla="*/ 8505 h 10000"/>
                  <a:gd name="connsiteX106" fmla="*/ 11 w 10000"/>
                  <a:gd name="connsiteY106" fmla="*/ 8757 h 10000"/>
                  <a:gd name="connsiteX107" fmla="*/ 0 w 10000"/>
                  <a:gd name="connsiteY107" fmla="*/ 8986 h 10000"/>
                  <a:gd name="connsiteX108" fmla="*/ 2122 w 10000"/>
                  <a:gd name="connsiteY108" fmla="*/ 9611 h 10000"/>
                  <a:gd name="connsiteX109" fmla="*/ 2300 w 10000"/>
                  <a:gd name="connsiteY109" fmla="*/ 9155 h 10000"/>
                  <a:gd name="connsiteX110" fmla="*/ 2600 w 10000"/>
                  <a:gd name="connsiteY110" fmla="*/ 8969 h 10000"/>
                  <a:gd name="connsiteX111" fmla="*/ 2878 w 10000"/>
                  <a:gd name="connsiteY111" fmla="*/ 8656 h 10000"/>
                  <a:gd name="connsiteX112" fmla="*/ 3189 w 10000"/>
                  <a:gd name="connsiteY112" fmla="*/ 8893 h 10000"/>
                  <a:gd name="connsiteX113" fmla="*/ 3778 w 10000"/>
                  <a:gd name="connsiteY113" fmla="*/ 8944 h 10000"/>
                  <a:gd name="connsiteX114" fmla="*/ 4033 w 10000"/>
                  <a:gd name="connsiteY114" fmla="*/ 9307 h 10000"/>
                  <a:gd name="connsiteX115" fmla="*/ 4456 w 10000"/>
                  <a:gd name="connsiteY115" fmla="*/ 9434 h 10000"/>
                  <a:gd name="connsiteX116" fmla="*/ 4933 w 10000"/>
                  <a:gd name="connsiteY116" fmla="*/ 9940 h 10000"/>
                  <a:gd name="connsiteX117" fmla="*/ 5022 w 10000"/>
                  <a:gd name="connsiteY117" fmla="*/ 9992 h 10000"/>
                  <a:gd name="connsiteX118" fmla="*/ 5189 w 10000"/>
                  <a:gd name="connsiteY118" fmla="*/ 10000 h 10000"/>
                  <a:gd name="connsiteX119" fmla="*/ 5333 w 10000"/>
                  <a:gd name="connsiteY119" fmla="*/ 9915 h 10000"/>
                  <a:gd name="connsiteX120" fmla="*/ 5367 w 10000"/>
                  <a:gd name="connsiteY120" fmla="*/ 9628 h 10000"/>
                  <a:gd name="connsiteX121" fmla="*/ 6067 w 10000"/>
                  <a:gd name="connsiteY121" fmla="*/ 9460 h 10000"/>
                  <a:gd name="connsiteX122" fmla="*/ 6211 w 10000"/>
                  <a:gd name="connsiteY122" fmla="*/ 9493 h 10000"/>
                  <a:gd name="connsiteX123" fmla="*/ 6467 w 10000"/>
                  <a:gd name="connsiteY123" fmla="*/ 9712 h 10000"/>
                  <a:gd name="connsiteX124" fmla="*/ 6567 w 10000"/>
                  <a:gd name="connsiteY124" fmla="*/ 9704 h 10000"/>
                  <a:gd name="connsiteX125" fmla="*/ 6578 w 10000"/>
                  <a:gd name="connsiteY125" fmla="*/ 9561 h 10000"/>
                  <a:gd name="connsiteX126" fmla="*/ 6900 w 10000"/>
                  <a:gd name="connsiteY126" fmla="*/ 9416 h 10000"/>
                  <a:gd name="connsiteX127" fmla="*/ 7556 w 10000"/>
                  <a:gd name="connsiteY127" fmla="*/ 9517 h 10000"/>
                  <a:gd name="connsiteX128" fmla="*/ 7711 w 10000"/>
                  <a:gd name="connsiteY128" fmla="*/ 9392 h 10000"/>
                  <a:gd name="connsiteX129" fmla="*/ 8311 w 10000"/>
                  <a:gd name="connsiteY129" fmla="*/ 9476 h 10000"/>
                  <a:gd name="connsiteX130" fmla="*/ 8756 w 10000"/>
                  <a:gd name="connsiteY130" fmla="*/ 9426 h 10000"/>
                  <a:gd name="connsiteX131" fmla="*/ 9011 w 10000"/>
                  <a:gd name="connsiteY131" fmla="*/ 9517 h 10000"/>
                  <a:gd name="connsiteX132" fmla="*/ 9011 w 10000"/>
                  <a:gd name="connsiteY132" fmla="*/ 8757 h 10000"/>
                  <a:gd name="connsiteX133" fmla="*/ 9522 w 10000"/>
                  <a:gd name="connsiteY133" fmla="*/ 7948 h 10000"/>
                  <a:gd name="connsiteX134" fmla="*/ 10000 w 10000"/>
                  <a:gd name="connsiteY134" fmla="*/ 7593 h 10000"/>
                  <a:gd name="connsiteX135" fmla="*/ 9400 w 10000"/>
                  <a:gd name="connsiteY135" fmla="*/ 7069 h 10000"/>
                  <a:gd name="connsiteX136" fmla="*/ 9011 w 10000"/>
                  <a:gd name="connsiteY136" fmla="*/ 6605 h 10000"/>
                  <a:gd name="connsiteX137" fmla="*/ 8922 w 10000"/>
                  <a:gd name="connsiteY137" fmla="*/ 5938 h 10000"/>
                  <a:gd name="connsiteX138" fmla="*/ 9044 w 10000"/>
                  <a:gd name="connsiteY138" fmla="*/ 5270 h 10000"/>
                  <a:gd name="connsiteX139" fmla="*/ 9744 w 10000"/>
                  <a:gd name="connsiteY139" fmla="*/ 5034 h 10000"/>
                  <a:gd name="connsiteX140" fmla="*/ 9344 w 10000"/>
                  <a:gd name="connsiteY140" fmla="*/ 4949 h 10000"/>
                  <a:gd name="connsiteX141" fmla="*/ 9011 w 10000"/>
                  <a:gd name="connsiteY141" fmla="*/ 4434 h 10000"/>
                  <a:gd name="connsiteX142" fmla="*/ 9444 w 10000"/>
                  <a:gd name="connsiteY142" fmla="*/ 4096 h 10000"/>
                  <a:gd name="connsiteX143" fmla="*/ 9156 w 10000"/>
                  <a:gd name="connsiteY143" fmla="*/ 3750 h 10000"/>
                  <a:gd name="connsiteX144" fmla="*/ 8667 w 10000"/>
                  <a:gd name="connsiteY144" fmla="*/ 4029 h 10000"/>
                  <a:gd name="connsiteX145" fmla="*/ 7489 w 10000"/>
                  <a:gd name="connsiteY145" fmla="*/ 3716 h 10000"/>
                  <a:gd name="connsiteX146" fmla="*/ 6856 w 10000"/>
                  <a:gd name="connsiteY146" fmla="*/ 3336 h 10000"/>
                  <a:gd name="connsiteX147" fmla="*/ 6811 w 10000"/>
                  <a:gd name="connsiteY147" fmla="*/ 2854 h 10000"/>
                  <a:gd name="connsiteX148" fmla="*/ 6711 w 10000"/>
                  <a:gd name="connsiteY148" fmla="*/ 2559 h 10000"/>
                  <a:gd name="connsiteX149" fmla="*/ 6378 w 10000"/>
                  <a:gd name="connsiteY149" fmla="*/ 2390 h 10000"/>
                  <a:gd name="connsiteX150" fmla="*/ 5933 w 10000"/>
                  <a:gd name="connsiteY150" fmla="*/ 2306 h 10000"/>
                  <a:gd name="connsiteX151" fmla="*/ 5556 w 10000"/>
                  <a:gd name="connsiteY151" fmla="*/ 1883 h 10000"/>
                  <a:gd name="connsiteX152" fmla="*/ 5378 w 10000"/>
                  <a:gd name="connsiteY152" fmla="*/ 1300 h 10000"/>
                  <a:gd name="connsiteX153" fmla="*/ 5133 w 10000"/>
                  <a:gd name="connsiteY153" fmla="*/ 937 h 10000"/>
                  <a:gd name="connsiteX154" fmla="*/ 4711 w 10000"/>
                  <a:gd name="connsiteY154" fmla="*/ 557 h 10000"/>
                  <a:gd name="connsiteX155" fmla="*/ 4100 w 10000"/>
                  <a:gd name="connsiteY155" fmla="*/ 346 h 10000"/>
                  <a:gd name="connsiteX156" fmla="*/ 3900 w 10000"/>
                  <a:gd name="connsiteY156" fmla="*/ 228 h 10000"/>
                  <a:gd name="connsiteX157" fmla="*/ 3711 w 10000"/>
                  <a:gd name="connsiteY157" fmla="*/ 0 h 10000"/>
                  <a:gd name="connsiteX158" fmla="*/ 3211 w 10000"/>
                  <a:gd name="connsiteY158" fmla="*/ 143 h 10000"/>
                  <a:gd name="connsiteX159" fmla="*/ 2711 w 10000"/>
                  <a:gd name="connsiteY159" fmla="*/ 160 h 10000"/>
                  <a:gd name="connsiteX160" fmla="*/ 2044 w 10000"/>
                  <a:gd name="connsiteY160" fmla="*/ 490 h 10000"/>
                  <a:gd name="connsiteX161" fmla="*/ 1456 w 10000"/>
                  <a:gd name="connsiteY161" fmla="*/ 507 h 10000"/>
                  <a:gd name="connsiteX162" fmla="*/ 1167 w 10000"/>
                  <a:gd name="connsiteY162" fmla="*/ 675 h 10000"/>
                  <a:gd name="connsiteX163" fmla="*/ 600 w 10000"/>
                  <a:gd name="connsiteY163" fmla="*/ 719 h 10000"/>
                  <a:gd name="connsiteX0" fmla="*/ 600 w 10000"/>
                  <a:gd name="connsiteY0" fmla="*/ 719 h 10000"/>
                  <a:gd name="connsiteX1" fmla="*/ 911 w 10000"/>
                  <a:gd name="connsiteY1" fmla="*/ 937 h 10000"/>
                  <a:gd name="connsiteX2" fmla="*/ 933 w 10000"/>
                  <a:gd name="connsiteY2" fmla="*/ 1056 h 10000"/>
                  <a:gd name="connsiteX3" fmla="*/ 878 w 10000"/>
                  <a:gd name="connsiteY3" fmla="*/ 1123 h 10000"/>
                  <a:gd name="connsiteX4" fmla="*/ 978 w 10000"/>
                  <a:gd name="connsiteY4" fmla="*/ 1191 h 10000"/>
                  <a:gd name="connsiteX5" fmla="*/ 1000 w 10000"/>
                  <a:gd name="connsiteY5" fmla="*/ 1300 h 10000"/>
                  <a:gd name="connsiteX6" fmla="*/ 867 w 10000"/>
                  <a:gd name="connsiteY6" fmla="*/ 1427 h 10000"/>
                  <a:gd name="connsiteX7" fmla="*/ 889 w 10000"/>
                  <a:gd name="connsiteY7" fmla="*/ 1504 h 10000"/>
                  <a:gd name="connsiteX8" fmla="*/ 1022 w 10000"/>
                  <a:gd name="connsiteY8" fmla="*/ 1554 h 10000"/>
                  <a:gd name="connsiteX9" fmla="*/ 1111 w 10000"/>
                  <a:gd name="connsiteY9" fmla="*/ 1487 h 10000"/>
                  <a:gd name="connsiteX10" fmla="*/ 1200 w 10000"/>
                  <a:gd name="connsiteY10" fmla="*/ 1487 h 10000"/>
                  <a:gd name="connsiteX11" fmla="*/ 1322 w 10000"/>
                  <a:gd name="connsiteY11" fmla="*/ 1562 h 10000"/>
                  <a:gd name="connsiteX12" fmla="*/ 1322 w 10000"/>
                  <a:gd name="connsiteY12" fmla="*/ 1613 h 10000"/>
                  <a:gd name="connsiteX13" fmla="*/ 1244 w 10000"/>
                  <a:gd name="connsiteY13" fmla="*/ 1663 h 10000"/>
                  <a:gd name="connsiteX14" fmla="*/ 1156 w 10000"/>
                  <a:gd name="connsiteY14" fmla="*/ 1663 h 10000"/>
                  <a:gd name="connsiteX15" fmla="*/ 1122 w 10000"/>
                  <a:gd name="connsiteY15" fmla="*/ 1740 h 10000"/>
                  <a:gd name="connsiteX16" fmla="*/ 1178 w 10000"/>
                  <a:gd name="connsiteY16" fmla="*/ 1800 h 10000"/>
                  <a:gd name="connsiteX17" fmla="*/ 1144 w 10000"/>
                  <a:gd name="connsiteY17" fmla="*/ 1883 h 10000"/>
                  <a:gd name="connsiteX18" fmla="*/ 1122 w 10000"/>
                  <a:gd name="connsiteY18" fmla="*/ 1943 h 10000"/>
                  <a:gd name="connsiteX19" fmla="*/ 1178 w 10000"/>
                  <a:gd name="connsiteY19" fmla="*/ 2002 h 10000"/>
                  <a:gd name="connsiteX20" fmla="*/ 1344 w 10000"/>
                  <a:gd name="connsiteY20" fmla="*/ 2002 h 10000"/>
                  <a:gd name="connsiteX21" fmla="*/ 1411 w 10000"/>
                  <a:gd name="connsiteY21" fmla="*/ 2069 h 10000"/>
                  <a:gd name="connsiteX22" fmla="*/ 1533 w 10000"/>
                  <a:gd name="connsiteY22" fmla="*/ 2137 h 10000"/>
                  <a:gd name="connsiteX23" fmla="*/ 1733 w 10000"/>
                  <a:gd name="connsiteY23" fmla="*/ 2128 h 10000"/>
                  <a:gd name="connsiteX24" fmla="*/ 1878 w 10000"/>
                  <a:gd name="connsiteY24" fmla="*/ 2204 h 10000"/>
                  <a:gd name="connsiteX25" fmla="*/ 2056 w 10000"/>
                  <a:gd name="connsiteY25" fmla="*/ 2187 h 10000"/>
                  <a:gd name="connsiteX26" fmla="*/ 2144 w 10000"/>
                  <a:gd name="connsiteY26" fmla="*/ 2221 h 10000"/>
                  <a:gd name="connsiteX27" fmla="*/ 2167 w 10000"/>
                  <a:gd name="connsiteY27" fmla="*/ 2280 h 10000"/>
                  <a:gd name="connsiteX28" fmla="*/ 2011 w 10000"/>
                  <a:gd name="connsiteY28" fmla="*/ 2356 h 10000"/>
                  <a:gd name="connsiteX29" fmla="*/ 1844 w 10000"/>
                  <a:gd name="connsiteY29" fmla="*/ 2322 h 10000"/>
                  <a:gd name="connsiteX30" fmla="*/ 1700 w 10000"/>
                  <a:gd name="connsiteY30" fmla="*/ 2298 h 10000"/>
                  <a:gd name="connsiteX31" fmla="*/ 1600 w 10000"/>
                  <a:gd name="connsiteY31" fmla="*/ 2314 h 10000"/>
                  <a:gd name="connsiteX32" fmla="*/ 1567 w 10000"/>
                  <a:gd name="connsiteY32" fmla="*/ 2458 h 10000"/>
                  <a:gd name="connsiteX33" fmla="*/ 1456 w 10000"/>
                  <a:gd name="connsiteY33" fmla="*/ 2559 h 10000"/>
                  <a:gd name="connsiteX34" fmla="*/ 1522 w 10000"/>
                  <a:gd name="connsiteY34" fmla="*/ 2846 h 10000"/>
                  <a:gd name="connsiteX35" fmla="*/ 1600 w 10000"/>
                  <a:gd name="connsiteY35" fmla="*/ 2897 h 10000"/>
                  <a:gd name="connsiteX36" fmla="*/ 1556 w 10000"/>
                  <a:gd name="connsiteY36" fmla="*/ 3040 h 10000"/>
                  <a:gd name="connsiteX37" fmla="*/ 2056 w 10000"/>
                  <a:gd name="connsiteY37" fmla="*/ 3074 h 10000"/>
                  <a:gd name="connsiteX38" fmla="*/ 2144 w 10000"/>
                  <a:gd name="connsiteY38" fmla="*/ 3167 h 10000"/>
                  <a:gd name="connsiteX39" fmla="*/ 2078 w 10000"/>
                  <a:gd name="connsiteY39" fmla="*/ 3268 h 10000"/>
                  <a:gd name="connsiteX40" fmla="*/ 2078 w 10000"/>
                  <a:gd name="connsiteY40" fmla="*/ 3411 h 10000"/>
                  <a:gd name="connsiteX41" fmla="*/ 1867 w 10000"/>
                  <a:gd name="connsiteY41" fmla="*/ 3639 h 10000"/>
                  <a:gd name="connsiteX42" fmla="*/ 1678 w 10000"/>
                  <a:gd name="connsiteY42" fmla="*/ 3979 h 10000"/>
                  <a:gd name="connsiteX43" fmla="*/ 1589 w 10000"/>
                  <a:gd name="connsiteY43" fmla="*/ 4020 h 10000"/>
                  <a:gd name="connsiteX44" fmla="*/ 1589 w 10000"/>
                  <a:gd name="connsiteY44" fmla="*/ 4114 h 10000"/>
                  <a:gd name="connsiteX45" fmla="*/ 1644 w 10000"/>
                  <a:gd name="connsiteY45" fmla="*/ 4171 h 10000"/>
                  <a:gd name="connsiteX46" fmla="*/ 1511 w 10000"/>
                  <a:gd name="connsiteY46" fmla="*/ 4342 h 10000"/>
                  <a:gd name="connsiteX47" fmla="*/ 1600 w 10000"/>
                  <a:gd name="connsiteY47" fmla="*/ 4544 h 10000"/>
                  <a:gd name="connsiteX48" fmla="*/ 1744 w 10000"/>
                  <a:gd name="connsiteY48" fmla="*/ 4569 h 10000"/>
                  <a:gd name="connsiteX49" fmla="*/ 1844 w 10000"/>
                  <a:gd name="connsiteY49" fmla="*/ 4638 h 10000"/>
                  <a:gd name="connsiteX50" fmla="*/ 2000 w 10000"/>
                  <a:gd name="connsiteY50" fmla="*/ 4594 h 10000"/>
                  <a:gd name="connsiteX51" fmla="*/ 2067 w 10000"/>
                  <a:gd name="connsiteY51" fmla="*/ 4695 h 10000"/>
                  <a:gd name="connsiteX52" fmla="*/ 2100 w 10000"/>
                  <a:gd name="connsiteY52" fmla="*/ 4806 h 10000"/>
                  <a:gd name="connsiteX53" fmla="*/ 2278 w 10000"/>
                  <a:gd name="connsiteY53" fmla="*/ 4932 h 10000"/>
                  <a:gd name="connsiteX54" fmla="*/ 2378 w 10000"/>
                  <a:gd name="connsiteY54" fmla="*/ 4915 h 10000"/>
                  <a:gd name="connsiteX55" fmla="*/ 2422 w 10000"/>
                  <a:gd name="connsiteY55" fmla="*/ 4949 h 10000"/>
                  <a:gd name="connsiteX56" fmla="*/ 2411 w 10000"/>
                  <a:gd name="connsiteY56" fmla="*/ 5034 h 10000"/>
                  <a:gd name="connsiteX57" fmla="*/ 2589 w 10000"/>
                  <a:gd name="connsiteY57" fmla="*/ 5110 h 10000"/>
                  <a:gd name="connsiteX58" fmla="*/ 2700 w 10000"/>
                  <a:gd name="connsiteY58" fmla="*/ 5126 h 10000"/>
                  <a:gd name="connsiteX59" fmla="*/ 2722 w 10000"/>
                  <a:gd name="connsiteY59" fmla="*/ 5237 h 10000"/>
                  <a:gd name="connsiteX60" fmla="*/ 2533 w 10000"/>
                  <a:gd name="connsiteY60" fmla="*/ 5362 h 10000"/>
                  <a:gd name="connsiteX61" fmla="*/ 2211 w 10000"/>
                  <a:gd name="connsiteY61" fmla="*/ 5379 h 10000"/>
                  <a:gd name="connsiteX62" fmla="*/ 2000 w 10000"/>
                  <a:gd name="connsiteY62" fmla="*/ 5278 h 10000"/>
                  <a:gd name="connsiteX63" fmla="*/ 1889 w 10000"/>
                  <a:gd name="connsiteY63" fmla="*/ 5278 h 10000"/>
                  <a:gd name="connsiteX64" fmla="*/ 1844 w 10000"/>
                  <a:gd name="connsiteY64" fmla="*/ 5321 h 10000"/>
                  <a:gd name="connsiteX65" fmla="*/ 1889 w 10000"/>
                  <a:gd name="connsiteY65" fmla="*/ 5398 h 10000"/>
                  <a:gd name="connsiteX66" fmla="*/ 2144 w 10000"/>
                  <a:gd name="connsiteY66" fmla="*/ 5599 h 10000"/>
                  <a:gd name="connsiteX67" fmla="*/ 2411 w 10000"/>
                  <a:gd name="connsiteY67" fmla="*/ 5878 h 10000"/>
                  <a:gd name="connsiteX68" fmla="*/ 2489 w 10000"/>
                  <a:gd name="connsiteY68" fmla="*/ 5920 h 10000"/>
                  <a:gd name="connsiteX69" fmla="*/ 2478 w 10000"/>
                  <a:gd name="connsiteY69" fmla="*/ 6158 h 10000"/>
                  <a:gd name="connsiteX70" fmla="*/ 2411 w 10000"/>
                  <a:gd name="connsiteY70" fmla="*/ 6241 h 10000"/>
                  <a:gd name="connsiteX71" fmla="*/ 2289 w 10000"/>
                  <a:gd name="connsiteY71" fmla="*/ 6283 h 10000"/>
                  <a:gd name="connsiteX72" fmla="*/ 2211 w 10000"/>
                  <a:gd name="connsiteY72" fmla="*/ 6216 h 10000"/>
                  <a:gd name="connsiteX73" fmla="*/ 2089 w 10000"/>
                  <a:gd name="connsiteY73" fmla="*/ 6207 h 10000"/>
                  <a:gd name="connsiteX74" fmla="*/ 1989 w 10000"/>
                  <a:gd name="connsiteY74" fmla="*/ 6342 h 10000"/>
                  <a:gd name="connsiteX75" fmla="*/ 1811 w 10000"/>
                  <a:gd name="connsiteY75" fmla="*/ 6410 h 10000"/>
                  <a:gd name="connsiteX76" fmla="*/ 1633 w 10000"/>
                  <a:gd name="connsiteY76" fmla="*/ 6410 h 10000"/>
                  <a:gd name="connsiteX77" fmla="*/ 1556 w 10000"/>
                  <a:gd name="connsiteY77" fmla="*/ 6461 h 10000"/>
                  <a:gd name="connsiteX78" fmla="*/ 1456 w 10000"/>
                  <a:gd name="connsiteY78" fmla="*/ 6453 h 10000"/>
                  <a:gd name="connsiteX79" fmla="*/ 1400 w 10000"/>
                  <a:gd name="connsiteY79" fmla="*/ 6368 h 10000"/>
                  <a:gd name="connsiteX80" fmla="*/ 1267 w 10000"/>
                  <a:gd name="connsiteY80" fmla="*/ 6377 h 10000"/>
                  <a:gd name="connsiteX81" fmla="*/ 1133 w 10000"/>
                  <a:gd name="connsiteY81" fmla="*/ 6487 h 10000"/>
                  <a:gd name="connsiteX82" fmla="*/ 1200 w 10000"/>
                  <a:gd name="connsiteY82" fmla="*/ 6570 h 10000"/>
                  <a:gd name="connsiteX83" fmla="*/ 1333 w 10000"/>
                  <a:gd name="connsiteY83" fmla="*/ 6630 h 10000"/>
                  <a:gd name="connsiteX84" fmla="*/ 1367 w 10000"/>
                  <a:gd name="connsiteY84" fmla="*/ 6781 h 10000"/>
                  <a:gd name="connsiteX85" fmla="*/ 1456 w 10000"/>
                  <a:gd name="connsiteY85" fmla="*/ 6874 h 10000"/>
                  <a:gd name="connsiteX86" fmla="*/ 1456 w 10000"/>
                  <a:gd name="connsiteY86" fmla="*/ 7061 h 10000"/>
                  <a:gd name="connsiteX87" fmla="*/ 1400 w 10000"/>
                  <a:gd name="connsiteY87" fmla="*/ 7120 h 10000"/>
                  <a:gd name="connsiteX88" fmla="*/ 1300 w 10000"/>
                  <a:gd name="connsiteY88" fmla="*/ 7110 h 10000"/>
                  <a:gd name="connsiteX89" fmla="*/ 1233 w 10000"/>
                  <a:gd name="connsiteY89" fmla="*/ 7061 h 10000"/>
                  <a:gd name="connsiteX90" fmla="*/ 1167 w 10000"/>
                  <a:gd name="connsiteY90" fmla="*/ 6892 h 10000"/>
                  <a:gd name="connsiteX91" fmla="*/ 1100 w 10000"/>
                  <a:gd name="connsiteY91" fmla="*/ 6833 h 10000"/>
                  <a:gd name="connsiteX92" fmla="*/ 911 w 10000"/>
                  <a:gd name="connsiteY92" fmla="*/ 6833 h 10000"/>
                  <a:gd name="connsiteX93" fmla="*/ 567 w 10000"/>
                  <a:gd name="connsiteY93" fmla="*/ 7077 h 10000"/>
                  <a:gd name="connsiteX94" fmla="*/ 511 w 10000"/>
                  <a:gd name="connsiteY94" fmla="*/ 7237 h 10000"/>
                  <a:gd name="connsiteX95" fmla="*/ 444 w 10000"/>
                  <a:gd name="connsiteY95" fmla="*/ 7305 h 10000"/>
                  <a:gd name="connsiteX96" fmla="*/ 444 w 10000"/>
                  <a:gd name="connsiteY96" fmla="*/ 7542 h 10000"/>
                  <a:gd name="connsiteX97" fmla="*/ 356 w 10000"/>
                  <a:gd name="connsiteY97" fmla="*/ 7610 h 10000"/>
                  <a:gd name="connsiteX98" fmla="*/ 178 w 10000"/>
                  <a:gd name="connsiteY98" fmla="*/ 7610 h 10000"/>
                  <a:gd name="connsiteX99" fmla="*/ 67 w 10000"/>
                  <a:gd name="connsiteY99" fmla="*/ 7711 h 10000"/>
                  <a:gd name="connsiteX100" fmla="*/ 44 w 10000"/>
                  <a:gd name="connsiteY100" fmla="*/ 7997 h 10000"/>
                  <a:gd name="connsiteX101" fmla="*/ 0 w 10000"/>
                  <a:gd name="connsiteY101" fmla="*/ 8024 h 10000"/>
                  <a:gd name="connsiteX102" fmla="*/ 11 w 10000"/>
                  <a:gd name="connsiteY102" fmla="*/ 8117 h 10000"/>
                  <a:gd name="connsiteX103" fmla="*/ 122 w 10000"/>
                  <a:gd name="connsiteY103" fmla="*/ 8277 h 10000"/>
                  <a:gd name="connsiteX104" fmla="*/ 233 w 10000"/>
                  <a:gd name="connsiteY104" fmla="*/ 8370 h 10000"/>
                  <a:gd name="connsiteX105" fmla="*/ 222 w 10000"/>
                  <a:gd name="connsiteY105" fmla="*/ 8505 h 10000"/>
                  <a:gd name="connsiteX106" fmla="*/ 11 w 10000"/>
                  <a:gd name="connsiteY106" fmla="*/ 8757 h 10000"/>
                  <a:gd name="connsiteX107" fmla="*/ 2122 w 10000"/>
                  <a:gd name="connsiteY107" fmla="*/ 9611 h 10000"/>
                  <a:gd name="connsiteX108" fmla="*/ 2300 w 10000"/>
                  <a:gd name="connsiteY108" fmla="*/ 9155 h 10000"/>
                  <a:gd name="connsiteX109" fmla="*/ 2600 w 10000"/>
                  <a:gd name="connsiteY109" fmla="*/ 8969 h 10000"/>
                  <a:gd name="connsiteX110" fmla="*/ 2878 w 10000"/>
                  <a:gd name="connsiteY110" fmla="*/ 8656 h 10000"/>
                  <a:gd name="connsiteX111" fmla="*/ 3189 w 10000"/>
                  <a:gd name="connsiteY111" fmla="*/ 8893 h 10000"/>
                  <a:gd name="connsiteX112" fmla="*/ 3778 w 10000"/>
                  <a:gd name="connsiteY112" fmla="*/ 8944 h 10000"/>
                  <a:gd name="connsiteX113" fmla="*/ 4033 w 10000"/>
                  <a:gd name="connsiteY113" fmla="*/ 9307 h 10000"/>
                  <a:gd name="connsiteX114" fmla="*/ 4456 w 10000"/>
                  <a:gd name="connsiteY114" fmla="*/ 9434 h 10000"/>
                  <a:gd name="connsiteX115" fmla="*/ 4933 w 10000"/>
                  <a:gd name="connsiteY115" fmla="*/ 9940 h 10000"/>
                  <a:gd name="connsiteX116" fmla="*/ 5022 w 10000"/>
                  <a:gd name="connsiteY116" fmla="*/ 9992 h 10000"/>
                  <a:gd name="connsiteX117" fmla="*/ 5189 w 10000"/>
                  <a:gd name="connsiteY117" fmla="*/ 10000 h 10000"/>
                  <a:gd name="connsiteX118" fmla="*/ 5333 w 10000"/>
                  <a:gd name="connsiteY118" fmla="*/ 9915 h 10000"/>
                  <a:gd name="connsiteX119" fmla="*/ 5367 w 10000"/>
                  <a:gd name="connsiteY119" fmla="*/ 9628 h 10000"/>
                  <a:gd name="connsiteX120" fmla="*/ 6067 w 10000"/>
                  <a:gd name="connsiteY120" fmla="*/ 9460 h 10000"/>
                  <a:gd name="connsiteX121" fmla="*/ 6211 w 10000"/>
                  <a:gd name="connsiteY121" fmla="*/ 9493 h 10000"/>
                  <a:gd name="connsiteX122" fmla="*/ 6467 w 10000"/>
                  <a:gd name="connsiteY122" fmla="*/ 9712 h 10000"/>
                  <a:gd name="connsiteX123" fmla="*/ 6567 w 10000"/>
                  <a:gd name="connsiteY123" fmla="*/ 9704 h 10000"/>
                  <a:gd name="connsiteX124" fmla="*/ 6578 w 10000"/>
                  <a:gd name="connsiteY124" fmla="*/ 9561 h 10000"/>
                  <a:gd name="connsiteX125" fmla="*/ 6900 w 10000"/>
                  <a:gd name="connsiteY125" fmla="*/ 9416 h 10000"/>
                  <a:gd name="connsiteX126" fmla="*/ 7556 w 10000"/>
                  <a:gd name="connsiteY126" fmla="*/ 9517 h 10000"/>
                  <a:gd name="connsiteX127" fmla="*/ 7711 w 10000"/>
                  <a:gd name="connsiteY127" fmla="*/ 9392 h 10000"/>
                  <a:gd name="connsiteX128" fmla="*/ 8311 w 10000"/>
                  <a:gd name="connsiteY128" fmla="*/ 9476 h 10000"/>
                  <a:gd name="connsiteX129" fmla="*/ 8756 w 10000"/>
                  <a:gd name="connsiteY129" fmla="*/ 9426 h 10000"/>
                  <a:gd name="connsiteX130" fmla="*/ 9011 w 10000"/>
                  <a:gd name="connsiteY130" fmla="*/ 9517 h 10000"/>
                  <a:gd name="connsiteX131" fmla="*/ 9011 w 10000"/>
                  <a:gd name="connsiteY131" fmla="*/ 8757 h 10000"/>
                  <a:gd name="connsiteX132" fmla="*/ 9522 w 10000"/>
                  <a:gd name="connsiteY132" fmla="*/ 7948 h 10000"/>
                  <a:gd name="connsiteX133" fmla="*/ 10000 w 10000"/>
                  <a:gd name="connsiteY133" fmla="*/ 7593 h 10000"/>
                  <a:gd name="connsiteX134" fmla="*/ 9400 w 10000"/>
                  <a:gd name="connsiteY134" fmla="*/ 7069 h 10000"/>
                  <a:gd name="connsiteX135" fmla="*/ 9011 w 10000"/>
                  <a:gd name="connsiteY135" fmla="*/ 6605 h 10000"/>
                  <a:gd name="connsiteX136" fmla="*/ 8922 w 10000"/>
                  <a:gd name="connsiteY136" fmla="*/ 5938 h 10000"/>
                  <a:gd name="connsiteX137" fmla="*/ 9044 w 10000"/>
                  <a:gd name="connsiteY137" fmla="*/ 5270 h 10000"/>
                  <a:gd name="connsiteX138" fmla="*/ 9744 w 10000"/>
                  <a:gd name="connsiteY138" fmla="*/ 5034 h 10000"/>
                  <a:gd name="connsiteX139" fmla="*/ 9344 w 10000"/>
                  <a:gd name="connsiteY139" fmla="*/ 4949 h 10000"/>
                  <a:gd name="connsiteX140" fmla="*/ 9011 w 10000"/>
                  <a:gd name="connsiteY140" fmla="*/ 4434 h 10000"/>
                  <a:gd name="connsiteX141" fmla="*/ 9444 w 10000"/>
                  <a:gd name="connsiteY141" fmla="*/ 4096 h 10000"/>
                  <a:gd name="connsiteX142" fmla="*/ 9156 w 10000"/>
                  <a:gd name="connsiteY142" fmla="*/ 3750 h 10000"/>
                  <a:gd name="connsiteX143" fmla="*/ 8667 w 10000"/>
                  <a:gd name="connsiteY143" fmla="*/ 4029 h 10000"/>
                  <a:gd name="connsiteX144" fmla="*/ 7489 w 10000"/>
                  <a:gd name="connsiteY144" fmla="*/ 3716 h 10000"/>
                  <a:gd name="connsiteX145" fmla="*/ 6856 w 10000"/>
                  <a:gd name="connsiteY145" fmla="*/ 3336 h 10000"/>
                  <a:gd name="connsiteX146" fmla="*/ 6811 w 10000"/>
                  <a:gd name="connsiteY146" fmla="*/ 2854 h 10000"/>
                  <a:gd name="connsiteX147" fmla="*/ 6711 w 10000"/>
                  <a:gd name="connsiteY147" fmla="*/ 2559 h 10000"/>
                  <a:gd name="connsiteX148" fmla="*/ 6378 w 10000"/>
                  <a:gd name="connsiteY148" fmla="*/ 2390 h 10000"/>
                  <a:gd name="connsiteX149" fmla="*/ 5933 w 10000"/>
                  <a:gd name="connsiteY149" fmla="*/ 2306 h 10000"/>
                  <a:gd name="connsiteX150" fmla="*/ 5556 w 10000"/>
                  <a:gd name="connsiteY150" fmla="*/ 1883 h 10000"/>
                  <a:gd name="connsiteX151" fmla="*/ 5378 w 10000"/>
                  <a:gd name="connsiteY151" fmla="*/ 1300 h 10000"/>
                  <a:gd name="connsiteX152" fmla="*/ 5133 w 10000"/>
                  <a:gd name="connsiteY152" fmla="*/ 937 h 10000"/>
                  <a:gd name="connsiteX153" fmla="*/ 4711 w 10000"/>
                  <a:gd name="connsiteY153" fmla="*/ 557 h 10000"/>
                  <a:gd name="connsiteX154" fmla="*/ 4100 w 10000"/>
                  <a:gd name="connsiteY154" fmla="*/ 346 h 10000"/>
                  <a:gd name="connsiteX155" fmla="*/ 3900 w 10000"/>
                  <a:gd name="connsiteY155" fmla="*/ 228 h 10000"/>
                  <a:gd name="connsiteX156" fmla="*/ 3711 w 10000"/>
                  <a:gd name="connsiteY156" fmla="*/ 0 h 10000"/>
                  <a:gd name="connsiteX157" fmla="*/ 3211 w 10000"/>
                  <a:gd name="connsiteY157" fmla="*/ 143 h 10000"/>
                  <a:gd name="connsiteX158" fmla="*/ 2711 w 10000"/>
                  <a:gd name="connsiteY158" fmla="*/ 160 h 10000"/>
                  <a:gd name="connsiteX159" fmla="*/ 2044 w 10000"/>
                  <a:gd name="connsiteY159" fmla="*/ 490 h 10000"/>
                  <a:gd name="connsiteX160" fmla="*/ 1456 w 10000"/>
                  <a:gd name="connsiteY160" fmla="*/ 507 h 10000"/>
                  <a:gd name="connsiteX161" fmla="*/ 1167 w 10000"/>
                  <a:gd name="connsiteY161" fmla="*/ 675 h 10000"/>
                  <a:gd name="connsiteX162" fmla="*/ 600 w 10000"/>
                  <a:gd name="connsiteY162" fmla="*/ 719 h 10000"/>
                  <a:gd name="connsiteX0" fmla="*/ 600 w 10000"/>
                  <a:gd name="connsiteY0" fmla="*/ 719 h 10000"/>
                  <a:gd name="connsiteX1" fmla="*/ 911 w 10000"/>
                  <a:gd name="connsiteY1" fmla="*/ 937 h 10000"/>
                  <a:gd name="connsiteX2" fmla="*/ 933 w 10000"/>
                  <a:gd name="connsiteY2" fmla="*/ 1056 h 10000"/>
                  <a:gd name="connsiteX3" fmla="*/ 878 w 10000"/>
                  <a:gd name="connsiteY3" fmla="*/ 1123 h 10000"/>
                  <a:gd name="connsiteX4" fmla="*/ 978 w 10000"/>
                  <a:gd name="connsiteY4" fmla="*/ 1191 h 10000"/>
                  <a:gd name="connsiteX5" fmla="*/ 1000 w 10000"/>
                  <a:gd name="connsiteY5" fmla="*/ 1300 h 10000"/>
                  <a:gd name="connsiteX6" fmla="*/ 867 w 10000"/>
                  <a:gd name="connsiteY6" fmla="*/ 1427 h 10000"/>
                  <a:gd name="connsiteX7" fmla="*/ 889 w 10000"/>
                  <a:gd name="connsiteY7" fmla="*/ 1504 h 10000"/>
                  <a:gd name="connsiteX8" fmla="*/ 1022 w 10000"/>
                  <a:gd name="connsiteY8" fmla="*/ 1554 h 10000"/>
                  <a:gd name="connsiteX9" fmla="*/ 1111 w 10000"/>
                  <a:gd name="connsiteY9" fmla="*/ 1487 h 10000"/>
                  <a:gd name="connsiteX10" fmla="*/ 1200 w 10000"/>
                  <a:gd name="connsiteY10" fmla="*/ 1487 h 10000"/>
                  <a:gd name="connsiteX11" fmla="*/ 1322 w 10000"/>
                  <a:gd name="connsiteY11" fmla="*/ 1562 h 10000"/>
                  <a:gd name="connsiteX12" fmla="*/ 1322 w 10000"/>
                  <a:gd name="connsiteY12" fmla="*/ 1613 h 10000"/>
                  <a:gd name="connsiteX13" fmla="*/ 1244 w 10000"/>
                  <a:gd name="connsiteY13" fmla="*/ 1663 h 10000"/>
                  <a:gd name="connsiteX14" fmla="*/ 1156 w 10000"/>
                  <a:gd name="connsiteY14" fmla="*/ 1663 h 10000"/>
                  <a:gd name="connsiteX15" fmla="*/ 1122 w 10000"/>
                  <a:gd name="connsiteY15" fmla="*/ 1740 h 10000"/>
                  <a:gd name="connsiteX16" fmla="*/ 1178 w 10000"/>
                  <a:gd name="connsiteY16" fmla="*/ 1800 h 10000"/>
                  <a:gd name="connsiteX17" fmla="*/ 1144 w 10000"/>
                  <a:gd name="connsiteY17" fmla="*/ 1883 h 10000"/>
                  <a:gd name="connsiteX18" fmla="*/ 1122 w 10000"/>
                  <a:gd name="connsiteY18" fmla="*/ 1943 h 10000"/>
                  <a:gd name="connsiteX19" fmla="*/ 1178 w 10000"/>
                  <a:gd name="connsiteY19" fmla="*/ 2002 h 10000"/>
                  <a:gd name="connsiteX20" fmla="*/ 1344 w 10000"/>
                  <a:gd name="connsiteY20" fmla="*/ 2002 h 10000"/>
                  <a:gd name="connsiteX21" fmla="*/ 1411 w 10000"/>
                  <a:gd name="connsiteY21" fmla="*/ 2069 h 10000"/>
                  <a:gd name="connsiteX22" fmla="*/ 1533 w 10000"/>
                  <a:gd name="connsiteY22" fmla="*/ 2137 h 10000"/>
                  <a:gd name="connsiteX23" fmla="*/ 1733 w 10000"/>
                  <a:gd name="connsiteY23" fmla="*/ 2128 h 10000"/>
                  <a:gd name="connsiteX24" fmla="*/ 1878 w 10000"/>
                  <a:gd name="connsiteY24" fmla="*/ 2204 h 10000"/>
                  <a:gd name="connsiteX25" fmla="*/ 2056 w 10000"/>
                  <a:gd name="connsiteY25" fmla="*/ 2187 h 10000"/>
                  <a:gd name="connsiteX26" fmla="*/ 2144 w 10000"/>
                  <a:gd name="connsiteY26" fmla="*/ 2221 h 10000"/>
                  <a:gd name="connsiteX27" fmla="*/ 2167 w 10000"/>
                  <a:gd name="connsiteY27" fmla="*/ 2280 h 10000"/>
                  <a:gd name="connsiteX28" fmla="*/ 2011 w 10000"/>
                  <a:gd name="connsiteY28" fmla="*/ 2356 h 10000"/>
                  <a:gd name="connsiteX29" fmla="*/ 1844 w 10000"/>
                  <a:gd name="connsiteY29" fmla="*/ 2322 h 10000"/>
                  <a:gd name="connsiteX30" fmla="*/ 1700 w 10000"/>
                  <a:gd name="connsiteY30" fmla="*/ 2298 h 10000"/>
                  <a:gd name="connsiteX31" fmla="*/ 1600 w 10000"/>
                  <a:gd name="connsiteY31" fmla="*/ 2314 h 10000"/>
                  <a:gd name="connsiteX32" fmla="*/ 1567 w 10000"/>
                  <a:gd name="connsiteY32" fmla="*/ 2458 h 10000"/>
                  <a:gd name="connsiteX33" fmla="*/ 1456 w 10000"/>
                  <a:gd name="connsiteY33" fmla="*/ 2559 h 10000"/>
                  <a:gd name="connsiteX34" fmla="*/ 1522 w 10000"/>
                  <a:gd name="connsiteY34" fmla="*/ 2846 h 10000"/>
                  <a:gd name="connsiteX35" fmla="*/ 1600 w 10000"/>
                  <a:gd name="connsiteY35" fmla="*/ 2897 h 10000"/>
                  <a:gd name="connsiteX36" fmla="*/ 1556 w 10000"/>
                  <a:gd name="connsiteY36" fmla="*/ 3040 h 10000"/>
                  <a:gd name="connsiteX37" fmla="*/ 2056 w 10000"/>
                  <a:gd name="connsiteY37" fmla="*/ 3074 h 10000"/>
                  <a:gd name="connsiteX38" fmla="*/ 2144 w 10000"/>
                  <a:gd name="connsiteY38" fmla="*/ 3167 h 10000"/>
                  <a:gd name="connsiteX39" fmla="*/ 2078 w 10000"/>
                  <a:gd name="connsiteY39" fmla="*/ 3268 h 10000"/>
                  <a:gd name="connsiteX40" fmla="*/ 2078 w 10000"/>
                  <a:gd name="connsiteY40" fmla="*/ 3411 h 10000"/>
                  <a:gd name="connsiteX41" fmla="*/ 1867 w 10000"/>
                  <a:gd name="connsiteY41" fmla="*/ 3639 h 10000"/>
                  <a:gd name="connsiteX42" fmla="*/ 1678 w 10000"/>
                  <a:gd name="connsiteY42" fmla="*/ 3979 h 10000"/>
                  <a:gd name="connsiteX43" fmla="*/ 1589 w 10000"/>
                  <a:gd name="connsiteY43" fmla="*/ 4020 h 10000"/>
                  <a:gd name="connsiteX44" fmla="*/ 1589 w 10000"/>
                  <a:gd name="connsiteY44" fmla="*/ 4114 h 10000"/>
                  <a:gd name="connsiteX45" fmla="*/ 1644 w 10000"/>
                  <a:gd name="connsiteY45" fmla="*/ 4171 h 10000"/>
                  <a:gd name="connsiteX46" fmla="*/ 1511 w 10000"/>
                  <a:gd name="connsiteY46" fmla="*/ 4342 h 10000"/>
                  <a:gd name="connsiteX47" fmla="*/ 1600 w 10000"/>
                  <a:gd name="connsiteY47" fmla="*/ 4544 h 10000"/>
                  <a:gd name="connsiteX48" fmla="*/ 1744 w 10000"/>
                  <a:gd name="connsiteY48" fmla="*/ 4569 h 10000"/>
                  <a:gd name="connsiteX49" fmla="*/ 1844 w 10000"/>
                  <a:gd name="connsiteY49" fmla="*/ 4638 h 10000"/>
                  <a:gd name="connsiteX50" fmla="*/ 2000 w 10000"/>
                  <a:gd name="connsiteY50" fmla="*/ 4594 h 10000"/>
                  <a:gd name="connsiteX51" fmla="*/ 2067 w 10000"/>
                  <a:gd name="connsiteY51" fmla="*/ 4695 h 10000"/>
                  <a:gd name="connsiteX52" fmla="*/ 2100 w 10000"/>
                  <a:gd name="connsiteY52" fmla="*/ 4806 h 10000"/>
                  <a:gd name="connsiteX53" fmla="*/ 2278 w 10000"/>
                  <a:gd name="connsiteY53" fmla="*/ 4932 h 10000"/>
                  <a:gd name="connsiteX54" fmla="*/ 2378 w 10000"/>
                  <a:gd name="connsiteY54" fmla="*/ 4915 h 10000"/>
                  <a:gd name="connsiteX55" fmla="*/ 2422 w 10000"/>
                  <a:gd name="connsiteY55" fmla="*/ 4949 h 10000"/>
                  <a:gd name="connsiteX56" fmla="*/ 2411 w 10000"/>
                  <a:gd name="connsiteY56" fmla="*/ 5034 h 10000"/>
                  <a:gd name="connsiteX57" fmla="*/ 2589 w 10000"/>
                  <a:gd name="connsiteY57" fmla="*/ 5110 h 10000"/>
                  <a:gd name="connsiteX58" fmla="*/ 2700 w 10000"/>
                  <a:gd name="connsiteY58" fmla="*/ 5126 h 10000"/>
                  <a:gd name="connsiteX59" fmla="*/ 2722 w 10000"/>
                  <a:gd name="connsiteY59" fmla="*/ 5237 h 10000"/>
                  <a:gd name="connsiteX60" fmla="*/ 2533 w 10000"/>
                  <a:gd name="connsiteY60" fmla="*/ 5362 h 10000"/>
                  <a:gd name="connsiteX61" fmla="*/ 2211 w 10000"/>
                  <a:gd name="connsiteY61" fmla="*/ 5379 h 10000"/>
                  <a:gd name="connsiteX62" fmla="*/ 2000 w 10000"/>
                  <a:gd name="connsiteY62" fmla="*/ 5278 h 10000"/>
                  <a:gd name="connsiteX63" fmla="*/ 1889 w 10000"/>
                  <a:gd name="connsiteY63" fmla="*/ 5278 h 10000"/>
                  <a:gd name="connsiteX64" fmla="*/ 1844 w 10000"/>
                  <a:gd name="connsiteY64" fmla="*/ 5321 h 10000"/>
                  <a:gd name="connsiteX65" fmla="*/ 1889 w 10000"/>
                  <a:gd name="connsiteY65" fmla="*/ 5398 h 10000"/>
                  <a:gd name="connsiteX66" fmla="*/ 2144 w 10000"/>
                  <a:gd name="connsiteY66" fmla="*/ 5599 h 10000"/>
                  <a:gd name="connsiteX67" fmla="*/ 2411 w 10000"/>
                  <a:gd name="connsiteY67" fmla="*/ 5878 h 10000"/>
                  <a:gd name="connsiteX68" fmla="*/ 2489 w 10000"/>
                  <a:gd name="connsiteY68" fmla="*/ 5920 h 10000"/>
                  <a:gd name="connsiteX69" fmla="*/ 2478 w 10000"/>
                  <a:gd name="connsiteY69" fmla="*/ 6158 h 10000"/>
                  <a:gd name="connsiteX70" fmla="*/ 2411 w 10000"/>
                  <a:gd name="connsiteY70" fmla="*/ 6241 h 10000"/>
                  <a:gd name="connsiteX71" fmla="*/ 2289 w 10000"/>
                  <a:gd name="connsiteY71" fmla="*/ 6283 h 10000"/>
                  <a:gd name="connsiteX72" fmla="*/ 2211 w 10000"/>
                  <a:gd name="connsiteY72" fmla="*/ 6216 h 10000"/>
                  <a:gd name="connsiteX73" fmla="*/ 2089 w 10000"/>
                  <a:gd name="connsiteY73" fmla="*/ 6207 h 10000"/>
                  <a:gd name="connsiteX74" fmla="*/ 1989 w 10000"/>
                  <a:gd name="connsiteY74" fmla="*/ 6342 h 10000"/>
                  <a:gd name="connsiteX75" fmla="*/ 1811 w 10000"/>
                  <a:gd name="connsiteY75" fmla="*/ 6410 h 10000"/>
                  <a:gd name="connsiteX76" fmla="*/ 1633 w 10000"/>
                  <a:gd name="connsiteY76" fmla="*/ 6410 h 10000"/>
                  <a:gd name="connsiteX77" fmla="*/ 1556 w 10000"/>
                  <a:gd name="connsiteY77" fmla="*/ 6461 h 10000"/>
                  <a:gd name="connsiteX78" fmla="*/ 1456 w 10000"/>
                  <a:gd name="connsiteY78" fmla="*/ 6453 h 10000"/>
                  <a:gd name="connsiteX79" fmla="*/ 1400 w 10000"/>
                  <a:gd name="connsiteY79" fmla="*/ 6368 h 10000"/>
                  <a:gd name="connsiteX80" fmla="*/ 1267 w 10000"/>
                  <a:gd name="connsiteY80" fmla="*/ 6377 h 10000"/>
                  <a:gd name="connsiteX81" fmla="*/ 1133 w 10000"/>
                  <a:gd name="connsiteY81" fmla="*/ 6487 h 10000"/>
                  <a:gd name="connsiteX82" fmla="*/ 1200 w 10000"/>
                  <a:gd name="connsiteY82" fmla="*/ 6570 h 10000"/>
                  <a:gd name="connsiteX83" fmla="*/ 1333 w 10000"/>
                  <a:gd name="connsiteY83" fmla="*/ 6630 h 10000"/>
                  <a:gd name="connsiteX84" fmla="*/ 1367 w 10000"/>
                  <a:gd name="connsiteY84" fmla="*/ 6781 h 10000"/>
                  <a:gd name="connsiteX85" fmla="*/ 1456 w 10000"/>
                  <a:gd name="connsiteY85" fmla="*/ 6874 h 10000"/>
                  <a:gd name="connsiteX86" fmla="*/ 1456 w 10000"/>
                  <a:gd name="connsiteY86" fmla="*/ 7061 h 10000"/>
                  <a:gd name="connsiteX87" fmla="*/ 1400 w 10000"/>
                  <a:gd name="connsiteY87" fmla="*/ 7120 h 10000"/>
                  <a:gd name="connsiteX88" fmla="*/ 1300 w 10000"/>
                  <a:gd name="connsiteY88" fmla="*/ 7110 h 10000"/>
                  <a:gd name="connsiteX89" fmla="*/ 1233 w 10000"/>
                  <a:gd name="connsiteY89" fmla="*/ 7061 h 10000"/>
                  <a:gd name="connsiteX90" fmla="*/ 1167 w 10000"/>
                  <a:gd name="connsiteY90" fmla="*/ 6892 h 10000"/>
                  <a:gd name="connsiteX91" fmla="*/ 1100 w 10000"/>
                  <a:gd name="connsiteY91" fmla="*/ 6833 h 10000"/>
                  <a:gd name="connsiteX92" fmla="*/ 911 w 10000"/>
                  <a:gd name="connsiteY92" fmla="*/ 6833 h 10000"/>
                  <a:gd name="connsiteX93" fmla="*/ 567 w 10000"/>
                  <a:gd name="connsiteY93" fmla="*/ 7077 h 10000"/>
                  <a:gd name="connsiteX94" fmla="*/ 511 w 10000"/>
                  <a:gd name="connsiteY94" fmla="*/ 7237 h 10000"/>
                  <a:gd name="connsiteX95" fmla="*/ 444 w 10000"/>
                  <a:gd name="connsiteY95" fmla="*/ 7305 h 10000"/>
                  <a:gd name="connsiteX96" fmla="*/ 444 w 10000"/>
                  <a:gd name="connsiteY96" fmla="*/ 7542 h 10000"/>
                  <a:gd name="connsiteX97" fmla="*/ 356 w 10000"/>
                  <a:gd name="connsiteY97" fmla="*/ 7610 h 10000"/>
                  <a:gd name="connsiteX98" fmla="*/ 178 w 10000"/>
                  <a:gd name="connsiteY98" fmla="*/ 7610 h 10000"/>
                  <a:gd name="connsiteX99" fmla="*/ 67 w 10000"/>
                  <a:gd name="connsiteY99" fmla="*/ 7711 h 10000"/>
                  <a:gd name="connsiteX100" fmla="*/ 44 w 10000"/>
                  <a:gd name="connsiteY100" fmla="*/ 7997 h 10000"/>
                  <a:gd name="connsiteX101" fmla="*/ 0 w 10000"/>
                  <a:gd name="connsiteY101" fmla="*/ 8024 h 10000"/>
                  <a:gd name="connsiteX102" fmla="*/ 11 w 10000"/>
                  <a:gd name="connsiteY102" fmla="*/ 8117 h 10000"/>
                  <a:gd name="connsiteX103" fmla="*/ 122 w 10000"/>
                  <a:gd name="connsiteY103" fmla="*/ 8277 h 10000"/>
                  <a:gd name="connsiteX104" fmla="*/ 233 w 10000"/>
                  <a:gd name="connsiteY104" fmla="*/ 8370 h 10000"/>
                  <a:gd name="connsiteX105" fmla="*/ 222 w 10000"/>
                  <a:gd name="connsiteY105" fmla="*/ 8505 h 10000"/>
                  <a:gd name="connsiteX106" fmla="*/ 2122 w 10000"/>
                  <a:gd name="connsiteY106" fmla="*/ 9611 h 10000"/>
                  <a:gd name="connsiteX107" fmla="*/ 2300 w 10000"/>
                  <a:gd name="connsiteY107" fmla="*/ 9155 h 10000"/>
                  <a:gd name="connsiteX108" fmla="*/ 2600 w 10000"/>
                  <a:gd name="connsiteY108" fmla="*/ 8969 h 10000"/>
                  <a:gd name="connsiteX109" fmla="*/ 2878 w 10000"/>
                  <a:gd name="connsiteY109" fmla="*/ 8656 h 10000"/>
                  <a:gd name="connsiteX110" fmla="*/ 3189 w 10000"/>
                  <a:gd name="connsiteY110" fmla="*/ 8893 h 10000"/>
                  <a:gd name="connsiteX111" fmla="*/ 3778 w 10000"/>
                  <a:gd name="connsiteY111" fmla="*/ 8944 h 10000"/>
                  <a:gd name="connsiteX112" fmla="*/ 4033 w 10000"/>
                  <a:gd name="connsiteY112" fmla="*/ 9307 h 10000"/>
                  <a:gd name="connsiteX113" fmla="*/ 4456 w 10000"/>
                  <a:gd name="connsiteY113" fmla="*/ 9434 h 10000"/>
                  <a:gd name="connsiteX114" fmla="*/ 4933 w 10000"/>
                  <a:gd name="connsiteY114" fmla="*/ 9940 h 10000"/>
                  <a:gd name="connsiteX115" fmla="*/ 5022 w 10000"/>
                  <a:gd name="connsiteY115" fmla="*/ 9992 h 10000"/>
                  <a:gd name="connsiteX116" fmla="*/ 5189 w 10000"/>
                  <a:gd name="connsiteY116" fmla="*/ 10000 h 10000"/>
                  <a:gd name="connsiteX117" fmla="*/ 5333 w 10000"/>
                  <a:gd name="connsiteY117" fmla="*/ 9915 h 10000"/>
                  <a:gd name="connsiteX118" fmla="*/ 5367 w 10000"/>
                  <a:gd name="connsiteY118" fmla="*/ 9628 h 10000"/>
                  <a:gd name="connsiteX119" fmla="*/ 6067 w 10000"/>
                  <a:gd name="connsiteY119" fmla="*/ 9460 h 10000"/>
                  <a:gd name="connsiteX120" fmla="*/ 6211 w 10000"/>
                  <a:gd name="connsiteY120" fmla="*/ 9493 h 10000"/>
                  <a:gd name="connsiteX121" fmla="*/ 6467 w 10000"/>
                  <a:gd name="connsiteY121" fmla="*/ 9712 h 10000"/>
                  <a:gd name="connsiteX122" fmla="*/ 6567 w 10000"/>
                  <a:gd name="connsiteY122" fmla="*/ 9704 h 10000"/>
                  <a:gd name="connsiteX123" fmla="*/ 6578 w 10000"/>
                  <a:gd name="connsiteY123" fmla="*/ 9561 h 10000"/>
                  <a:gd name="connsiteX124" fmla="*/ 6900 w 10000"/>
                  <a:gd name="connsiteY124" fmla="*/ 9416 h 10000"/>
                  <a:gd name="connsiteX125" fmla="*/ 7556 w 10000"/>
                  <a:gd name="connsiteY125" fmla="*/ 9517 h 10000"/>
                  <a:gd name="connsiteX126" fmla="*/ 7711 w 10000"/>
                  <a:gd name="connsiteY126" fmla="*/ 9392 h 10000"/>
                  <a:gd name="connsiteX127" fmla="*/ 8311 w 10000"/>
                  <a:gd name="connsiteY127" fmla="*/ 9476 h 10000"/>
                  <a:gd name="connsiteX128" fmla="*/ 8756 w 10000"/>
                  <a:gd name="connsiteY128" fmla="*/ 9426 h 10000"/>
                  <a:gd name="connsiteX129" fmla="*/ 9011 w 10000"/>
                  <a:gd name="connsiteY129" fmla="*/ 9517 h 10000"/>
                  <a:gd name="connsiteX130" fmla="*/ 9011 w 10000"/>
                  <a:gd name="connsiteY130" fmla="*/ 8757 h 10000"/>
                  <a:gd name="connsiteX131" fmla="*/ 9522 w 10000"/>
                  <a:gd name="connsiteY131" fmla="*/ 7948 h 10000"/>
                  <a:gd name="connsiteX132" fmla="*/ 10000 w 10000"/>
                  <a:gd name="connsiteY132" fmla="*/ 7593 h 10000"/>
                  <a:gd name="connsiteX133" fmla="*/ 9400 w 10000"/>
                  <a:gd name="connsiteY133" fmla="*/ 7069 h 10000"/>
                  <a:gd name="connsiteX134" fmla="*/ 9011 w 10000"/>
                  <a:gd name="connsiteY134" fmla="*/ 6605 h 10000"/>
                  <a:gd name="connsiteX135" fmla="*/ 8922 w 10000"/>
                  <a:gd name="connsiteY135" fmla="*/ 5938 h 10000"/>
                  <a:gd name="connsiteX136" fmla="*/ 9044 w 10000"/>
                  <a:gd name="connsiteY136" fmla="*/ 5270 h 10000"/>
                  <a:gd name="connsiteX137" fmla="*/ 9744 w 10000"/>
                  <a:gd name="connsiteY137" fmla="*/ 5034 h 10000"/>
                  <a:gd name="connsiteX138" fmla="*/ 9344 w 10000"/>
                  <a:gd name="connsiteY138" fmla="*/ 4949 h 10000"/>
                  <a:gd name="connsiteX139" fmla="*/ 9011 w 10000"/>
                  <a:gd name="connsiteY139" fmla="*/ 4434 h 10000"/>
                  <a:gd name="connsiteX140" fmla="*/ 9444 w 10000"/>
                  <a:gd name="connsiteY140" fmla="*/ 4096 h 10000"/>
                  <a:gd name="connsiteX141" fmla="*/ 9156 w 10000"/>
                  <a:gd name="connsiteY141" fmla="*/ 3750 h 10000"/>
                  <a:gd name="connsiteX142" fmla="*/ 8667 w 10000"/>
                  <a:gd name="connsiteY142" fmla="*/ 4029 h 10000"/>
                  <a:gd name="connsiteX143" fmla="*/ 7489 w 10000"/>
                  <a:gd name="connsiteY143" fmla="*/ 3716 h 10000"/>
                  <a:gd name="connsiteX144" fmla="*/ 6856 w 10000"/>
                  <a:gd name="connsiteY144" fmla="*/ 3336 h 10000"/>
                  <a:gd name="connsiteX145" fmla="*/ 6811 w 10000"/>
                  <a:gd name="connsiteY145" fmla="*/ 2854 h 10000"/>
                  <a:gd name="connsiteX146" fmla="*/ 6711 w 10000"/>
                  <a:gd name="connsiteY146" fmla="*/ 2559 h 10000"/>
                  <a:gd name="connsiteX147" fmla="*/ 6378 w 10000"/>
                  <a:gd name="connsiteY147" fmla="*/ 2390 h 10000"/>
                  <a:gd name="connsiteX148" fmla="*/ 5933 w 10000"/>
                  <a:gd name="connsiteY148" fmla="*/ 2306 h 10000"/>
                  <a:gd name="connsiteX149" fmla="*/ 5556 w 10000"/>
                  <a:gd name="connsiteY149" fmla="*/ 1883 h 10000"/>
                  <a:gd name="connsiteX150" fmla="*/ 5378 w 10000"/>
                  <a:gd name="connsiteY150" fmla="*/ 1300 h 10000"/>
                  <a:gd name="connsiteX151" fmla="*/ 5133 w 10000"/>
                  <a:gd name="connsiteY151" fmla="*/ 937 h 10000"/>
                  <a:gd name="connsiteX152" fmla="*/ 4711 w 10000"/>
                  <a:gd name="connsiteY152" fmla="*/ 557 h 10000"/>
                  <a:gd name="connsiteX153" fmla="*/ 4100 w 10000"/>
                  <a:gd name="connsiteY153" fmla="*/ 346 h 10000"/>
                  <a:gd name="connsiteX154" fmla="*/ 3900 w 10000"/>
                  <a:gd name="connsiteY154" fmla="*/ 228 h 10000"/>
                  <a:gd name="connsiteX155" fmla="*/ 3711 w 10000"/>
                  <a:gd name="connsiteY155" fmla="*/ 0 h 10000"/>
                  <a:gd name="connsiteX156" fmla="*/ 3211 w 10000"/>
                  <a:gd name="connsiteY156" fmla="*/ 143 h 10000"/>
                  <a:gd name="connsiteX157" fmla="*/ 2711 w 10000"/>
                  <a:gd name="connsiteY157" fmla="*/ 160 h 10000"/>
                  <a:gd name="connsiteX158" fmla="*/ 2044 w 10000"/>
                  <a:gd name="connsiteY158" fmla="*/ 490 h 10000"/>
                  <a:gd name="connsiteX159" fmla="*/ 1456 w 10000"/>
                  <a:gd name="connsiteY159" fmla="*/ 507 h 10000"/>
                  <a:gd name="connsiteX160" fmla="*/ 1167 w 10000"/>
                  <a:gd name="connsiteY160" fmla="*/ 675 h 10000"/>
                  <a:gd name="connsiteX161" fmla="*/ 600 w 10000"/>
                  <a:gd name="connsiteY161" fmla="*/ 719 h 10000"/>
                  <a:gd name="connsiteX0" fmla="*/ 600 w 10000"/>
                  <a:gd name="connsiteY0" fmla="*/ 719 h 10000"/>
                  <a:gd name="connsiteX1" fmla="*/ 911 w 10000"/>
                  <a:gd name="connsiteY1" fmla="*/ 937 h 10000"/>
                  <a:gd name="connsiteX2" fmla="*/ 933 w 10000"/>
                  <a:gd name="connsiteY2" fmla="*/ 1056 h 10000"/>
                  <a:gd name="connsiteX3" fmla="*/ 878 w 10000"/>
                  <a:gd name="connsiteY3" fmla="*/ 1123 h 10000"/>
                  <a:gd name="connsiteX4" fmla="*/ 978 w 10000"/>
                  <a:gd name="connsiteY4" fmla="*/ 1191 h 10000"/>
                  <a:gd name="connsiteX5" fmla="*/ 1000 w 10000"/>
                  <a:gd name="connsiteY5" fmla="*/ 1300 h 10000"/>
                  <a:gd name="connsiteX6" fmla="*/ 867 w 10000"/>
                  <a:gd name="connsiteY6" fmla="*/ 1427 h 10000"/>
                  <a:gd name="connsiteX7" fmla="*/ 889 w 10000"/>
                  <a:gd name="connsiteY7" fmla="*/ 1504 h 10000"/>
                  <a:gd name="connsiteX8" fmla="*/ 1022 w 10000"/>
                  <a:gd name="connsiteY8" fmla="*/ 1554 h 10000"/>
                  <a:gd name="connsiteX9" fmla="*/ 1111 w 10000"/>
                  <a:gd name="connsiteY9" fmla="*/ 1487 h 10000"/>
                  <a:gd name="connsiteX10" fmla="*/ 1200 w 10000"/>
                  <a:gd name="connsiteY10" fmla="*/ 1487 h 10000"/>
                  <a:gd name="connsiteX11" fmla="*/ 1322 w 10000"/>
                  <a:gd name="connsiteY11" fmla="*/ 1562 h 10000"/>
                  <a:gd name="connsiteX12" fmla="*/ 1322 w 10000"/>
                  <a:gd name="connsiteY12" fmla="*/ 1613 h 10000"/>
                  <a:gd name="connsiteX13" fmla="*/ 1244 w 10000"/>
                  <a:gd name="connsiteY13" fmla="*/ 1663 h 10000"/>
                  <a:gd name="connsiteX14" fmla="*/ 1156 w 10000"/>
                  <a:gd name="connsiteY14" fmla="*/ 1663 h 10000"/>
                  <a:gd name="connsiteX15" fmla="*/ 1122 w 10000"/>
                  <a:gd name="connsiteY15" fmla="*/ 1740 h 10000"/>
                  <a:gd name="connsiteX16" fmla="*/ 1178 w 10000"/>
                  <a:gd name="connsiteY16" fmla="*/ 1800 h 10000"/>
                  <a:gd name="connsiteX17" fmla="*/ 1144 w 10000"/>
                  <a:gd name="connsiteY17" fmla="*/ 1883 h 10000"/>
                  <a:gd name="connsiteX18" fmla="*/ 1122 w 10000"/>
                  <a:gd name="connsiteY18" fmla="*/ 1943 h 10000"/>
                  <a:gd name="connsiteX19" fmla="*/ 1178 w 10000"/>
                  <a:gd name="connsiteY19" fmla="*/ 2002 h 10000"/>
                  <a:gd name="connsiteX20" fmla="*/ 1344 w 10000"/>
                  <a:gd name="connsiteY20" fmla="*/ 2002 h 10000"/>
                  <a:gd name="connsiteX21" fmla="*/ 1411 w 10000"/>
                  <a:gd name="connsiteY21" fmla="*/ 2069 h 10000"/>
                  <a:gd name="connsiteX22" fmla="*/ 1533 w 10000"/>
                  <a:gd name="connsiteY22" fmla="*/ 2137 h 10000"/>
                  <a:gd name="connsiteX23" fmla="*/ 1733 w 10000"/>
                  <a:gd name="connsiteY23" fmla="*/ 2128 h 10000"/>
                  <a:gd name="connsiteX24" fmla="*/ 1878 w 10000"/>
                  <a:gd name="connsiteY24" fmla="*/ 2204 h 10000"/>
                  <a:gd name="connsiteX25" fmla="*/ 2056 w 10000"/>
                  <a:gd name="connsiteY25" fmla="*/ 2187 h 10000"/>
                  <a:gd name="connsiteX26" fmla="*/ 2144 w 10000"/>
                  <a:gd name="connsiteY26" fmla="*/ 2221 h 10000"/>
                  <a:gd name="connsiteX27" fmla="*/ 2167 w 10000"/>
                  <a:gd name="connsiteY27" fmla="*/ 2280 h 10000"/>
                  <a:gd name="connsiteX28" fmla="*/ 2011 w 10000"/>
                  <a:gd name="connsiteY28" fmla="*/ 2356 h 10000"/>
                  <a:gd name="connsiteX29" fmla="*/ 1844 w 10000"/>
                  <a:gd name="connsiteY29" fmla="*/ 2322 h 10000"/>
                  <a:gd name="connsiteX30" fmla="*/ 1700 w 10000"/>
                  <a:gd name="connsiteY30" fmla="*/ 2298 h 10000"/>
                  <a:gd name="connsiteX31" fmla="*/ 1600 w 10000"/>
                  <a:gd name="connsiteY31" fmla="*/ 2314 h 10000"/>
                  <a:gd name="connsiteX32" fmla="*/ 1567 w 10000"/>
                  <a:gd name="connsiteY32" fmla="*/ 2458 h 10000"/>
                  <a:gd name="connsiteX33" fmla="*/ 1456 w 10000"/>
                  <a:gd name="connsiteY33" fmla="*/ 2559 h 10000"/>
                  <a:gd name="connsiteX34" fmla="*/ 1522 w 10000"/>
                  <a:gd name="connsiteY34" fmla="*/ 2846 h 10000"/>
                  <a:gd name="connsiteX35" fmla="*/ 1600 w 10000"/>
                  <a:gd name="connsiteY35" fmla="*/ 2897 h 10000"/>
                  <a:gd name="connsiteX36" fmla="*/ 1556 w 10000"/>
                  <a:gd name="connsiteY36" fmla="*/ 3040 h 10000"/>
                  <a:gd name="connsiteX37" fmla="*/ 2056 w 10000"/>
                  <a:gd name="connsiteY37" fmla="*/ 3074 h 10000"/>
                  <a:gd name="connsiteX38" fmla="*/ 2144 w 10000"/>
                  <a:gd name="connsiteY38" fmla="*/ 3167 h 10000"/>
                  <a:gd name="connsiteX39" fmla="*/ 2078 w 10000"/>
                  <a:gd name="connsiteY39" fmla="*/ 3268 h 10000"/>
                  <a:gd name="connsiteX40" fmla="*/ 2078 w 10000"/>
                  <a:gd name="connsiteY40" fmla="*/ 3411 h 10000"/>
                  <a:gd name="connsiteX41" fmla="*/ 1867 w 10000"/>
                  <a:gd name="connsiteY41" fmla="*/ 3639 h 10000"/>
                  <a:gd name="connsiteX42" fmla="*/ 1678 w 10000"/>
                  <a:gd name="connsiteY42" fmla="*/ 3979 h 10000"/>
                  <a:gd name="connsiteX43" fmla="*/ 1589 w 10000"/>
                  <a:gd name="connsiteY43" fmla="*/ 4020 h 10000"/>
                  <a:gd name="connsiteX44" fmla="*/ 1589 w 10000"/>
                  <a:gd name="connsiteY44" fmla="*/ 4114 h 10000"/>
                  <a:gd name="connsiteX45" fmla="*/ 1644 w 10000"/>
                  <a:gd name="connsiteY45" fmla="*/ 4171 h 10000"/>
                  <a:gd name="connsiteX46" fmla="*/ 1511 w 10000"/>
                  <a:gd name="connsiteY46" fmla="*/ 4342 h 10000"/>
                  <a:gd name="connsiteX47" fmla="*/ 1600 w 10000"/>
                  <a:gd name="connsiteY47" fmla="*/ 4544 h 10000"/>
                  <a:gd name="connsiteX48" fmla="*/ 1744 w 10000"/>
                  <a:gd name="connsiteY48" fmla="*/ 4569 h 10000"/>
                  <a:gd name="connsiteX49" fmla="*/ 1844 w 10000"/>
                  <a:gd name="connsiteY49" fmla="*/ 4638 h 10000"/>
                  <a:gd name="connsiteX50" fmla="*/ 2000 w 10000"/>
                  <a:gd name="connsiteY50" fmla="*/ 4594 h 10000"/>
                  <a:gd name="connsiteX51" fmla="*/ 2067 w 10000"/>
                  <a:gd name="connsiteY51" fmla="*/ 4695 h 10000"/>
                  <a:gd name="connsiteX52" fmla="*/ 2100 w 10000"/>
                  <a:gd name="connsiteY52" fmla="*/ 4806 h 10000"/>
                  <a:gd name="connsiteX53" fmla="*/ 2278 w 10000"/>
                  <a:gd name="connsiteY53" fmla="*/ 4932 h 10000"/>
                  <a:gd name="connsiteX54" fmla="*/ 2378 w 10000"/>
                  <a:gd name="connsiteY54" fmla="*/ 4915 h 10000"/>
                  <a:gd name="connsiteX55" fmla="*/ 2422 w 10000"/>
                  <a:gd name="connsiteY55" fmla="*/ 4949 h 10000"/>
                  <a:gd name="connsiteX56" fmla="*/ 2411 w 10000"/>
                  <a:gd name="connsiteY56" fmla="*/ 5034 h 10000"/>
                  <a:gd name="connsiteX57" fmla="*/ 2589 w 10000"/>
                  <a:gd name="connsiteY57" fmla="*/ 5110 h 10000"/>
                  <a:gd name="connsiteX58" fmla="*/ 2700 w 10000"/>
                  <a:gd name="connsiteY58" fmla="*/ 5126 h 10000"/>
                  <a:gd name="connsiteX59" fmla="*/ 2722 w 10000"/>
                  <a:gd name="connsiteY59" fmla="*/ 5237 h 10000"/>
                  <a:gd name="connsiteX60" fmla="*/ 2533 w 10000"/>
                  <a:gd name="connsiteY60" fmla="*/ 5362 h 10000"/>
                  <a:gd name="connsiteX61" fmla="*/ 2211 w 10000"/>
                  <a:gd name="connsiteY61" fmla="*/ 5379 h 10000"/>
                  <a:gd name="connsiteX62" fmla="*/ 2000 w 10000"/>
                  <a:gd name="connsiteY62" fmla="*/ 5278 h 10000"/>
                  <a:gd name="connsiteX63" fmla="*/ 1889 w 10000"/>
                  <a:gd name="connsiteY63" fmla="*/ 5278 h 10000"/>
                  <a:gd name="connsiteX64" fmla="*/ 1844 w 10000"/>
                  <a:gd name="connsiteY64" fmla="*/ 5321 h 10000"/>
                  <a:gd name="connsiteX65" fmla="*/ 1889 w 10000"/>
                  <a:gd name="connsiteY65" fmla="*/ 5398 h 10000"/>
                  <a:gd name="connsiteX66" fmla="*/ 2144 w 10000"/>
                  <a:gd name="connsiteY66" fmla="*/ 5599 h 10000"/>
                  <a:gd name="connsiteX67" fmla="*/ 2411 w 10000"/>
                  <a:gd name="connsiteY67" fmla="*/ 5878 h 10000"/>
                  <a:gd name="connsiteX68" fmla="*/ 2489 w 10000"/>
                  <a:gd name="connsiteY68" fmla="*/ 5920 h 10000"/>
                  <a:gd name="connsiteX69" fmla="*/ 2478 w 10000"/>
                  <a:gd name="connsiteY69" fmla="*/ 6158 h 10000"/>
                  <a:gd name="connsiteX70" fmla="*/ 2411 w 10000"/>
                  <a:gd name="connsiteY70" fmla="*/ 6241 h 10000"/>
                  <a:gd name="connsiteX71" fmla="*/ 2289 w 10000"/>
                  <a:gd name="connsiteY71" fmla="*/ 6283 h 10000"/>
                  <a:gd name="connsiteX72" fmla="*/ 2211 w 10000"/>
                  <a:gd name="connsiteY72" fmla="*/ 6216 h 10000"/>
                  <a:gd name="connsiteX73" fmla="*/ 2089 w 10000"/>
                  <a:gd name="connsiteY73" fmla="*/ 6207 h 10000"/>
                  <a:gd name="connsiteX74" fmla="*/ 1989 w 10000"/>
                  <a:gd name="connsiteY74" fmla="*/ 6342 h 10000"/>
                  <a:gd name="connsiteX75" fmla="*/ 1811 w 10000"/>
                  <a:gd name="connsiteY75" fmla="*/ 6410 h 10000"/>
                  <a:gd name="connsiteX76" fmla="*/ 1633 w 10000"/>
                  <a:gd name="connsiteY76" fmla="*/ 6410 h 10000"/>
                  <a:gd name="connsiteX77" fmla="*/ 1556 w 10000"/>
                  <a:gd name="connsiteY77" fmla="*/ 6461 h 10000"/>
                  <a:gd name="connsiteX78" fmla="*/ 1456 w 10000"/>
                  <a:gd name="connsiteY78" fmla="*/ 6453 h 10000"/>
                  <a:gd name="connsiteX79" fmla="*/ 1400 w 10000"/>
                  <a:gd name="connsiteY79" fmla="*/ 6368 h 10000"/>
                  <a:gd name="connsiteX80" fmla="*/ 1267 w 10000"/>
                  <a:gd name="connsiteY80" fmla="*/ 6377 h 10000"/>
                  <a:gd name="connsiteX81" fmla="*/ 1133 w 10000"/>
                  <a:gd name="connsiteY81" fmla="*/ 6487 h 10000"/>
                  <a:gd name="connsiteX82" fmla="*/ 1200 w 10000"/>
                  <a:gd name="connsiteY82" fmla="*/ 6570 h 10000"/>
                  <a:gd name="connsiteX83" fmla="*/ 1333 w 10000"/>
                  <a:gd name="connsiteY83" fmla="*/ 6630 h 10000"/>
                  <a:gd name="connsiteX84" fmla="*/ 1367 w 10000"/>
                  <a:gd name="connsiteY84" fmla="*/ 6781 h 10000"/>
                  <a:gd name="connsiteX85" fmla="*/ 1456 w 10000"/>
                  <a:gd name="connsiteY85" fmla="*/ 6874 h 10000"/>
                  <a:gd name="connsiteX86" fmla="*/ 1456 w 10000"/>
                  <a:gd name="connsiteY86" fmla="*/ 7061 h 10000"/>
                  <a:gd name="connsiteX87" fmla="*/ 1400 w 10000"/>
                  <a:gd name="connsiteY87" fmla="*/ 7120 h 10000"/>
                  <a:gd name="connsiteX88" fmla="*/ 1300 w 10000"/>
                  <a:gd name="connsiteY88" fmla="*/ 7110 h 10000"/>
                  <a:gd name="connsiteX89" fmla="*/ 1233 w 10000"/>
                  <a:gd name="connsiteY89" fmla="*/ 7061 h 10000"/>
                  <a:gd name="connsiteX90" fmla="*/ 1167 w 10000"/>
                  <a:gd name="connsiteY90" fmla="*/ 6892 h 10000"/>
                  <a:gd name="connsiteX91" fmla="*/ 1100 w 10000"/>
                  <a:gd name="connsiteY91" fmla="*/ 6833 h 10000"/>
                  <a:gd name="connsiteX92" fmla="*/ 911 w 10000"/>
                  <a:gd name="connsiteY92" fmla="*/ 6833 h 10000"/>
                  <a:gd name="connsiteX93" fmla="*/ 567 w 10000"/>
                  <a:gd name="connsiteY93" fmla="*/ 7077 h 10000"/>
                  <a:gd name="connsiteX94" fmla="*/ 511 w 10000"/>
                  <a:gd name="connsiteY94" fmla="*/ 7237 h 10000"/>
                  <a:gd name="connsiteX95" fmla="*/ 444 w 10000"/>
                  <a:gd name="connsiteY95" fmla="*/ 7305 h 10000"/>
                  <a:gd name="connsiteX96" fmla="*/ 444 w 10000"/>
                  <a:gd name="connsiteY96" fmla="*/ 7542 h 10000"/>
                  <a:gd name="connsiteX97" fmla="*/ 356 w 10000"/>
                  <a:gd name="connsiteY97" fmla="*/ 7610 h 10000"/>
                  <a:gd name="connsiteX98" fmla="*/ 178 w 10000"/>
                  <a:gd name="connsiteY98" fmla="*/ 7610 h 10000"/>
                  <a:gd name="connsiteX99" fmla="*/ 67 w 10000"/>
                  <a:gd name="connsiteY99" fmla="*/ 7711 h 10000"/>
                  <a:gd name="connsiteX100" fmla="*/ 44 w 10000"/>
                  <a:gd name="connsiteY100" fmla="*/ 7997 h 10000"/>
                  <a:gd name="connsiteX101" fmla="*/ 0 w 10000"/>
                  <a:gd name="connsiteY101" fmla="*/ 8024 h 10000"/>
                  <a:gd name="connsiteX102" fmla="*/ 11 w 10000"/>
                  <a:gd name="connsiteY102" fmla="*/ 8117 h 10000"/>
                  <a:gd name="connsiteX103" fmla="*/ 122 w 10000"/>
                  <a:gd name="connsiteY103" fmla="*/ 8277 h 10000"/>
                  <a:gd name="connsiteX104" fmla="*/ 233 w 10000"/>
                  <a:gd name="connsiteY104" fmla="*/ 8370 h 10000"/>
                  <a:gd name="connsiteX105" fmla="*/ 222 w 10000"/>
                  <a:gd name="connsiteY105" fmla="*/ 8505 h 10000"/>
                  <a:gd name="connsiteX106" fmla="*/ 2300 w 10000"/>
                  <a:gd name="connsiteY106" fmla="*/ 9155 h 10000"/>
                  <a:gd name="connsiteX107" fmla="*/ 2600 w 10000"/>
                  <a:gd name="connsiteY107" fmla="*/ 8969 h 10000"/>
                  <a:gd name="connsiteX108" fmla="*/ 2878 w 10000"/>
                  <a:gd name="connsiteY108" fmla="*/ 8656 h 10000"/>
                  <a:gd name="connsiteX109" fmla="*/ 3189 w 10000"/>
                  <a:gd name="connsiteY109" fmla="*/ 8893 h 10000"/>
                  <a:gd name="connsiteX110" fmla="*/ 3778 w 10000"/>
                  <a:gd name="connsiteY110" fmla="*/ 8944 h 10000"/>
                  <a:gd name="connsiteX111" fmla="*/ 4033 w 10000"/>
                  <a:gd name="connsiteY111" fmla="*/ 9307 h 10000"/>
                  <a:gd name="connsiteX112" fmla="*/ 4456 w 10000"/>
                  <a:gd name="connsiteY112" fmla="*/ 9434 h 10000"/>
                  <a:gd name="connsiteX113" fmla="*/ 4933 w 10000"/>
                  <a:gd name="connsiteY113" fmla="*/ 9940 h 10000"/>
                  <a:gd name="connsiteX114" fmla="*/ 5022 w 10000"/>
                  <a:gd name="connsiteY114" fmla="*/ 9992 h 10000"/>
                  <a:gd name="connsiteX115" fmla="*/ 5189 w 10000"/>
                  <a:gd name="connsiteY115" fmla="*/ 10000 h 10000"/>
                  <a:gd name="connsiteX116" fmla="*/ 5333 w 10000"/>
                  <a:gd name="connsiteY116" fmla="*/ 9915 h 10000"/>
                  <a:gd name="connsiteX117" fmla="*/ 5367 w 10000"/>
                  <a:gd name="connsiteY117" fmla="*/ 9628 h 10000"/>
                  <a:gd name="connsiteX118" fmla="*/ 6067 w 10000"/>
                  <a:gd name="connsiteY118" fmla="*/ 9460 h 10000"/>
                  <a:gd name="connsiteX119" fmla="*/ 6211 w 10000"/>
                  <a:gd name="connsiteY119" fmla="*/ 9493 h 10000"/>
                  <a:gd name="connsiteX120" fmla="*/ 6467 w 10000"/>
                  <a:gd name="connsiteY120" fmla="*/ 9712 h 10000"/>
                  <a:gd name="connsiteX121" fmla="*/ 6567 w 10000"/>
                  <a:gd name="connsiteY121" fmla="*/ 9704 h 10000"/>
                  <a:gd name="connsiteX122" fmla="*/ 6578 w 10000"/>
                  <a:gd name="connsiteY122" fmla="*/ 9561 h 10000"/>
                  <a:gd name="connsiteX123" fmla="*/ 6900 w 10000"/>
                  <a:gd name="connsiteY123" fmla="*/ 9416 h 10000"/>
                  <a:gd name="connsiteX124" fmla="*/ 7556 w 10000"/>
                  <a:gd name="connsiteY124" fmla="*/ 9517 h 10000"/>
                  <a:gd name="connsiteX125" fmla="*/ 7711 w 10000"/>
                  <a:gd name="connsiteY125" fmla="*/ 9392 h 10000"/>
                  <a:gd name="connsiteX126" fmla="*/ 8311 w 10000"/>
                  <a:gd name="connsiteY126" fmla="*/ 9476 h 10000"/>
                  <a:gd name="connsiteX127" fmla="*/ 8756 w 10000"/>
                  <a:gd name="connsiteY127" fmla="*/ 9426 h 10000"/>
                  <a:gd name="connsiteX128" fmla="*/ 9011 w 10000"/>
                  <a:gd name="connsiteY128" fmla="*/ 9517 h 10000"/>
                  <a:gd name="connsiteX129" fmla="*/ 9011 w 10000"/>
                  <a:gd name="connsiteY129" fmla="*/ 8757 h 10000"/>
                  <a:gd name="connsiteX130" fmla="*/ 9522 w 10000"/>
                  <a:gd name="connsiteY130" fmla="*/ 7948 h 10000"/>
                  <a:gd name="connsiteX131" fmla="*/ 10000 w 10000"/>
                  <a:gd name="connsiteY131" fmla="*/ 7593 h 10000"/>
                  <a:gd name="connsiteX132" fmla="*/ 9400 w 10000"/>
                  <a:gd name="connsiteY132" fmla="*/ 7069 h 10000"/>
                  <a:gd name="connsiteX133" fmla="*/ 9011 w 10000"/>
                  <a:gd name="connsiteY133" fmla="*/ 6605 h 10000"/>
                  <a:gd name="connsiteX134" fmla="*/ 8922 w 10000"/>
                  <a:gd name="connsiteY134" fmla="*/ 5938 h 10000"/>
                  <a:gd name="connsiteX135" fmla="*/ 9044 w 10000"/>
                  <a:gd name="connsiteY135" fmla="*/ 5270 h 10000"/>
                  <a:gd name="connsiteX136" fmla="*/ 9744 w 10000"/>
                  <a:gd name="connsiteY136" fmla="*/ 5034 h 10000"/>
                  <a:gd name="connsiteX137" fmla="*/ 9344 w 10000"/>
                  <a:gd name="connsiteY137" fmla="*/ 4949 h 10000"/>
                  <a:gd name="connsiteX138" fmla="*/ 9011 w 10000"/>
                  <a:gd name="connsiteY138" fmla="*/ 4434 h 10000"/>
                  <a:gd name="connsiteX139" fmla="*/ 9444 w 10000"/>
                  <a:gd name="connsiteY139" fmla="*/ 4096 h 10000"/>
                  <a:gd name="connsiteX140" fmla="*/ 9156 w 10000"/>
                  <a:gd name="connsiteY140" fmla="*/ 3750 h 10000"/>
                  <a:gd name="connsiteX141" fmla="*/ 8667 w 10000"/>
                  <a:gd name="connsiteY141" fmla="*/ 4029 h 10000"/>
                  <a:gd name="connsiteX142" fmla="*/ 7489 w 10000"/>
                  <a:gd name="connsiteY142" fmla="*/ 3716 h 10000"/>
                  <a:gd name="connsiteX143" fmla="*/ 6856 w 10000"/>
                  <a:gd name="connsiteY143" fmla="*/ 3336 h 10000"/>
                  <a:gd name="connsiteX144" fmla="*/ 6811 w 10000"/>
                  <a:gd name="connsiteY144" fmla="*/ 2854 h 10000"/>
                  <a:gd name="connsiteX145" fmla="*/ 6711 w 10000"/>
                  <a:gd name="connsiteY145" fmla="*/ 2559 h 10000"/>
                  <a:gd name="connsiteX146" fmla="*/ 6378 w 10000"/>
                  <a:gd name="connsiteY146" fmla="*/ 2390 h 10000"/>
                  <a:gd name="connsiteX147" fmla="*/ 5933 w 10000"/>
                  <a:gd name="connsiteY147" fmla="*/ 2306 h 10000"/>
                  <a:gd name="connsiteX148" fmla="*/ 5556 w 10000"/>
                  <a:gd name="connsiteY148" fmla="*/ 1883 h 10000"/>
                  <a:gd name="connsiteX149" fmla="*/ 5378 w 10000"/>
                  <a:gd name="connsiteY149" fmla="*/ 1300 h 10000"/>
                  <a:gd name="connsiteX150" fmla="*/ 5133 w 10000"/>
                  <a:gd name="connsiteY150" fmla="*/ 937 h 10000"/>
                  <a:gd name="connsiteX151" fmla="*/ 4711 w 10000"/>
                  <a:gd name="connsiteY151" fmla="*/ 557 h 10000"/>
                  <a:gd name="connsiteX152" fmla="*/ 4100 w 10000"/>
                  <a:gd name="connsiteY152" fmla="*/ 346 h 10000"/>
                  <a:gd name="connsiteX153" fmla="*/ 3900 w 10000"/>
                  <a:gd name="connsiteY153" fmla="*/ 228 h 10000"/>
                  <a:gd name="connsiteX154" fmla="*/ 3711 w 10000"/>
                  <a:gd name="connsiteY154" fmla="*/ 0 h 10000"/>
                  <a:gd name="connsiteX155" fmla="*/ 3211 w 10000"/>
                  <a:gd name="connsiteY155" fmla="*/ 143 h 10000"/>
                  <a:gd name="connsiteX156" fmla="*/ 2711 w 10000"/>
                  <a:gd name="connsiteY156" fmla="*/ 160 h 10000"/>
                  <a:gd name="connsiteX157" fmla="*/ 2044 w 10000"/>
                  <a:gd name="connsiteY157" fmla="*/ 490 h 10000"/>
                  <a:gd name="connsiteX158" fmla="*/ 1456 w 10000"/>
                  <a:gd name="connsiteY158" fmla="*/ 507 h 10000"/>
                  <a:gd name="connsiteX159" fmla="*/ 1167 w 10000"/>
                  <a:gd name="connsiteY159" fmla="*/ 675 h 10000"/>
                  <a:gd name="connsiteX160" fmla="*/ 600 w 10000"/>
                  <a:gd name="connsiteY160" fmla="*/ 719 h 10000"/>
                  <a:gd name="connsiteX0" fmla="*/ 600 w 10000"/>
                  <a:gd name="connsiteY0" fmla="*/ 719 h 10000"/>
                  <a:gd name="connsiteX1" fmla="*/ 911 w 10000"/>
                  <a:gd name="connsiteY1" fmla="*/ 937 h 10000"/>
                  <a:gd name="connsiteX2" fmla="*/ 933 w 10000"/>
                  <a:gd name="connsiteY2" fmla="*/ 1056 h 10000"/>
                  <a:gd name="connsiteX3" fmla="*/ 878 w 10000"/>
                  <a:gd name="connsiteY3" fmla="*/ 1123 h 10000"/>
                  <a:gd name="connsiteX4" fmla="*/ 978 w 10000"/>
                  <a:gd name="connsiteY4" fmla="*/ 1191 h 10000"/>
                  <a:gd name="connsiteX5" fmla="*/ 1000 w 10000"/>
                  <a:gd name="connsiteY5" fmla="*/ 1300 h 10000"/>
                  <a:gd name="connsiteX6" fmla="*/ 867 w 10000"/>
                  <a:gd name="connsiteY6" fmla="*/ 1427 h 10000"/>
                  <a:gd name="connsiteX7" fmla="*/ 889 w 10000"/>
                  <a:gd name="connsiteY7" fmla="*/ 1504 h 10000"/>
                  <a:gd name="connsiteX8" fmla="*/ 1022 w 10000"/>
                  <a:gd name="connsiteY8" fmla="*/ 1554 h 10000"/>
                  <a:gd name="connsiteX9" fmla="*/ 1111 w 10000"/>
                  <a:gd name="connsiteY9" fmla="*/ 1487 h 10000"/>
                  <a:gd name="connsiteX10" fmla="*/ 1200 w 10000"/>
                  <a:gd name="connsiteY10" fmla="*/ 1487 h 10000"/>
                  <a:gd name="connsiteX11" fmla="*/ 1322 w 10000"/>
                  <a:gd name="connsiteY11" fmla="*/ 1562 h 10000"/>
                  <a:gd name="connsiteX12" fmla="*/ 1322 w 10000"/>
                  <a:gd name="connsiteY12" fmla="*/ 1613 h 10000"/>
                  <a:gd name="connsiteX13" fmla="*/ 1244 w 10000"/>
                  <a:gd name="connsiteY13" fmla="*/ 1663 h 10000"/>
                  <a:gd name="connsiteX14" fmla="*/ 1156 w 10000"/>
                  <a:gd name="connsiteY14" fmla="*/ 1663 h 10000"/>
                  <a:gd name="connsiteX15" fmla="*/ 1122 w 10000"/>
                  <a:gd name="connsiteY15" fmla="*/ 1740 h 10000"/>
                  <a:gd name="connsiteX16" fmla="*/ 1178 w 10000"/>
                  <a:gd name="connsiteY16" fmla="*/ 1800 h 10000"/>
                  <a:gd name="connsiteX17" fmla="*/ 1144 w 10000"/>
                  <a:gd name="connsiteY17" fmla="*/ 1883 h 10000"/>
                  <a:gd name="connsiteX18" fmla="*/ 1122 w 10000"/>
                  <a:gd name="connsiteY18" fmla="*/ 1943 h 10000"/>
                  <a:gd name="connsiteX19" fmla="*/ 1178 w 10000"/>
                  <a:gd name="connsiteY19" fmla="*/ 2002 h 10000"/>
                  <a:gd name="connsiteX20" fmla="*/ 1344 w 10000"/>
                  <a:gd name="connsiteY20" fmla="*/ 2002 h 10000"/>
                  <a:gd name="connsiteX21" fmla="*/ 1411 w 10000"/>
                  <a:gd name="connsiteY21" fmla="*/ 2069 h 10000"/>
                  <a:gd name="connsiteX22" fmla="*/ 1533 w 10000"/>
                  <a:gd name="connsiteY22" fmla="*/ 2137 h 10000"/>
                  <a:gd name="connsiteX23" fmla="*/ 1733 w 10000"/>
                  <a:gd name="connsiteY23" fmla="*/ 2128 h 10000"/>
                  <a:gd name="connsiteX24" fmla="*/ 1878 w 10000"/>
                  <a:gd name="connsiteY24" fmla="*/ 2204 h 10000"/>
                  <a:gd name="connsiteX25" fmla="*/ 2056 w 10000"/>
                  <a:gd name="connsiteY25" fmla="*/ 2187 h 10000"/>
                  <a:gd name="connsiteX26" fmla="*/ 2144 w 10000"/>
                  <a:gd name="connsiteY26" fmla="*/ 2221 h 10000"/>
                  <a:gd name="connsiteX27" fmla="*/ 2167 w 10000"/>
                  <a:gd name="connsiteY27" fmla="*/ 2280 h 10000"/>
                  <a:gd name="connsiteX28" fmla="*/ 2011 w 10000"/>
                  <a:gd name="connsiteY28" fmla="*/ 2356 h 10000"/>
                  <a:gd name="connsiteX29" fmla="*/ 1844 w 10000"/>
                  <a:gd name="connsiteY29" fmla="*/ 2322 h 10000"/>
                  <a:gd name="connsiteX30" fmla="*/ 1700 w 10000"/>
                  <a:gd name="connsiteY30" fmla="*/ 2298 h 10000"/>
                  <a:gd name="connsiteX31" fmla="*/ 1600 w 10000"/>
                  <a:gd name="connsiteY31" fmla="*/ 2314 h 10000"/>
                  <a:gd name="connsiteX32" fmla="*/ 1567 w 10000"/>
                  <a:gd name="connsiteY32" fmla="*/ 2458 h 10000"/>
                  <a:gd name="connsiteX33" fmla="*/ 1456 w 10000"/>
                  <a:gd name="connsiteY33" fmla="*/ 2559 h 10000"/>
                  <a:gd name="connsiteX34" fmla="*/ 1522 w 10000"/>
                  <a:gd name="connsiteY34" fmla="*/ 2846 h 10000"/>
                  <a:gd name="connsiteX35" fmla="*/ 1600 w 10000"/>
                  <a:gd name="connsiteY35" fmla="*/ 2897 h 10000"/>
                  <a:gd name="connsiteX36" fmla="*/ 1556 w 10000"/>
                  <a:gd name="connsiteY36" fmla="*/ 3040 h 10000"/>
                  <a:gd name="connsiteX37" fmla="*/ 2056 w 10000"/>
                  <a:gd name="connsiteY37" fmla="*/ 3074 h 10000"/>
                  <a:gd name="connsiteX38" fmla="*/ 2144 w 10000"/>
                  <a:gd name="connsiteY38" fmla="*/ 3167 h 10000"/>
                  <a:gd name="connsiteX39" fmla="*/ 2078 w 10000"/>
                  <a:gd name="connsiteY39" fmla="*/ 3268 h 10000"/>
                  <a:gd name="connsiteX40" fmla="*/ 2078 w 10000"/>
                  <a:gd name="connsiteY40" fmla="*/ 3411 h 10000"/>
                  <a:gd name="connsiteX41" fmla="*/ 1867 w 10000"/>
                  <a:gd name="connsiteY41" fmla="*/ 3639 h 10000"/>
                  <a:gd name="connsiteX42" fmla="*/ 1678 w 10000"/>
                  <a:gd name="connsiteY42" fmla="*/ 3979 h 10000"/>
                  <a:gd name="connsiteX43" fmla="*/ 1589 w 10000"/>
                  <a:gd name="connsiteY43" fmla="*/ 4020 h 10000"/>
                  <a:gd name="connsiteX44" fmla="*/ 1589 w 10000"/>
                  <a:gd name="connsiteY44" fmla="*/ 4114 h 10000"/>
                  <a:gd name="connsiteX45" fmla="*/ 1644 w 10000"/>
                  <a:gd name="connsiteY45" fmla="*/ 4171 h 10000"/>
                  <a:gd name="connsiteX46" fmla="*/ 1511 w 10000"/>
                  <a:gd name="connsiteY46" fmla="*/ 4342 h 10000"/>
                  <a:gd name="connsiteX47" fmla="*/ 1600 w 10000"/>
                  <a:gd name="connsiteY47" fmla="*/ 4544 h 10000"/>
                  <a:gd name="connsiteX48" fmla="*/ 1744 w 10000"/>
                  <a:gd name="connsiteY48" fmla="*/ 4569 h 10000"/>
                  <a:gd name="connsiteX49" fmla="*/ 1844 w 10000"/>
                  <a:gd name="connsiteY49" fmla="*/ 4638 h 10000"/>
                  <a:gd name="connsiteX50" fmla="*/ 2000 w 10000"/>
                  <a:gd name="connsiteY50" fmla="*/ 4594 h 10000"/>
                  <a:gd name="connsiteX51" fmla="*/ 2067 w 10000"/>
                  <a:gd name="connsiteY51" fmla="*/ 4695 h 10000"/>
                  <a:gd name="connsiteX52" fmla="*/ 2100 w 10000"/>
                  <a:gd name="connsiteY52" fmla="*/ 4806 h 10000"/>
                  <a:gd name="connsiteX53" fmla="*/ 2278 w 10000"/>
                  <a:gd name="connsiteY53" fmla="*/ 4932 h 10000"/>
                  <a:gd name="connsiteX54" fmla="*/ 2378 w 10000"/>
                  <a:gd name="connsiteY54" fmla="*/ 4915 h 10000"/>
                  <a:gd name="connsiteX55" fmla="*/ 2422 w 10000"/>
                  <a:gd name="connsiteY55" fmla="*/ 4949 h 10000"/>
                  <a:gd name="connsiteX56" fmla="*/ 2411 w 10000"/>
                  <a:gd name="connsiteY56" fmla="*/ 5034 h 10000"/>
                  <a:gd name="connsiteX57" fmla="*/ 2589 w 10000"/>
                  <a:gd name="connsiteY57" fmla="*/ 5110 h 10000"/>
                  <a:gd name="connsiteX58" fmla="*/ 2700 w 10000"/>
                  <a:gd name="connsiteY58" fmla="*/ 5126 h 10000"/>
                  <a:gd name="connsiteX59" fmla="*/ 2722 w 10000"/>
                  <a:gd name="connsiteY59" fmla="*/ 5237 h 10000"/>
                  <a:gd name="connsiteX60" fmla="*/ 2533 w 10000"/>
                  <a:gd name="connsiteY60" fmla="*/ 5362 h 10000"/>
                  <a:gd name="connsiteX61" fmla="*/ 2211 w 10000"/>
                  <a:gd name="connsiteY61" fmla="*/ 5379 h 10000"/>
                  <a:gd name="connsiteX62" fmla="*/ 2000 w 10000"/>
                  <a:gd name="connsiteY62" fmla="*/ 5278 h 10000"/>
                  <a:gd name="connsiteX63" fmla="*/ 1889 w 10000"/>
                  <a:gd name="connsiteY63" fmla="*/ 5278 h 10000"/>
                  <a:gd name="connsiteX64" fmla="*/ 1844 w 10000"/>
                  <a:gd name="connsiteY64" fmla="*/ 5321 h 10000"/>
                  <a:gd name="connsiteX65" fmla="*/ 1889 w 10000"/>
                  <a:gd name="connsiteY65" fmla="*/ 5398 h 10000"/>
                  <a:gd name="connsiteX66" fmla="*/ 2144 w 10000"/>
                  <a:gd name="connsiteY66" fmla="*/ 5599 h 10000"/>
                  <a:gd name="connsiteX67" fmla="*/ 2411 w 10000"/>
                  <a:gd name="connsiteY67" fmla="*/ 5878 h 10000"/>
                  <a:gd name="connsiteX68" fmla="*/ 2489 w 10000"/>
                  <a:gd name="connsiteY68" fmla="*/ 5920 h 10000"/>
                  <a:gd name="connsiteX69" fmla="*/ 2478 w 10000"/>
                  <a:gd name="connsiteY69" fmla="*/ 6158 h 10000"/>
                  <a:gd name="connsiteX70" fmla="*/ 2411 w 10000"/>
                  <a:gd name="connsiteY70" fmla="*/ 6241 h 10000"/>
                  <a:gd name="connsiteX71" fmla="*/ 2289 w 10000"/>
                  <a:gd name="connsiteY71" fmla="*/ 6283 h 10000"/>
                  <a:gd name="connsiteX72" fmla="*/ 2211 w 10000"/>
                  <a:gd name="connsiteY72" fmla="*/ 6216 h 10000"/>
                  <a:gd name="connsiteX73" fmla="*/ 2089 w 10000"/>
                  <a:gd name="connsiteY73" fmla="*/ 6207 h 10000"/>
                  <a:gd name="connsiteX74" fmla="*/ 1989 w 10000"/>
                  <a:gd name="connsiteY74" fmla="*/ 6342 h 10000"/>
                  <a:gd name="connsiteX75" fmla="*/ 1811 w 10000"/>
                  <a:gd name="connsiteY75" fmla="*/ 6410 h 10000"/>
                  <a:gd name="connsiteX76" fmla="*/ 1633 w 10000"/>
                  <a:gd name="connsiteY76" fmla="*/ 6410 h 10000"/>
                  <a:gd name="connsiteX77" fmla="*/ 1556 w 10000"/>
                  <a:gd name="connsiteY77" fmla="*/ 6461 h 10000"/>
                  <a:gd name="connsiteX78" fmla="*/ 1456 w 10000"/>
                  <a:gd name="connsiteY78" fmla="*/ 6453 h 10000"/>
                  <a:gd name="connsiteX79" fmla="*/ 1400 w 10000"/>
                  <a:gd name="connsiteY79" fmla="*/ 6368 h 10000"/>
                  <a:gd name="connsiteX80" fmla="*/ 1267 w 10000"/>
                  <a:gd name="connsiteY80" fmla="*/ 6377 h 10000"/>
                  <a:gd name="connsiteX81" fmla="*/ 1133 w 10000"/>
                  <a:gd name="connsiteY81" fmla="*/ 6487 h 10000"/>
                  <a:gd name="connsiteX82" fmla="*/ 1200 w 10000"/>
                  <a:gd name="connsiteY82" fmla="*/ 6570 h 10000"/>
                  <a:gd name="connsiteX83" fmla="*/ 1333 w 10000"/>
                  <a:gd name="connsiteY83" fmla="*/ 6630 h 10000"/>
                  <a:gd name="connsiteX84" fmla="*/ 1367 w 10000"/>
                  <a:gd name="connsiteY84" fmla="*/ 6781 h 10000"/>
                  <a:gd name="connsiteX85" fmla="*/ 1456 w 10000"/>
                  <a:gd name="connsiteY85" fmla="*/ 6874 h 10000"/>
                  <a:gd name="connsiteX86" fmla="*/ 1456 w 10000"/>
                  <a:gd name="connsiteY86" fmla="*/ 7061 h 10000"/>
                  <a:gd name="connsiteX87" fmla="*/ 1400 w 10000"/>
                  <a:gd name="connsiteY87" fmla="*/ 7120 h 10000"/>
                  <a:gd name="connsiteX88" fmla="*/ 1300 w 10000"/>
                  <a:gd name="connsiteY88" fmla="*/ 7110 h 10000"/>
                  <a:gd name="connsiteX89" fmla="*/ 1233 w 10000"/>
                  <a:gd name="connsiteY89" fmla="*/ 7061 h 10000"/>
                  <a:gd name="connsiteX90" fmla="*/ 1167 w 10000"/>
                  <a:gd name="connsiteY90" fmla="*/ 6892 h 10000"/>
                  <a:gd name="connsiteX91" fmla="*/ 1100 w 10000"/>
                  <a:gd name="connsiteY91" fmla="*/ 6833 h 10000"/>
                  <a:gd name="connsiteX92" fmla="*/ 911 w 10000"/>
                  <a:gd name="connsiteY92" fmla="*/ 6833 h 10000"/>
                  <a:gd name="connsiteX93" fmla="*/ 567 w 10000"/>
                  <a:gd name="connsiteY93" fmla="*/ 7077 h 10000"/>
                  <a:gd name="connsiteX94" fmla="*/ 511 w 10000"/>
                  <a:gd name="connsiteY94" fmla="*/ 7237 h 10000"/>
                  <a:gd name="connsiteX95" fmla="*/ 444 w 10000"/>
                  <a:gd name="connsiteY95" fmla="*/ 7305 h 10000"/>
                  <a:gd name="connsiteX96" fmla="*/ 444 w 10000"/>
                  <a:gd name="connsiteY96" fmla="*/ 7542 h 10000"/>
                  <a:gd name="connsiteX97" fmla="*/ 356 w 10000"/>
                  <a:gd name="connsiteY97" fmla="*/ 7610 h 10000"/>
                  <a:gd name="connsiteX98" fmla="*/ 178 w 10000"/>
                  <a:gd name="connsiteY98" fmla="*/ 7610 h 10000"/>
                  <a:gd name="connsiteX99" fmla="*/ 67 w 10000"/>
                  <a:gd name="connsiteY99" fmla="*/ 7711 h 10000"/>
                  <a:gd name="connsiteX100" fmla="*/ 44 w 10000"/>
                  <a:gd name="connsiteY100" fmla="*/ 7997 h 10000"/>
                  <a:gd name="connsiteX101" fmla="*/ 0 w 10000"/>
                  <a:gd name="connsiteY101" fmla="*/ 8024 h 10000"/>
                  <a:gd name="connsiteX102" fmla="*/ 11 w 10000"/>
                  <a:gd name="connsiteY102" fmla="*/ 8117 h 10000"/>
                  <a:gd name="connsiteX103" fmla="*/ 122 w 10000"/>
                  <a:gd name="connsiteY103" fmla="*/ 8277 h 10000"/>
                  <a:gd name="connsiteX104" fmla="*/ 233 w 10000"/>
                  <a:gd name="connsiteY104" fmla="*/ 8370 h 10000"/>
                  <a:gd name="connsiteX105" fmla="*/ 2300 w 10000"/>
                  <a:gd name="connsiteY105" fmla="*/ 9155 h 10000"/>
                  <a:gd name="connsiteX106" fmla="*/ 2600 w 10000"/>
                  <a:gd name="connsiteY106" fmla="*/ 8969 h 10000"/>
                  <a:gd name="connsiteX107" fmla="*/ 2878 w 10000"/>
                  <a:gd name="connsiteY107" fmla="*/ 8656 h 10000"/>
                  <a:gd name="connsiteX108" fmla="*/ 3189 w 10000"/>
                  <a:gd name="connsiteY108" fmla="*/ 8893 h 10000"/>
                  <a:gd name="connsiteX109" fmla="*/ 3778 w 10000"/>
                  <a:gd name="connsiteY109" fmla="*/ 8944 h 10000"/>
                  <a:gd name="connsiteX110" fmla="*/ 4033 w 10000"/>
                  <a:gd name="connsiteY110" fmla="*/ 9307 h 10000"/>
                  <a:gd name="connsiteX111" fmla="*/ 4456 w 10000"/>
                  <a:gd name="connsiteY111" fmla="*/ 9434 h 10000"/>
                  <a:gd name="connsiteX112" fmla="*/ 4933 w 10000"/>
                  <a:gd name="connsiteY112" fmla="*/ 9940 h 10000"/>
                  <a:gd name="connsiteX113" fmla="*/ 5022 w 10000"/>
                  <a:gd name="connsiteY113" fmla="*/ 9992 h 10000"/>
                  <a:gd name="connsiteX114" fmla="*/ 5189 w 10000"/>
                  <a:gd name="connsiteY114" fmla="*/ 10000 h 10000"/>
                  <a:gd name="connsiteX115" fmla="*/ 5333 w 10000"/>
                  <a:gd name="connsiteY115" fmla="*/ 9915 h 10000"/>
                  <a:gd name="connsiteX116" fmla="*/ 5367 w 10000"/>
                  <a:gd name="connsiteY116" fmla="*/ 9628 h 10000"/>
                  <a:gd name="connsiteX117" fmla="*/ 6067 w 10000"/>
                  <a:gd name="connsiteY117" fmla="*/ 9460 h 10000"/>
                  <a:gd name="connsiteX118" fmla="*/ 6211 w 10000"/>
                  <a:gd name="connsiteY118" fmla="*/ 9493 h 10000"/>
                  <a:gd name="connsiteX119" fmla="*/ 6467 w 10000"/>
                  <a:gd name="connsiteY119" fmla="*/ 9712 h 10000"/>
                  <a:gd name="connsiteX120" fmla="*/ 6567 w 10000"/>
                  <a:gd name="connsiteY120" fmla="*/ 9704 h 10000"/>
                  <a:gd name="connsiteX121" fmla="*/ 6578 w 10000"/>
                  <a:gd name="connsiteY121" fmla="*/ 9561 h 10000"/>
                  <a:gd name="connsiteX122" fmla="*/ 6900 w 10000"/>
                  <a:gd name="connsiteY122" fmla="*/ 9416 h 10000"/>
                  <a:gd name="connsiteX123" fmla="*/ 7556 w 10000"/>
                  <a:gd name="connsiteY123" fmla="*/ 9517 h 10000"/>
                  <a:gd name="connsiteX124" fmla="*/ 7711 w 10000"/>
                  <a:gd name="connsiteY124" fmla="*/ 9392 h 10000"/>
                  <a:gd name="connsiteX125" fmla="*/ 8311 w 10000"/>
                  <a:gd name="connsiteY125" fmla="*/ 9476 h 10000"/>
                  <a:gd name="connsiteX126" fmla="*/ 8756 w 10000"/>
                  <a:gd name="connsiteY126" fmla="*/ 9426 h 10000"/>
                  <a:gd name="connsiteX127" fmla="*/ 9011 w 10000"/>
                  <a:gd name="connsiteY127" fmla="*/ 9517 h 10000"/>
                  <a:gd name="connsiteX128" fmla="*/ 9011 w 10000"/>
                  <a:gd name="connsiteY128" fmla="*/ 8757 h 10000"/>
                  <a:gd name="connsiteX129" fmla="*/ 9522 w 10000"/>
                  <a:gd name="connsiteY129" fmla="*/ 7948 h 10000"/>
                  <a:gd name="connsiteX130" fmla="*/ 10000 w 10000"/>
                  <a:gd name="connsiteY130" fmla="*/ 7593 h 10000"/>
                  <a:gd name="connsiteX131" fmla="*/ 9400 w 10000"/>
                  <a:gd name="connsiteY131" fmla="*/ 7069 h 10000"/>
                  <a:gd name="connsiteX132" fmla="*/ 9011 w 10000"/>
                  <a:gd name="connsiteY132" fmla="*/ 6605 h 10000"/>
                  <a:gd name="connsiteX133" fmla="*/ 8922 w 10000"/>
                  <a:gd name="connsiteY133" fmla="*/ 5938 h 10000"/>
                  <a:gd name="connsiteX134" fmla="*/ 9044 w 10000"/>
                  <a:gd name="connsiteY134" fmla="*/ 5270 h 10000"/>
                  <a:gd name="connsiteX135" fmla="*/ 9744 w 10000"/>
                  <a:gd name="connsiteY135" fmla="*/ 5034 h 10000"/>
                  <a:gd name="connsiteX136" fmla="*/ 9344 w 10000"/>
                  <a:gd name="connsiteY136" fmla="*/ 4949 h 10000"/>
                  <a:gd name="connsiteX137" fmla="*/ 9011 w 10000"/>
                  <a:gd name="connsiteY137" fmla="*/ 4434 h 10000"/>
                  <a:gd name="connsiteX138" fmla="*/ 9444 w 10000"/>
                  <a:gd name="connsiteY138" fmla="*/ 4096 h 10000"/>
                  <a:gd name="connsiteX139" fmla="*/ 9156 w 10000"/>
                  <a:gd name="connsiteY139" fmla="*/ 3750 h 10000"/>
                  <a:gd name="connsiteX140" fmla="*/ 8667 w 10000"/>
                  <a:gd name="connsiteY140" fmla="*/ 4029 h 10000"/>
                  <a:gd name="connsiteX141" fmla="*/ 7489 w 10000"/>
                  <a:gd name="connsiteY141" fmla="*/ 3716 h 10000"/>
                  <a:gd name="connsiteX142" fmla="*/ 6856 w 10000"/>
                  <a:gd name="connsiteY142" fmla="*/ 3336 h 10000"/>
                  <a:gd name="connsiteX143" fmla="*/ 6811 w 10000"/>
                  <a:gd name="connsiteY143" fmla="*/ 2854 h 10000"/>
                  <a:gd name="connsiteX144" fmla="*/ 6711 w 10000"/>
                  <a:gd name="connsiteY144" fmla="*/ 2559 h 10000"/>
                  <a:gd name="connsiteX145" fmla="*/ 6378 w 10000"/>
                  <a:gd name="connsiteY145" fmla="*/ 2390 h 10000"/>
                  <a:gd name="connsiteX146" fmla="*/ 5933 w 10000"/>
                  <a:gd name="connsiteY146" fmla="*/ 2306 h 10000"/>
                  <a:gd name="connsiteX147" fmla="*/ 5556 w 10000"/>
                  <a:gd name="connsiteY147" fmla="*/ 1883 h 10000"/>
                  <a:gd name="connsiteX148" fmla="*/ 5378 w 10000"/>
                  <a:gd name="connsiteY148" fmla="*/ 1300 h 10000"/>
                  <a:gd name="connsiteX149" fmla="*/ 5133 w 10000"/>
                  <a:gd name="connsiteY149" fmla="*/ 937 h 10000"/>
                  <a:gd name="connsiteX150" fmla="*/ 4711 w 10000"/>
                  <a:gd name="connsiteY150" fmla="*/ 557 h 10000"/>
                  <a:gd name="connsiteX151" fmla="*/ 4100 w 10000"/>
                  <a:gd name="connsiteY151" fmla="*/ 346 h 10000"/>
                  <a:gd name="connsiteX152" fmla="*/ 3900 w 10000"/>
                  <a:gd name="connsiteY152" fmla="*/ 228 h 10000"/>
                  <a:gd name="connsiteX153" fmla="*/ 3711 w 10000"/>
                  <a:gd name="connsiteY153" fmla="*/ 0 h 10000"/>
                  <a:gd name="connsiteX154" fmla="*/ 3211 w 10000"/>
                  <a:gd name="connsiteY154" fmla="*/ 143 h 10000"/>
                  <a:gd name="connsiteX155" fmla="*/ 2711 w 10000"/>
                  <a:gd name="connsiteY155" fmla="*/ 160 h 10000"/>
                  <a:gd name="connsiteX156" fmla="*/ 2044 w 10000"/>
                  <a:gd name="connsiteY156" fmla="*/ 490 h 10000"/>
                  <a:gd name="connsiteX157" fmla="*/ 1456 w 10000"/>
                  <a:gd name="connsiteY157" fmla="*/ 507 h 10000"/>
                  <a:gd name="connsiteX158" fmla="*/ 1167 w 10000"/>
                  <a:gd name="connsiteY158" fmla="*/ 675 h 10000"/>
                  <a:gd name="connsiteX159" fmla="*/ 600 w 10000"/>
                  <a:gd name="connsiteY159" fmla="*/ 719 h 10000"/>
                  <a:gd name="connsiteX0" fmla="*/ 600 w 10000"/>
                  <a:gd name="connsiteY0" fmla="*/ 719 h 10000"/>
                  <a:gd name="connsiteX1" fmla="*/ 911 w 10000"/>
                  <a:gd name="connsiteY1" fmla="*/ 937 h 10000"/>
                  <a:gd name="connsiteX2" fmla="*/ 933 w 10000"/>
                  <a:gd name="connsiteY2" fmla="*/ 1056 h 10000"/>
                  <a:gd name="connsiteX3" fmla="*/ 878 w 10000"/>
                  <a:gd name="connsiteY3" fmla="*/ 1123 h 10000"/>
                  <a:gd name="connsiteX4" fmla="*/ 978 w 10000"/>
                  <a:gd name="connsiteY4" fmla="*/ 1191 h 10000"/>
                  <a:gd name="connsiteX5" fmla="*/ 1000 w 10000"/>
                  <a:gd name="connsiteY5" fmla="*/ 1300 h 10000"/>
                  <a:gd name="connsiteX6" fmla="*/ 867 w 10000"/>
                  <a:gd name="connsiteY6" fmla="*/ 1427 h 10000"/>
                  <a:gd name="connsiteX7" fmla="*/ 889 w 10000"/>
                  <a:gd name="connsiteY7" fmla="*/ 1504 h 10000"/>
                  <a:gd name="connsiteX8" fmla="*/ 1022 w 10000"/>
                  <a:gd name="connsiteY8" fmla="*/ 1554 h 10000"/>
                  <a:gd name="connsiteX9" fmla="*/ 1111 w 10000"/>
                  <a:gd name="connsiteY9" fmla="*/ 1487 h 10000"/>
                  <a:gd name="connsiteX10" fmla="*/ 1200 w 10000"/>
                  <a:gd name="connsiteY10" fmla="*/ 1487 h 10000"/>
                  <a:gd name="connsiteX11" fmla="*/ 1322 w 10000"/>
                  <a:gd name="connsiteY11" fmla="*/ 1562 h 10000"/>
                  <a:gd name="connsiteX12" fmla="*/ 1322 w 10000"/>
                  <a:gd name="connsiteY12" fmla="*/ 1613 h 10000"/>
                  <a:gd name="connsiteX13" fmla="*/ 1244 w 10000"/>
                  <a:gd name="connsiteY13" fmla="*/ 1663 h 10000"/>
                  <a:gd name="connsiteX14" fmla="*/ 1156 w 10000"/>
                  <a:gd name="connsiteY14" fmla="*/ 1663 h 10000"/>
                  <a:gd name="connsiteX15" fmla="*/ 1122 w 10000"/>
                  <a:gd name="connsiteY15" fmla="*/ 1740 h 10000"/>
                  <a:gd name="connsiteX16" fmla="*/ 1178 w 10000"/>
                  <a:gd name="connsiteY16" fmla="*/ 1800 h 10000"/>
                  <a:gd name="connsiteX17" fmla="*/ 1144 w 10000"/>
                  <a:gd name="connsiteY17" fmla="*/ 1883 h 10000"/>
                  <a:gd name="connsiteX18" fmla="*/ 1122 w 10000"/>
                  <a:gd name="connsiteY18" fmla="*/ 1943 h 10000"/>
                  <a:gd name="connsiteX19" fmla="*/ 1178 w 10000"/>
                  <a:gd name="connsiteY19" fmla="*/ 2002 h 10000"/>
                  <a:gd name="connsiteX20" fmla="*/ 1344 w 10000"/>
                  <a:gd name="connsiteY20" fmla="*/ 2002 h 10000"/>
                  <a:gd name="connsiteX21" fmla="*/ 1411 w 10000"/>
                  <a:gd name="connsiteY21" fmla="*/ 2069 h 10000"/>
                  <a:gd name="connsiteX22" fmla="*/ 1533 w 10000"/>
                  <a:gd name="connsiteY22" fmla="*/ 2137 h 10000"/>
                  <a:gd name="connsiteX23" fmla="*/ 1733 w 10000"/>
                  <a:gd name="connsiteY23" fmla="*/ 2128 h 10000"/>
                  <a:gd name="connsiteX24" fmla="*/ 1878 w 10000"/>
                  <a:gd name="connsiteY24" fmla="*/ 2204 h 10000"/>
                  <a:gd name="connsiteX25" fmla="*/ 2056 w 10000"/>
                  <a:gd name="connsiteY25" fmla="*/ 2187 h 10000"/>
                  <a:gd name="connsiteX26" fmla="*/ 2144 w 10000"/>
                  <a:gd name="connsiteY26" fmla="*/ 2221 h 10000"/>
                  <a:gd name="connsiteX27" fmla="*/ 2167 w 10000"/>
                  <a:gd name="connsiteY27" fmla="*/ 2280 h 10000"/>
                  <a:gd name="connsiteX28" fmla="*/ 2011 w 10000"/>
                  <a:gd name="connsiteY28" fmla="*/ 2356 h 10000"/>
                  <a:gd name="connsiteX29" fmla="*/ 1844 w 10000"/>
                  <a:gd name="connsiteY29" fmla="*/ 2322 h 10000"/>
                  <a:gd name="connsiteX30" fmla="*/ 1700 w 10000"/>
                  <a:gd name="connsiteY30" fmla="*/ 2298 h 10000"/>
                  <a:gd name="connsiteX31" fmla="*/ 1600 w 10000"/>
                  <a:gd name="connsiteY31" fmla="*/ 2314 h 10000"/>
                  <a:gd name="connsiteX32" fmla="*/ 1567 w 10000"/>
                  <a:gd name="connsiteY32" fmla="*/ 2458 h 10000"/>
                  <a:gd name="connsiteX33" fmla="*/ 1456 w 10000"/>
                  <a:gd name="connsiteY33" fmla="*/ 2559 h 10000"/>
                  <a:gd name="connsiteX34" fmla="*/ 1522 w 10000"/>
                  <a:gd name="connsiteY34" fmla="*/ 2846 h 10000"/>
                  <a:gd name="connsiteX35" fmla="*/ 1600 w 10000"/>
                  <a:gd name="connsiteY35" fmla="*/ 2897 h 10000"/>
                  <a:gd name="connsiteX36" fmla="*/ 1556 w 10000"/>
                  <a:gd name="connsiteY36" fmla="*/ 3040 h 10000"/>
                  <a:gd name="connsiteX37" fmla="*/ 2056 w 10000"/>
                  <a:gd name="connsiteY37" fmla="*/ 3074 h 10000"/>
                  <a:gd name="connsiteX38" fmla="*/ 2144 w 10000"/>
                  <a:gd name="connsiteY38" fmla="*/ 3167 h 10000"/>
                  <a:gd name="connsiteX39" fmla="*/ 2078 w 10000"/>
                  <a:gd name="connsiteY39" fmla="*/ 3268 h 10000"/>
                  <a:gd name="connsiteX40" fmla="*/ 2078 w 10000"/>
                  <a:gd name="connsiteY40" fmla="*/ 3411 h 10000"/>
                  <a:gd name="connsiteX41" fmla="*/ 1867 w 10000"/>
                  <a:gd name="connsiteY41" fmla="*/ 3639 h 10000"/>
                  <a:gd name="connsiteX42" fmla="*/ 1678 w 10000"/>
                  <a:gd name="connsiteY42" fmla="*/ 3979 h 10000"/>
                  <a:gd name="connsiteX43" fmla="*/ 1589 w 10000"/>
                  <a:gd name="connsiteY43" fmla="*/ 4020 h 10000"/>
                  <a:gd name="connsiteX44" fmla="*/ 1589 w 10000"/>
                  <a:gd name="connsiteY44" fmla="*/ 4114 h 10000"/>
                  <a:gd name="connsiteX45" fmla="*/ 1644 w 10000"/>
                  <a:gd name="connsiteY45" fmla="*/ 4171 h 10000"/>
                  <a:gd name="connsiteX46" fmla="*/ 1511 w 10000"/>
                  <a:gd name="connsiteY46" fmla="*/ 4342 h 10000"/>
                  <a:gd name="connsiteX47" fmla="*/ 1600 w 10000"/>
                  <a:gd name="connsiteY47" fmla="*/ 4544 h 10000"/>
                  <a:gd name="connsiteX48" fmla="*/ 1744 w 10000"/>
                  <a:gd name="connsiteY48" fmla="*/ 4569 h 10000"/>
                  <a:gd name="connsiteX49" fmla="*/ 1844 w 10000"/>
                  <a:gd name="connsiteY49" fmla="*/ 4638 h 10000"/>
                  <a:gd name="connsiteX50" fmla="*/ 2000 w 10000"/>
                  <a:gd name="connsiteY50" fmla="*/ 4594 h 10000"/>
                  <a:gd name="connsiteX51" fmla="*/ 2067 w 10000"/>
                  <a:gd name="connsiteY51" fmla="*/ 4695 h 10000"/>
                  <a:gd name="connsiteX52" fmla="*/ 2100 w 10000"/>
                  <a:gd name="connsiteY52" fmla="*/ 4806 h 10000"/>
                  <a:gd name="connsiteX53" fmla="*/ 2278 w 10000"/>
                  <a:gd name="connsiteY53" fmla="*/ 4932 h 10000"/>
                  <a:gd name="connsiteX54" fmla="*/ 2378 w 10000"/>
                  <a:gd name="connsiteY54" fmla="*/ 4915 h 10000"/>
                  <a:gd name="connsiteX55" fmla="*/ 2422 w 10000"/>
                  <a:gd name="connsiteY55" fmla="*/ 4949 h 10000"/>
                  <a:gd name="connsiteX56" fmla="*/ 2411 w 10000"/>
                  <a:gd name="connsiteY56" fmla="*/ 5034 h 10000"/>
                  <a:gd name="connsiteX57" fmla="*/ 2589 w 10000"/>
                  <a:gd name="connsiteY57" fmla="*/ 5110 h 10000"/>
                  <a:gd name="connsiteX58" fmla="*/ 2700 w 10000"/>
                  <a:gd name="connsiteY58" fmla="*/ 5126 h 10000"/>
                  <a:gd name="connsiteX59" fmla="*/ 2722 w 10000"/>
                  <a:gd name="connsiteY59" fmla="*/ 5237 h 10000"/>
                  <a:gd name="connsiteX60" fmla="*/ 2533 w 10000"/>
                  <a:gd name="connsiteY60" fmla="*/ 5362 h 10000"/>
                  <a:gd name="connsiteX61" fmla="*/ 2211 w 10000"/>
                  <a:gd name="connsiteY61" fmla="*/ 5379 h 10000"/>
                  <a:gd name="connsiteX62" fmla="*/ 2000 w 10000"/>
                  <a:gd name="connsiteY62" fmla="*/ 5278 h 10000"/>
                  <a:gd name="connsiteX63" fmla="*/ 1889 w 10000"/>
                  <a:gd name="connsiteY63" fmla="*/ 5278 h 10000"/>
                  <a:gd name="connsiteX64" fmla="*/ 1844 w 10000"/>
                  <a:gd name="connsiteY64" fmla="*/ 5321 h 10000"/>
                  <a:gd name="connsiteX65" fmla="*/ 1889 w 10000"/>
                  <a:gd name="connsiteY65" fmla="*/ 5398 h 10000"/>
                  <a:gd name="connsiteX66" fmla="*/ 2144 w 10000"/>
                  <a:gd name="connsiteY66" fmla="*/ 5599 h 10000"/>
                  <a:gd name="connsiteX67" fmla="*/ 2411 w 10000"/>
                  <a:gd name="connsiteY67" fmla="*/ 5878 h 10000"/>
                  <a:gd name="connsiteX68" fmla="*/ 2489 w 10000"/>
                  <a:gd name="connsiteY68" fmla="*/ 5920 h 10000"/>
                  <a:gd name="connsiteX69" fmla="*/ 2478 w 10000"/>
                  <a:gd name="connsiteY69" fmla="*/ 6158 h 10000"/>
                  <a:gd name="connsiteX70" fmla="*/ 2411 w 10000"/>
                  <a:gd name="connsiteY70" fmla="*/ 6241 h 10000"/>
                  <a:gd name="connsiteX71" fmla="*/ 2289 w 10000"/>
                  <a:gd name="connsiteY71" fmla="*/ 6283 h 10000"/>
                  <a:gd name="connsiteX72" fmla="*/ 2211 w 10000"/>
                  <a:gd name="connsiteY72" fmla="*/ 6216 h 10000"/>
                  <a:gd name="connsiteX73" fmla="*/ 2089 w 10000"/>
                  <a:gd name="connsiteY73" fmla="*/ 6207 h 10000"/>
                  <a:gd name="connsiteX74" fmla="*/ 1989 w 10000"/>
                  <a:gd name="connsiteY74" fmla="*/ 6342 h 10000"/>
                  <a:gd name="connsiteX75" fmla="*/ 1811 w 10000"/>
                  <a:gd name="connsiteY75" fmla="*/ 6410 h 10000"/>
                  <a:gd name="connsiteX76" fmla="*/ 1633 w 10000"/>
                  <a:gd name="connsiteY76" fmla="*/ 6410 h 10000"/>
                  <a:gd name="connsiteX77" fmla="*/ 1556 w 10000"/>
                  <a:gd name="connsiteY77" fmla="*/ 6461 h 10000"/>
                  <a:gd name="connsiteX78" fmla="*/ 1456 w 10000"/>
                  <a:gd name="connsiteY78" fmla="*/ 6453 h 10000"/>
                  <a:gd name="connsiteX79" fmla="*/ 1400 w 10000"/>
                  <a:gd name="connsiteY79" fmla="*/ 6368 h 10000"/>
                  <a:gd name="connsiteX80" fmla="*/ 1267 w 10000"/>
                  <a:gd name="connsiteY80" fmla="*/ 6377 h 10000"/>
                  <a:gd name="connsiteX81" fmla="*/ 1133 w 10000"/>
                  <a:gd name="connsiteY81" fmla="*/ 6487 h 10000"/>
                  <a:gd name="connsiteX82" fmla="*/ 1200 w 10000"/>
                  <a:gd name="connsiteY82" fmla="*/ 6570 h 10000"/>
                  <a:gd name="connsiteX83" fmla="*/ 1333 w 10000"/>
                  <a:gd name="connsiteY83" fmla="*/ 6630 h 10000"/>
                  <a:gd name="connsiteX84" fmla="*/ 1367 w 10000"/>
                  <a:gd name="connsiteY84" fmla="*/ 6781 h 10000"/>
                  <a:gd name="connsiteX85" fmla="*/ 1456 w 10000"/>
                  <a:gd name="connsiteY85" fmla="*/ 6874 h 10000"/>
                  <a:gd name="connsiteX86" fmla="*/ 1456 w 10000"/>
                  <a:gd name="connsiteY86" fmla="*/ 7061 h 10000"/>
                  <a:gd name="connsiteX87" fmla="*/ 1400 w 10000"/>
                  <a:gd name="connsiteY87" fmla="*/ 7120 h 10000"/>
                  <a:gd name="connsiteX88" fmla="*/ 1300 w 10000"/>
                  <a:gd name="connsiteY88" fmla="*/ 7110 h 10000"/>
                  <a:gd name="connsiteX89" fmla="*/ 1233 w 10000"/>
                  <a:gd name="connsiteY89" fmla="*/ 7061 h 10000"/>
                  <a:gd name="connsiteX90" fmla="*/ 1167 w 10000"/>
                  <a:gd name="connsiteY90" fmla="*/ 6892 h 10000"/>
                  <a:gd name="connsiteX91" fmla="*/ 1100 w 10000"/>
                  <a:gd name="connsiteY91" fmla="*/ 6833 h 10000"/>
                  <a:gd name="connsiteX92" fmla="*/ 911 w 10000"/>
                  <a:gd name="connsiteY92" fmla="*/ 6833 h 10000"/>
                  <a:gd name="connsiteX93" fmla="*/ 567 w 10000"/>
                  <a:gd name="connsiteY93" fmla="*/ 7077 h 10000"/>
                  <a:gd name="connsiteX94" fmla="*/ 511 w 10000"/>
                  <a:gd name="connsiteY94" fmla="*/ 7237 h 10000"/>
                  <a:gd name="connsiteX95" fmla="*/ 444 w 10000"/>
                  <a:gd name="connsiteY95" fmla="*/ 7305 h 10000"/>
                  <a:gd name="connsiteX96" fmla="*/ 444 w 10000"/>
                  <a:gd name="connsiteY96" fmla="*/ 7542 h 10000"/>
                  <a:gd name="connsiteX97" fmla="*/ 356 w 10000"/>
                  <a:gd name="connsiteY97" fmla="*/ 7610 h 10000"/>
                  <a:gd name="connsiteX98" fmla="*/ 178 w 10000"/>
                  <a:gd name="connsiteY98" fmla="*/ 7610 h 10000"/>
                  <a:gd name="connsiteX99" fmla="*/ 67 w 10000"/>
                  <a:gd name="connsiteY99" fmla="*/ 7711 h 10000"/>
                  <a:gd name="connsiteX100" fmla="*/ 44 w 10000"/>
                  <a:gd name="connsiteY100" fmla="*/ 7997 h 10000"/>
                  <a:gd name="connsiteX101" fmla="*/ 0 w 10000"/>
                  <a:gd name="connsiteY101" fmla="*/ 8024 h 10000"/>
                  <a:gd name="connsiteX102" fmla="*/ 11 w 10000"/>
                  <a:gd name="connsiteY102" fmla="*/ 8117 h 10000"/>
                  <a:gd name="connsiteX103" fmla="*/ 122 w 10000"/>
                  <a:gd name="connsiteY103" fmla="*/ 8277 h 10000"/>
                  <a:gd name="connsiteX104" fmla="*/ 2300 w 10000"/>
                  <a:gd name="connsiteY104" fmla="*/ 9155 h 10000"/>
                  <a:gd name="connsiteX105" fmla="*/ 2600 w 10000"/>
                  <a:gd name="connsiteY105" fmla="*/ 8969 h 10000"/>
                  <a:gd name="connsiteX106" fmla="*/ 2878 w 10000"/>
                  <a:gd name="connsiteY106" fmla="*/ 8656 h 10000"/>
                  <a:gd name="connsiteX107" fmla="*/ 3189 w 10000"/>
                  <a:gd name="connsiteY107" fmla="*/ 8893 h 10000"/>
                  <a:gd name="connsiteX108" fmla="*/ 3778 w 10000"/>
                  <a:gd name="connsiteY108" fmla="*/ 8944 h 10000"/>
                  <a:gd name="connsiteX109" fmla="*/ 4033 w 10000"/>
                  <a:gd name="connsiteY109" fmla="*/ 9307 h 10000"/>
                  <a:gd name="connsiteX110" fmla="*/ 4456 w 10000"/>
                  <a:gd name="connsiteY110" fmla="*/ 9434 h 10000"/>
                  <a:gd name="connsiteX111" fmla="*/ 4933 w 10000"/>
                  <a:gd name="connsiteY111" fmla="*/ 9940 h 10000"/>
                  <a:gd name="connsiteX112" fmla="*/ 5022 w 10000"/>
                  <a:gd name="connsiteY112" fmla="*/ 9992 h 10000"/>
                  <a:gd name="connsiteX113" fmla="*/ 5189 w 10000"/>
                  <a:gd name="connsiteY113" fmla="*/ 10000 h 10000"/>
                  <a:gd name="connsiteX114" fmla="*/ 5333 w 10000"/>
                  <a:gd name="connsiteY114" fmla="*/ 9915 h 10000"/>
                  <a:gd name="connsiteX115" fmla="*/ 5367 w 10000"/>
                  <a:gd name="connsiteY115" fmla="*/ 9628 h 10000"/>
                  <a:gd name="connsiteX116" fmla="*/ 6067 w 10000"/>
                  <a:gd name="connsiteY116" fmla="*/ 9460 h 10000"/>
                  <a:gd name="connsiteX117" fmla="*/ 6211 w 10000"/>
                  <a:gd name="connsiteY117" fmla="*/ 9493 h 10000"/>
                  <a:gd name="connsiteX118" fmla="*/ 6467 w 10000"/>
                  <a:gd name="connsiteY118" fmla="*/ 9712 h 10000"/>
                  <a:gd name="connsiteX119" fmla="*/ 6567 w 10000"/>
                  <a:gd name="connsiteY119" fmla="*/ 9704 h 10000"/>
                  <a:gd name="connsiteX120" fmla="*/ 6578 w 10000"/>
                  <a:gd name="connsiteY120" fmla="*/ 9561 h 10000"/>
                  <a:gd name="connsiteX121" fmla="*/ 6900 w 10000"/>
                  <a:gd name="connsiteY121" fmla="*/ 9416 h 10000"/>
                  <a:gd name="connsiteX122" fmla="*/ 7556 w 10000"/>
                  <a:gd name="connsiteY122" fmla="*/ 9517 h 10000"/>
                  <a:gd name="connsiteX123" fmla="*/ 7711 w 10000"/>
                  <a:gd name="connsiteY123" fmla="*/ 9392 h 10000"/>
                  <a:gd name="connsiteX124" fmla="*/ 8311 w 10000"/>
                  <a:gd name="connsiteY124" fmla="*/ 9476 h 10000"/>
                  <a:gd name="connsiteX125" fmla="*/ 8756 w 10000"/>
                  <a:gd name="connsiteY125" fmla="*/ 9426 h 10000"/>
                  <a:gd name="connsiteX126" fmla="*/ 9011 w 10000"/>
                  <a:gd name="connsiteY126" fmla="*/ 9517 h 10000"/>
                  <a:gd name="connsiteX127" fmla="*/ 9011 w 10000"/>
                  <a:gd name="connsiteY127" fmla="*/ 8757 h 10000"/>
                  <a:gd name="connsiteX128" fmla="*/ 9522 w 10000"/>
                  <a:gd name="connsiteY128" fmla="*/ 7948 h 10000"/>
                  <a:gd name="connsiteX129" fmla="*/ 10000 w 10000"/>
                  <a:gd name="connsiteY129" fmla="*/ 7593 h 10000"/>
                  <a:gd name="connsiteX130" fmla="*/ 9400 w 10000"/>
                  <a:gd name="connsiteY130" fmla="*/ 7069 h 10000"/>
                  <a:gd name="connsiteX131" fmla="*/ 9011 w 10000"/>
                  <a:gd name="connsiteY131" fmla="*/ 6605 h 10000"/>
                  <a:gd name="connsiteX132" fmla="*/ 8922 w 10000"/>
                  <a:gd name="connsiteY132" fmla="*/ 5938 h 10000"/>
                  <a:gd name="connsiteX133" fmla="*/ 9044 w 10000"/>
                  <a:gd name="connsiteY133" fmla="*/ 5270 h 10000"/>
                  <a:gd name="connsiteX134" fmla="*/ 9744 w 10000"/>
                  <a:gd name="connsiteY134" fmla="*/ 5034 h 10000"/>
                  <a:gd name="connsiteX135" fmla="*/ 9344 w 10000"/>
                  <a:gd name="connsiteY135" fmla="*/ 4949 h 10000"/>
                  <a:gd name="connsiteX136" fmla="*/ 9011 w 10000"/>
                  <a:gd name="connsiteY136" fmla="*/ 4434 h 10000"/>
                  <a:gd name="connsiteX137" fmla="*/ 9444 w 10000"/>
                  <a:gd name="connsiteY137" fmla="*/ 4096 h 10000"/>
                  <a:gd name="connsiteX138" fmla="*/ 9156 w 10000"/>
                  <a:gd name="connsiteY138" fmla="*/ 3750 h 10000"/>
                  <a:gd name="connsiteX139" fmla="*/ 8667 w 10000"/>
                  <a:gd name="connsiteY139" fmla="*/ 4029 h 10000"/>
                  <a:gd name="connsiteX140" fmla="*/ 7489 w 10000"/>
                  <a:gd name="connsiteY140" fmla="*/ 3716 h 10000"/>
                  <a:gd name="connsiteX141" fmla="*/ 6856 w 10000"/>
                  <a:gd name="connsiteY141" fmla="*/ 3336 h 10000"/>
                  <a:gd name="connsiteX142" fmla="*/ 6811 w 10000"/>
                  <a:gd name="connsiteY142" fmla="*/ 2854 h 10000"/>
                  <a:gd name="connsiteX143" fmla="*/ 6711 w 10000"/>
                  <a:gd name="connsiteY143" fmla="*/ 2559 h 10000"/>
                  <a:gd name="connsiteX144" fmla="*/ 6378 w 10000"/>
                  <a:gd name="connsiteY144" fmla="*/ 2390 h 10000"/>
                  <a:gd name="connsiteX145" fmla="*/ 5933 w 10000"/>
                  <a:gd name="connsiteY145" fmla="*/ 2306 h 10000"/>
                  <a:gd name="connsiteX146" fmla="*/ 5556 w 10000"/>
                  <a:gd name="connsiteY146" fmla="*/ 1883 h 10000"/>
                  <a:gd name="connsiteX147" fmla="*/ 5378 w 10000"/>
                  <a:gd name="connsiteY147" fmla="*/ 1300 h 10000"/>
                  <a:gd name="connsiteX148" fmla="*/ 5133 w 10000"/>
                  <a:gd name="connsiteY148" fmla="*/ 937 h 10000"/>
                  <a:gd name="connsiteX149" fmla="*/ 4711 w 10000"/>
                  <a:gd name="connsiteY149" fmla="*/ 557 h 10000"/>
                  <a:gd name="connsiteX150" fmla="*/ 4100 w 10000"/>
                  <a:gd name="connsiteY150" fmla="*/ 346 h 10000"/>
                  <a:gd name="connsiteX151" fmla="*/ 3900 w 10000"/>
                  <a:gd name="connsiteY151" fmla="*/ 228 h 10000"/>
                  <a:gd name="connsiteX152" fmla="*/ 3711 w 10000"/>
                  <a:gd name="connsiteY152" fmla="*/ 0 h 10000"/>
                  <a:gd name="connsiteX153" fmla="*/ 3211 w 10000"/>
                  <a:gd name="connsiteY153" fmla="*/ 143 h 10000"/>
                  <a:gd name="connsiteX154" fmla="*/ 2711 w 10000"/>
                  <a:gd name="connsiteY154" fmla="*/ 160 h 10000"/>
                  <a:gd name="connsiteX155" fmla="*/ 2044 w 10000"/>
                  <a:gd name="connsiteY155" fmla="*/ 490 h 10000"/>
                  <a:gd name="connsiteX156" fmla="*/ 1456 w 10000"/>
                  <a:gd name="connsiteY156" fmla="*/ 507 h 10000"/>
                  <a:gd name="connsiteX157" fmla="*/ 1167 w 10000"/>
                  <a:gd name="connsiteY157" fmla="*/ 675 h 10000"/>
                  <a:gd name="connsiteX158" fmla="*/ 600 w 10000"/>
                  <a:gd name="connsiteY158" fmla="*/ 719 h 10000"/>
                  <a:gd name="connsiteX0" fmla="*/ 600 w 10000"/>
                  <a:gd name="connsiteY0" fmla="*/ 719 h 10000"/>
                  <a:gd name="connsiteX1" fmla="*/ 911 w 10000"/>
                  <a:gd name="connsiteY1" fmla="*/ 937 h 10000"/>
                  <a:gd name="connsiteX2" fmla="*/ 933 w 10000"/>
                  <a:gd name="connsiteY2" fmla="*/ 1056 h 10000"/>
                  <a:gd name="connsiteX3" fmla="*/ 878 w 10000"/>
                  <a:gd name="connsiteY3" fmla="*/ 1123 h 10000"/>
                  <a:gd name="connsiteX4" fmla="*/ 978 w 10000"/>
                  <a:gd name="connsiteY4" fmla="*/ 1191 h 10000"/>
                  <a:gd name="connsiteX5" fmla="*/ 1000 w 10000"/>
                  <a:gd name="connsiteY5" fmla="*/ 1300 h 10000"/>
                  <a:gd name="connsiteX6" fmla="*/ 867 w 10000"/>
                  <a:gd name="connsiteY6" fmla="*/ 1427 h 10000"/>
                  <a:gd name="connsiteX7" fmla="*/ 889 w 10000"/>
                  <a:gd name="connsiteY7" fmla="*/ 1504 h 10000"/>
                  <a:gd name="connsiteX8" fmla="*/ 1022 w 10000"/>
                  <a:gd name="connsiteY8" fmla="*/ 1554 h 10000"/>
                  <a:gd name="connsiteX9" fmla="*/ 1111 w 10000"/>
                  <a:gd name="connsiteY9" fmla="*/ 1487 h 10000"/>
                  <a:gd name="connsiteX10" fmla="*/ 1200 w 10000"/>
                  <a:gd name="connsiteY10" fmla="*/ 1487 h 10000"/>
                  <a:gd name="connsiteX11" fmla="*/ 1322 w 10000"/>
                  <a:gd name="connsiteY11" fmla="*/ 1562 h 10000"/>
                  <a:gd name="connsiteX12" fmla="*/ 1322 w 10000"/>
                  <a:gd name="connsiteY12" fmla="*/ 1613 h 10000"/>
                  <a:gd name="connsiteX13" fmla="*/ 1244 w 10000"/>
                  <a:gd name="connsiteY13" fmla="*/ 1663 h 10000"/>
                  <a:gd name="connsiteX14" fmla="*/ 1156 w 10000"/>
                  <a:gd name="connsiteY14" fmla="*/ 1663 h 10000"/>
                  <a:gd name="connsiteX15" fmla="*/ 1122 w 10000"/>
                  <a:gd name="connsiteY15" fmla="*/ 1740 h 10000"/>
                  <a:gd name="connsiteX16" fmla="*/ 1178 w 10000"/>
                  <a:gd name="connsiteY16" fmla="*/ 1800 h 10000"/>
                  <a:gd name="connsiteX17" fmla="*/ 1144 w 10000"/>
                  <a:gd name="connsiteY17" fmla="*/ 1883 h 10000"/>
                  <a:gd name="connsiteX18" fmla="*/ 1122 w 10000"/>
                  <a:gd name="connsiteY18" fmla="*/ 1943 h 10000"/>
                  <a:gd name="connsiteX19" fmla="*/ 1178 w 10000"/>
                  <a:gd name="connsiteY19" fmla="*/ 2002 h 10000"/>
                  <a:gd name="connsiteX20" fmla="*/ 1344 w 10000"/>
                  <a:gd name="connsiteY20" fmla="*/ 2002 h 10000"/>
                  <a:gd name="connsiteX21" fmla="*/ 1411 w 10000"/>
                  <a:gd name="connsiteY21" fmla="*/ 2069 h 10000"/>
                  <a:gd name="connsiteX22" fmla="*/ 1533 w 10000"/>
                  <a:gd name="connsiteY22" fmla="*/ 2137 h 10000"/>
                  <a:gd name="connsiteX23" fmla="*/ 1733 w 10000"/>
                  <a:gd name="connsiteY23" fmla="*/ 2128 h 10000"/>
                  <a:gd name="connsiteX24" fmla="*/ 1878 w 10000"/>
                  <a:gd name="connsiteY24" fmla="*/ 2204 h 10000"/>
                  <a:gd name="connsiteX25" fmla="*/ 2056 w 10000"/>
                  <a:gd name="connsiteY25" fmla="*/ 2187 h 10000"/>
                  <a:gd name="connsiteX26" fmla="*/ 2144 w 10000"/>
                  <a:gd name="connsiteY26" fmla="*/ 2221 h 10000"/>
                  <a:gd name="connsiteX27" fmla="*/ 2167 w 10000"/>
                  <a:gd name="connsiteY27" fmla="*/ 2280 h 10000"/>
                  <a:gd name="connsiteX28" fmla="*/ 2011 w 10000"/>
                  <a:gd name="connsiteY28" fmla="*/ 2356 h 10000"/>
                  <a:gd name="connsiteX29" fmla="*/ 1844 w 10000"/>
                  <a:gd name="connsiteY29" fmla="*/ 2322 h 10000"/>
                  <a:gd name="connsiteX30" fmla="*/ 1700 w 10000"/>
                  <a:gd name="connsiteY30" fmla="*/ 2298 h 10000"/>
                  <a:gd name="connsiteX31" fmla="*/ 1600 w 10000"/>
                  <a:gd name="connsiteY31" fmla="*/ 2314 h 10000"/>
                  <a:gd name="connsiteX32" fmla="*/ 1567 w 10000"/>
                  <a:gd name="connsiteY32" fmla="*/ 2458 h 10000"/>
                  <a:gd name="connsiteX33" fmla="*/ 1456 w 10000"/>
                  <a:gd name="connsiteY33" fmla="*/ 2559 h 10000"/>
                  <a:gd name="connsiteX34" fmla="*/ 1522 w 10000"/>
                  <a:gd name="connsiteY34" fmla="*/ 2846 h 10000"/>
                  <a:gd name="connsiteX35" fmla="*/ 1600 w 10000"/>
                  <a:gd name="connsiteY35" fmla="*/ 2897 h 10000"/>
                  <a:gd name="connsiteX36" fmla="*/ 1556 w 10000"/>
                  <a:gd name="connsiteY36" fmla="*/ 3040 h 10000"/>
                  <a:gd name="connsiteX37" fmla="*/ 2056 w 10000"/>
                  <a:gd name="connsiteY37" fmla="*/ 3074 h 10000"/>
                  <a:gd name="connsiteX38" fmla="*/ 2144 w 10000"/>
                  <a:gd name="connsiteY38" fmla="*/ 3167 h 10000"/>
                  <a:gd name="connsiteX39" fmla="*/ 2078 w 10000"/>
                  <a:gd name="connsiteY39" fmla="*/ 3268 h 10000"/>
                  <a:gd name="connsiteX40" fmla="*/ 2078 w 10000"/>
                  <a:gd name="connsiteY40" fmla="*/ 3411 h 10000"/>
                  <a:gd name="connsiteX41" fmla="*/ 1867 w 10000"/>
                  <a:gd name="connsiteY41" fmla="*/ 3639 h 10000"/>
                  <a:gd name="connsiteX42" fmla="*/ 1678 w 10000"/>
                  <a:gd name="connsiteY42" fmla="*/ 3979 h 10000"/>
                  <a:gd name="connsiteX43" fmla="*/ 1589 w 10000"/>
                  <a:gd name="connsiteY43" fmla="*/ 4020 h 10000"/>
                  <a:gd name="connsiteX44" fmla="*/ 1589 w 10000"/>
                  <a:gd name="connsiteY44" fmla="*/ 4114 h 10000"/>
                  <a:gd name="connsiteX45" fmla="*/ 1644 w 10000"/>
                  <a:gd name="connsiteY45" fmla="*/ 4171 h 10000"/>
                  <a:gd name="connsiteX46" fmla="*/ 1511 w 10000"/>
                  <a:gd name="connsiteY46" fmla="*/ 4342 h 10000"/>
                  <a:gd name="connsiteX47" fmla="*/ 1600 w 10000"/>
                  <a:gd name="connsiteY47" fmla="*/ 4544 h 10000"/>
                  <a:gd name="connsiteX48" fmla="*/ 1744 w 10000"/>
                  <a:gd name="connsiteY48" fmla="*/ 4569 h 10000"/>
                  <a:gd name="connsiteX49" fmla="*/ 1844 w 10000"/>
                  <a:gd name="connsiteY49" fmla="*/ 4638 h 10000"/>
                  <a:gd name="connsiteX50" fmla="*/ 2000 w 10000"/>
                  <a:gd name="connsiteY50" fmla="*/ 4594 h 10000"/>
                  <a:gd name="connsiteX51" fmla="*/ 2067 w 10000"/>
                  <a:gd name="connsiteY51" fmla="*/ 4695 h 10000"/>
                  <a:gd name="connsiteX52" fmla="*/ 2100 w 10000"/>
                  <a:gd name="connsiteY52" fmla="*/ 4806 h 10000"/>
                  <a:gd name="connsiteX53" fmla="*/ 2278 w 10000"/>
                  <a:gd name="connsiteY53" fmla="*/ 4932 h 10000"/>
                  <a:gd name="connsiteX54" fmla="*/ 2378 w 10000"/>
                  <a:gd name="connsiteY54" fmla="*/ 4915 h 10000"/>
                  <a:gd name="connsiteX55" fmla="*/ 2422 w 10000"/>
                  <a:gd name="connsiteY55" fmla="*/ 4949 h 10000"/>
                  <a:gd name="connsiteX56" fmla="*/ 2411 w 10000"/>
                  <a:gd name="connsiteY56" fmla="*/ 5034 h 10000"/>
                  <a:gd name="connsiteX57" fmla="*/ 2589 w 10000"/>
                  <a:gd name="connsiteY57" fmla="*/ 5110 h 10000"/>
                  <a:gd name="connsiteX58" fmla="*/ 2700 w 10000"/>
                  <a:gd name="connsiteY58" fmla="*/ 5126 h 10000"/>
                  <a:gd name="connsiteX59" fmla="*/ 2722 w 10000"/>
                  <a:gd name="connsiteY59" fmla="*/ 5237 h 10000"/>
                  <a:gd name="connsiteX60" fmla="*/ 2533 w 10000"/>
                  <a:gd name="connsiteY60" fmla="*/ 5362 h 10000"/>
                  <a:gd name="connsiteX61" fmla="*/ 2211 w 10000"/>
                  <a:gd name="connsiteY61" fmla="*/ 5379 h 10000"/>
                  <a:gd name="connsiteX62" fmla="*/ 2000 w 10000"/>
                  <a:gd name="connsiteY62" fmla="*/ 5278 h 10000"/>
                  <a:gd name="connsiteX63" fmla="*/ 1889 w 10000"/>
                  <a:gd name="connsiteY63" fmla="*/ 5278 h 10000"/>
                  <a:gd name="connsiteX64" fmla="*/ 1844 w 10000"/>
                  <a:gd name="connsiteY64" fmla="*/ 5321 h 10000"/>
                  <a:gd name="connsiteX65" fmla="*/ 1889 w 10000"/>
                  <a:gd name="connsiteY65" fmla="*/ 5398 h 10000"/>
                  <a:gd name="connsiteX66" fmla="*/ 2144 w 10000"/>
                  <a:gd name="connsiteY66" fmla="*/ 5599 h 10000"/>
                  <a:gd name="connsiteX67" fmla="*/ 2411 w 10000"/>
                  <a:gd name="connsiteY67" fmla="*/ 5878 h 10000"/>
                  <a:gd name="connsiteX68" fmla="*/ 2489 w 10000"/>
                  <a:gd name="connsiteY68" fmla="*/ 5920 h 10000"/>
                  <a:gd name="connsiteX69" fmla="*/ 2478 w 10000"/>
                  <a:gd name="connsiteY69" fmla="*/ 6158 h 10000"/>
                  <a:gd name="connsiteX70" fmla="*/ 2411 w 10000"/>
                  <a:gd name="connsiteY70" fmla="*/ 6241 h 10000"/>
                  <a:gd name="connsiteX71" fmla="*/ 2289 w 10000"/>
                  <a:gd name="connsiteY71" fmla="*/ 6283 h 10000"/>
                  <a:gd name="connsiteX72" fmla="*/ 2211 w 10000"/>
                  <a:gd name="connsiteY72" fmla="*/ 6216 h 10000"/>
                  <a:gd name="connsiteX73" fmla="*/ 2089 w 10000"/>
                  <a:gd name="connsiteY73" fmla="*/ 6207 h 10000"/>
                  <a:gd name="connsiteX74" fmla="*/ 1989 w 10000"/>
                  <a:gd name="connsiteY74" fmla="*/ 6342 h 10000"/>
                  <a:gd name="connsiteX75" fmla="*/ 1811 w 10000"/>
                  <a:gd name="connsiteY75" fmla="*/ 6410 h 10000"/>
                  <a:gd name="connsiteX76" fmla="*/ 1633 w 10000"/>
                  <a:gd name="connsiteY76" fmla="*/ 6410 h 10000"/>
                  <a:gd name="connsiteX77" fmla="*/ 1556 w 10000"/>
                  <a:gd name="connsiteY77" fmla="*/ 6461 h 10000"/>
                  <a:gd name="connsiteX78" fmla="*/ 1456 w 10000"/>
                  <a:gd name="connsiteY78" fmla="*/ 6453 h 10000"/>
                  <a:gd name="connsiteX79" fmla="*/ 1400 w 10000"/>
                  <a:gd name="connsiteY79" fmla="*/ 6368 h 10000"/>
                  <a:gd name="connsiteX80" fmla="*/ 1267 w 10000"/>
                  <a:gd name="connsiteY80" fmla="*/ 6377 h 10000"/>
                  <a:gd name="connsiteX81" fmla="*/ 1133 w 10000"/>
                  <a:gd name="connsiteY81" fmla="*/ 6487 h 10000"/>
                  <a:gd name="connsiteX82" fmla="*/ 1200 w 10000"/>
                  <a:gd name="connsiteY82" fmla="*/ 6570 h 10000"/>
                  <a:gd name="connsiteX83" fmla="*/ 1333 w 10000"/>
                  <a:gd name="connsiteY83" fmla="*/ 6630 h 10000"/>
                  <a:gd name="connsiteX84" fmla="*/ 1367 w 10000"/>
                  <a:gd name="connsiteY84" fmla="*/ 6781 h 10000"/>
                  <a:gd name="connsiteX85" fmla="*/ 1456 w 10000"/>
                  <a:gd name="connsiteY85" fmla="*/ 6874 h 10000"/>
                  <a:gd name="connsiteX86" fmla="*/ 1456 w 10000"/>
                  <a:gd name="connsiteY86" fmla="*/ 7061 h 10000"/>
                  <a:gd name="connsiteX87" fmla="*/ 1400 w 10000"/>
                  <a:gd name="connsiteY87" fmla="*/ 7120 h 10000"/>
                  <a:gd name="connsiteX88" fmla="*/ 1300 w 10000"/>
                  <a:gd name="connsiteY88" fmla="*/ 7110 h 10000"/>
                  <a:gd name="connsiteX89" fmla="*/ 1233 w 10000"/>
                  <a:gd name="connsiteY89" fmla="*/ 7061 h 10000"/>
                  <a:gd name="connsiteX90" fmla="*/ 1167 w 10000"/>
                  <a:gd name="connsiteY90" fmla="*/ 6892 h 10000"/>
                  <a:gd name="connsiteX91" fmla="*/ 1100 w 10000"/>
                  <a:gd name="connsiteY91" fmla="*/ 6833 h 10000"/>
                  <a:gd name="connsiteX92" fmla="*/ 911 w 10000"/>
                  <a:gd name="connsiteY92" fmla="*/ 6833 h 10000"/>
                  <a:gd name="connsiteX93" fmla="*/ 567 w 10000"/>
                  <a:gd name="connsiteY93" fmla="*/ 7077 h 10000"/>
                  <a:gd name="connsiteX94" fmla="*/ 511 w 10000"/>
                  <a:gd name="connsiteY94" fmla="*/ 7237 h 10000"/>
                  <a:gd name="connsiteX95" fmla="*/ 444 w 10000"/>
                  <a:gd name="connsiteY95" fmla="*/ 7305 h 10000"/>
                  <a:gd name="connsiteX96" fmla="*/ 444 w 10000"/>
                  <a:gd name="connsiteY96" fmla="*/ 7542 h 10000"/>
                  <a:gd name="connsiteX97" fmla="*/ 356 w 10000"/>
                  <a:gd name="connsiteY97" fmla="*/ 7610 h 10000"/>
                  <a:gd name="connsiteX98" fmla="*/ 178 w 10000"/>
                  <a:gd name="connsiteY98" fmla="*/ 7610 h 10000"/>
                  <a:gd name="connsiteX99" fmla="*/ 67 w 10000"/>
                  <a:gd name="connsiteY99" fmla="*/ 7711 h 10000"/>
                  <a:gd name="connsiteX100" fmla="*/ 44 w 10000"/>
                  <a:gd name="connsiteY100" fmla="*/ 7997 h 10000"/>
                  <a:gd name="connsiteX101" fmla="*/ 0 w 10000"/>
                  <a:gd name="connsiteY101" fmla="*/ 8024 h 10000"/>
                  <a:gd name="connsiteX102" fmla="*/ 11 w 10000"/>
                  <a:gd name="connsiteY102" fmla="*/ 8117 h 10000"/>
                  <a:gd name="connsiteX103" fmla="*/ 122 w 10000"/>
                  <a:gd name="connsiteY103" fmla="*/ 8277 h 10000"/>
                  <a:gd name="connsiteX104" fmla="*/ 2300 w 10000"/>
                  <a:gd name="connsiteY104" fmla="*/ 9155 h 10000"/>
                  <a:gd name="connsiteX105" fmla="*/ 2878 w 10000"/>
                  <a:gd name="connsiteY105" fmla="*/ 8656 h 10000"/>
                  <a:gd name="connsiteX106" fmla="*/ 3189 w 10000"/>
                  <a:gd name="connsiteY106" fmla="*/ 8893 h 10000"/>
                  <a:gd name="connsiteX107" fmla="*/ 3778 w 10000"/>
                  <a:gd name="connsiteY107" fmla="*/ 8944 h 10000"/>
                  <a:gd name="connsiteX108" fmla="*/ 4033 w 10000"/>
                  <a:gd name="connsiteY108" fmla="*/ 9307 h 10000"/>
                  <a:gd name="connsiteX109" fmla="*/ 4456 w 10000"/>
                  <a:gd name="connsiteY109" fmla="*/ 9434 h 10000"/>
                  <a:gd name="connsiteX110" fmla="*/ 4933 w 10000"/>
                  <a:gd name="connsiteY110" fmla="*/ 9940 h 10000"/>
                  <a:gd name="connsiteX111" fmla="*/ 5022 w 10000"/>
                  <a:gd name="connsiteY111" fmla="*/ 9992 h 10000"/>
                  <a:gd name="connsiteX112" fmla="*/ 5189 w 10000"/>
                  <a:gd name="connsiteY112" fmla="*/ 10000 h 10000"/>
                  <a:gd name="connsiteX113" fmla="*/ 5333 w 10000"/>
                  <a:gd name="connsiteY113" fmla="*/ 9915 h 10000"/>
                  <a:gd name="connsiteX114" fmla="*/ 5367 w 10000"/>
                  <a:gd name="connsiteY114" fmla="*/ 9628 h 10000"/>
                  <a:gd name="connsiteX115" fmla="*/ 6067 w 10000"/>
                  <a:gd name="connsiteY115" fmla="*/ 9460 h 10000"/>
                  <a:gd name="connsiteX116" fmla="*/ 6211 w 10000"/>
                  <a:gd name="connsiteY116" fmla="*/ 9493 h 10000"/>
                  <a:gd name="connsiteX117" fmla="*/ 6467 w 10000"/>
                  <a:gd name="connsiteY117" fmla="*/ 9712 h 10000"/>
                  <a:gd name="connsiteX118" fmla="*/ 6567 w 10000"/>
                  <a:gd name="connsiteY118" fmla="*/ 9704 h 10000"/>
                  <a:gd name="connsiteX119" fmla="*/ 6578 w 10000"/>
                  <a:gd name="connsiteY119" fmla="*/ 9561 h 10000"/>
                  <a:gd name="connsiteX120" fmla="*/ 6900 w 10000"/>
                  <a:gd name="connsiteY120" fmla="*/ 9416 h 10000"/>
                  <a:gd name="connsiteX121" fmla="*/ 7556 w 10000"/>
                  <a:gd name="connsiteY121" fmla="*/ 9517 h 10000"/>
                  <a:gd name="connsiteX122" fmla="*/ 7711 w 10000"/>
                  <a:gd name="connsiteY122" fmla="*/ 9392 h 10000"/>
                  <a:gd name="connsiteX123" fmla="*/ 8311 w 10000"/>
                  <a:gd name="connsiteY123" fmla="*/ 9476 h 10000"/>
                  <a:gd name="connsiteX124" fmla="*/ 8756 w 10000"/>
                  <a:gd name="connsiteY124" fmla="*/ 9426 h 10000"/>
                  <a:gd name="connsiteX125" fmla="*/ 9011 w 10000"/>
                  <a:gd name="connsiteY125" fmla="*/ 9517 h 10000"/>
                  <a:gd name="connsiteX126" fmla="*/ 9011 w 10000"/>
                  <a:gd name="connsiteY126" fmla="*/ 8757 h 10000"/>
                  <a:gd name="connsiteX127" fmla="*/ 9522 w 10000"/>
                  <a:gd name="connsiteY127" fmla="*/ 7948 h 10000"/>
                  <a:gd name="connsiteX128" fmla="*/ 10000 w 10000"/>
                  <a:gd name="connsiteY128" fmla="*/ 7593 h 10000"/>
                  <a:gd name="connsiteX129" fmla="*/ 9400 w 10000"/>
                  <a:gd name="connsiteY129" fmla="*/ 7069 h 10000"/>
                  <a:gd name="connsiteX130" fmla="*/ 9011 w 10000"/>
                  <a:gd name="connsiteY130" fmla="*/ 6605 h 10000"/>
                  <a:gd name="connsiteX131" fmla="*/ 8922 w 10000"/>
                  <a:gd name="connsiteY131" fmla="*/ 5938 h 10000"/>
                  <a:gd name="connsiteX132" fmla="*/ 9044 w 10000"/>
                  <a:gd name="connsiteY132" fmla="*/ 5270 h 10000"/>
                  <a:gd name="connsiteX133" fmla="*/ 9744 w 10000"/>
                  <a:gd name="connsiteY133" fmla="*/ 5034 h 10000"/>
                  <a:gd name="connsiteX134" fmla="*/ 9344 w 10000"/>
                  <a:gd name="connsiteY134" fmla="*/ 4949 h 10000"/>
                  <a:gd name="connsiteX135" fmla="*/ 9011 w 10000"/>
                  <a:gd name="connsiteY135" fmla="*/ 4434 h 10000"/>
                  <a:gd name="connsiteX136" fmla="*/ 9444 w 10000"/>
                  <a:gd name="connsiteY136" fmla="*/ 4096 h 10000"/>
                  <a:gd name="connsiteX137" fmla="*/ 9156 w 10000"/>
                  <a:gd name="connsiteY137" fmla="*/ 3750 h 10000"/>
                  <a:gd name="connsiteX138" fmla="*/ 8667 w 10000"/>
                  <a:gd name="connsiteY138" fmla="*/ 4029 h 10000"/>
                  <a:gd name="connsiteX139" fmla="*/ 7489 w 10000"/>
                  <a:gd name="connsiteY139" fmla="*/ 3716 h 10000"/>
                  <a:gd name="connsiteX140" fmla="*/ 6856 w 10000"/>
                  <a:gd name="connsiteY140" fmla="*/ 3336 h 10000"/>
                  <a:gd name="connsiteX141" fmla="*/ 6811 w 10000"/>
                  <a:gd name="connsiteY141" fmla="*/ 2854 h 10000"/>
                  <a:gd name="connsiteX142" fmla="*/ 6711 w 10000"/>
                  <a:gd name="connsiteY142" fmla="*/ 2559 h 10000"/>
                  <a:gd name="connsiteX143" fmla="*/ 6378 w 10000"/>
                  <a:gd name="connsiteY143" fmla="*/ 2390 h 10000"/>
                  <a:gd name="connsiteX144" fmla="*/ 5933 w 10000"/>
                  <a:gd name="connsiteY144" fmla="*/ 2306 h 10000"/>
                  <a:gd name="connsiteX145" fmla="*/ 5556 w 10000"/>
                  <a:gd name="connsiteY145" fmla="*/ 1883 h 10000"/>
                  <a:gd name="connsiteX146" fmla="*/ 5378 w 10000"/>
                  <a:gd name="connsiteY146" fmla="*/ 1300 h 10000"/>
                  <a:gd name="connsiteX147" fmla="*/ 5133 w 10000"/>
                  <a:gd name="connsiteY147" fmla="*/ 937 h 10000"/>
                  <a:gd name="connsiteX148" fmla="*/ 4711 w 10000"/>
                  <a:gd name="connsiteY148" fmla="*/ 557 h 10000"/>
                  <a:gd name="connsiteX149" fmla="*/ 4100 w 10000"/>
                  <a:gd name="connsiteY149" fmla="*/ 346 h 10000"/>
                  <a:gd name="connsiteX150" fmla="*/ 3900 w 10000"/>
                  <a:gd name="connsiteY150" fmla="*/ 228 h 10000"/>
                  <a:gd name="connsiteX151" fmla="*/ 3711 w 10000"/>
                  <a:gd name="connsiteY151" fmla="*/ 0 h 10000"/>
                  <a:gd name="connsiteX152" fmla="*/ 3211 w 10000"/>
                  <a:gd name="connsiteY152" fmla="*/ 143 h 10000"/>
                  <a:gd name="connsiteX153" fmla="*/ 2711 w 10000"/>
                  <a:gd name="connsiteY153" fmla="*/ 160 h 10000"/>
                  <a:gd name="connsiteX154" fmla="*/ 2044 w 10000"/>
                  <a:gd name="connsiteY154" fmla="*/ 490 h 10000"/>
                  <a:gd name="connsiteX155" fmla="*/ 1456 w 10000"/>
                  <a:gd name="connsiteY155" fmla="*/ 507 h 10000"/>
                  <a:gd name="connsiteX156" fmla="*/ 1167 w 10000"/>
                  <a:gd name="connsiteY156" fmla="*/ 675 h 10000"/>
                  <a:gd name="connsiteX157" fmla="*/ 600 w 10000"/>
                  <a:gd name="connsiteY157" fmla="*/ 719 h 10000"/>
                  <a:gd name="connsiteX0" fmla="*/ 600 w 10000"/>
                  <a:gd name="connsiteY0" fmla="*/ 719 h 10000"/>
                  <a:gd name="connsiteX1" fmla="*/ 911 w 10000"/>
                  <a:gd name="connsiteY1" fmla="*/ 937 h 10000"/>
                  <a:gd name="connsiteX2" fmla="*/ 933 w 10000"/>
                  <a:gd name="connsiteY2" fmla="*/ 1056 h 10000"/>
                  <a:gd name="connsiteX3" fmla="*/ 878 w 10000"/>
                  <a:gd name="connsiteY3" fmla="*/ 1123 h 10000"/>
                  <a:gd name="connsiteX4" fmla="*/ 978 w 10000"/>
                  <a:gd name="connsiteY4" fmla="*/ 1191 h 10000"/>
                  <a:gd name="connsiteX5" fmla="*/ 1000 w 10000"/>
                  <a:gd name="connsiteY5" fmla="*/ 1300 h 10000"/>
                  <a:gd name="connsiteX6" fmla="*/ 867 w 10000"/>
                  <a:gd name="connsiteY6" fmla="*/ 1427 h 10000"/>
                  <a:gd name="connsiteX7" fmla="*/ 889 w 10000"/>
                  <a:gd name="connsiteY7" fmla="*/ 1504 h 10000"/>
                  <a:gd name="connsiteX8" fmla="*/ 1022 w 10000"/>
                  <a:gd name="connsiteY8" fmla="*/ 1554 h 10000"/>
                  <a:gd name="connsiteX9" fmla="*/ 1111 w 10000"/>
                  <a:gd name="connsiteY9" fmla="*/ 1487 h 10000"/>
                  <a:gd name="connsiteX10" fmla="*/ 1200 w 10000"/>
                  <a:gd name="connsiteY10" fmla="*/ 1487 h 10000"/>
                  <a:gd name="connsiteX11" fmla="*/ 1322 w 10000"/>
                  <a:gd name="connsiteY11" fmla="*/ 1562 h 10000"/>
                  <a:gd name="connsiteX12" fmla="*/ 1322 w 10000"/>
                  <a:gd name="connsiteY12" fmla="*/ 1613 h 10000"/>
                  <a:gd name="connsiteX13" fmla="*/ 1244 w 10000"/>
                  <a:gd name="connsiteY13" fmla="*/ 1663 h 10000"/>
                  <a:gd name="connsiteX14" fmla="*/ 1156 w 10000"/>
                  <a:gd name="connsiteY14" fmla="*/ 1663 h 10000"/>
                  <a:gd name="connsiteX15" fmla="*/ 1122 w 10000"/>
                  <a:gd name="connsiteY15" fmla="*/ 1740 h 10000"/>
                  <a:gd name="connsiteX16" fmla="*/ 1178 w 10000"/>
                  <a:gd name="connsiteY16" fmla="*/ 1800 h 10000"/>
                  <a:gd name="connsiteX17" fmla="*/ 1144 w 10000"/>
                  <a:gd name="connsiteY17" fmla="*/ 1883 h 10000"/>
                  <a:gd name="connsiteX18" fmla="*/ 1122 w 10000"/>
                  <a:gd name="connsiteY18" fmla="*/ 1943 h 10000"/>
                  <a:gd name="connsiteX19" fmla="*/ 1178 w 10000"/>
                  <a:gd name="connsiteY19" fmla="*/ 2002 h 10000"/>
                  <a:gd name="connsiteX20" fmla="*/ 1344 w 10000"/>
                  <a:gd name="connsiteY20" fmla="*/ 2002 h 10000"/>
                  <a:gd name="connsiteX21" fmla="*/ 1411 w 10000"/>
                  <a:gd name="connsiteY21" fmla="*/ 2069 h 10000"/>
                  <a:gd name="connsiteX22" fmla="*/ 1533 w 10000"/>
                  <a:gd name="connsiteY22" fmla="*/ 2137 h 10000"/>
                  <a:gd name="connsiteX23" fmla="*/ 1733 w 10000"/>
                  <a:gd name="connsiteY23" fmla="*/ 2128 h 10000"/>
                  <a:gd name="connsiteX24" fmla="*/ 1878 w 10000"/>
                  <a:gd name="connsiteY24" fmla="*/ 2204 h 10000"/>
                  <a:gd name="connsiteX25" fmla="*/ 2056 w 10000"/>
                  <a:gd name="connsiteY25" fmla="*/ 2187 h 10000"/>
                  <a:gd name="connsiteX26" fmla="*/ 2144 w 10000"/>
                  <a:gd name="connsiteY26" fmla="*/ 2221 h 10000"/>
                  <a:gd name="connsiteX27" fmla="*/ 2167 w 10000"/>
                  <a:gd name="connsiteY27" fmla="*/ 2280 h 10000"/>
                  <a:gd name="connsiteX28" fmla="*/ 2011 w 10000"/>
                  <a:gd name="connsiteY28" fmla="*/ 2356 h 10000"/>
                  <a:gd name="connsiteX29" fmla="*/ 1844 w 10000"/>
                  <a:gd name="connsiteY29" fmla="*/ 2322 h 10000"/>
                  <a:gd name="connsiteX30" fmla="*/ 1700 w 10000"/>
                  <a:gd name="connsiteY30" fmla="*/ 2298 h 10000"/>
                  <a:gd name="connsiteX31" fmla="*/ 1600 w 10000"/>
                  <a:gd name="connsiteY31" fmla="*/ 2314 h 10000"/>
                  <a:gd name="connsiteX32" fmla="*/ 1567 w 10000"/>
                  <a:gd name="connsiteY32" fmla="*/ 2458 h 10000"/>
                  <a:gd name="connsiteX33" fmla="*/ 1456 w 10000"/>
                  <a:gd name="connsiteY33" fmla="*/ 2559 h 10000"/>
                  <a:gd name="connsiteX34" fmla="*/ 1522 w 10000"/>
                  <a:gd name="connsiteY34" fmla="*/ 2846 h 10000"/>
                  <a:gd name="connsiteX35" fmla="*/ 1600 w 10000"/>
                  <a:gd name="connsiteY35" fmla="*/ 2897 h 10000"/>
                  <a:gd name="connsiteX36" fmla="*/ 1556 w 10000"/>
                  <a:gd name="connsiteY36" fmla="*/ 3040 h 10000"/>
                  <a:gd name="connsiteX37" fmla="*/ 2056 w 10000"/>
                  <a:gd name="connsiteY37" fmla="*/ 3074 h 10000"/>
                  <a:gd name="connsiteX38" fmla="*/ 2144 w 10000"/>
                  <a:gd name="connsiteY38" fmla="*/ 3167 h 10000"/>
                  <a:gd name="connsiteX39" fmla="*/ 2078 w 10000"/>
                  <a:gd name="connsiteY39" fmla="*/ 3268 h 10000"/>
                  <a:gd name="connsiteX40" fmla="*/ 2078 w 10000"/>
                  <a:gd name="connsiteY40" fmla="*/ 3411 h 10000"/>
                  <a:gd name="connsiteX41" fmla="*/ 1867 w 10000"/>
                  <a:gd name="connsiteY41" fmla="*/ 3639 h 10000"/>
                  <a:gd name="connsiteX42" fmla="*/ 1678 w 10000"/>
                  <a:gd name="connsiteY42" fmla="*/ 3979 h 10000"/>
                  <a:gd name="connsiteX43" fmla="*/ 1589 w 10000"/>
                  <a:gd name="connsiteY43" fmla="*/ 4020 h 10000"/>
                  <a:gd name="connsiteX44" fmla="*/ 1589 w 10000"/>
                  <a:gd name="connsiteY44" fmla="*/ 4114 h 10000"/>
                  <a:gd name="connsiteX45" fmla="*/ 1644 w 10000"/>
                  <a:gd name="connsiteY45" fmla="*/ 4171 h 10000"/>
                  <a:gd name="connsiteX46" fmla="*/ 1511 w 10000"/>
                  <a:gd name="connsiteY46" fmla="*/ 4342 h 10000"/>
                  <a:gd name="connsiteX47" fmla="*/ 1600 w 10000"/>
                  <a:gd name="connsiteY47" fmla="*/ 4544 h 10000"/>
                  <a:gd name="connsiteX48" fmla="*/ 1744 w 10000"/>
                  <a:gd name="connsiteY48" fmla="*/ 4569 h 10000"/>
                  <a:gd name="connsiteX49" fmla="*/ 1844 w 10000"/>
                  <a:gd name="connsiteY49" fmla="*/ 4638 h 10000"/>
                  <a:gd name="connsiteX50" fmla="*/ 2000 w 10000"/>
                  <a:gd name="connsiteY50" fmla="*/ 4594 h 10000"/>
                  <a:gd name="connsiteX51" fmla="*/ 2067 w 10000"/>
                  <a:gd name="connsiteY51" fmla="*/ 4695 h 10000"/>
                  <a:gd name="connsiteX52" fmla="*/ 2100 w 10000"/>
                  <a:gd name="connsiteY52" fmla="*/ 4806 h 10000"/>
                  <a:gd name="connsiteX53" fmla="*/ 2278 w 10000"/>
                  <a:gd name="connsiteY53" fmla="*/ 4932 h 10000"/>
                  <a:gd name="connsiteX54" fmla="*/ 2378 w 10000"/>
                  <a:gd name="connsiteY54" fmla="*/ 4915 h 10000"/>
                  <a:gd name="connsiteX55" fmla="*/ 2422 w 10000"/>
                  <a:gd name="connsiteY55" fmla="*/ 4949 h 10000"/>
                  <a:gd name="connsiteX56" fmla="*/ 2411 w 10000"/>
                  <a:gd name="connsiteY56" fmla="*/ 5034 h 10000"/>
                  <a:gd name="connsiteX57" fmla="*/ 2589 w 10000"/>
                  <a:gd name="connsiteY57" fmla="*/ 5110 h 10000"/>
                  <a:gd name="connsiteX58" fmla="*/ 2700 w 10000"/>
                  <a:gd name="connsiteY58" fmla="*/ 5126 h 10000"/>
                  <a:gd name="connsiteX59" fmla="*/ 2722 w 10000"/>
                  <a:gd name="connsiteY59" fmla="*/ 5237 h 10000"/>
                  <a:gd name="connsiteX60" fmla="*/ 2533 w 10000"/>
                  <a:gd name="connsiteY60" fmla="*/ 5362 h 10000"/>
                  <a:gd name="connsiteX61" fmla="*/ 2211 w 10000"/>
                  <a:gd name="connsiteY61" fmla="*/ 5379 h 10000"/>
                  <a:gd name="connsiteX62" fmla="*/ 2000 w 10000"/>
                  <a:gd name="connsiteY62" fmla="*/ 5278 h 10000"/>
                  <a:gd name="connsiteX63" fmla="*/ 1889 w 10000"/>
                  <a:gd name="connsiteY63" fmla="*/ 5278 h 10000"/>
                  <a:gd name="connsiteX64" fmla="*/ 1844 w 10000"/>
                  <a:gd name="connsiteY64" fmla="*/ 5321 h 10000"/>
                  <a:gd name="connsiteX65" fmla="*/ 1889 w 10000"/>
                  <a:gd name="connsiteY65" fmla="*/ 5398 h 10000"/>
                  <a:gd name="connsiteX66" fmla="*/ 2144 w 10000"/>
                  <a:gd name="connsiteY66" fmla="*/ 5599 h 10000"/>
                  <a:gd name="connsiteX67" fmla="*/ 2411 w 10000"/>
                  <a:gd name="connsiteY67" fmla="*/ 5878 h 10000"/>
                  <a:gd name="connsiteX68" fmla="*/ 2489 w 10000"/>
                  <a:gd name="connsiteY68" fmla="*/ 5920 h 10000"/>
                  <a:gd name="connsiteX69" fmla="*/ 2478 w 10000"/>
                  <a:gd name="connsiteY69" fmla="*/ 6158 h 10000"/>
                  <a:gd name="connsiteX70" fmla="*/ 2411 w 10000"/>
                  <a:gd name="connsiteY70" fmla="*/ 6241 h 10000"/>
                  <a:gd name="connsiteX71" fmla="*/ 2289 w 10000"/>
                  <a:gd name="connsiteY71" fmla="*/ 6283 h 10000"/>
                  <a:gd name="connsiteX72" fmla="*/ 2211 w 10000"/>
                  <a:gd name="connsiteY72" fmla="*/ 6216 h 10000"/>
                  <a:gd name="connsiteX73" fmla="*/ 2089 w 10000"/>
                  <a:gd name="connsiteY73" fmla="*/ 6207 h 10000"/>
                  <a:gd name="connsiteX74" fmla="*/ 1989 w 10000"/>
                  <a:gd name="connsiteY74" fmla="*/ 6342 h 10000"/>
                  <a:gd name="connsiteX75" fmla="*/ 1811 w 10000"/>
                  <a:gd name="connsiteY75" fmla="*/ 6410 h 10000"/>
                  <a:gd name="connsiteX76" fmla="*/ 1633 w 10000"/>
                  <a:gd name="connsiteY76" fmla="*/ 6410 h 10000"/>
                  <a:gd name="connsiteX77" fmla="*/ 1556 w 10000"/>
                  <a:gd name="connsiteY77" fmla="*/ 6461 h 10000"/>
                  <a:gd name="connsiteX78" fmla="*/ 1456 w 10000"/>
                  <a:gd name="connsiteY78" fmla="*/ 6453 h 10000"/>
                  <a:gd name="connsiteX79" fmla="*/ 1400 w 10000"/>
                  <a:gd name="connsiteY79" fmla="*/ 6368 h 10000"/>
                  <a:gd name="connsiteX80" fmla="*/ 1267 w 10000"/>
                  <a:gd name="connsiteY80" fmla="*/ 6377 h 10000"/>
                  <a:gd name="connsiteX81" fmla="*/ 1133 w 10000"/>
                  <a:gd name="connsiteY81" fmla="*/ 6487 h 10000"/>
                  <a:gd name="connsiteX82" fmla="*/ 1200 w 10000"/>
                  <a:gd name="connsiteY82" fmla="*/ 6570 h 10000"/>
                  <a:gd name="connsiteX83" fmla="*/ 1333 w 10000"/>
                  <a:gd name="connsiteY83" fmla="*/ 6630 h 10000"/>
                  <a:gd name="connsiteX84" fmla="*/ 1367 w 10000"/>
                  <a:gd name="connsiteY84" fmla="*/ 6781 h 10000"/>
                  <a:gd name="connsiteX85" fmla="*/ 1456 w 10000"/>
                  <a:gd name="connsiteY85" fmla="*/ 6874 h 10000"/>
                  <a:gd name="connsiteX86" fmla="*/ 1456 w 10000"/>
                  <a:gd name="connsiteY86" fmla="*/ 7061 h 10000"/>
                  <a:gd name="connsiteX87" fmla="*/ 1400 w 10000"/>
                  <a:gd name="connsiteY87" fmla="*/ 7120 h 10000"/>
                  <a:gd name="connsiteX88" fmla="*/ 1300 w 10000"/>
                  <a:gd name="connsiteY88" fmla="*/ 7110 h 10000"/>
                  <a:gd name="connsiteX89" fmla="*/ 1233 w 10000"/>
                  <a:gd name="connsiteY89" fmla="*/ 7061 h 10000"/>
                  <a:gd name="connsiteX90" fmla="*/ 1167 w 10000"/>
                  <a:gd name="connsiteY90" fmla="*/ 6892 h 10000"/>
                  <a:gd name="connsiteX91" fmla="*/ 1100 w 10000"/>
                  <a:gd name="connsiteY91" fmla="*/ 6833 h 10000"/>
                  <a:gd name="connsiteX92" fmla="*/ 911 w 10000"/>
                  <a:gd name="connsiteY92" fmla="*/ 6833 h 10000"/>
                  <a:gd name="connsiteX93" fmla="*/ 567 w 10000"/>
                  <a:gd name="connsiteY93" fmla="*/ 7077 h 10000"/>
                  <a:gd name="connsiteX94" fmla="*/ 511 w 10000"/>
                  <a:gd name="connsiteY94" fmla="*/ 7237 h 10000"/>
                  <a:gd name="connsiteX95" fmla="*/ 444 w 10000"/>
                  <a:gd name="connsiteY95" fmla="*/ 7305 h 10000"/>
                  <a:gd name="connsiteX96" fmla="*/ 444 w 10000"/>
                  <a:gd name="connsiteY96" fmla="*/ 7542 h 10000"/>
                  <a:gd name="connsiteX97" fmla="*/ 356 w 10000"/>
                  <a:gd name="connsiteY97" fmla="*/ 7610 h 10000"/>
                  <a:gd name="connsiteX98" fmla="*/ 178 w 10000"/>
                  <a:gd name="connsiteY98" fmla="*/ 7610 h 10000"/>
                  <a:gd name="connsiteX99" fmla="*/ 67 w 10000"/>
                  <a:gd name="connsiteY99" fmla="*/ 7711 h 10000"/>
                  <a:gd name="connsiteX100" fmla="*/ 44 w 10000"/>
                  <a:gd name="connsiteY100" fmla="*/ 7997 h 10000"/>
                  <a:gd name="connsiteX101" fmla="*/ 0 w 10000"/>
                  <a:gd name="connsiteY101" fmla="*/ 8024 h 10000"/>
                  <a:gd name="connsiteX102" fmla="*/ 11 w 10000"/>
                  <a:gd name="connsiteY102" fmla="*/ 8117 h 10000"/>
                  <a:gd name="connsiteX103" fmla="*/ 2300 w 10000"/>
                  <a:gd name="connsiteY103" fmla="*/ 9155 h 10000"/>
                  <a:gd name="connsiteX104" fmla="*/ 2878 w 10000"/>
                  <a:gd name="connsiteY104" fmla="*/ 8656 h 10000"/>
                  <a:gd name="connsiteX105" fmla="*/ 3189 w 10000"/>
                  <a:gd name="connsiteY105" fmla="*/ 8893 h 10000"/>
                  <a:gd name="connsiteX106" fmla="*/ 3778 w 10000"/>
                  <a:gd name="connsiteY106" fmla="*/ 8944 h 10000"/>
                  <a:gd name="connsiteX107" fmla="*/ 4033 w 10000"/>
                  <a:gd name="connsiteY107" fmla="*/ 9307 h 10000"/>
                  <a:gd name="connsiteX108" fmla="*/ 4456 w 10000"/>
                  <a:gd name="connsiteY108" fmla="*/ 9434 h 10000"/>
                  <a:gd name="connsiteX109" fmla="*/ 4933 w 10000"/>
                  <a:gd name="connsiteY109" fmla="*/ 9940 h 10000"/>
                  <a:gd name="connsiteX110" fmla="*/ 5022 w 10000"/>
                  <a:gd name="connsiteY110" fmla="*/ 9992 h 10000"/>
                  <a:gd name="connsiteX111" fmla="*/ 5189 w 10000"/>
                  <a:gd name="connsiteY111" fmla="*/ 10000 h 10000"/>
                  <a:gd name="connsiteX112" fmla="*/ 5333 w 10000"/>
                  <a:gd name="connsiteY112" fmla="*/ 9915 h 10000"/>
                  <a:gd name="connsiteX113" fmla="*/ 5367 w 10000"/>
                  <a:gd name="connsiteY113" fmla="*/ 9628 h 10000"/>
                  <a:gd name="connsiteX114" fmla="*/ 6067 w 10000"/>
                  <a:gd name="connsiteY114" fmla="*/ 9460 h 10000"/>
                  <a:gd name="connsiteX115" fmla="*/ 6211 w 10000"/>
                  <a:gd name="connsiteY115" fmla="*/ 9493 h 10000"/>
                  <a:gd name="connsiteX116" fmla="*/ 6467 w 10000"/>
                  <a:gd name="connsiteY116" fmla="*/ 9712 h 10000"/>
                  <a:gd name="connsiteX117" fmla="*/ 6567 w 10000"/>
                  <a:gd name="connsiteY117" fmla="*/ 9704 h 10000"/>
                  <a:gd name="connsiteX118" fmla="*/ 6578 w 10000"/>
                  <a:gd name="connsiteY118" fmla="*/ 9561 h 10000"/>
                  <a:gd name="connsiteX119" fmla="*/ 6900 w 10000"/>
                  <a:gd name="connsiteY119" fmla="*/ 9416 h 10000"/>
                  <a:gd name="connsiteX120" fmla="*/ 7556 w 10000"/>
                  <a:gd name="connsiteY120" fmla="*/ 9517 h 10000"/>
                  <a:gd name="connsiteX121" fmla="*/ 7711 w 10000"/>
                  <a:gd name="connsiteY121" fmla="*/ 9392 h 10000"/>
                  <a:gd name="connsiteX122" fmla="*/ 8311 w 10000"/>
                  <a:gd name="connsiteY122" fmla="*/ 9476 h 10000"/>
                  <a:gd name="connsiteX123" fmla="*/ 8756 w 10000"/>
                  <a:gd name="connsiteY123" fmla="*/ 9426 h 10000"/>
                  <a:gd name="connsiteX124" fmla="*/ 9011 w 10000"/>
                  <a:gd name="connsiteY124" fmla="*/ 9517 h 10000"/>
                  <a:gd name="connsiteX125" fmla="*/ 9011 w 10000"/>
                  <a:gd name="connsiteY125" fmla="*/ 8757 h 10000"/>
                  <a:gd name="connsiteX126" fmla="*/ 9522 w 10000"/>
                  <a:gd name="connsiteY126" fmla="*/ 7948 h 10000"/>
                  <a:gd name="connsiteX127" fmla="*/ 10000 w 10000"/>
                  <a:gd name="connsiteY127" fmla="*/ 7593 h 10000"/>
                  <a:gd name="connsiteX128" fmla="*/ 9400 w 10000"/>
                  <a:gd name="connsiteY128" fmla="*/ 7069 h 10000"/>
                  <a:gd name="connsiteX129" fmla="*/ 9011 w 10000"/>
                  <a:gd name="connsiteY129" fmla="*/ 6605 h 10000"/>
                  <a:gd name="connsiteX130" fmla="*/ 8922 w 10000"/>
                  <a:gd name="connsiteY130" fmla="*/ 5938 h 10000"/>
                  <a:gd name="connsiteX131" fmla="*/ 9044 w 10000"/>
                  <a:gd name="connsiteY131" fmla="*/ 5270 h 10000"/>
                  <a:gd name="connsiteX132" fmla="*/ 9744 w 10000"/>
                  <a:gd name="connsiteY132" fmla="*/ 5034 h 10000"/>
                  <a:gd name="connsiteX133" fmla="*/ 9344 w 10000"/>
                  <a:gd name="connsiteY133" fmla="*/ 4949 h 10000"/>
                  <a:gd name="connsiteX134" fmla="*/ 9011 w 10000"/>
                  <a:gd name="connsiteY134" fmla="*/ 4434 h 10000"/>
                  <a:gd name="connsiteX135" fmla="*/ 9444 w 10000"/>
                  <a:gd name="connsiteY135" fmla="*/ 4096 h 10000"/>
                  <a:gd name="connsiteX136" fmla="*/ 9156 w 10000"/>
                  <a:gd name="connsiteY136" fmla="*/ 3750 h 10000"/>
                  <a:gd name="connsiteX137" fmla="*/ 8667 w 10000"/>
                  <a:gd name="connsiteY137" fmla="*/ 4029 h 10000"/>
                  <a:gd name="connsiteX138" fmla="*/ 7489 w 10000"/>
                  <a:gd name="connsiteY138" fmla="*/ 3716 h 10000"/>
                  <a:gd name="connsiteX139" fmla="*/ 6856 w 10000"/>
                  <a:gd name="connsiteY139" fmla="*/ 3336 h 10000"/>
                  <a:gd name="connsiteX140" fmla="*/ 6811 w 10000"/>
                  <a:gd name="connsiteY140" fmla="*/ 2854 h 10000"/>
                  <a:gd name="connsiteX141" fmla="*/ 6711 w 10000"/>
                  <a:gd name="connsiteY141" fmla="*/ 2559 h 10000"/>
                  <a:gd name="connsiteX142" fmla="*/ 6378 w 10000"/>
                  <a:gd name="connsiteY142" fmla="*/ 2390 h 10000"/>
                  <a:gd name="connsiteX143" fmla="*/ 5933 w 10000"/>
                  <a:gd name="connsiteY143" fmla="*/ 2306 h 10000"/>
                  <a:gd name="connsiteX144" fmla="*/ 5556 w 10000"/>
                  <a:gd name="connsiteY144" fmla="*/ 1883 h 10000"/>
                  <a:gd name="connsiteX145" fmla="*/ 5378 w 10000"/>
                  <a:gd name="connsiteY145" fmla="*/ 1300 h 10000"/>
                  <a:gd name="connsiteX146" fmla="*/ 5133 w 10000"/>
                  <a:gd name="connsiteY146" fmla="*/ 937 h 10000"/>
                  <a:gd name="connsiteX147" fmla="*/ 4711 w 10000"/>
                  <a:gd name="connsiteY147" fmla="*/ 557 h 10000"/>
                  <a:gd name="connsiteX148" fmla="*/ 4100 w 10000"/>
                  <a:gd name="connsiteY148" fmla="*/ 346 h 10000"/>
                  <a:gd name="connsiteX149" fmla="*/ 3900 w 10000"/>
                  <a:gd name="connsiteY149" fmla="*/ 228 h 10000"/>
                  <a:gd name="connsiteX150" fmla="*/ 3711 w 10000"/>
                  <a:gd name="connsiteY150" fmla="*/ 0 h 10000"/>
                  <a:gd name="connsiteX151" fmla="*/ 3211 w 10000"/>
                  <a:gd name="connsiteY151" fmla="*/ 143 h 10000"/>
                  <a:gd name="connsiteX152" fmla="*/ 2711 w 10000"/>
                  <a:gd name="connsiteY152" fmla="*/ 160 h 10000"/>
                  <a:gd name="connsiteX153" fmla="*/ 2044 w 10000"/>
                  <a:gd name="connsiteY153" fmla="*/ 490 h 10000"/>
                  <a:gd name="connsiteX154" fmla="*/ 1456 w 10000"/>
                  <a:gd name="connsiteY154" fmla="*/ 507 h 10000"/>
                  <a:gd name="connsiteX155" fmla="*/ 1167 w 10000"/>
                  <a:gd name="connsiteY155" fmla="*/ 675 h 10000"/>
                  <a:gd name="connsiteX156" fmla="*/ 600 w 10000"/>
                  <a:gd name="connsiteY156" fmla="*/ 719 h 10000"/>
                  <a:gd name="connsiteX0" fmla="*/ 600 w 10000"/>
                  <a:gd name="connsiteY0" fmla="*/ 719 h 10000"/>
                  <a:gd name="connsiteX1" fmla="*/ 911 w 10000"/>
                  <a:gd name="connsiteY1" fmla="*/ 937 h 10000"/>
                  <a:gd name="connsiteX2" fmla="*/ 933 w 10000"/>
                  <a:gd name="connsiteY2" fmla="*/ 1056 h 10000"/>
                  <a:gd name="connsiteX3" fmla="*/ 878 w 10000"/>
                  <a:gd name="connsiteY3" fmla="*/ 1123 h 10000"/>
                  <a:gd name="connsiteX4" fmla="*/ 978 w 10000"/>
                  <a:gd name="connsiteY4" fmla="*/ 1191 h 10000"/>
                  <a:gd name="connsiteX5" fmla="*/ 1000 w 10000"/>
                  <a:gd name="connsiteY5" fmla="*/ 1300 h 10000"/>
                  <a:gd name="connsiteX6" fmla="*/ 867 w 10000"/>
                  <a:gd name="connsiteY6" fmla="*/ 1427 h 10000"/>
                  <a:gd name="connsiteX7" fmla="*/ 889 w 10000"/>
                  <a:gd name="connsiteY7" fmla="*/ 1504 h 10000"/>
                  <a:gd name="connsiteX8" fmla="*/ 1022 w 10000"/>
                  <a:gd name="connsiteY8" fmla="*/ 1554 h 10000"/>
                  <a:gd name="connsiteX9" fmla="*/ 1111 w 10000"/>
                  <a:gd name="connsiteY9" fmla="*/ 1487 h 10000"/>
                  <a:gd name="connsiteX10" fmla="*/ 1200 w 10000"/>
                  <a:gd name="connsiteY10" fmla="*/ 1487 h 10000"/>
                  <a:gd name="connsiteX11" fmla="*/ 1322 w 10000"/>
                  <a:gd name="connsiteY11" fmla="*/ 1562 h 10000"/>
                  <a:gd name="connsiteX12" fmla="*/ 1322 w 10000"/>
                  <a:gd name="connsiteY12" fmla="*/ 1613 h 10000"/>
                  <a:gd name="connsiteX13" fmla="*/ 1244 w 10000"/>
                  <a:gd name="connsiteY13" fmla="*/ 1663 h 10000"/>
                  <a:gd name="connsiteX14" fmla="*/ 1156 w 10000"/>
                  <a:gd name="connsiteY14" fmla="*/ 1663 h 10000"/>
                  <a:gd name="connsiteX15" fmla="*/ 1122 w 10000"/>
                  <a:gd name="connsiteY15" fmla="*/ 1740 h 10000"/>
                  <a:gd name="connsiteX16" fmla="*/ 1178 w 10000"/>
                  <a:gd name="connsiteY16" fmla="*/ 1800 h 10000"/>
                  <a:gd name="connsiteX17" fmla="*/ 1144 w 10000"/>
                  <a:gd name="connsiteY17" fmla="*/ 1883 h 10000"/>
                  <a:gd name="connsiteX18" fmla="*/ 1122 w 10000"/>
                  <a:gd name="connsiteY18" fmla="*/ 1943 h 10000"/>
                  <a:gd name="connsiteX19" fmla="*/ 1178 w 10000"/>
                  <a:gd name="connsiteY19" fmla="*/ 2002 h 10000"/>
                  <a:gd name="connsiteX20" fmla="*/ 1344 w 10000"/>
                  <a:gd name="connsiteY20" fmla="*/ 2002 h 10000"/>
                  <a:gd name="connsiteX21" fmla="*/ 1411 w 10000"/>
                  <a:gd name="connsiteY21" fmla="*/ 2069 h 10000"/>
                  <a:gd name="connsiteX22" fmla="*/ 1533 w 10000"/>
                  <a:gd name="connsiteY22" fmla="*/ 2137 h 10000"/>
                  <a:gd name="connsiteX23" fmla="*/ 1733 w 10000"/>
                  <a:gd name="connsiteY23" fmla="*/ 2128 h 10000"/>
                  <a:gd name="connsiteX24" fmla="*/ 1878 w 10000"/>
                  <a:gd name="connsiteY24" fmla="*/ 2204 h 10000"/>
                  <a:gd name="connsiteX25" fmla="*/ 2056 w 10000"/>
                  <a:gd name="connsiteY25" fmla="*/ 2187 h 10000"/>
                  <a:gd name="connsiteX26" fmla="*/ 2144 w 10000"/>
                  <a:gd name="connsiteY26" fmla="*/ 2221 h 10000"/>
                  <a:gd name="connsiteX27" fmla="*/ 2167 w 10000"/>
                  <a:gd name="connsiteY27" fmla="*/ 2280 h 10000"/>
                  <a:gd name="connsiteX28" fmla="*/ 2011 w 10000"/>
                  <a:gd name="connsiteY28" fmla="*/ 2356 h 10000"/>
                  <a:gd name="connsiteX29" fmla="*/ 1844 w 10000"/>
                  <a:gd name="connsiteY29" fmla="*/ 2322 h 10000"/>
                  <a:gd name="connsiteX30" fmla="*/ 1700 w 10000"/>
                  <a:gd name="connsiteY30" fmla="*/ 2298 h 10000"/>
                  <a:gd name="connsiteX31" fmla="*/ 1600 w 10000"/>
                  <a:gd name="connsiteY31" fmla="*/ 2314 h 10000"/>
                  <a:gd name="connsiteX32" fmla="*/ 1567 w 10000"/>
                  <a:gd name="connsiteY32" fmla="*/ 2458 h 10000"/>
                  <a:gd name="connsiteX33" fmla="*/ 1456 w 10000"/>
                  <a:gd name="connsiteY33" fmla="*/ 2559 h 10000"/>
                  <a:gd name="connsiteX34" fmla="*/ 1522 w 10000"/>
                  <a:gd name="connsiteY34" fmla="*/ 2846 h 10000"/>
                  <a:gd name="connsiteX35" fmla="*/ 1600 w 10000"/>
                  <a:gd name="connsiteY35" fmla="*/ 2897 h 10000"/>
                  <a:gd name="connsiteX36" fmla="*/ 1556 w 10000"/>
                  <a:gd name="connsiteY36" fmla="*/ 3040 h 10000"/>
                  <a:gd name="connsiteX37" fmla="*/ 2056 w 10000"/>
                  <a:gd name="connsiteY37" fmla="*/ 3074 h 10000"/>
                  <a:gd name="connsiteX38" fmla="*/ 2144 w 10000"/>
                  <a:gd name="connsiteY38" fmla="*/ 3167 h 10000"/>
                  <a:gd name="connsiteX39" fmla="*/ 2078 w 10000"/>
                  <a:gd name="connsiteY39" fmla="*/ 3268 h 10000"/>
                  <a:gd name="connsiteX40" fmla="*/ 2078 w 10000"/>
                  <a:gd name="connsiteY40" fmla="*/ 3411 h 10000"/>
                  <a:gd name="connsiteX41" fmla="*/ 1867 w 10000"/>
                  <a:gd name="connsiteY41" fmla="*/ 3639 h 10000"/>
                  <a:gd name="connsiteX42" fmla="*/ 1678 w 10000"/>
                  <a:gd name="connsiteY42" fmla="*/ 3979 h 10000"/>
                  <a:gd name="connsiteX43" fmla="*/ 1589 w 10000"/>
                  <a:gd name="connsiteY43" fmla="*/ 4020 h 10000"/>
                  <a:gd name="connsiteX44" fmla="*/ 1589 w 10000"/>
                  <a:gd name="connsiteY44" fmla="*/ 4114 h 10000"/>
                  <a:gd name="connsiteX45" fmla="*/ 1644 w 10000"/>
                  <a:gd name="connsiteY45" fmla="*/ 4171 h 10000"/>
                  <a:gd name="connsiteX46" fmla="*/ 1511 w 10000"/>
                  <a:gd name="connsiteY46" fmla="*/ 4342 h 10000"/>
                  <a:gd name="connsiteX47" fmla="*/ 1600 w 10000"/>
                  <a:gd name="connsiteY47" fmla="*/ 4544 h 10000"/>
                  <a:gd name="connsiteX48" fmla="*/ 1744 w 10000"/>
                  <a:gd name="connsiteY48" fmla="*/ 4569 h 10000"/>
                  <a:gd name="connsiteX49" fmla="*/ 1844 w 10000"/>
                  <a:gd name="connsiteY49" fmla="*/ 4638 h 10000"/>
                  <a:gd name="connsiteX50" fmla="*/ 2000 w 10000"/>
                  <a:gd name="connsiteY50" fmla="*/ 4594 h 10000"/>
                  <a:gd name="connsiteX51" fmla="*/ 2067 w 10000"/>
                  <a:gd name="connsiteY51" fmla="*/ 4695 h 10000"/>
                  <a:gd name="connsiteX52" fmla="*/ 2100 w 10000"/>
                  <a:gd name="connsiteY52" fmla="*/ 4806 h 10000"/>
                  <a:gd name="connsiteX53" fmla="*/ 2278 w 10000"/>
                  <a:gd name="connsiteY53" fmla="*/ 4932 h 10000"/>
                  <a:gd name="connsiteX54" fmla="*/ 2378 w 10000"/>
                  <a:gd name="connsiteY54" fmla="*/ 4915 h 10000"/>
                  <a:gd name="connsiteX55" fmla="*/ 2422 w 10000"/>
                  <a:gd name="connsiteY55" fmla="*/ 4949 h 10000"/>
                  <a:gd name="connsiteX56" fmla="*/ 2411 w 10000"/>
                  <a:gd name="connsiteY56" fmla="*/ 5034 h 10000"/>
                  <a:gd name="connsiteX57" fmla="*/ 2589 w 10000"/>
                  <a:gd name="connsiteY57" fmla="*/ 5110 h 10000"/>
                  <a:gd name="connsiteX58" fmla="*/ 2700 w 10000"/>
                  <a:gd name="connsiteY58" fmla="*/ 5126 h 10000"/>
                  <a:gd name="connsiteX59" fmla="*/ 2722 w 10000"/>
                  <a:gd name="connsiteY59" fmla="*/ 5237 h 10000"/>
                  <a:gd name="connsiteX60" fmla="*/ 2533 w 10000"/>
                  <a:gd name="connsiteY60" fmla="*/ 5362 h 10000"/>
                  <a:gd name="connsiteX61" fmla="*/ 2211 w 10000"/>
                  <a:gd name="connsiteY61" fmla="*/ 5379 h 10000"/>
                  <a:gd name="connsiteX62" fmla="*/ 2000 w 10000"/>
                  <a:gd name="connsiteY62" fmla="*/ 5278 h 10000"/>
                  <a:gd name="connsiteX63" fmla="*/ 1889 w 10000"/>
                  <a:gd name="connsiteY63" fmla="*/ 5278 h 10000"/>
                  <a:gd name="connsiteX64" fmla="*/ 1844 w 10000"/>
                  <a:gd name="connsiteY64" fmla="*/ 5321 h 10000"/>
                  <a:gd name="connsiteX65" fmla="*/ 1889 w 10000"/>
                  <a:gd name="connsiteY65" fmla="*/ 5398 h 10000"/>
                  <a:gd name="connsiteX66" fmla="*/ 2144 w 10000"/>
                  <a:gd name="connsiteY66" fmla="*/ 5599 h 10000"/>
                  <a:gd name="connsiteX67" fmla="*/ 2411 w 10000"/>
                  <a:gd name="connsiteY67" fmla="*/ 5878 h 10000"/>
                  <a:gd name="connsiteX68" fmla="*/ 2489 w 10000"/>
                  <a:gd name="connsiteY68" fmla="*/ 5920 h 10000"/>
                  <a:gd name="connsiteX69" fmla="*/ 2478 w 10000"/>
                  <a:gd name="connsiteY69" fmla="*/ 6158 h 10000"/>
                  <a:gd name="connsiteX70" fmla="*/ 2411 w 10000"/>
                  <a:gd name="connsiteY70" fmla="*/ 6241 h 10000"/>
                  <a:gd name="connsiteX71" fmla="*/ 2289 w 10000"/>
                  <a:gd name="connsiteY71" fmla="*/ 6283 h 10000"/>
                  <a:gd name="connsiteX72" fmla="*/ 2211 w 10000"/>
                  <a:gd name="connsiteY72" fmla="*/ 6216 h 10000"/>
                  <a:gd name="connsiteX73" fmla="*/ 2089 w 10000"/>
                  <a:gd name="connsiteY73" fmla="*/ 6207 h 10000"/>
                  <a:gd name="connsiteX74" fmla="*/ 1989 w 10000"/>
                  <a:gd name="connsiteY74" fmla="*/ 6342 h 10000"/>
                  <a:gd name="connsiteX75" fmla="*/ 1811 w 10000"/>
                  <a:gd name="connsiteY75" fmla="*/ 6410 h 10000"/>
                  <a:gd name="connsiteX76" fmla="*/ 1633 w 10000"/>
                  <a:gd name="connsiteY76" fmla="*/ 6410 h 10000"/>
                  <a:gd name="connsiteX77" fmla="*/ 1556 w 10000"/>
                  <a:gd name="connsiteY77" fmla="*/ 6461 h 10000"/>
                  <a:gd name="connsiteX78" fmla="*/ 1456 w 10000"/>
                  <a:gd name="connsiteY78" fmla="*/ 6453 h 10000"/>
                  <a:gd name="connsiteX79" fmla="*/ 1400 w 10000"/>
                  <a:gd name="connsiteY79" fmla="*/ 6368 h 10000"/>
                  <a:gd name="connsiteX80" fmla="*/ 1267 w 10000"/>
                  <a:gd name="connsiteY80" fmla="*/ 6377 h 10000"/>
                  <a:gd name="connsiteX81" fmla="*/ 1133 w 10000"/>
                  <a:gd name="connsiteY81" fmla="*/ 6487 h 10000"/>
                  <a:gd name="connsiteX82" fmla="*/ 1200 w 10000"/>
                  <a:gd name="connsiteY82" fmla="*/ 6570 h 10000"/>
                  <a:gd name="connsiteX83" fmla="*/ 1333 w 10000"/>
                  <a:gd name="connsiteY83" fmla="*/ 6630 h 10000"/>
                  <a:gd name="connsiteX84" fmla="*/ 1367 w 10000"/>
                  <a:gd name="connsiteY84" fmla="*/ 6781 h 10000"/>
                  <a:gd name="connsiteX85" fmla="*/ 1456 w 10000"/>
                  <a:gd name="connsiteY85" fmla="*/ 6874 h 10000"/>
                  <a:gd name="connsiteX86" fmla="*/ 1456 w 10000"/>
                  <a:gd name="connsiteY86" fmla="*/ 7061 h 10000"/>
                  <a:gd name="connsiteX87" fmla="*/ 1400 w 10000"/>
                  <a:gd name="connsiteY87" fmla="*/ 7120 h 10000"/>
                  <a:gd name="connsiteX88" fmla="*/ 1300 w 10000"/>
                  <a:gd name="connsiteY88" fmla="*/ 7110 h 10000"/>
                  <a:gd name="connsiteX89" fmla="*/ 1233 w 10000"/>
                  <a:gd name="connsiteY89" fmla="*/ 7061 h 10000"/>
                  <a:gd name="connsiteX90" fmla="*/ 1167 w 10000"/>
                  <a:gd name="connsiteY90" fmla="*/ 6892 h 10000"/>
                  <a:gd name="connsiteX91" fmla="*/ 1100 w 10000"/>
                  <a:gd name="connsiteY91" fmla="*/ 6833 h 10000"/>
                  <a:gd name="connsiteX92" fmla="*/ 911 w 10000"/>
                  <a:gd name="connsiteY92" fmla="*/ 6833 h 10000"/>
                  <a:gd name="connsiteX93" fmla="*/ 567 w 10000"/>
                  <a:gd name="connsiteY93" fmla="*/ 7077 h 10000"/>
                  <a:gd name="connsiteX94" fmla="*/ 511 w 10000"/>
                  <a:gd name="connsiteY94" fmla="*/ 7237 h 10000"/>
                  <a:gd name="connsiteX95" fmla="*/ 444 w 10000"/>
                  <a:gd name="connsiteY95" fmla="*/ 7305 h 10000"/>
                  <a:gd name="connsiteX96" fmla="*/ 444 w 10000"/>
                  <a:gd name="connsiteY96" fmla="*/ 7542 h 10000"/>
                  <a:gd name="connsiteX97" fmla="*/ 356 w 10000"/>
                  <a:gd name="connsiteY97" fmla="*/ 7610 h 10000"/>
                  <a:gd name="connsiteX98" fmla="*/ 178 w 10000"/>
                  <a:gd name="connsiteY98" fmla="*/ 7610 h 10000"/>
                  <a:gd name="connsiteX99" fmla="*/ 67 w 10000"/>
                  <a:gd name="connsiteY99" fmla="*/ 7711 h 10000"/>
                  <a:gd name="connsiteX100" fmla="*/ 44 w 10000"/>
                  <a:gd name="connsiteY100" fmla="*/ 7997 h 10000"/>
                  <a:gd name="connsiteX101" fmla="*/ 0 w 10000"/>
                  <a:gd name="connsiteY101" fmla="*/ 8024 h 10000"/>
                  <a:gd name="connsiteX102" fmla="*/ 2300 w 10000"/>
                  <a:gd name="connsiteY102" fmla="*/ 9155 h 10000"/>
                  <a:gd name="connsiteX103" fmla="*/ 2878 w 10000"/>
                  <a:gd name="connsiteY103" fmla="*/ 8656 h 10000"/>
                  <a:gd name="connsiteX104" fmla="*/ 3189 w 10000"/>
                  <a:gd name="connsiteY104" fmla="*/ 8893 h 10000"/>
                  <a:gd name="connsiteX105" fmla="*/ 3778 w 10000"/>
                  <a:gd name="connsiteY105" fmla="*/ 8944 h 10000"/>
                  <a:gd name="connsiteX106" fmla="*/ 4033 w 10000"/>
                  <a:gd name="connsiteY106" fmla="*/ 9307 h 10000"/>
                  <a:gd name="connsiteX107" fmla="*/ 4456 w 10000"/>
                  <a:gd name="connsiteY107" fmla="*/ 9434 h 10000"/>
                  <a:gd name="connsiteX108" fmla="*/ 4933 w 10000"/>
                  <a:gd name="connsiteY108" fmla="*/ 9940 h 10000"/>
                  <a:gd name="connsiteX109" fmla="*/ 5022 w 10000"/>
                  <a:gd name="connsiteY109" fmla="*/ 9992 h 10000"/>
                  <a:gd name="connsiteX110" fmla="*/ 5189 w 10000"/>
                  <a:gd name="connsiteY110" fmla="*/ 10000 h 10000"/>
                  <a:gd name="connsiteX111" fmla="*/ 5333 w 10000"/>
                  <a:gd name="connsiteY111" fmla="*/ 9915 h 10000"/>
                  <a:gd name="connsiteX112" fmla="*/ 5367 w 10000"/>
                  <a:gd name="connsiteY112" fmla="*/ 9628 h 10000"/>
                  <a:gd name="connsiteX113" fmla="*/ 6067 w 10000"/>
                  <a:gd name="connsiteY113" fmla="*/ 9460 h 10000"/>
                  <a:gd name="connsiteX114" fmla="*/ 6211 w 10000"/>
                  <a:gd name="connsiteY114" fmla="*/ 9493 h 10000"/>
                  <a:gd name="connsiteX115" fmla="*/ 6467 w 10000"/>
                  <a:gd name="connsiteY115" fmla="*/ 9712 h 10000"/>
                  <a:gd name="connsiteX116" fmla="*/ 6567 w 10000"/>
                  <a:gd name="connsiteY116" fmla="*/ 9704 h 10000"/>
                  <a:gd name="connsiteX117" fmla="*/ 6578 w 10000"/>
                  <a:gd name="connsiteY117" fmla="*/ 9561 h 10000"/>
                  <a:gd name="connsiteX118" fmla="*/ 6900 w 10000"/>
                  <a:gd name="connsiteY118" fmla="*/ 9416 h 10000"/>
                  <a:gd name="connsiteX119" fmla="*/ 7556 w 10000"/>
                  <a:gd name="connsiteY119" fmla="*/ 9517 h 10000"/>
                  <a:gd name="connsiteX120" fmla="*/ 7711 w 10000"/>
                  <a:gd name="connsiteY120" fmla="*/ 9392 h 10000"/>
                  <a:gd name="connsiteX121" fmla="*/ 8311 w 10000"/>
                  <a:gd name="connsiteY121" fmla="*/ 9476 h 10000"/>
                  <a:gd name="connsiteX122" fmla="*/ 8756 w 10000"/>
                  <a:gd name="connsiteY122" fmla="*/ 9426 h 10000"/>
                  <a:gd name="connsiteX123" fmla="*/ 9011 w 10000"/>
                  <a:gd name="connsiteY123" fmla="*/ 9517 h 10000"/>
                  <a:gd name="connsiteX124" fmla="*/ 9011 w 10000"/>
                  <a:gd name="connsiteY124" fmla="*/ 8757 h 10000"/>
                  <a:gd name="connsiteX125" fmla="*/ 9522 w 10000"/>
                  <a:gd name="connsiteY125" fmla="*/ 7948 h 10000"/>
                  <a:gd name="connsiteX126" fmla="*/ 10000 w 10000"/>
                  <a:gd name="connsiteY126" fmla="*/ 7593 h 10000"/>
                  <a:gd name="connsiteX127" fmla="*/ 9400 w 10000"/>
                  <a:gd name="connsiteY127" fmla="*/ 7069 h 10000"/>
                  <a:gd name="connsiteX128" fmla="*/ 9011 w 10000"/>
                  <a:gd name="connsiteY128" fmla="*/ 6605 h 10000"/>
                  <a:gd name="connsiteX129" fmla="*/ 8922 w 10000"/>
                  <a:gd name="connsiteY129" fmla="*/ 5938 h 10000"/>
                  <a:gd name="connsiteX130" fmla="*/ 9044 w 10000"/>
                  <a:gd name="connsiteY130" fmla="*/ 5270 h 10000"/>
                  <a:gd name="connsiteX131" fmla="*/ 9744 w 10000"/>
                  <a:gd name="connsiteY131" fmla="*/ 5034 h 10000"/>
                  <a:gd name="connsiteX132" fmla="*/ 9344 w 10000"/>
                  <a:gd name="connsiteY132" fmla="*/ 4949 h 10000"/>
                  <a:gd name="connsiteX133" fmla="*/ 9011 w 10000"/>
                  <a:gd name="connsiteY133" fmla="*/ 4434 h 10000"/>
                  <a:gd name="connsiteX134" fmla="*/ 9444 w 10000"/>
                  <a:gd name="connsiteY134" fmla="*/ 4096 h 10000"/>
                  <a:gd name="connsiteX135" fmla="*/ 9156 w 10000"/>
                  <a:gd name="connsiteY135" fmla="*/ 3750 h 10000"/>
                  <a:gd name="connsiteX136" fmla="*/ 8667 w 10000"/>
                  <a:gd name="connsiteY136" fmla="*/ 4029 h 10000"/>
                  <a:gd name="connsiteX137" fmla="*/ 7489 w 10000"/>
                  <a:gd name="connsiteY137" fmla="*/ 3716 h 10000"/>
                  <a:gd name="connsiteX138" fmla="*/ 6856 w 10000"/>
                  <a:gd name="connsiteY138" fmla="*/ 3336 h 10000"/>
                  <a:gd name="connsiteX139" fmla="*/ 6811 w 10000"/>
                  <a:gd name="connsiteY139" fmla="*/ 2854 h 10000"/>
                  <a:gd name="connsiteX140" fmla="*/ 6711 w 10000"/>
                  <a:gd name="connsiteY140" fmla="*/ 2559 h 10000"/>
                  <a:gd name="connsiteX141" fmla="*/ 6378 w 10000"/>
                  <a:gd name="connsiteY141" fmla="*/ 2390 h 10000"/>
                  <a:gd name="connsiteX142" fmla="*/ 5933 w 10000"/>
                  <a:gd name="connsiteY142" fmla="*/ 2306 h 10000"/>
                  <a:gd name="connsiteX143" fmla="*/ 5556 w 10000"/>
                  <a:gd name="connsiteY143" fmla="*/ 1883 h 10000"/>
                  <a:gd name="connsiteX144" fmla="*/ 5378 w 10000"/>
                  <a:gd name="connsiteY144" fmla="*/ 1300 h 10000"/>
                  <a:gd name="connsiteX145" fmla="*/ 5133 w 10000"/>
                  <a:gd name="connsiteY145" fmla="*/ 937 h 10000"/>
                  <a:gd name="connsiteX146" fmla="*/ 4711 w 10000"/>
                  <a:gd name="connsiteY146" fmla="*/ 557 h 10000"/>
                  <a:gd name="connsiteX147" fmla="*/ 4100 w 10000"/>
                  <a:gd name="connsiteY147" fmla="*/ 346 h 10000"/>
                  <a:gd name="connsiteX148" fmla="*/ 3900 w 10000"/>
                  <a:gd name="connsiteY148" fmla="*/ 228 h 10000"/>
                  <a:gd name="connsiteX149" fmla="*/ 3711 w 10000"/>
                  <a:gd name="connsiteY149" fmla="*/ 0 h 10000"/>
                  <a:gd name="connsiteX150" fmla="*/ 3211 w 10000"/>
                  <a:gd name="connsiteY150" fmla="*/ 143 h 10000"/>
                  <a:gd name="connsiteX151" fmla="*/ 2711 w 10000"/>
                  <a:gd name="connsiteY151" fmla="*/ 160 h 10000"/>
                  <a:gd name="connsiteX152" fmla="*/ 2044 w 10000"/>
                  <a:gd name="connsiteY152" fmla="*/ 490 h 10000"/>
                  <a:gd name="connsiteX153" fmla="*/ 1456 w 10000"/>
                  <a:gd name="connsiteY153" fmla="*/ 507 h 10000"/>
                  <a:gd name="connsiteX154" fmla="*/ 1167 w 10000"/>
                  <a:gd name="connsiteY154" fmla="*/ 675 h 10000"/>
                  <a:gd name="connsiteX155" fmla="*/ 600 w 10000"/>
                  <a:gd name="connsiteY155" fmla="*/ 719 h 10000"/>
                  <a:gd name="connsiteX0" fmla="*/ 556 w 9956"/>
                  <a:gd name="connsiteY0" fmla="*/ 719 h 10000"/>
                  <a:gd name="connsiteX1" fmla="*/ 867 w 9956"/>
                  <a:gd name="connsiteY1" fmla="*/ 937 h 10000"/>
                  <a:gd name="connsiteX2" fmla="*/ 889 w 9956"/>
                  <a:gd name="connsiteY2" fmla="*/ 1056 h 10000"/>
                  <a:gd name="connsiteX3" fmla="*/ 834 w 9956"/>
                  <a:gd name="connsiteY3" fmla="*/ 1123 h 10000"/>
                  <a:gd name="connsiteX4" fmla="*/ 934 w 9956"/>
                  <a:gd name="connsiteY4" fmla="*/ 1191 h 10000"/>
                  <a:gd name="connsiteX5" fmla="*/ 956 w 9956"/>
                  <a:gd name="connsiteY5" fmla="*/ 1300 h 10000"/>
                  <a:gd name="connsiteX6" fmla="*/ 823 w 9956"/>
                  <a:gd name="connsiteY6" fmla="*/ 1427 h 10000"/>
                  <a:gd name="connsiteX7" fmla="*/ 845 w 9956"/>
                  <a:gd name="connsiteY7" fmla="*/ 1504 h 10000"/>
                  <a:gd name="connsiteX8" fmla="*/ 978 w 9956"/>
                  <a:gd name="connsiteY8" fmla="*/ 1554 h 10000"/>
                  <a:gd name="connsiteX9" fmla="*/ 1067 w 9956"/>
                  <a:gd name="connsiteY9" fmla="*/ 1487 h 10000"/>
                  <a:gd name="connsiteX10" fmla="*/ 1156 w 9956"/>
                  <a:gd name="connsiteY10" fmla="*/ 1487 h 10000"/>
                  <a:gd name="connsiteX11" fmla="*/ 1278 w 9956"/>
                  <a:gd name="connsiteY11" fmla="*/ 1562 h 10000"/>
                  <a:gd name="connsiteX12" fmla="*/ 1278 w 9956"/>
                  <a:gd name="connsiteY12" fmla="*/ 1613 h 10000"/>
                  <a:gd name="connsiteX13" fmla="*/ 1200 w 9956"/>
                  <a:gd name="connsiteY13" fmla="*/ 1663 h 10000"/>
                  <a:gd name="connsiteX14" fmla="*/ 1112 w 9956"/>
                  <a:gd name="connsiteY14" fmla="*/ 1663 h 10000"/>
                  <a:gd name="connsiteX15" fmla="*/ 1078 w 9956"/>
                  <a:gd name="connsiteY15" fmla="*/ 1740 h 10000"/>
                  <a:gd name="connsiteX16" fmla="*/ 1134 w 9956"/>
                  <a:gd name="connsiteY16" fmla="*/ 1800 h 10000"/>
                  <a:gd name="connsiteX17" fmla="*/ 1100 w 9956"/>
                  <a:gd name="connsiteY17" fmla="*/ 1883 h 10000"/>
                  <a:gd name="connsiteX18" fmla="*/ 1078 w 9956"/>
                  <a:gd name="connsiteY18" fmla="*/ 1943 h 10000"/>
                  <a:gd name="connsiteX19" fmla="*/ 1134 w 9956"/>
                  <a:gd name="connsiteY19" fmla="*/ 2002 h 10000"/>
                  <a:gd name="connsiteX20" fmla="*/ 1300 w 9956"/>
                  <a:gd name="connsiteY20" fmla="*/ 2002 h 10000"/>
                  <a:gd name="connsiteX21" fmla="*/ 1367 w 9956"/>
                  <a:gd name="connsiteY21" fmla="*/ 2069 h 10000"/>
                  <a:gd name="connsiteX22" fmla="*/ 1489 w 9956"/>
                  <a:gd name="connsiteY22" fmla="*/ 2137 h 10000"/>
                  <a:gd name="connsiteX23" fmla="*/ 1689 w 9956"/>
                  <a:gd name="connsiteY23" fmla="*/ 2128 h 10000"/>
                  <a:gd name="connsiteX24" fmla="*/ 1834 w 9956"/>
                  <a:gd name="connsiteY24" fmla="*/ 2204 h 10000"/>
                  <a:gd name="connsiteX25" fmla="*/ 2012 w 9956"/>
                  <a:gd name="connsiteY25" fmla="*/ 2187 h 10000"/>
                  <a:gd name="connsiteX26" fmla="*/ 2100 w 9956"/>
                  <a:gd name="connsiteY26" fmla="*/ 2221 h 10000"/>
                  <a:gd name="connsiteX27" fmla="*/ 2123 w 9956"/>
                  <a:gd name="connsiteY27" fmla="*/ 2280 h 10000"/>
                  <a:gd name="connsiteX28" fmla="*/ 1967 w 9956"/>
                  <a:gd name="connsiteY28" fmla="*/ 2356 h 10000"/>
                  <a:gd name="connsiteX29" fmla="*/ 1800 w 9956"/>
                  <a:gd name="connsiteY29" fmla="*/ 2322 h 10000"/>
                  <a:gd name="connsiteX30" fmla="*/ 1656 w 9956"/>
                  <a:gd name="connsiteY30" fmla="*/ 2298 h 10000"/>
                  <a:gd name="connsiteX31" fmla="*/ 1556 w 9956"/>
                  <a:gd name="connsiteY31" fmla="*/ 2314 h 10000"/>
                  <a:gd name="connsiteX32" fmla="*/ 1523 w 9956"/>
                  <a:gd name="connsiteY32" fmla="*/ 2458 h 10000"/>
                  <a:gd name="connsiteX33" fmla="*/ 1412 w 9956"/>
                  <a:gd name="connsiteY33" fmla="*/ 2559 h 10000"/>
                  <a:gd name="connsiteX34" fmla="*/ 1478 w 9956"/>
                  <a:gd name="connsiteY34" fmla="*/ 2846 h 10000"/>
                  <a:gd name="connsiteX35" fmla="*/ 1556 w 9956"/>
                  <a:gd name="connsiteY35" fmla="*/ 2897 h 10000"/>
                  <a:gd name="connsiteX36" fmla="*/ 1512 w 9956"/>
                  <a:gd name="connsiteY36" fmla="*/ 3040 h 10000"/>
                  <a:gd name="connsiteX37" fmla="*/ 2012 w 9956"/>
                  <a:gd name="connsiteY37" fmla="*/ 3074 h 10000"/>
                  <a:gd name="connsiteX38" fmla="*/ 2100 w 9956"/>
                  <a:gd name="connsiteY38" fmla="*/ 3167 h 10000"/>
                  <a:gd name="connsiteX39" fmla="*/ 2034 w 9956"/>
                  <a:gd name="connsiteY39" fmla="*/ 3268 h 10000"/>
                  <a:gd name="connsiteX40" fmla="*/ 2034 w 9956"/>
                  <a:gd name="connsiteY40" fmla="*/ 3411 h 10000"/>
                  <a:gd name="connsiteX41" fmla="*/ 1823 w 9956"/>
                  <a:gd name="connsiteY41" fmla="*/ 3639 h 10000"/>
                  <a:gd name="connsiteX42" fmla="*/ 1634 w 9956"/>
                  <a:gd name="connsiteY42" fmla="*/ 3979 h 10000"/>
                  <a:gd name="connsiteX43" fmla="*/ 1545 w 9956"/>
                  <a:gd name="connsiteY43" fmla="*/ 4020 h 10000"/>
                  <a:gd name="connsiteX44" fmla="*/ 1545 w 9956"/>
                  <a:gd name="connsiteY44" fmla="*/ 4114 h 10000"/>
                  <a:gd name="connsiteX45" fmla="*/ 1600 w 9956"/>
                  <a:gd name="connsiteY45" fmla="*/ 4171 h 10000"/>
                  <a:gd name="connsiteX46" fmla="*/ 1467 w 9956"/>
                  <a:gd name="connsiteY46" fmla="*/ 4342 h 10000"/>
                  <a:gd name="connsiteX47" fmla="*/ 1556 w 9956"/>
                  <a:gd name="connsiteY47" fmla="*/ 4544 h 10000"/>
                  <a:gd name="connsiteX48" fmla="*/ 1700 w 9956"/>
                  <a:gd name="connsiteY48" fmla="*/ 4569 h 10000"/>
                  <a:gd name="connsiteX49" fmla="*/ 1800 w 9956"/>
                  <a:gd name="connsiteY49" fmla="*/ 4638 h 10000"/>
                  <a:gd name="connsiteX50" fmla="*/ 1956 w 9956"/>
                  <a:gd name="connsiteY50" fmla="*/ 4594 h 10000"/>
                  <a:gd name="connsiteX51" fmla="*/ 2023 w 9956"/>
                  <a:gd name="connsiteY51" fmla="*/ 4695 h 10000"/>
                  <a:gd name="connsiteX52" fmla="*/ 2056 w 9956"/>
                  <a:gd name="connsiteY52" fmla="*/ 4806 h 10000"/>
                  <a:gd name="connsiteX53" fmla="*/ 2234 w 9956"/>
                  <a:gd name="connsiteY53" fmla="*/ 4932 h 10000"/>
                  <a:gd name="connsiteX54" fmla="*/ 2334 w 9956"/>
                  <a:gd name="connsiteY54" fmla="*/ 4915 h 10000"/>
                  <a:gd name="connsiteX55" fmla="*/ 2378 w 9956"/>
                  <a:gd name="connsiteY55" fmla="*/ 4949 h 10000"/>
                  <a:gd name="connsiteX56" fmla="*/ 2367 w 9956"/>
                  <a:gd name="connsiteY56" fmla="*/ 5034 h 10000"/>
                  <a:gd name="connsiteX57" fmla="*/ 2545 w 9956"/>
                  <a:gd name="connsiteY57" fmla="*/ 5110 h 10000"/>
                  <a:gd name="connsiteX58" fmla="*/ 2656 w 9956"/>
                  <a:gd name="connsiteY58" fmla="*/ 5126 h 10000"/>
                  <a:gd name="connsiteX59" fmla="*/ 2678 w 9956"/>
                  <a:gd name="connsiteY59" fmla="*/ 5237 h 10000"/>
                  <a:gd name="connsiteX60" fmla="*/ 2489 w 9956"/>
                  <a:gd name="connsiteY60" fmla="*/ 5362 h 10000"/>
                  <a:gd name="connsiteX61" fmla="*/ 2167 w 9956"/>
                  <a:gd name="connsiteY61" fmla="*/ 5379 h 10000"/>
                  <a:gd name="connsiteX62" fmla="*/ 1956 w 9956"/>
                  <a:gd name="connsiteY62" fmla="*/ 5278 h 10000"/>
                  <a:gd name="connsiteX63" fmla="*/ 1845 w 9956"/>
                  <a:gd name="connsiteY63" fmla="*/ 5278 h 10000"/>
                  <a:gd name="connsiteX64" fmla="*/ 1800 w 9956"/>
                  <a:gd name="connsiteY64" fmla="*/ 5321 h 10000"/>
                  <a:gd name="connsiteX65" fmla="*/ 1845 w 9956"/>
                  <a:gd name="connsiteY65" fmla="*/ 5398 h 10000"/>
                  <a:gd name="connsiteX66" fmla="*/ 2100 w 9956"/>
                  <a:gd name="connsiteY66" fmla="*/ 5599 h 10000"/>
                  <a:gd name="connsiteX67" fmla="*/ 2367 w 9956"/>
                  <a:gd name="connsiteY67" fmla="*/ 5878 h 10000"/>
                  <a:gd name="connsiteX68" fmla="*/ 2445 w 9956"/>
                  <a:gd name="connsiteY68" fmla="*/ 5920 h 10000"/>
                  <a:gd name="connsiteX69" fmla="*/ 2434 w 9956"/>
                  <a:gd name="connsiteY69" fmla="*/ 6158 h 10000"/>
                  <a:gd name="connsiteX70" fmla="*/ 2367 w 9956"/>
                  <a:gd name="connsiteY70" fmla="*/ 6241 h 10000"/>
                  <a:gd name="connsiteX71" fmla="*/ 2245 w 9956"/>
                  <a:gd name="connsiteY71" fmla="*/ 6283 h 10000"/>
                  <a:gd name="connsiteX72" fmla="*/ 2167 w 9956"/>
                  <a:gd name="connsiteY72" fmla="*/ 6216 h 10000"/>
                  <a:gd name="connsiteX73" fmla="*/ 2045 w 9956"/>
                  <a:gd name="connsiteY73" fmla="*/ 6207 h 10000"/>
                  <a:gd name="connsiteX74" fmla="*/ 1945 w 9956"/>
                  <a:gd name="connsiteY74" fmla="*/ 6342 h 10000"/>
                  <a:gd name="connsiteX75" fmla="*/ 1767 w 9956"/>
                  <a:gd name="connsiteY75" fmla="*/ 6410 h 10000"/>
                  <a:gd name="connsiteX76" fmla="*/ 1589 w 9956"/>
                  <a:gd name="connsiteY76" fmla="*/ 6410 h 10000"/>
                  <a:gd name="connsiteX77" fmla="*/ 1512 w 9956"/>
                  <a:gd name="connsiteY77" fmla="*/ 6461 h 10000"/>
                  <a:gd name="connsiteX78" fmla="*/ 1412 w 9956"/>
                  <a:gd name="connsiteY78" fmla="*/ 6453 h 10000"/>
                  <a:gd name="connsiteX79" fmla="*/ 1356 w 9956"/>
                  <a:gd name="connsiteY79" fmla="*/ 6368 h 10000"/>
                  <a:gd name="connsiteX80" fmla="*/ 1223 w 9956"/>
                  <a:gd name="connsiteY80" fmla="*/ 6377 h 10000"/>
                  <a:gd name="connsiteX81" fmla="*/ 1089 w 9956"/>
                  <a:gd name="connsiteY81" fmla="*/ 6487 h 10000"/>
                  <a:gd name="connsiteX82" fmla="*/ 1156 w 9956"/>
                  <a:gd name="connsiteY82" fmla="*/ 6570 h 10000"/>
                  <a:gd name="connsiteX83" fmla="*/ 1289 w 9956"/>
                  <a:gd name="connsiteY83" fmla="*/ 6630 h 10000"/>
                  <a:gd name="connsiteX84" fmla="*/ 1323 w 9956"/>
                  <a:gd name="connsiteY84" fmla="*/ 6781 h 10000"/>
                  <a:gd name="connsiteX85" fmla="*/ 1412 w 9956"/>
                  <a:gd name="connsiteY85" fmla="*/ 6874 h 10000"/>
                  <a:gd name="connsiteX86" fmla="*/ 1412 w 9956"/>
                  <a:gd name="connsiteY86" fmla="*/ 7061 h 10000"/>
                  <a:gd name="connsiteX87" fmla="*/ 1356 w 9956"/>
                  <a:gd name="connsiteY87" fmla="*/ 7120 h 10000"/>
                  <a:gd name="connsiteX88" fmla="*/ 1256 w 9956"/>
                  <a:gd name="connsiteY88" fmla="*/ 7110 h 10000"/>
                  <a:gd name="connsiteX89" fmla="*/ 1189 w 9956"/>
                  <a:gd name="connsiteY89" fmla="*/ 7061 h 10000"/>
                  <a:gd name="connsiteX90" fmla="*/ 1123 w 9956"/>
                  <a:gd name="connsiteY90" fmla="*/ 6892 h 10000"/>
                  <a:gd name="connsiteX91" fmla="*/ 1056 w 9956"/>
                  <a:gd name="connsiteY91" fmla="*/ 6833 h 10000"/>
                  <a:gd name="connsiteX92" fmla="*/ 867 w 9956"/>
                  <a:gd name="connsiteY92" fmla="*/ 6833 h 10000"/>
                  <a:gd name="connsiteX93" fmla="*/ 523 w 9956"/>
                  <a:gd name="connsiteY93" fmla="*/ 7077 h 10000"/>
                  <a:gd name="connsiteX94" fmla="*/ 467 w 9956"/>
                  <a:gd name="connsiteY94" fmla="*/ 7237 h 10000"/>
                  <a:gd name="connsiteX95" fmla="*/ 400 w 9956"/>
                  <a:gd name="connsiteY95" fmla="*/ 7305 h 10000"/>
                  <a:gd name="connsiteX96" fmla="*/ 400 w 9956"/>
                  <a:gd name="connsiteY96" fmla="*/ 7542 h 10000"/>
                  <a:gd name="connsiteX97" fmla="*/ 312 w 9956"/>
                  <a:gd name="connsiteY97" fmla="*/ 7610 h 10000"/>
                  <a:gd name="connsiteX98" fmla="*/ 134 w 9956"/>
                  <a:gd name="connsiteY98" fmla="*/ 7610 h 10000"/>
                  <a:gd name="connsiteX99" fmla="*/ 23 w 9956"/>
                  <a:gd name="connsiteY99" fmla="*/ 7711 h 10000"/>
                  <a:gd name="connsiteX100" fmla="*/ 0 w 9956"/>
                  <a:gd name="connsiteY100" fmla="*/ 7997 h 10000"/>
                  <a:gd name="connsiteX101" fmla="*/ 2256 w 9956"/>
                  <a:gd name="connsiteY101" fmla="*/ 9155 h 10000"/>
                  <a:gd name="connsiteX102" fmla="*/ 2834 w 9956"/>
                  <a:gd name="connsiteY102" fmla="*/ 8656 h 10000"/>
                  <a:gd name="connsiteX103" fmla="*/ 3145 w 9956"/>
                  <a:gd name="connsiteY103" fmla="*/ 8893 h 10000"/>
                  <a:gd name="connsiteX104" fmla="*/ 3734 w 9956"/>
                  <a:gd name="connsiteY104" fmla="*/ 8944 h 10000"/>
                  <a:gd name="connsiteX105" fmla="*/ 3989 w 9956"/>
                  <a:gd name="connsiteY105" fmla="*/ 9307 h 10000"/>
                  <a:gd name="connsiteX106" fmla="*/ 4412 w 9956"/>
                  <a:gd name="connsiteY106" fmla="*/ 9434 h 10000"/>
                  <a:gd name="connsiteX107" fmla="*/ 4889 w 9956"/>
                  <a:gd name="connsiteY107" fmla="*/ 9940 h 10000"/>
                  <a:gd name="connsiteX108" fmla="*/ 4978 w 9956"/>
                  <a:gd name="connsiteY108" fmla="*/ 9992 h 10000"/>
                  <a:gd name="connsiteX109" fmla="*/ 5145 w 9956"/>
                  <a:gd name="connsiteY109" fmla="*/ 10000 h 10000"/>
                  <a:gd name="connsiteX110" fmla="*/ 5289 w 9956"/>
                  <a:gd name="connsiteY110" fmla="*/ 9915 h 10000"/>
                  <a:gd name="connsiteX111" fmla="*/ 5323 w 9956"/>
                  <a:gd name="connsiteY111" fmla="*/ 9628 h 10000"/>
                  <a:gd name="connsiteX112" fmla="*/ 6023 w 9956"/>
                  <a:gd name="connsiteY112" fmla="*/ 9460 h 10000"/>
                  <a:gd name="connsiteX113" fmla="*/ 6167 w 9956"/>
                  <a:gd name="connsiteY113" fmla="*/ 9493 h 10000"/>
                  <a:gd name="connsiteX114" fmla="*/ 6423 w 9956"/>
                  <a:gd name="connsiteY114" fmla="*/ 9712 h 10000"/>
                  <a:gd name="connsiteX115" fmla="*/ 6523 w 9956"/>
                  <a:gd name="connsiteY115" fmla="*/ 9704 h 10000"/>
                  <a:gd name="connsiteX116" fmla="*/ 6534 w 9956"/>
                  <a:gd name="connsiteY116" fmla="*/ 9561 h 10000"/>
                  <a:gd name="connsiteX117" fmla="*/ 6856 w 9956"/>
                  <a:gd name="connsiteY117" fmla="*/ 9416 h 10000"/>
                  <a:gd name="connsiteX118" fmla="*/ 7512 w 9956"/>
                  <a:gd name="connsiteY118" fmla="*/ 9517 h 10000"/>
                  <a:gd name="connsiteX119" fmla="*/ 7667 w 9956"/>
                  <a:gd name="connsiteY119" fmla="*/ 9392 h 10000"/>
                  <a:gd name="connsiteX120" fmla="*/ 8267 w 9956"/>
                  <a:gd name="connsiteY120" fmla="*/ 9476 h 10000"/>
                  <a:gd name="connsiteX121" fmla="*/ 8712 w 9956"/>
                  <a:gd name="connsiteY121" fmla="*/ 9426 h 10000"/>
                  <a:gd name="connsiteX122" fmla="*/ 8967 w 9956"/>
                  <a:gd name="connsiteY122" fmla="*/ 9517 h 10000"/>
                  <a:gd name="connsiteX123" fmla="*/ 8967 w 9956"/>
                  <a:gd name="connsiteY123" fmla="*/ 8757 h 10000"/>
                  <a:gd name="connsiteX124" fmla="*/ 9478 w 9956"/>
                  <a:gd name="connsiteY124" fmla="*/ 7948 h 10000"/>
                  <a:gd name="connsiteX125" fmla="*/ 9956 w 9956"/>
                  <a:gd name="connsiteY125" fmla="*/ 7593 h 10000"/>
                  <a:gd name="connsiteX126" fmla="*/ 9356 w 9956"/>
                  <a:gd name="connsiteY126" fmla="*/ 7069 h 10000"/>
                  <a:gd name="connsiteX127" fmla="*/ 8967 w 9956"/>
                  <a:gd name="connsiteY127" fmla="*/ 6605 h 10000"/>
                  <a:gd name="connsiteX128" fmla="*/ 8878 w 9956"/>
                  <a:gd name="connsiteY128" fmla="*/ 5938 h 10000"/>
                  <a:gd name="connsiteX129" fmla="*/ 9000 w 9956"/>
                  <a:gd name="connsiteY129" fmla="*/ 5270 h 10000"/>
                  <a:gd name="connsiteX130" fmla="*/ 9700 w 9956"/>
                  <a:gd name="connsiteY130" fmla="*/ 5034 h 10000"/>
                  <a:gd name="connsiteX131" fmla="*/ 9300 w 9956"/>
                  <a:gd name="connsiteY131" fmla="*/ 4949 h 10000"/>
                  <a:gd name="connsiteX132" fmla="*/ 8967 w 9956"/>
                  <a:gd name="connsiteY132" fmla="*/ 4434 h 10000"/>
                  <a:gd name="connsiteX133" fmla="*/ 9400 w 9956"/>
                  <a:gd name="connsiteY133" fmla="*/ 4096 h 10000"/>
                  <a:gd name="connsiteX134" fmla="*/ 9112 w 9956"/>
                  <a:gd name="connsiteY134" fmla="*/ 3750 h 10000"/>
                  <a:gd name="connsiteX135" fmla="*/ 8623 w 9956"/>
                  <a:gd name="connsiteY135" fmla="*/ 4029 h 10000"/>
                  <a:gd name="connsiteX136" fmla="*/ 7445 w 9956"/>
                  <a:gd name="connsiteY136" fmla="*/ 3716 h 10000"/>
                  <a:gd name="connsiteX137" fmla="*/ 6812 w 9956"/>
                  <a:gd name="connsiteY137" fmla="*/ 3336 h 10000"/>
                  <a:gd name="connsiteX138" fmla="*/ 6767 w 9956"/>
                  <a:gd name="connsiteY138" fmla="*/ 2854 h 10000"/>
                  <a:gd name="connsiteX139" fmla="*/ 6667 w 9956"/>
                  <a:gd name="connsiteY139" fmla="*/ 2559 h 10000"/>
                  <a:gd name="connsiteX140" fmla="*/ 6334 w 9956"/>
                  <a:gd name="connsiteY140" fmla="*/ 2390 h 10000"/>
                  <a:gd name="connsiteX141" fmla="*/ 5889 w 9956"/>
                  <a:gd name="connsiteY141" fmla="*/ 2306 h 10000"/>
                  <a:gd name="connsiteX142" fmla="*/ 5512 w 9956"/>
                  <a:gd name="connsiteY142" fmla="*/ 1883 h 10000"/>
                  <a:gd name="connsiteX143" fmla="*/ 5334 w 9956"/>
                  <a:gd name="connsiteY143" fmla="*/ 1300 h 10000"/>
                  <a:gd name="connsiteX144" fmla="*/ 5089 w 9956"/>
                  <a:gd name="connsiteY144" fmla="*/ 937 h 10000"/>
                  <a:gd name="connsiteX145" fmla="*/ 4667 w 9956"/>
                  <a:gd name="connsiteY145" fmla="*/ 557 h 10000"/>
                  <a:gd name="connsiteX146" fmla="*/ 4056 w 9956"/>
                  <a:gd name="connsiteY146" fmla="*/ 346 h 10000"/>
                  <a:gd name="connsiteX147" fmla="*/ 3856 w 9956"/>
                  <a:gd name="connsiteY147" fmla="*/ 228 h 10000"/>
                  <a:gd name="connsiteX148" fmla="*/ 3667 w 9956"/>
                  <a:gd name="connsiteY148" fmla="*/ 0 h 10000"/>
                  <a:gd name="connsiteX149" fmla="*/ 3167 w 9956"/>
                  <a:gd name="connsiteY149" fmla="*/ 143 h 10000"/>
                  <a:gd name="connsiteX150" fmla="*/ 2667 w 9956"/>
                  <a:gd name="connsiteY150" fmla="*/ 160 h 10000"/>
                  <a:gd name="connsiteX151" fmla="*/ 2000 w 9956"/>
                  <a:gd name="connsiteY151" fmla="*/ 490 h 10000"/>
                  <a:gd name="connsiteX152" fmla="*/ 1412 w 9956"/>
                  <a:gd name="connsiteY152" fmla="*/ 507 h 10000"/>
                  <a:gd name="connsiteX153" fmla="*/ 1123 w 9956"/>
                  <a:gd name="connsiteY153" fmla="*/ 675 h 10000"/>
                  <a:gd name="connsiteX154" fmla="*/ 556 w 9956"/>
                  <a:gd name="connsiteY154" fmla="*/ 719 h 10000"/>
                  <a:gd name="connsiteX0" fmla="*/ 558 w 10000"/>
                  <a:gd name="connsiteY0" fmla="*/ 719 h 10000"/>
                  <a:gd name="connsiteX1" fmla="*/ 871 w 10000"/>
                  <a:gd name="connsiteY1" fmla="*/ 937 h 10000"/>
                  <a:gd name="connsiteX2" fmla="*/ 893 w 10000"/>
                  <a:gd name="connsiteY2" fmla="*/ 1056 h 10000"/>
                  <a:gd name="connsiteX3" fmla="*/ 838 w 10000"/>
                  <a:gd name="connsiteY3" fmla="*/ 1123 h 10000"/>
                  <a:gd name="connsiteX4" fmla="*/ 938 w 10000"/>
                  <a:gd name="connsiteY4" fmla="*/ 1191 h 10000"/>
                  <a:gd name="connsiteX5" fmla="*/ 960 w 10000"/>
                  <a:gd name="connsiteY5" fmla="*/ 1300 h 10000"/>
                  <a:gd name="connsiteX6" fmla="*/ 827 w 10000"/>
                  <a:gd name="connsiteY6" fmla="*/ 1427 h 10000"/>
                  <a:gd name="connsiteX7" fmla="*/ 849 w 10000"/>
                  <a:gd name="connsiteY7" fmla="*/ 1504 h 10000"/>
                  <a:gd name="connsiteX8" fmla="*/ 982 w 10000"/>
                  <a:gd name="connsiteY8" fmla="*/ 1554 h 10000"/>
                  <a:gd name="connsiteX9" fmla="*/ 1072 w 10000"/>
                  <a:gd name="connsiteY9" fmla="*/ 1487 h 10000"/>
                  <a:gd name="connsiteX10" fmla="*/ 1161 w 10000"/>
                  <a:gd name="connsiteY10" fmla="*/ 1487 h 10000"/>
                  <a:gd name="connsiteX11" fmla="*/ 1284 w 10000"/>
                  <a:gd name="connsiteY11" fmla="*/ 1562 h 10000"/>
                  <a:gd name="connsiteX12" fmla="*/ 1284 w 10000"/>
                  <a:gd name="connsiteY12" fmla="*/ 1613 h 10000"/>
                  <a:gd name="connsiteX13" fmla="*/ 1205 w 10000"/>
                  <a:gd name="connsiteY13" fmla="*/ 1663 h 10000"/>
                  <a:gd name="connsiteX14" fmla="*/ 1117 w 10000"/>
                  <a:gd name="connsiteY14" fmla="*/ 1663 h 10000"/>
                  <a:gd name="connsiteX15" fmla="*/ 1083 w 10000"/>
                  <a:gd name="connsiteY15" fmla="*/ 1740 h 10000"/>
                  <a:gd name="connsiteX16" fmla="*/ 1139 w 10000"/>
                  <a:gd name="connsiteY16" fmla="*/ 1800 h 10000"/>
                  <a:gd name="connsiteX17" fmla="*/ 1105 w 10000"/>
                  <a:gd name="connsiteY17" fmla="*/ 1883 h 10000"/>
                  <a:gd name="connsiteX18" fmla="*/ 1083 w 10000"/>
                  <a:gd name="connsiteY18" fmla="*/ 1943 h 10000"/>
                  <a:gd name="connsiteX19" fmla="*/ 1139 w 10000"/>
                  <a:gd name="connsiteY19" fmla="*/ 2002 h 10000"/>
                  <a:gd name="connsiteX20" fmla="*/ 1306 w 10000"/>
                  <a:gd name="connsiteY20" fmla="*/ 2002 h 10000"/>
                  <a:gd name="connsiteX21" fmla="*/ 1373 w 10000"/>
                  <a:gd name="connsiteY21" fmla="*/ 2069 h 10000"/>
                  <a:gd name="connsiteX22" fmla="*/ 1496 w 10000"/>
                  <a:gd name="connsiteY22" fmla="*/ 2137 h 10000"/>
                  <a:gd name="connsiteX23" fmla="*/ 1696 w 10000"/>
                  <a:gd name="connsiteY23" fmla="*/ 2128 h 10000"/>
                  <a:gd name="connsiteX24" fmla="*/ 1842 w 10000"/>
                  <a:gd name="connsiteY24" fmla="*/ 2204 h 10000"/>
                  <a:gd name="connsiteX25" fmla="*/ 2021 w 10000"/>
                  <a:gd name="connsiteY25" fmla="*/ 2187 h 10000"/>
                  <a:gd name="connsiteX26" fmla="*/ 2109 w 10000"/>
                  <a:gd name="connsiteY26" fmla="*/ 2221 h 10000"/>
                  <a:gd name="connsiteX27" fmla="*/ 2132 w 10000"/>
                  <a:gd name="connsiteY27" fmla="*/ 2280 h 10000"/>
                  <a:gd name="connsiteX28" fmla="*/ 1976 w 10000"/>
                  <a:gd name="connsiteY28" fmla="*/ 2356 h 10000"/>
                  <a:gd name="connsiteX29" fmla="*/ 1808 w 10000"/>
                  <a:gd name="connsiteY29" fmla="*/ 2322 h 10000"/>
                  <a:gd name="connsiteX30" fmla="*/ 1663 w 10000"/>
                  <a:gd name="connsiteY30" fmla="*/ 2298 h 10000"/>
                  <a:gd name="connsiteX31" fmla="*/ 1563 w 10000"/>
                  <a:gd name="connsiteY31" fmla="*/ 2314 h 10000"/>
                  <a:gd name="connsiteX32" fmla="*/ 1530 w 10000"/>
                  <a:gd name="connsiteY32" fmla="*/ 2458 h 10000"/>
                  <a:gd name="connsiteX33" fmla="*/ 1418 w 10000"/>
                  <a:gd name="connsiteY33" fmla="*/ 2559 h 10000"/>
                  <a:gd name="connsiteX34" fmla="*/ 1485 w 10000"/>
                  <a:gd name="connsiteY34" fmla="*/ 2846 h 10000"/>
                  <a:gd name="connsiteX35" fmla="*/ 1563 w 10000"/>
                  <a:gd name="connsiteY35" fmla="*/ 2897 h 10000"/>
                  <a:gd name="connsiteX36" fmla="*/ 1519 w 10000"/>
                  <a:gd name="connsiteY36" fmla="*/ 3040 h 10000"/>
                  <a:gd name="connsiteX37" fmla="*/ 2021 w 10000"/>
                  <a:gd name="connsiteY37" fmla="*/ 3074 h 10000"/>
                  <a:gd name="connsiteX38" fmla="*/ 2109 w 10000"/>
                  <a:gd name="connsiteY38" fmla="*/ 3167 h 10000"/>
                  <a:gd name="connsiteX39" fmla="*/ 2043 w 10000"/>
                  <a:gd name="connsiteY39" fmla="*/ 3268 h 10000"/>
                  <a:gd name="connsiteX40" fmla="*/ 2043 w 10000"/>
                  <a:gd name="connsiteY40" fmla="*/ 3411 h 10000"/>
                  <a:gd name="connsiteX41" fmla="*/ 1831 w 10000"/>
                  <a:gd name="connsiteY41" fmla="*/ 3639 h 10000"/>
                  <a:gd name="connsiteX42" fmla="*/ 1641 w 10000"/>
                  <a:gd name="connsiteY42" fmla="*/ 3979 h 10000"/>
                  <a:gd name="connsiteX43" fmla="*/ 1552 w 10000"/>
                  <a:gd name="connsiteY43" fmla="*/ 4020 h 10000"/>
                  <a:gd name="connsiteX44" fmla="*/ 1552 w 10000"/>
                  <a:gd name="connsiteY44" fmla="*/ 4114 h 10000"/>
                  <a:gd name="connsiteX45" fmla="*/ 1607 w 10000"/>
                  <a:gd name="connsiteY45" fmla="*/ 4171 h 10000"/>
                  <a:gd name="connsiteX46" fmla="*/ 1473 w 10000"/>
                  <a:gd name="connsiteY46" fmla="*/ 4342 h 10000"/>
                  <a:gd name="connsiteX47" fmla="*/ 1563 w 10000"/>
                  <a:gd name="connsiteY47" fmla="*/ 4544 h 10000"/>
                  <a:gd name="connsiteX48" fmla="*/ 1708 w 10000"/>
                  <a:gd name="connsiteY48" fmla="*/ 4569 h 10000"/>
                  <a:gd name="connsiteX49" fmla="*/ 1808 w 10000"/>
                  <a:gd name="connsiteY49" fmla="*/ 4638 h 10000"/>
                  <a:gd name="connsiteX50" fmla="*/ 1965 w 10000"/>
                  <a:gd name="connsiteY50" fmla="*/ 4594 h 10000"/>
                  <a:gd name="connsiteX51" fmla="*/ 2032 w 10000"/>
                  <a:gd name="connsiteY51" fmla="*/ 4695 h 10000"/>
                  <a:gd name="connsiteX52" fmla="*/ 2065 w 10000"/>
                  <a:gd name="connsiteY52" fmla="*/ 4806 h 10000"/>
                  <a:gd name="connsiteX53" fmla="*/ 2244 w 10000"/>
                  <a:gd name="connsiteY53" fmla="*/ 4932 h 10000"/>
                  <a:gd name="connsiteX54" fmla="*/ 2344 w 10000"/>
                  <a:gd name="connsiteY54" fmla="*/ 4915 h 10000"/>
                  <a:gd name="connsiteX55" fmla="*/ 2389 w 10000"/>
                  <a:gd name="connsiteY55" fmla="*/ 4949 h 10000"/>
                  <a:gd name="connsiteX56" fmla="*/ 2377 w 10000"/>
                  <a:gd name="connsiteY56" fmla="*/ 5034 h 10000"/>
                  <a:gd name="connsiteX57" fmla="*/ 2556 w 10000"/>
                  <a:gd name="connsiteY57" fmla="*/ 5110 h 10000"/>
                  <a:gd name="connsiteX58" fmla="*/ 2668 w 10000"/>
                  <a:gd name="connsiteY58" fmla="*/ 5126 h 10000"/>
                  <a:gd name="connsiteX59" fmla="*/ 2690 w 10000"/>
                  <a:gd name="connsiteY59" fmla="*/ 5237 h 10000"/>
                  <a:gd name="connsiteX60" fmla="*/ 2500 w 10000"/>
                  <a:gd name="connsiteY60" fmla="*/ 5362 h 10000"/>
                  <a:gd name="connsiteX61" fmla="*/ 2177 w 10000"/>
                  <a:gd name="connsiteY61" fmla="*/ 5379 h 10000"/>
                  <a:gd name="connsiteX62" fmla="*/ 1965 w 10000"/>
                  <a:gd name="connsiteY62" fmla="*/ 5278 h 10000"/>
                  <a:gd name="connsiteX63" fmla="*/ 1853 w 10000"/>
                  <a:gd name="connsiteY63" fmla="*/ 5278 h 10000"/>
                  <a:gd name="connsiteX64" fmla="*/ 1808 w 10000"/>
                  <a:gd name="connsiteY64" fmla="*/ 5321 h 10000"/>
                  <a:gd name="connsiteX65" fmla="*/ 1853 w 10000"/>
                  <a:gd name="connsiteY65" fmla="*/ 5398 h 10000"/>
                  <a:gd name="connsiteX66" fmla="*/ 2109 w 10000"/>
                  <a:gd name="connsiteY66" fmla="*/ 5599 h 10000"/>
                  <a:gd name="connsiteX67" fmla="*/ 2377 w 10000"/>
                  <a:gd name="connsiteY67" fmla="*/ 5878 h 10000"/>
                  <a:gd name="connsiteX68" fmla="*/ 2456 w 10000"/>
                  <a:gd name="connsiteY68" fmla="*/ 5920 h 10000"/>
                  <a:gd name="connsiteX69" fmla="*/ 2445 w 10000"/>
                  <a:gd name="connsiteY69" fmla="*/ 6158 h 10000"/>
                  <a:gd name="connsiteX70" fmla="*/ 2377 w 10000"/>
                  <a:gd name="connsiteY70" fmla="*/ 6241 h 10000"/>
                  <a:gd name="connsiteX71" fmla="*/ 2255 w 10000"/>
                  <a:gd name="connsiteY71" fmla="*/ 6283 h 10000"/>
                  <a:gd name="connsiteX72" fmla="*/ 2177 w 10000"/>
                  <a:gd name="connsiteY72" fmla="*/ 6216 h 10000"/>
                  <a:gd name="connsiteX73" fmla="*/ 2054 w 10000"/>
                  <a:gd name="connsiteY73" fmla="*/ 6207 h 10000"/>
                  <a:gd name="connsiteX74" fmla="*/ 1954 w 10000"/>
                  <a:gd name="connsiteY74" fmla="*/ 6342 h 10000"/>
                  <a:gd name="connsiteX75" fmla="*/ 1775 w 10000"/>
                  <a:gd name="connsiteY75" fmla="*/ 6410 h 10000"/>
                  <a:gd name="connsiteX76" fmla="*/ 1596 w 10000"/>
                  <a:gd name="connsiteY76" fmla="*/ 6410 h 10000"/>
                  <a:gd name="connsiteX77" fmla="*/ 1519 w 10000"/>
                  <a:gd name="connsiteY77" fmla="*/ 6461 h 10000"/>
                  <a:gd name="connsiteX78" fmla="*/ 1418 w 10000"/>
                  <a:gd name="connsiteY78" fmla="*/ 6453 h 10000"/>
                  <a:gd name="connsiteX79" fmla="*/ 1362 w 10000"/>
                  <a:gd name="connsiteY79" fmla="*/ 6368 h 10000"/>
                  <a:gd name="connsiteX80" fmla="*/ 1228 w 10000"/>
                  <a:gd name="connsiteY80" fmla="*/ 6377 h 10000"/>
                  <a:gd name="connsiteX81" fmla="*/ 1094 w 10000"/>
                  <a:gd name="connsiteY81" fmla="*/ 6487 h 10000"/>
                  <a:gd name="connsiteX82" fmla="*/ 1161 w 10000"/>
                  <a:gd name="connsiteY82" fmla="*/ 6570 h 10000"/>
                  <a:gd name="connsiteX83" fmla="*/ 1295 w 10000"/>
                  <a:gd name="connsiteY83" fmla="*/ 6630 h 10000"/>
                  <a:gd name="connsiteX84" fmla="*/ 1329 w 10000"/>
                  <a:gd name="connsiteY84" fmla="*/ 6781 h 10000"/>
                  <a:gd name="connsiteX85" fmla="*/ 1418 w 10000"/>
                  <a:gd name="connsiteY85" fmla="*/ 6874 h 10000"/>
                  <a:gd name="connsiteX86" fmla="*/ 1418 w 10000"/>
                  <a:gd name="connsiteY86" fmla="*/ 7061 h 10000"/>
                  <a:gd name="connsiteX87" fmla="*/ 1362 w 10000"/>
                  <a:gd name="connsiteY87" fmla="*/ 7120 h 10000"/>
                  <a:gd name="connsiteX88" fmla="*/ 1262 w 10000"/>
                  <a:gd name="connsiteY88" fmla="*/ 7110 h 10000"/>
                  <a:gd name="connsiteX89" fmla="*/ 1194 w 10000"/>
                  <a:gd name="connsiteY89" fmla="*/ 7061 h 10000"/>
                  <a:gd name="connsiteX90" fmla="*/ 1128 w 10000"/>
                  <a:gd name="connsiteY90" fmla="*/ 6892 h 10000"/>
                  <a:gd name="connsiteX91" fmla="*/ 1061 w 10000"/>
                  <a:gd name="connsiteY91" fmla="*/ 6833 h 10000"/>
                  <a:gd name="connsiteX92" fmla="*/ 871 w 10000"/>
                  <a:gd name="connsiteY92" fmla="*/ 6833 h 10000"/>
                  <a:gd name="connsiteX93" fmla="*/ 525 w 10000"/>
                  <a:gd name="connsiteY93" fmla="*/ 7077 h 10000"/>
                  <a:gd name="connsiteX94" fmla="*/ 469 w 10000"/>
                  <a:gd name="connsiteY94" fmla="*/ 7237 h 10000"/>
                  <a:gd name="connsiteX95" fmla="*/ 402 w 10000"/>
                  <a:gd name="connsiteY95" fmla="*/ 7305 h 10000"/>
                  <a:gd name="connsiteX96" fmla="*/ 402 w 10000"/>
                  <a:gd name="connsiteY96" fmla="*/ 7542 h 10000"/>
                  <a:gd name="connsiteX97" fmla="*/ 313 w 10000"/>
                  <a:gd name="connsiteY97" fmla="*/ 7610 h 10000"/>
                  <a:gd name="connsiteX98" fmla="*/ 135 w 10000"/>
                  <a:gd name="connsiteY98" fmla="*/ 7610 h 10000"/>
                  <a:gd name="connsiteX99" fmla="*/ 23 w 10000"/>
                  <a:gd name="connsiteY99" fmla="*/ 7711 h 10000"/>
                  <a:gd name="connsiteX100" fmla="*/ 0 w 10000"/>
                  <a:gd name="connsiteY100" fmla="*/ 7997 h 10000"/>
                  <a:gd name="connsiteX101" fmla="*/ 2847 w 10000"/>
                  <a:gd name="connsiteY101" fmla="*/ 8656 h 10000"/>
                  <a:gd name="connsiteX102" fmla="*/ 3159 w 10000"/>
                  <a:gd name="connsiteY102" fmla="*/ 8893 h 10000"/>
                  <a:gd name="connsiteX103" fmla="*/ 3751 w 10000"/>
                  <a:gd name="connsiteY103" fmla="*/ 8944 h 10000"/>
                  <a:gd name="connsiteX104" fmla="*/ 4007 w 10000"/>
                  <a:gd name="connsiteY104" fmla="*/ 9307 h 10000"/>
                  <a:gd name="connsiteX105" fmla="*/ 4431 w 10000"/>
                  <a:gd name="connsiteY105" fmla="*/ 9434 h 10000"/>
                  <a:gd name="connsiteX106" fmla="*/ 4911 w 10000"/>
                  <a:gd name="connsiteY106" fmla="*/ 9940 h 10000"/>
                  <a:gd name="connsiteX107" fmla="*/ 5000 w 10000"/>
                  <a:gd name="connsiteY107" fmla="*/ 9992 h 10000"/>
                  <a:gd name="connsiteX108" fmla="*/ 5168 w 10000"/>
                  <a:gd name="connsiteY108" fmla="*/ 10000 h 10000"/>
                  <a:gd name="connsiteX109" fmla="*/ 5312 w 10000"/>
                  <a:gd name="connsiteY109" fmla="*/ 9915 h 10000"/>
                  <a:gd name="connsiteX110" fmla="*/ 5347 w 10000"/>
                  <a:gd name="connsiteY110" fmla="*/ 9628 h 10000"/>
                  <a:gd name="connsiteX111" fmla="*/ 6050 w 10000"/>
                  <a:gd name="connsiteY111" fmla="*/ 9460 h 10000"/>
                  <a:gd name="connsiteX112" fmla="*/ 6194 w 10000"/>
                  <a:gd name="connsiteY112" fmla="*/ 9493 h 10000"/>
                  <a:gd name="connsiteX113" fmla="*/ 6451 w 10000"/>
                  <a:gd name="connsiteY113" fmla="*/ 9712 h 10000"/>
                  <a:gd name="connsiteX114" fmla="*/ 6552 w 10000"/>
                  <a:gd name="connsiteY114" fmla="*/ 9704 h 10000"/>
                  <a:gd name="connsiteX115" fmla="*/ 6563 w 10000"/>
                  <a:gd name="connsiteY115" fmla="*/ 9561 h 10000"/>
                  <a:gd name="connsiteX116" fmla="*/ 6886 w 10000"/>
                  <a:gd name="connsiteY116" fmla="*/ 9416 h 10000"/>
                  <a:gd name="connsiteX117" fmla="*/ 7545 w 10000"/>
                  <a:gd name="connsiteY117" fmla="*/ 9517 h 10000"/>
                  <a:gd name="connsiteX118" fmla="*/ 7701 w 10000"/>
                  <a:gd name="connsiteY118" fmla="*/ 9392 h 10000"/>
                  <a:gd name="connsiteX119" fmla="*/ 8304 w 10000"/>
                  <a:gd name="connsiteY119" fmla="*/ 9476 h 10000"/>
                  <a:gd name="connsiteX120" fmla="*/ 8751 w 10000"/>
                  <a:gd name="connsiteY120" fmla="*/ 9426 h 10000"/>
                  <a:gd name="connsiteX121" fmla="*/ 9007 w 10000"/>
                  <a:gd name="connsiteY121" fmla="*/ 9517 h 10000"/>
                  <a:gd name="connsiteX122" fmla="*/ 9007 w 10000"/>
                  <a:gd name="connsiteY122" fmla="*/ 8757 h 10000"/>
                  <a:gd name="connsiteX123" fmla="*/ 9520 w 10000"/>
                  <a:gd name="connsiteY123" fmla="*/ 7948 h 10000"/>
                  <a:gd name="connsiteX124" fmla="*/ 10000 w 10000"/>
                  <a:gd name="connsiteY124" fmla="*/ 7593 h 10000"/>
                  <a:gd name="connsiteX125" fmla="*/ 9397 w 10000"/>
                  <a:gd name="connsiteY125" fmla="*/ 7069 h 10000"/>
                  <a:gd name="connsiteX126" fmla="*/ 9007 w 10000"/>
                  <a:gd name="connsiteY126" fmla="*/ 6605 h 10000"/>
                  <a:gd name="connsiteX127" fmla="*/ 8917 w 10000"/>
                  <a:gd name="connsiteY127" fmla="*/ 5938 h 10000"/>
                  <a:gd name="connsiteX128" fmla="*/ 9040 w 10000"/>
                  <a:gd name="connsiteY128" fmla="*/ 5270 h 10000"/>
                  <a:gd name="connsiteX129" fmla="*/ 9743 w 10000"/>
                  <a:gd name="connsiteY129" fmla="*/ 5034 h 10000"/>
                  <a:gd name="connsiteX130" fmla="*/ 9341 w 10000"/>
                  <a:gd name="connsiteY130" fmla="*/ 4949 h 10000"/>
                  <a:gd name="connsiteX131" fmla="*/ 9007 w 10000"/>
                  <a:gd name="connsiteY131" fmla="*/ 4434 h 10000"/>
                  <a:gd name="connsiteX132" fmla="*/ 9442 w 10000"/>
                  <a:gd name="connsiteY132" fmla="*/ 4096 h 10000"/>
                  <a:gd name="connsiteX133" fmla="*/ 9152 w 10000"/>
                  <a:gd name="connsiteY133" fmla="*/ 3750 h 10000"/>
                  <a:gd name="connsiteX134" fmla="*/ 8661 w 10000"/>
                  <a:gd name="connsiteY134" fmla="*/ 4029 h 10000"/>
                  <a:gd name="connsiteX135" fmla="*/ 7478 w 10000"/>
                  <a:gd name="connsiteY135" fmla="*/ 3716 h 10000"/>
                  <a:gd name="connsiteX136" fmla="*/ 6842 w 10000"/>
                  <a:gd name="connsiteY136" fmla="*/ 3336 h 10000"/>
                  <a:gd name="connsiteX137" fmla="*/ 6797 w 10000"/>
                  <a:gd name="connsiteY137" fmla="*/ 2854 h 10000"/>
                  <a:gd name="connsiteX138" fmla="*/ 6696 w 10000"/>
                  <a:gd name="connsiteY138" fmla="*/ 2559 h 10000"/>
                  <a:gd name="connsiteX139" fmla="*/ 6362 w 10000"/>
                  <a:gd name="connsiteY139" fmla="*/ 2390 h 10000"/>
                  <a:gd name="connsiteX140" fmla="*/ 5915 w 10000"/>
                  <a:gd name="connsiteY140" fmla="*/ 2306 h 10000"/>
                  <a:gd name="connsiteX141" fmla="*/ 5536 w 10000"/>
                  <a:gd name="connsiteY141" fmla="*/ 1883 h 10000"/>
                  <a:gd name="connsiteX142" fmla="*/ 5358 w 10000"/>
                  <a:gd name="connsiteY142" fmla="*/ 1300 h 10000"/>
                  <a:gd name="connsiteX143" fmla="*/ 5111 w 10000"/>
                  <a:gd name="connsiteY143" fmla="*/ 937 h 10000"/>
                  <a:gd name="connsiteX144" fmla="*/ 4688 w 10000"/>
                  <a:gd name="connsiteY144" fmla="*/ 557 h 10000"/>
                  <a:gd name="connsiteX145" fmla="*/ 4074 w 10000"/>
                  <a:gd name="connsiteY145" fmla="*/ 346 h 10000"/>
                  <a:gd name="connsiteX146" fmla="*/ 3873 w 10000"/>
                  <a:gd name="connsiteY146" fmla="*/ 228 h 10000"/>
                  <a:gd name="connsiteX147" fmla="*/ 3683 w 10000"/>
                  <a:gd name="connsiteY147" fmla="*/ 0 h 10000"/>
                  <a:gd name="connsiteX148" fmla="*/ 3181 w 10000"/>
                  <a:gd name="connsiteY148" fmla="*/ 143 h 10000"/>
                  <a:gd name="connsiteX149" fmla="*/ 2679 w 10000"/>
                  <a:gd name="connsiteY149" fmla="*/ 160 h 10000"/>
                  <a:gd name="connsiteX150" fmla="*/ 2009 w 10000"/>
                  <a:gd name="connsiteY150" fmla="*/ 490 h 10000"/>
                  <a:gd name="connsiteX151" fmla="*/ 1418 w 10000"/>
                  <a:gd name="connsiteY151" fmla="*/ 507 h 10000"/>
                  <a:gd name="connsiteX152" fmla="*/ 1128 w 10000"/>
                  <a:gd name="connsiteY152" fmla="*/ 675 h 10000"/>
                  <a:gd name="connsiteX153" fmla="*/ 558 w 10000"/>
                  <a:gd name="connsiteY153" fmla="*/ 719 h 10000"/>
                  <a:gd name="connsiteX0" fmla="*/ 558 w 10000"/>
                  <a:gd name="connsiteY0" fmla="*/ 719 h 10000"/>
                  <a:gd name="connsiteX1" fmla="*/ 871 w 10000"/>
                  <a:gd name="connsiteY1" fmla="*/ 937 h 10000"/>
                  <a:gd name="connsiteX2" fmla="*/ 893 w 10000"/>
                  <a:gd name="connsiteY2" fmla="*/ 1056 h 10000"/>
                  <a:gd name="connsiteX3" fmla="*/ 838 w 10000"/>
                  <a:gd name="connsiteY3" fmla="*/ 1123 h 10000"/>
                  <a:gd name="connsiteX4" fmla="*/ 938 w 10000"/>
                  <a:gd name="connsiteY4" fmla="*/ 1191 h 10000"/>
                  <a:gd name="connsiteX5" fmla="*/ 960 w 10000"/>
                  <a:gd name="connsiteY5" fmla="*/ 1300 h 10000"/>
                  <a:gd name="connsiteX6" fmla="*/ 827 w 10000"/>
                  <a:gd name="connsiteY6" fmla="*/ 1427 h 10000"/>
                  <a:gd name="connsiteX7" fmla="*/ 849 w 10000"/>
                  <a:gd name="connsiteY7" fmla="*/ 1504 h 10000"/>
                  <a:gd name="connsiteX8" fmla="*/ 982 w 10000"/>
                  <a:gd name="connsiteY8" fmla="*/ 1554 h 10000"/>
                  <a:gd name="connsiteX9" fmla="*/ 1072 w 10000"/>
                  <a:gd name="connsiteY9" fmla="*/ 1487 h 10000"/>
                  <a:gd name="connsiteX10" fmla="*/ 1161 w 10000"/>
                  <a:gd name="connsiteY10" fmla="*/ 1487 h 10000"/>
                  <a:gd name="connsiteX11" fmla="*/ 1284 w 10000"/>
                  <a:gd name="connsiteY11" fmla="*/ 1562 h 10000"/>
                  <a:gd name="connsiteX12" fmla="*/ 1284 w 10000"/>
                  <a:gd name="connsiteY12" fmla="*/ 1613 h 10000"/>
                  <a:gd name="connsiteX13" fmla="*/ 1205 w 10000"/>
                  <a:gd name="connsiteY13" fmla="*/ 1663 h 10000"/>
                  <a:gd name="connsiteX14" fmla="*/ 1117 w 10000"/>
                  <a:gd name="connsiteY14" fmla="*/ 1663 h 10000"/>
                  <a:gd name="connsiteX15" fmla="*/ 1083 w 10000"/>
                  <a:gd name="connsiteY15" fmla="*/ 1740 h 10000"/>
                  <a:gd name="connsiteX16" fmla="*/ 1139 w 10000"/>
                  <a:gd name="connsiteY16" fmla="*/ 1800 h 10000"/>
                  <a:gd name="connsiteX17" fmla="*/ 1105 w 10000"/>
                  <a:gd name="connsiteY17" fmla="*/ 1883 h 10000"/>
                  <a:gd name="connsiteX18" fmla="*/ 1083 w 10000"/>
                  <a:gd name="connsiteY18" fmla="*/ 1943 h 10000"/>
                  <a:gd name="connsiteX19" fmla="*/ 1139 w 10000"/>
                  <a:gd name="connsiteY19" fmla="*/ 2002 h 10000"/>
                  <a:gd name="connsiteX20" fmla="*/ 1306 w 10000"/>
                  <a:gd name="connsiteY20" fmla="*/ 2002 h 10000"/>
                  <a:gd name="connsiteX21" fmla="*/ 1373 w 10000"/>
                  <a:gd name="connsiteY21" fmla="*/ 2069 h 10000"/>
                  <a:gd name="connsiteX22" fmla="*/ 1496 w 10000"/>
                  <a:gd name="connsiteY22" fmla="*/ 2137 h 10000"/>
                  <a:gd name="connsiteX23" fmla="*/ 1696 w 10000"/>
                  <a:gd name="connsiteY23" fmla="*/ 2128 h 10000"/>
                  <a:gd name="connsiteX24" fmla="*/ 1842 w 10000"/>
                  <a:gd name="connsiteY24" fmla="*/ 2204 h 10000"/>
                  <a:gd name="connsiteX25" fmla="*/ 2021 w 10000"/>
                  <a:gd name="connsiteY25" fmla="*/ 2187 h 10000"/>
                  <a:gd name="connsiteX26" fmla="*/ 2109 w 10000"/>
                  <a:gd name="connsiteY26" fmla="*/ 2221 h 10000"/>
                  <a:gd name="connsiteX27" fmla="*/ 2132 w 10000"/>
                  <a:gd name="connsiteY27" fmla="*/ 2280 h 10000"/>
                  <a:gd name="connsiteX28" fmla="*/ 1976 w 10000"/>
                  <a:gd name="connsiteY28" fmla="*/ 2356 h 10000"/>
                  <a:gd name="connsiteX29" fmla="*/ 1808 w 10000"/>
                  <a:gd name="connsiteY29" fmla="*/ 2322 h 10000"/>
                  <a:gd name="connsiteX30" fmla="*/ 1663 w 10000"/>
                  <a:gd name="connsiteY30" fmla="*/ 2298 h 10000"/>
                  <a:gd name="connsiteX31" fmla="*/ 1563 w 10000"/>
                  <a:gd name="connsiteY31" fmla="*/ 2314 h 10000"/>
                  <a:gd name="connsiteX32" fmla="*/ 1530 w 10000"/>
                  <a:gd name="connsiteY32" fmla="*/ 2458 h 10000"/>
                  <a:gd name="connsiteX33" fmla="*/ 1418 w 10000"/>
                  <a:gd name="connsiteY33" fmla="*/ 2559 h 10000"/>
                  <a:gd name="connsiteX34" fmla="*/ 1485 w 10000"/>
                  <a:gd name="connsiteY34" fmla="*/ 2846 h 10000"/>
                  <a:gd name="connsiteX35" fmla="*/ 1563 w 10000"/>
                  <a:gd name="connsiteY35" fmla="*/ 2897 h 10000"/>
                  <a:gd name="connsiteX36" fmla="*/ 1519 w 10000"/>
                  <a:gd name="connsiteY36" fmla="*/ 3040 h 10000"/>
                  <a:gd name="connsiteX37" fmla="*/ 2021 w 10000"/>
                  <a:gd name="connsiteY37" fmla="*/ 3074 h 10000"/>
                  <a:gd name="connsiteX38" fmla="*/ 2109 w 10000"/>
                  <a:gd name="connsiteY38" fmla="*/ 3167 h 10000"/>
                  <a:gd name="connsiteX39" fmla="*/ 2043 w 10000"/>
                  <a:gd name="connsiteY39" fmla="*/ 3268 h 10000"/>
                  <a:gd name="connsiteX40" fmla="*/ 2043 w 10000"/>
                  <a:gd name="connsiteY40" fmla="*/ 3411 h 10000"/>
                  <a:gd name="connsiteX41" fmla="*/ 1831 w 10000"/>
                  <a:gd name="connsiteY41" fmla="*/ 3639 h 10000"/>
                  <a:gd name="connsiteX42" fmla="*/ 1641 w 10000"/>
                  <a:gd name="connsiteY42" fmla="*/ 3979 h 10000"/>
                  <a:gd name="connsiteX43" fmla="*/ 1552 w 10000"/>
                  <a:gd name="connsiteY43" fmla="*/ 4020 h 10000"/>
                  <a:gd name="connsiteX44" fmla="*/ 1552 w 10000"/>
                  <a:gd name="connsiteY44" fmla="*/ 4114 h 10000"/>
                  <a:gd name="connsiteX45" fmla="*/ 1607 w 10000"/>
                  <a:gd name="connsiteY45" fmla="*/ 4171 h 10000"/>
                  <a:gd name="connsiteX46" fmla="*/ 1473 w 10000"/>
                  <a:gd name="connsiteY46" fmla="*/ 4342 h 10000"/>
                  <a:gd name="connsiteX47" fmla="*/ 1563 w 10000"/>
                  <a:gd name="connsiteY47" fmla="*/ 4544 h 10000"/>
                  <a:gd name="connsiteX48" fmla="*/ 1708 w 10000"/>
                  <a:gd name="connsiteY48" fmla="*/ 4569 h 10000"/>
                  <a:gd name="connsiteX49" fmla="*/ 1808 w 10000"/>
                  <a:gd name="connsiteY49" fmla="*/ 4638 h 10000"/>
                  <a:gd name="connsiteX50" fmla="*/ 1965 w 10000"/>
                  <a:gd name="connsiteY50" fmla="*/ 4594 h 10000"/>
                  <a:gd name="connsiteX51" fmla="*/ 2032 w 10000"/>
                  <a:gd name="connsiteY51" fmla="*/ 4695 h 10000"/>
                  <a:gd name="connsiteX52" fmla="*/ 2065 w 10000"/>
                  <a:gd name="connsiteY52" fmla="*/ 4806 h 10000"/>
                  <a:gd name="connsiteX53" fmla="*/ 2244 w 10000"/>
                  <a:gd name="connsiteY53" fmla="*/ 4932 h 10000"/>
                  <a:gd name="connsiteX54" fmla="*/ 2344 w 10000"/>
                  <a:gd name="connsiteY54" fmla="*/ 4915 h 10000"/>
                  <a:gd name="connsiteX55" fmla="*/ 2389 w 10000"/>
                  <a:gd name="connsiteY55" fmla="*/ 4949 h 10000"/>
                  <a:gd name="connsiteX56" fmla="*/ 2377 w 10000"/>
                  <a:gd name="connsiteY56" fmla="*/ 5034 h 10000"/>
                  <a:gd name="connsiteX57" fmla="*/ 2556 w 10000"/>
                  <a:gd name="connsiteY57" fmla="*/ 5110 h 10000"/>
                  <a:gd name="connsiteX58" fmla="*/ 2668 w 10000"/>
                  <a:gd name="connsiteY58" fmla="*/ 5126 h 10000"/>
                  <a:gd name="connsiteX59" fmla="*/ 2690 w 10000"/>
                  <a:gd name="connsiteY59" fmla="*/ 5237 h 10000"/>
                  <a:gd name="connsiteX60" fmla="*/ 2500 w 10000"/>
                  <a:gd name="connsiteY60" fmla="*/ 5362 h 10000"/>
                  <a:gd name="connsiteX61" fmla="*/ 2177 w 10000"/>
                  <a:gd name="connsiteY61" fmla="*/ 5379 h 10000"/>
                  <a:gd name="connsiteX62" fmla="*/ 1965 w 10000"/>
                  <a:gd name="connsiteY62" fmla="*/ 5278 h 10000"/>
                  <a:gd name="connsiteX63" fmla="*/ 1853 w 10000"/>
                  <a:gd name="connsiteY63" fmla="*/ 5278 h 10000"/>
                  <a:gd name="connsiteX64" fmla="*/ 1808 w 10000"/>
                  <a:gd name="connsiteY64" fmla="*/ 5321 h 10000"/>
                  <a:gd name="connsiteX65" fmla="*/ 1853 w 10000"/>
                  <a:gd name="connsiteY65" fmla="*/ 5398 h 10000"/>
                  <a:gd name="connsiteX66" fmla="*/ 2109 w 10000"/>
                  <a:gd name="connsiteY66" fmla="*/ 5599 h 10000"/>
                  <a:gd name="connsiteX67" fmla="*/ 2377 w 10000"/>
                  <a:gd name="connsiteY67" fmla="*/ 5878 h 10000"/>
                  <a:gd name="connsiteX68" fmla="*/ 2456 w 10000"/>
                  <a:gd name="connsiteY68" fmla="*/ 5920 h 10000"/>
                  <a:gd name="connsiteX69" fmla="*/ 2445 w 10000"/>
                  <a:gd name="connsiteY69" fmla="*/ 6158 h 10000"/>
                  <a:gd name="connsiteX70" fmla="*/ 2377 w 10000"/>
                  <a:gd name="connsiteY70" fmla="*/ 6241 h 10000"/>
                  <a:gd name="connsiteX71" fmla="*/ 2255 w 10000"/>
                  <a:gd name="connsiteY71" fmla="*/ 6283 h 10000"/>
                  <a:gd name="connsiteX72" fmla="*/ 2177 w 10000"/>
                  <a:gd name="connsiteY72" fmla="*/ 6216 h 10000"/>
                  <a:gd name="connsiteX73" fmla="*/ 2054 w 10000"/>
                  <a:gd name="connsiteY73" fmla="*/ 6207 h 10000"/>
                  <a:gd name="connsiteX74" fmla="*/ 1954 w 10000"/>
                  <a:gd name="connsiteY74" fmla="*/ 6342 h 10000"/>
                  <a:gd name="connsiteX75" fmla="*/ 1775 w 10000"/>
                  <a:gd name="connsiteY75" fmla="*/ 6410 h 10000"/>
                  <a:gd name="connsiteX76" fmla="*/ 1596 w 10000"/>
                  <a:gd name="connsiteY76" fmla="*/ 6410 h 10000"/>
                  <a:gd name="connsiteX77" fmla="*/ 1519 w 10000"/>
                  <a:gd name="connsiteY77" fmla="*/ 6461 h 10000"/>
                  <a:gd name="connsiteX78" fmla="*/ 1418 w 10000"/>
                  <a:gd name="connsiteY78" fmla="*/ 6453 h 10000"/>
                  <a:gd name="connsiteX79" fmla="*/ 1362 w 10000"/>
                  <a:gd name="connsiteY79" fmla="*/ 6368 h 10000"/>
                  <a:gd name="connsiteX80" fmla="*/ 1228 w 10000"/>
                  <a:gd name="connsiteY80" fmla="*/ 6377 h 10000"/>
                  <a:gd name="connsiteX81" fmla="*/ 1094 w 10000"/>
                  <a:gd name="connsiteY81" fmla="*/ 6487 h 10000"/>
                  <a:gd name="connsiteX82" fmla="*/ 1161 w 10000"/>
                  <a:gd name="connsiteY82" fmla="*/ 6570 h 10000"/>
                  <a:gd name="connsiteX83" fmla="*/ 1295 w 10000"/>
                  <a:gd name="connsiteY83" fmla="*/ 6630 h 10000"/>
                  <a:gd name="connsiteX84" fmla="*/ 1329 w 10000"/>
                  <a:gd name="connsiteY84" fmla="*/ 6781 h 10000"/>
                  <a:gd name="connsiteX85" fmla="*/ 1418 w 10000"/>
                  <a:gd name="connsiteY85" fmla="*/ 6874 h 10000"/>
                  <a:gd name="connsiteX86" fmla="*/ 1418 w 10000"/>
                  <a:gd name="connsiteY86" fmla="*/ 7061 h 10000"/>
                  <a:gd name="connsiteX87" fmla="*/ 1362 w 10000"/>
                  <a:gd name="connsiteY87" fmla="*/ 7120 h 10000"/>
                  <a:gd name="connsiteX88" fmla="*/ 1262 w 10000"/>
                  <a:gd name="connsiteY88" fmla="*/ 7110 h 10000"/>
                  <a:gd name="connsiteX89" fmla="*/ 1194 w 10000"/>
                  <a:gd name="connsiteY89" fmla="*/ 7061 h 10000"/>
                  <a:gd name="connsiteX90" fmla="*/ 1128 w 10000"/>
                  <a:gd name="connsiteY90" fmla="*/ 6892 h 10000"/>
                  <a:gd name="connsiteX91" fmla="*/ 1061 w 10000"/>
                  <a:gd name="connsiteY91" fmla="*/ 6833 h 10000"/>
                  <a:gd name="connsiteX92" fmla="*/ 871 w 10000"/>
                  <a:gd name="connsiteY92" fmla="*/ 6833 h 10000"/>
                  <a:gd name="connsiteX93" fmla="*/ 525 w 10000"/>
                  <a:gd name="connsiteY93" fmla="*/ 7077 h 10000"/>
                  <a:gd name="connsiteX94" fmla="*/ 469 w 10000"/>
                  <a:gd name="connsiteY94" fmla="*/ 7237 h 10000"/>
                  <a:gd name="connsiteX95" fmla="*/ 402 w 10000"/>
                  <a:gd name="connsiteY95" fmla="*/ 7305 h 10000"/>
                  <a:gd name="connsiteX96" fmla="*/ 402 w 10000"/>
                  <a:gd name="connsiteY96" fmla="*/ 7542 h 10000"/>
                  <a:gd name="connsiteX97" fmla="*/ 313 w 10000"/>
                  <a:gd name="connsiteY97" fmla="*/ 7610 h 10000"/>
                  <a:gd name="connsiteX98" fmla="*/ 135 w 10000"/>
                  <a:gd name="connsiteY98" fmla="*/ 7610 h 10000"/>
                  <a:gd name="connsiteX99" fmla="*/ 23 w 10000"/>
                  <a:gd name="connsiteY99" fmla="*/ 7711 h 10000"/>
                  <a:gd name="connsiteX100" fmla="*/ 0 w 10000"/>
                  <a:gd name="connsiteY100" fmla="*/ 7997 h 10000"/>
                  <a:gd name="connsiteX101" fmla="*/ 2847 w 10000"/>
                  <a:gd name="connsiteY101" fmla="*/ 8656 h 10000"/>
                  <a:gd name="connsiteX102" fmla="*/ 3751 w 10000"/>
                  <a:gd name="connsiteY102" fmla="*/ 8944 h 10000"/>
                  <a:gd name="connsiteX103" fmla="*/ 4007 w 10000"/>
                  <a:gd name="connsiteY103" fmla="*/ 9307 h 10000"/>
                  <a:gd name="connsiteX104" fmla="*/ 4431 w 10000"/>
                  <a:gd name="connsiteY104" fmla="*/ 9434 h 10000"/>
                  <a:gd name="connsiteX105" fmla="*/ 4911 w 10000"/>
                  <a:gd name="connsiteY105" fmla="*/ 9940 h 10000"/>
                  <a:gd name="connsiteX106" fmla="*/ 5000 w 10000"/>
                  <a:gd name="connsiteY106" fmla="*/ 9992 h 10000"/>
                  <a:gd name="connsiteX107" fmla="*/ 5168 w 10000"/>
                  <a:gd name="connsiteY107" fmla="*/ 10000 h 10000"/>
                  <a:gd name="connsiteX108" fmla="*/ 5312 w 10000"/>
                  <a:gd name="connsiteY108" fmla="*/ 9915 h 10000"/>
                  <a:gd name="connsiteX109" fmla="*/ 5347 w 10000"/>
                  <a:gd name="connsiteY109" fmla="*/ 9628 h 10000"/>
                  <a:gd name="connsiteX110" fmla="*/ 6050 w 10000"/>
                  <a:gd name="connsiteY110" fmla="*/ 9460 h 10000"/>
                  <a:gd name="connsiteX111" fmla="*/ 6194 w 10000"/>
                  <a:gd name="connsiteY111" fmla="*/ 9493 h 10000"/>
                  <a:gd name="connsiteX112" fmla="*/ 6451 w 10000"/>
                  <a:gd name="connsiteY112" fmla="*/ 9712 h 10000"/>
                  <a:gd name="connsiteX113" fmla="*/ 6552 w 10000"/>
                  <a:gd name="connsiteY113" fmla="*/ 9704 h 10000"/>
                  <a:gd name="connsiteX114" fmla="*/ 6563 w 10000"/>
                  <a:gd name="connsiteY114" fmla="*/ 9561 h 10000"/>
                  <a:gd name="connsiteX115" fmla="*/ 6886 w 10000"/>
                  <a:gd name="connsiteY115" fmla="*/ 9416 h 10000"/>
                  <a:gd name="connsiteX116" fmla="*/ 7545 w 10000"/>
                  <a:gd name="connsiteY116" fmla="*/ 9517 h 10000"/>
                  <a:gd name="connsiteX117" fmla="*/ 7701 w 10000"/>
                  <a:gd name="connsiteY117" fmla="*/ 9392 h 10000"/>
                  <a:gd name="connsiteX118" fmla="*/ 8304 w 10000"/>
                  <a:gd name="connsiteY118" fmla="*/ 9476 h 10000"/>
                  <a:gd name="connsiteX119" fmla="*/ 8751 w 10000"/>
                  <a:gd name="connsiteY119" fmla="*/ 9426 h 10000"/>
                  <a:gd name="connsiteX120" fmla="*/ 9007 w 10000"/>
                  <a:gd name="connsiteY120" fmla="*/ 9517 h 10000"/>
                  <a:gd name="connsiteX121" fmla="*/ 9007 w 10000"/>
                  <a:gd name="connsiteY121" fmla="*/ 8757 h 10000"/>
                  <a:gd name="connsiteX122" fmla="*/ 9520 w 10000"/>
                  <a:gd name="connsiteY122" fmla="*/ 7948 h 10000"/>
                  <a:gd name="connsiteX123" fmla="*/ 10000 w 10000"/>
                  <a:gd name="connsiteY123" fmla="*/ 7593 h 10000"/>
                  <a:gd name="connsiteX124" fmla="*/ 9397 w 10000"/>
                  <a:gd name="connsiteY124" fmla="*/ 7069 h 10000"/>
                  <a:gd name="connsiteX125" fmla="*/ 9007 w 10000"/>
                  <a:gd name="connsiteY125" fmla="*/ 6605 h 10000"/>
                  <a:gd name="connsiteX126" fmla="*/ 8917 w 10000"/>
                  <a:gd name="connsiteY126" fmla="*/ 5938 h 10000"/>
                  <a:gd name="connsiteX127" fmla="*/ 9040 w 10000"/>
                  <a:gd name="connsiteY127" fmla="*/ 5270 h 10000"/>
                  <a:gd name="connsiteX128" fmla="*/ 9743 w 10000"/>
                  <a:gd name="connsiteY128" fmla="*/ 5034 h 10000"/>
                  <a:gd name="connsiteX129" fmla="*/ 9341 w 10000"/>
                  <a:gd name="connsiteY129" fmla="*/ 4949 h 10000"/>
                  <a:gd name="connsiteX130" fmla="*/ 9007 w 10000"/>
                  <a:gd name="connsiteY130" fmla="*/ 4434 h 10000"/>
                  <a:gd name="connsiteX131" fmla="*/ 9442 w 10000"/>
                  <a:gd name="connsiteY131" fmla="*/ 4096 h 10000"/>
                  <a:gd name="connsiteX132" fmla="*/ 9152 w 10000"/>
                  <a:gd name="connsiteY132" fmla="*/ 3750 h 10000"/>
                  <a:gd name="connsiteX133" fmla="*/ 8661 w 10000"/>
                  <a:gd name="connsiteY133" fmla="*/ 4029 h 10000"/>
                  <a:gd name="connsiteX134" fmla="*/ 7478 w 10000"/>
                  <a:gd name="connsiteY134" fmla="*/ 3716 h 10000"/>
                  <a:gd name="connsiteX135" fmla="*/ 6842 w 10000"/>
                  <a:gd name="connsiteY135" fmla="*/ 3336 h 10000"/>
                  <a:gd name="connsiteX136" fmla="*/ 6797 w 10000"/>
                  <a:gd name="connsiteY136" fmla="*/ 2854 h 10000"/>
                  <a:gd name="connsiteX137" fmla="*/ 6696 w 10000"/>
                  <a:gd name="connsiteY137" fmla="*/ 2559 h 10000"/>
                  <a:gd name="connsiteX138" fmla="*/ 6362 w 10000"/>
                  <a:gd name="connsiteY138" fmla="*/ 2390 h 10000"/>
                  <a:gd name="connsiteX139" fmla="*/ 5915 w 10000"/>
                  <a:gd name="connsiteY139" fmla="*/ 2306 h 10000"/>
                  <a:gd name="connsiteX140" fmla="*/ 5536 w 10000"/>
                  <a:gd name="connsiteY140" fmla="*/ 1883 h 10000"/>
                  <a:gd name="connsiteX141" fmla="*/ 5358 w 10000"/>
                  <a:gd name="connsiteY141" fmla="*/ 1300 h 10000"/>
                  <a:gd name="connsiteX142" fmla="*/ 5111 w 10000"/>
                  <a:gd name="connsiteY142" fmla="*/ 937 h 10000"/>
                  <a:gd name="connsiteX143" fmla="*/ 4688 w 10000"/>
                  <a:gd name="connsiteY143" fmla="*/ 557 h 10000"/>
                  <a:gd name="connsiteX144" fmla="*/ 4074 w 10000"/>
                  <a:gd name="connsiteY144" fmla="*/ 346 h 10000"/>
                  <a:gd name="connsiteX145" fmla="*/ 3873 w 10000"/>
                  <a:gd name="connsiteY145" fmla="*/ 228 h 10000"/>
                  <a:gd name="connsiteX146" fmla="*/ 3683 w 10000"/>
                  <a:gd name="connsiteY146" fmla="*/ 0 h 10000"/>
                  <a:gd name="connsiteX147" fmla="*/ 3181 w 10000"/>
                  <a:gd name="connsiteY147" fmla="*/ 143 h 10000"/>
                  <a:gd name="connsiteX148" fmla="*/ 2679 w 10000"/>
                  <a:gd name="connsiteY148" fmla="*/ 160 h 10000"/>
                  <a:gd name="connsiteX149" fmla="*/ 2009 w 10000"/>
                  <a:gd name="connsiteY149" fmla="*/ 490 h 10000"/>
                  <a:gd name="connsiteX150" fmla="*/ 1418 w 10000"/>
                  <a:gd name="connsiteY150" fmla="*/ 507 h 10000"/>
                  <a:gd name="connsiteX151" fmla="*/ 1128 w 10000"/>
                  <a:gd name="connsiteY151" fmla="*/ 675 h 10000"/>
                  <a:gd name="connsiteX152" fmla="*/ 558 w 10000"/>
                  <a:gd name="connsiteY152" fmla="*/ 719 h 10000"/>
                  <a:gd name="connsiteX0" fmla="*/ 558 w 10000"/>
                  <a:gd name="connsiteY0" fmla="*/ 719 h 10000"/>
                  <a:gd name="connsiteX1" fmla="*/ 871 w 10000"/>
                  <a:gd name="connsiteY1" fmla="*/ 937 h 10000"/>
                  <a:gd name="connsiteX2" fmla="*/ 893 w 10000"/>
                  <a:gd name="connsiteY2" fmla="*/ 1056 h 10000"/>
                  <a:gd name="connsiteX3" fmla="*/ 838 w 10000"/>
                  <a:gd name="connsiteY3" fmla="*/ 1123 h 10000"/>
                  <a:gd name="connsiteX4" fmla="*/ 938 w 10000"/>
                  <a:gd name="connsiteY4" fmla="*/ 1191 h 10000"/>
                  <a:gd name="connsiteX5" fmla="*/ 960 w 10000"/>
                  <a:gd name="connsiteY5" fmla="*/ 1300 h 10000"/>
                  <a:gd name="connsiteX6" fmla="*/ 827 w 10000"/>
                  <a:gd name="connsiteY6" fmla="*/ 1427 h 10000"/>
                  <a:gd name="connsiteX7" fmla="*/ 849 w 10000"/>
                  <a:gd name="connsiteY7" fmla="*/ 1504 h 10000"/>
                  <a:gd name="connsiteX8" fmla="*/ 982 w 10000"/>
                  <a:gd name="connsiteY8" fmla="*/ 1554 h 10000"/>
                  <a:gd name="connsiteX9" fmla="*/ 1072 w 10000"/>
                  <a:gd name="connsiteY9" fmla="*/ 1487 h 10000"/>
                  <a:gd name="connsiteX10" fmla="*/ 1161 w 10000"/>
                  <a:gd name="connsiteY10" fmla="*/ 1487 h 10000"/>
                  <a:gd name="connsiteX11" fmla="*/ 1284 w 10000"/>
                  <a:gd name="connsiteY11" fmla="*/ 1562 h 10000"/>
                  <a:gd name="connsiteX12" fmla="*/ 1284 w 10000"/>
                  <a:gd name="connsiteY12" fmla="*/ 1613 h 10000"/>
                  <a:gd name="connsiteX13" fmla="*/ 1205 w 10000"/>
                  <a:gd name="connsiteY13" fmla="*/ 1663 h 10000"/>
                  <a:gd name="connsiteX14" fmla="*/ 1117 w 10000"/>
                  <a:gd name="connsiteY14" fmla="*/ 1663 h 10000"/>
                  <a:gd name="connsiteX15" fmla="*/ 1083 w 10000"/>
                  <a:gd name="connsiteY15" fmla="*/ 1740 h 10000"/>
                  <a:gd name="connsiteX16" fmla="*/ 1139 w 10000"/>
                  <a:gd name="connsiteY16" fmla="*/ 1800 h 10000"/>
                  <a:gd name="connsiteX17" fmla="*/ 1105 w 10000"/>
                  <a:gd name="connsiteY17" fmla="*/ 1883 h 10000"/>
                  <a:gd name="connsiteX18" fmla="*/ 1083 w 10000"/>
                  <a:gd name="connsiteY18" fmla="*/ 1943 h 10000"/>
                  <a:gd name="connsiteX19" fmla="*/ 1139 w 10000"/>
                  <a:gd name="connsiteY19" fmla="*/ 2002 h 10000"/>
                  <a:gd name="connsiteX20" fmla="*/ 1306 w 10000"/>
                  <a:gd name="connsiteY20" fmla="*/ 2002 h 10000"/>
                  <a:gd name="connsiteX21" fmla="*/ 1373 w 10000"/>
                  <a:gd name="connsiteY21" fmla="*/ 2069 h 10000"/>
                  <a:gd name="connsiteX22" fmla="*/ 1496 w 10000"/>
                  <a:gd name="connsiteY22" fmla="*/ 2137 h 10000"/>
                  <a:gd name="connsiteX23" fmla="*/ 1696 w 10000"/>
                  <a:gd name="connsiteY23" fmla="*/ 2128 h 10000"/>
                  <a:gd name="connsiteX24" fmla="*/ 1842 w 10000"/>
                  <a:gd name="connsiteY24" fmla="*/ 2204 h 10000"/>
                  <a:gd name="connsiteX25" fmla="*/ 2021 w 10000"/>
                  <a:gd name="connsiteY25" fmla="*/ 2187 h 10000"/>
                  <a:gd name="connsiteX26" fmla="*/ 2109 w 10000"/>
                  <a:gd name="connsiteY26" fmla="*/ 2221 h 10000"/>
                  <a:gd name="connsiteX27" fmla="*/ 2132 w 10000"/>
                  <a:gd name="connsiteY27" fmla="*/ 2280 h 10000"/>
                  <a:gd name="connsiteX28" fmla="*/ 1976 w 10000"/>
                  <a:gd name="connsiteY28" fmla="*/ 2356 h 10000"/>
                  <a:gd name="connsiteX29" fmla="*/ 1808 w 10000"/>
                  <a:gd name="connsiteY29" fmla="*/ 2322 h 10000"/>
                  <a:gd name="connsiteX30" fmla="*/ 1663 w 10000"/>
                  <a:gd name="connsiteY30" fmla="*/ 2298 h 10000"/>
                  <a:gd name="connsiteX31" fmla="*/ 1563 w 10000"/>
                  <a:gd name="connsiteY31" fmla="*/ 2314 h 10000"/>
                  <a:gd name="connsiteX32" fmla="*/ 1530 w 10000"/>
                  <a:gd name="connsiteY32" fmla="*/ 2458 h 10000"/>
                  <a:gd name="connsiteX33" fmla="*/ 1418 w 10000"/>
                  <a:gd name="connsiteY33" fmla="*/ 2559 h 10000"/>
                  <a:gd name="connsiteX34" fmla="*/ 1485 w 10000"/>
                  <a:gd name="connsiteY34" fmla="*/ 2846 h 10000"/>
                  <a:gd name="connsiteX35" fmla="*/ 1563 w 10000"/>
                  <a:gd name="connsiteY35" fmla="*/ 2897 h 10000"/>
                  <a:gd name="connsiteX36" fmla="*/ 1519 w 10000"/>
                  <a:gd name="connsiteY36" fmla="*/ 3040 h 10000"/>
                  <a:gd name="connsiteX37" fmla="*/ 2021 w 10000"/>
                  <a:gd name="connsiteY37" fmla="*/ 3074 h 10000"/>
                  <a:gd name="connsiteX38" fmla="*/ 2109 w 10000"/>
                  <a:gd name="connsiteY38" fmla="*/ 3167 h 10000"/>
                  <a:gd name="connsiteX39" fmla="*/ 2043 w 10000"/>
                  <a:gd name="connsiteY39" fmla="*/ 3268 h 10000"/>
                  <a:gd name="connsiteX40" fmla="*/ 2043 w 10000"/>
                  <a:gd name="connsiteY40" fmla="*/ 3411 h 10000"/>
                  <a:gd name="connsiteX41" fmla="*/ 1831 w 10000"/>
                  <a:gd name="connsiteY41" fmla="*/ 3639 h 10000"/>
                  <a:gd name="connsiteX42" fmla="*/ 1641 w 10000"/>
                  <a:gd name="connsiteY42" fmla="*/ 3979 h 10000"/>
                  <a:gd name="connsiteX43" fmla="*/ 1552 w 10000"/>
                  <a:gd name="connsiteY43" fmla="*/ 4020 h 10000"/>
                  <a:gd name="connsiteX44" fmla="*/ 1552 w 10000"/>
                  <a:gd name="connsiteY44" fmla="*/ 4114 h 10000"/>
                  <a:gd name="connsiteX45" fmla="*/ 1607 w 10000"/>
                  <a:gd name="connsiteY45" fmla="*/ 4171 h 10000"/>
                  <a:gd name="connsiteX46" fmla="*/ 1473 w 10000"/>
                  <a:gd name="connsiteY46" fmla="*/ 4342 h 10000"/>
                  <a:gd name="connsiteX47" fmla="*/ 1563 w 10000"/>
                  <a:gd name="connsiteY47" fmla="*/ 4544 h 10000"/>
                  <a:gd name="connsiteX48" fmla="*/ 1708 w 10000"/>
                  <a:gd name="connsiteY48" fmla="*/ 4569 h 10000"/>
                  <a:gd name="connsiteX49" fmla="*/ 1808 w 10000"/>
                  <a:gd name="connsiteY49" fmla="*/ 4638 h 10000"/>
                  <a:gd name="connsiteX50" fmla="*/ 1965 w 10000"/>
                  <a:gd name="connsiteY50" fmla="*/ 4594 h 10000"/>
                  <a:gd name="connsiteX51" fmla="*/ 2032 w 10000"/>
                  <a:gd name="connsiteY51" fmla="*/ 4695 h 10000"/>
                  <a:gd name="connsiteX52" fmla="*/ 2065 w 10000"/>
                  <a:gd name="connsiteY52" fmla="*/ 4806 h 10000"/>
                  <a:gd name="connsiteX53" fmla="*/ 2244 w 10000"/>
                  <a:gd name="connsiteY53" fmla="*/ 4932 h 10000"/>
                  <a:gd name="connsiteX54" fmla="*/ 2344 w 10000"/>
                  <a:gd name="connsiteY54" fmla="*/ 4915 h 10000"/>
                  <a:gd name="connsiteX55" fmla="*/ 2389 w 10000"/>
                  <a:gd name="connsiteY55" fmla="*/ 4949 h 10000"/>
                  <a:gd name="connsiteX56" fmla="*/ 2377 w 10000"/>
                  <a:gd name="connsiteY56" fmla="*/ 5034 h 10000"/>
                  <a:gd name="connsiteX57" fmla="*/ 2556 w 10000"/>
                  <a:gd name="connsiteY57" fmla="*/ 5110 h 10000"/>
                  <a:gd name="connsiteX58" fmla="*/ 2668 w 10000"/>
                  <a:gd name="connsiteY58" fmla="*/ 5126 h 10000"/>
                  <a:gd name="connsiteX59" fmla="*/ 2690 w 10000"/>
                  <a:gd name="connsiteY59" fmla="*/ 5237 h 10000"/>
                  <a:gd name="connsiteX60" fmla="*/ 2500 w 10000"/>
                  <a:gd name="connsiteY60" fmla="*/ 5362 h 10000"/>
                  <a:gd name="connsiteX61" fmla="*/ 2177 w 10000"/>
                  <a:gd name="connsiteY61" fmla="*/ 5379 h 10000"/>
                  <a:gd name="connsiteX62" fmla="*/ 1965 w 10000"/>
                  <a:gd name="connsiteY62" fmla="*/ 5278 h 10000"/>
                  <a:gd name="connsiteX63" fmla="*/ 1853 w 10000"/>
                  <a:gd name="connsiteY63" fmla="*/ 5278 h 10000"/>
                  <a:gd name="connsiteX64" fmla="*/ 1808 w 10000"/>
                  <a:gd name="connsiteY64" fmla="*/ 5321 h 10000"/>
                  <a:gd name="connsiteX65" fmla="*/ 1853 w 10000"/>
                  <a:gd name="connsiteY65" fmla="*/ 5398 h 10000"/>
                  <a:gd name="connsiteX66" fmla="*/ 2109 w 10000"/>
                  <a:gd name="connsiteY66" fmla="*/ 5599 h 10000"/>
                  <a:gd name="connsiteX67" fmla="*/ 2377 w 10000"/>
                  <a:gd name="connsiteY67" fmla="*/ 5878 h 10000"/>
                  <a:gd name="connsiteX68" fmla="*/ 2456 w 10000"/>
                  <a:gd name="connsiteY68" fmla="*/ 5920 h 10000"/>
                  <a:gd name="connsiteX69" fmla="*/ 2445 w 10000"/>
                  <a:gd name="connsiteY69" fmla="*/ 6158 h 10000"/>
                  <a:gd name="connsiteX70" fmla="*/ 2377 w 10000"/>
                  <a:gd name="connsiteY70" fmla="*/ 6241 h 10000"/>
                  <a:gd name="connsiteX71" fmla="*/ 2255 w 10000"/>
                  <a:gd name="connsiteY71" fmla="*/ 6283 h 10000"/>
                  <a:gd name="connsiteX72" fmla="*/ 2177 w 10000"/>
                  <a:gd name="connsiteY72" fmla="*/ 6216 h 10000"/>
                  <a:gd name="connsiteX73" fmla="*/ 2054 w 10000"/>
                  <a:gd name="connsiteY73" fmla="*/ 6207 h 10000"/>
                  <a:gd name="connsiteX74" fmla="*/ 1954 w 10000"/>
                  <a:gd name="connsiteY74" fmla="*/ 6342 h 10000"/>
                  <a:gd name="connsiteX75" fmla="*/ 1775 w 10000"/>
                  <a:gd name="connsiteY75" fmla="*/ 6410 h 10000"/>
                  <a:gd name="connsiteX76" fmla="*/ 1596 w 10000"/>
                  <a:gd name="connsiteY76" fmla="*/ 6410 h 10000"/>
                  <a:gd name="connsiteX77" fmla="*/ 1519 w 10000"/>
                  <a:gd name="connsiteY77" fmla="*/ 6461 h 10000"/>
                  <a:gd name="connsiteX78" fmla="*/ 1418 w 10000"/>
                  <a:gd name="connsiteY78" fmla="*/ 6453 h 10000"/>
                  <a:gd name="connsiteX79" fmla="*/ 1362 w 10000"/>
                  <a:gd name="connsiteY79" fmla="*/ 6368 h 10000"/>
                  <a:gd name="connsiteX80" fmla="*/ 1228 w 10000"/>
                  <a:gd name="connsiteY80" fmla="*/ 6377 h 10000"/>
                  <a:gd name="connsiteX81" fmla="*/ 1094 w 10000"/>
                  <a:gd name="connsiteY81" fmla="*/ 6487 h 10000"/>
                  <a:gd name="connsiteX82" fmla="*/ 1161 w 10000"/>
                  <a:gd name="connsiteY82" fmla="*/ 6570 h 10000"/>
                  <a:gd name="connsiteX83" fmla="*/ 1295 w 10000"/>
                  <a:gd name="connsiteY83" fmla="*/ 6630 h 10000"/>
                  <a:gd name="connsiteX84" fmla="*/ 1329 w 10000"/>
                  <a:gd name="connsiteY84" fmla="*/ 6781 h 10000"/>
                  <a:gd name="connsiteX85" fmla="*/ 1418 w 10000"/>
                  <a:gd name="connsiteY85" fmla="*/ 6874 h 10000"/>
                  <a:gd name="connsiteX86" fmla="*/ 1418 w 10000"/>
                  <a:gd name="connsiteY86" fmla="*/ 7061 h 10000"/>
                  <a:gd name="connsiteX87" fmla="*/ 1362 w 10000"/>
                  <a:gd name="connsiteY87" fmla="*/ 7120 h 10000"/>
                  <a:gd name="connsiteX88" fmla="*/ 1262 w 10000"/>
                  <a:gd name="connsiteY88" fmla="*/ 7110 h 10000"/>
                  <a:gd name="connsiteX89" fmla="*/ 1194 w 10000"/>
                  <a:gd name="connsiteY89" fmla="*/ 7061 h 10000"/>
                  <a:gd name="connsiteX90" fmla="*/ 1128 w 10000"/>
                  <a:gd name="connsiteY90" fmla="*/ 6892 h 10000"/>
                  <a:gd name="connsiteX91" fmla="*/ 1061 w 10000"/>
                  <a:gd name="connsiteY91" fmla="*/ 6833 h 10000"/>
                  <a:gd name="connsiteX92" fmla="*/ 871 w 10000"/>
                  <a:gd name="connsiteY92" fmla="*/ 6833 h 10000"/>
                  <a:gd name="connsiteX93" fmla="*/ 525 w 10000"/>
                  <a:gd name="connsiteY93" fmla="*/ 7077 h 10000"/>
                  <a:gd name="connsiteX94" fmla="*/ 469 w 10000"/>
                  <a:gd name="connsiteY94" fmla="*/ 7237 h 10000"/>
                  <a:gd name="connsiteX95" fmla="*/ 402 w 10000"/>
                  <a:gd name="connsiteY95" fmla="*/ 7305 h 10000"/>
                  <a:gd name="connsiteX96" fmla="*/ 402 w 10000"/>
                  <a:gd name="connsiteY96" fmla="*/ 7542 h 10000"/>
                  <a:gd name="connsiteX97" fmla="*/ 313 w 10000"/>
                  <a:gd name="connsiteY97" fmla="*/ 7610 h 10000"/>
                  <a:gd name="connsiteX98" fmla="*/ 135 w 10000"/>
                  <a:gd name="connsiteY98" fmla="*/ 7610 h 10000"/>
                  <a:gd name="connsiteX99" fmla="*/ 23 w 10000"/>
                  <a:gd name="connsiteY99" fmla="*/ 7711 h 10000"/>
                  <a:gd name="connsiteX100" fmla="*/ 0 w 10000"/>
                  <a:gd name="connsiteY100" fmla="*/ 7997 h 10000"/>
                  <a:gd name="connsiteX101" fmla="*/ 3751 w 10000"/>
                  <a:gd name="connsiteY101" fmla="*/ 8944 h 10000"/>
                  <a:gd name="connsiteX102" fmla="*/ 4007 w 10000"/>
                  <a:gd name="connsiteY102" fmla="*/ 9307 h 10000"/>
                  <a:gd name="connsiteX103" fmla="*/ 4431 w 10000"/>
                  <a:gd name="connsiteY103" fmla="*/ 9434 h 10000"/>
                  <a:gd name="connsiteX104" fmla="*/ 4911 w 10000"/>
                  <a:gd name="connsiteY104" fmla="*/ 9940 h 10000"/>
                  <a:gd name="connsiteX105" fmla="*/ 5000 w 10000"/>
                  <a:gd name="connsiteY105" fmla="*/ 9992 h 10000"/>
                  <a:gd name="connsiteX106" fmla="*/ 5168 w 10000"/>
                  <a:gd name="connsiteY106" fmla="*/ 10000 h 10000"/>
                  <a:gd name="connsiteX107" fmla="*/ 5312 w 10000"/>
                  <a:gd name="connsiteY107" fmla="*/ 9915 h 10000"/>
                  <a:gd name="connsiteX108" fmla="*/ 5347 w 10000"/>
                  <a:gd name="connsiteY108" fmla="*/ 9628 h 10000"/>
                  <a:gd name="connsiteX109" fmla="*/ 6050 w 10000"/>
                  <a:gd name="connsiteY109" fmla="*/ 9460 h 10000"/>
                  <a:gd name="connsiteX110" fmla="*/ 6194 w 10000"/>
                  <a:gd name="connsiteY110" fmla="*/ 9493 h 10000"/>
                  <a:gd name="connsiteX111" fmla="*/ 6451 w 10000"/>
                  <a:gd name="connsiteY111" fmla="*/ 9712 h 10000"/>
                  <a:gd name="connsiteX112" fmla="*/ 6552 w 10000"/>
                  <a:gd name="connsiteY112" fmla="*/ 9704 h 10000"/>
                  <a:gd name="connsiteX113" fmla="*/ 6563 w 10000"/>
                  <a:gd name="connsiteY113" fmla="*/ 9561 h 10000"/>
                  <a:gd name="connsiteX114" fmla="*/ 6886 w 10000"/>
                  <a:gd name="connsiteY114" fmla="*/ 9416 h 10000"/>
                  <a:gd name="connsiteX115" fmla="*/ 7545 w 10000"/>
                  <a:gd name="connsiteY115" fmla="*/ 9517 h 10000"/>
                  <a:gd name="connsiteX116" fmla="*/ 7701 w 10000"/>
                  <a:gd name="connsiteY116" fmla="*/ 9392 h 10000"/>
                  <a:gd name="connsiteX117" fmla="*/ 8304 w 10000"/>
                  <a:gd name="connsiteY117" fmla="*/ 9476 h 10000"/>
                  <a:gd name="connsiteX118" fmla="*/ 8751 w 10000"/>
                  <a:gd name="connsiteY118" fmla="*/ 9426 h 10000"/>
                  <a:gd name="connsiteX119" fmla="*/ 9007 w 10000"/>
                  <a:gd name="connsiteY119" fmla="*/ 9517 h 10000"/>
                  <a:gd name="connsiteX120" fmla="*/ 9007 w 10000"/>
                  <a:gd name="connsiteY120" fmla="*/ 8757 h 10000"/>
                  <a:gd name="connsiteX121" fmla="*/ 9520 w 10000"/>
                  <a:gd name="connsiteY121" fmla="*/ 7948 h 10000"/>
                  <a:gd name="connsiteX122" fmla="*/ 10000 w 10000"/>
                  <a:gd name="connsiteY122" fmla="*/ 7593 h 10000"/>
                  <a:gd name="connsiteX123" fmla="*/ 9397 w 10000"/>
                  <a:gd name="connsiteY123" fmla="*/ 7069 h 10000"/>
                  <a:gd name="connsiteX124" fmla="*/ 9007 w 10000"/>
                  <a:gd name="connsiteY124" fmla="*/ 6605 h 10000"/>
                  <a:gd name="connsiteX125" fmla="*/ 8917 w 10000"/>
                  <a:gd name="connsiteY125" fmla="*/ 5938 h 10000"/>
                  <a:gd name="connsiteX126" fmla="*/ 9040 w 10000"/>
                  <a:gd name="connsiteY126" fmla="*/ 5270 h 10000"/>
                  <a:gd name="connsiteX127" fmla="*/ 9743 w 10000"/>
                  <a:gd name="connsiteY127" fmla="*/ 5034 h 10000"/>
                  <a:gd name="connsiteX128" fmla="*/ 9341 w 10000"/>
                  <a:gd name="connsiteY128" fmla="*/ 4949 h 10000"/>
                  <a:gd name="connsiteX129" fmla="*/ 9007 w 10000"/>
                  <a:gd name="connsiteY129" fmla="*/ 4434 h 10000"/>
                  <a:gd name="connsiteX130" fmla="*/ 9442 w 10000"/>
                  <a:gd name="connsiteY130" fmla="*/ 4096 h 10000"/>
                  <a:gd name="connsiteX131" fmla="*/ 9152 w 10000"/>
                  <a:gd name="connsiteY131" fmla="*/ 3750 h 10000"/>
                  <a:gd name="connsiteX132" fmla="*/ 8661 w 10000"/>
                  <a:gd name="connsiteY132" fmla="*/ 4029 h 10000"/>
                  <a:gd name="connsiteX133" fmla="*/ 7478 w 10000"/>
                  <a:gd name="connsiteY133" fmla="*/ 3716 h 10000"/>
                  <a:gd name="connsiteX134" fmla="*/ 6842 w 10000"/>
                  <a:gd name="connsiteY134" fmla="*/ 3336 h 10000"/>
                  <a:gd name="connsiteX135" fmla="*/ 6797 w 10000"/>
                  <a:gd name="connsiteY135" fmla="*/ 2854 h 10000"/>
                  <a:gd name="connsiteX136" fmla="*/ 6696 w 10000"/>
                  <a:gd name="connsiteY136" fmla="*/ 2559 h 10000"/>
                  <a:gd name="connsiteX137" fmla="*/ 6362 w 10000"/>
                  <a:gd name="connsiteY137" fmla="*/ 2390 h 10000"/>
                  <a:gd name="connsiteX138" fmla="*/ 5915 w 10000"/>
                  <a:gd name="connsiteY138" fmla="*/ 2306 h 10000"/>
                  <a:gd name="connsiteX139" fmla="*/ 5536 w 10000"/>
                  <a:gd name="connsiteY139" fmla="*/ 1883 h 10000"/>
                  <a:gd name="connsiteX140" fmla="*/ 5358 w 10000"/>
                  <a:gd name="connsiteY140" fmla="*/ 1300 h 10000"/>
                  <a:gd name="connsiteX141" fmla="*/ 5111 w 10000"/>
                  <a:gd name="connsiteY141" fmla="*/ 937 h 10000"/>
                  <a:gd name="connsiteX142" fmla="*/ 4688 w 10000"/>
                  <a:gd name="connsiteY142" fmla="*/ 557 h 10000"/>
                  <a:gd name="connsiteX143" fmla="*/ 4074 w 10000"/>
                  <a:gd name="connsiteY143" fmla="*/ 346 h 10000"/>
                  <a:gd name="connsiteX144" fmla="*/ 3873 w 10000"/>
                  <a:gd name="connsiteY144" fmla="*/ 228 h 10000"/>
                  <a:gd name="connsiteX145" fmla="*/ 3683 w 10000"/>
                  <a:gd name="connsiteY145" fmla="*/ 0 h 10000"/>
                  <a:gd name="connsiteX146" fmla="*/ 3181 w 10000"/>
                  <a:gd name="connsiteY146" fmla="*/ 143 h 10000"/>
                  <a:gd name="connsiteX147" fmla="*/ 2679 w 10000"/>
                  <a:gd name="connsiteY147" fmla="*/ 160 h 10000"/>
                  <a:gd name="connsiteX148" fmla="*/ 2009 w 10000"/>
                  <a:gd name="connsiteY148" fmla="*/ 490 h 10000"/>
                  <a:gd name="connsiteX149" fmla="*/ 1418 w 10000"/>
                  <a:gd name="connsiteY149" fmla="*/ 507 h 10000"/>
                  <a:gd name="connsiteX150" fmla="*/ 1128 w 10000"/>
                  <a:gd name="connsiteY150" fmla="*/ 675 h 10000"/>
                  <a:gd name="connsiteX151" fmla="*/ 558 w 10000"/>
                  <a:gd name="connsiteY151" fmla="*/ 719 h 10000"/>
                  <a:gd name="connsiteX0" fmla="*/ 558 w 10000"/>
                  <a:gd name="connsiteY0" fmla="*/ 719 h 10000"/>
                  <a:gd name="connsiteX1" fmla="*/ 871 w 10000"/>
                  <a:gd name="connsiteY1" fmla="*/ 937 h 10000"/>
                  <a:gd name="connsiteX2" fmla="*/ 893 w 10000"/>
                  <a:gd name="connsiteY2" fmla="*/ 1056 h 10000"/>
                  <a:gd name="connsiteX3" fmla="*/ 838 w 10000"/>
                  <a:gd name="connsiteY3" fmla="*/ 1123 h 10000"/>
                  <a:gd name="connsiteX4" fmla="*/ 938 w 10000"/>
                  <a:gd name="connsiteY4" fmla="*/ 1191 h 10000"/>
                  <a:gd name="connsiteX5" fmla="*/ 960 w 10000"/>
                  <a:gd name="connsiteY5" fmla="*/ 1300 h 10000"/>
                  <a:gd name="connsiteX6" fmla="*/ 827 w 10000"/>
                  <a:gd name="connsiteY6" fmla="*/ 1427 h 10000"/>
                  <a:gd name="connsiteX7" fmla="*/ 849 w 10000"/>
                  <a:gd name="connsiteY7" fmla="*/ 1504 h 10000"/>
                  <a:gd name="connsiteX8" fmla="*/ 982 w 10000"/>
                  <a:gd name="connsiteY8" fmla="*/ 1554 h 10000"/>
                  <a:gd name="connsiteX9" fmla="*/ 1072 w 10000"/>
                  <a:gd name="connsiteY9" fmla="*/ 1487 h 10000"/>
                  <a:gd name="connsiteX10" fmla="*/ 1161 w 10000"/>
                  <a:gd name="connsiteY10" fmla="*/ 1487 h 10000"/>
                  <a:gd name="connsiteX11" fmla="*/ 1284 w 10000"/>
                  <a:gd name="connsiteY11" fmla="*/ 1562 h 10000"/>
                  <a:gd name="connsiteX12" fmla="*/ 1284 w 10000"/>
                  <a:gd name="connsiteY12" fmla="*/ 1613 h 10000"/>
                  <a:gd name="connsiteX13" fmla="*/ 1205 w 10000"/>
                  <a:gd name="connsiteY13" fmla="*/ 1663 h 10000"/>
                  <a:gd name="connsiteX14" fmla="*/ 1117 w 10000"/>
                  <a:gd name="connsiteY14" fmla="*/ 1663 h 10000"/>
                  <a:gd name="connsiteX15" fmla="*/ 1083 w 10000"/>
                  <a:gd name="connsiteY15" fmla="*/ 1740 h 10000"/>
                  <a:gd name="connsiteX16" fmla="*/ 1139 w 10000"/>
                  <a:gd name="connsiteY16" fmla="*/ 1800 h 10000"/>
                  <a:gd name="connsiteX17" fmla="*/ 1105 w 10000"/>
                  <a:gd name="connsiteY17" fmla="*/ 1883 h 10000"/>
                  <a:gd name="connsiteX18" fmla="*/ 1083 w 10000"/>
                  <a:gd name="connsiteY18" fmla="*/ 1943 h 10000"/>
                  <a:gd name="connsiteX19" fmla="*/ 1139 w 10000"/>
                  <a:gd name="connsiteY19" fmla="*/ 2002 h 10000"/>
                  <a:gd name="connsiteX20" fmla="*/ 1306 w 10000"/>
                  <a:gd name="connsiteY20" fmla="*/ 2002 h 10000"/>
                  <a:gd name="connsiteX21" fmla="*/ 1373 w 10000"/>
                  <a:gd name="connsiteY21" fmla="*/ 2069 h 10000"/>
                  <a:gd name="connsiteX22" fmla="*/ 1496 w 10000"/>
                  <a:gd name="connsiteY22" fmla="*/ 2137 h 10000"/>
                  <a:gd name="connsiteX23" fmla="*/ 1696 w 10000"/>
                  <a:gd name="connsiteY23" fmla="*/ 2128 h 10000"/>
                  <a:gd name="connsiteX24" fmla="*/ 1842 w 10000"/>
                  <a:gd name="connsiteY24" fmla="*/ 2204 h 10000"/>
                  <a:gd name="connsiteX25" fmla="*/ 2021 w 10000"/>
                  <a:gd name="connsiteY25" fmla="*/ 2187 h 10000"/>
                  <a:gd name="connsiteX26" fmla="*/ 2109 w 10000"/>
                  <a:gd name="connsiteY26" fmla="*/ 2221 h 10000"/>
                  <a:gd name="connsiteX27" fmla="*/ 2132 w 10000"/>
                  <a:gd name="connsiteY27" fmla="*/ 2280 h 10000"/>
                  <a:gd name="connsiteX28" fmla="*/ 1976 w 10000"/>
                  <a:gd name="connsiteY28" fmla="*/ 2356 h 10000"/>
                  <a:gd name="connsiteX29" fmla="*/ 1808 w 10000"/>
                  <a:gd name="connsiteY29" fmla="*/ 2322 h 10000"/>
                  <a:gd name="connsiteX30" fmla="*/ 1663 w 10000"/>
                  <a:gd name="connsiteY30" fmla="*/ 2298 h 10000"/>
                  <a:gd name="connsiteX31" fmla="*/ 1563 w 10000"/>
                  <a:gd name="connsiteY31" fmla="*/ 2314 h 10000"/>
                  <a:gd name="connsiteX32" fmla="*/ 1530 w 10000"/>
                  <a:gd name="connsiteY32" fmla="*/ 2458 h 10000"/>
                  <a:gd name="connsiteX33" fmla="*/ 1418 w 10000"/>
                  <a:gd name="connsiteY33" fmla="*/ 2559 h 10000"/>
                  <a:gd name="connsiteX34" fmla="*/ 1485 w 10000"/>
                  <a:gd name="connsiteY34" fmla="*/ 2846 h 10000"/>
                  <a:gd name="connsiteX35" fmla="*/ 1563 w 10000"/>
                  <a:gd name="connsiteY35" fmla="*/ 2897 h 10000"/>
                  <a:gd name="connsiteX36" fmla="*/ 1519 w 10000"/>
                  <a:gd name="connsiteY36" fmla="*/ 3040 h 10000"/>
                  <a:gd name="connsiteX37" fmla="*/ 2021 w 10000"/>
                  <a:gd name="connsiteY37" fmla="*/ 3074 h 10000"/>
                  <a:gd name="connsiteX38" fmla="*/ 2109 w 10000"/>
                  <a:gd name="connsiteY38" fmla="*/ 3167 h 10000"/>
                  <a:gd name="connsiteX39" fmla="*/ 2043 w 10000"/>
                  <a:gd name="connsiteY39" fmla="*/ 3268 h 10000"/>
                  <a:gd name="connsiteX40" fmla="*/ 2043 w 10000"/>
                  <a:gd name="connsiteY40" fmla="*/ 3411 h 10000"/>
                  <a:gd name="connsiteX41" fmla="*/ 1831 w 10000"/>
                  <a:gd name="connsiteY41" fmla="*/ 3639 h 10000"/>
                  <a:gd name="connsiteX42" fmla="*/ 1641 w 10000"/>
                  <a:gd name="connsiteY42" fmla="*/ 3979 h 10000"/>
                  <a:gd name="connsiteX43" fmla="*/ 1552 w 10000"/>
                  <a:gd name="connsiteY43" fmla="*/ 4020 h 10000"/>
                  <a:gd name="connsiteX44" fmla="*/ 1552 w 10000"/>
                  <a:gd name="connsiteY44" fmla="*/ 4114 h 10000"/>
                  <a:gd name="connsiteX45" fmla="*/ 1607 w 10000"/>
                  <a:gd name="connsiteY45" fmla="*/ 4171 h 10000"/>
                  <a:gd name="connsiteX46" fmla="*/ 1473 w 10000"/>
                  <a:gd name="connsiteY46" fmla="*/ 4342 h 10000"/>
                  <a:gd name="connsiteX47" fmla="*/ 1563 w 10000"/>
                  <a:gd name="connsiteY47" fmla="*/ 4544 h 10000"/>
                  <a:gd name="connsiteX48" fmla="*/ 1708 w 10000"/>
                  <a:gd name="connsiteY48" fmla="*/ 4569 h 10000"/>
                  <a:gd name="connsiteX49" fmla="*/ 1808 w 10000"/>
                  <a:gd name="connsiteY49" fmla="*/ 4638 h 10000"/>
                  <a:gd name="connsiteX50" fmla="*/ 1965 w 10000"/>
                  <a:gd name="connsiteY50" fmla="*/ 4594 h 10000"/>
                  <a:gd name="connsiteX51" fmla="*/ 2032 w 10000"/>
                  <a:gd name="connsiteY51" fmla="*/ 4695 h 10000"/>
                  <a:gd name="connsiteX52" fmla="*/ 2065 w 10000"/>
                  <a:gd name="connsiteY52" fmla="*/ 4806 h 10000"/>
                  <a:gd name="connsiteX53" fmla="*/ 2244 w 10000"/>
                  <a:gd name="connsiteY53" fmla="*/ 4932 h 10000"/>
                  <a:gd name="connsiteX54" fmla="*/ 2344 w 10000"/>
                  <a:gd name="connsiteY54" fmla="*/ 4915 h 10000"/>
                  <a:gd name="connsiteX55" fmla="*/ 2389 w 10000"/>
                  <a:gd name="connsiteY55" fmla="*/ 4949 h 10000"/>
                  <a:gd name="connsiteX56" fmla="*/ 2377 w 10000"/>
                  <a:gd name="connsiteY56" fmla="*/ 5034 h 10000"/>
                  <a:gd name="connsiteX57" fmla="*/ 2556 w 10000"/>
                  <a:gd name="connsiteY57" fmla="*/ 5110 h 10000"/>
                  <a:gd name="connsiteX58" fmla="*/ 2668 w 10000"/>
                  <a:gd name="connsiteY58" fmla="*/ 5126 h 10000"/>
                  <a:gd name="connsiteX59" fmla="*/ 2690 w 10000"/>
                  <a:gd name="connsiteY59" fmla="*/ 5237 h 10000"/>
                  <a:gd name="connsiteX60" fmla="*/ 2500 w 10000"/>
                  <a:gd name="connsiteY60" fmla="*/ 5362 h 10000"/>
                  <a:gd name="connsiteX61" fmla="*/ 2177 w 10000"/>
                  <a:gd name="connsiteY61" fmla="*/ 5379 h 10000"/>
                  <a:gd name="connsiteX62" fmla="*/ 1965 w 10000"/>
                  <a:gd name="connsiteY62" fmla="*/ 5278 h 10000"/>
                  <a:gd name="connsiteX63" fmla="*/ 1853 w 10000"/>
                  <a:gd name="connsiteY63" fmla="*/ 5278 h 10000"/>
                  <a:gd name="connsiteX64" fmla="*/ 1808 w 10000"/>
                  <a:gd name="connsiteY64" fmla="*/ 5321 h 10000"/>
                  <a:gd name="connsiteX65" fmla="*/ 1853 w 10000"/>
                  <a:gd name="connsiteY65" fmla="*/ 5398 h 10000"/>
                  <a:gd name="connsiteX66" fmla="*/ 2109 w 10000"/>
                  <a:gd name="connsiteY66" fmla="*/ 5599 h 10000"/>
                  <a:gd name="connsiteX67" fmla="*/ 2377 w 10000"/>
                  <a:gd name="connsiteY67" fmla="*/ 5878 h 10000"/>
                  <a:gd name="connsiteX68" fmla="*/ 2456 w 10000"/>
                  <a:gd name="connsiteY68" fmla="*/ 5920 h 10000"/>
                  <a:gd name="connsiteX69" fmla="*/ 2445 w 10000"/>
                  <a:gd name="connsiteY69" fmla="*/ 6158 h 10000"/>
                  <a:gd name="connsiteX70" fmla="*/ 2377 w 10000"/>
                  <a:gd name="connsiteY70" fmla="*/ 6241 h 10000"/>
                  <a:gd name="connsiteX71" fmla="*/ 2255 w 10000"/>
                  <a:gd name="connsiteY71" fmla="*/ 6283 h 10000"/>
                  <a:gd name="connsiteX72" fmla="*/ 2177 w 10000"/>
                  <a:gd name="connsiteY72" fmla="*/ 6216 h 10000"/>
                  <a:gd name="connsiteX73" fmla="*/ 2054 w 10000"/>
                  <a:gd name="connsiteY73" fmla="*/ 6207 h 10000"/>
                  <a:gd name="connsiteX74" fmla="*/ 1954 w 10000"/>
                  <a:gd name="connsiteY74" fmla="*/ 6342 h 10000"/>
                  <a:gd name="connsiteX75" fmla="*/ 1775 w 10000"/>
                  <a:gd name="connsiteY75" fmla="*/ 6410 h 10000"/>
                  <a:gd name="connsiteX76" fmla="*/ 1596 w 10000"/>
                  <a:gd name="connsiteY76" fmla="*/ 6410 h 10000"/>
                  <a:gd name="connsiteX77" fmla="*/ 1519 w 10000"/>
                  <a:gd name="connsiteY77" fmla="*/ 6461 h 10000"/>
                  <a:gd name="connsiteX78" fmla="*/ 1418 w 10000"/>
                  <a:gd name="connsiteY78" fmla="*/ 6453 h 10000"/>
                  <a:gd name="connsiteX79" fmla="*/ 1362 w 10000"/>
                  <a:gd name="connsiteY79" fmla="*/ 6368 h 10000"/>
                  <a:gd name="connsiteX80" fmla="*/ 1228 w 10000"/>
                  <a:gd name="connsiteY80" fmla="*/ 6377 h 10000"/>
                  <a:gd name="connsiteX81" fmla="*/ 1094 w 10000"/>
                  <a:gd name="connsiteY81" fmla="*/ 6487 h 10000"/>
                  <a:gd name="connsiteX82" fmla="*/ 1161 w 10000"/>
                  <a:gd name="connsiteY82" fmla="*/ 6570 h 10000"/>
                  <a:gd name="connsiteX83" fmla="*/ 1295 w 10000"/>
                  <a:gd name="connsiteY83" fmla="*/ 6630 h 10000"/>
                  <a:gd name="connsiteX84" fmla="*/ 1329 w 10000"/>
                  <a:gd name="connsiteY84" fmla="*/ 6781 h 10000"/>
                  <a:gd name="connsiteX85" fmla="*/ 1418 w 10000"/>
                  <a:gd name="connsiteY85" fmla="*/ 6874 h 10000"/>
                  <a:gd name="connsiteX86" fmla="*/ 1418 w 10000"/>
                  <a:gd name="connsiteY86" fmla="*/ 7061 h 10000"/>
                  <a:gd name="connsiteX87" fmla="*/ 1362 w 10000"/>
                  <a:gd name="connsiteY87" fmla="*/ 7120 h 10000"/>
                  <a:gd name="connsiteX88" fmla="*/ 1262 w 10000"/>
                  <a:gd name="connsiteY88" fmla="*/ 7110 h 10000"/>
                  <a:gd name="connsiteX89" fmla="*/ 1194 w 10000"/>
                  <a:gd name="connsiteY89" fmla="*/ 7061 h 10000"/>
                  <a:gd name="connsiteX90" fmla="*/ 1128 w 10000"/>
                  <a:gd name="connsiteY90" fmla="*/ 6892 h 10000"/>
                  <a:gd name="connsiteX91" fmla="*/ 1061 w 10000"/>
                  <a:gd name="connsiteY91" fmla="*/ 6833 h 10000"/>
                  <a:gd name="connsiteX92" fmla="*/ 871 w 10000"/>
                  <a:gd name="connsiteY92" fmla="*/ 6833 h 10000"/>
                  <a:gd name="connsiteX93" fmla="*/ 525 w 10000"/>
                  <a:gd name="connsiteY93" fmla="*/ 7077 h 10000"/>
                  <a:gd name="connsiteX94" fmla="*/ 469 w 10000"/>
                  <a:gd name="connsiteY94" fmla="*/ 7237 h 10000"/>
                  <a:gd name="connsiteX95" fmla="*/ 402 w 10000"/>
                  <a:gd name="connsiteY95" fmla="*/ 7305 h 10000"/>
                  <a:gd name="connsiteX96" fmla="*/ 402 w 10000"/>
                  <a:gd name="connsiteY96" fmla="*/ 7542 h 10000"/>
                  <a:gd name="connsiteX97" fmla="*/ 313 w 10000"/>
                  <a:gd name="connsiteY97" fmla="*/ 7610 h 10000"/>
                  <a:gd name="connsiteX98" fmla="*/ 135 w 10000"/>
                  <a:gd name="connsiteY98" fmla="*/ 7610 h 10000"/>
                  <a:gd name="connsiteX99" fmla="*/ 23 w 10000"/>
                  <a:gd name="connsiteY99" fmla="*/ 7711 h 10000"/>
                  <a:gd name="connsiteX100" fmla="*/ 0 w 10000"/>
                  <a:gd name="connsiteY100" fmla="*/ 7997 h 10000"/>
                  <a:gd name="connsiteX101" fmla="*/ 3994 w 10000"/>
                  <a:gd name="connsiteY101" fmla="*/ 7099 h 10000"/>
                  <a:gd name="connsiteX102" fmla="*/ 4007 w 10000"/>
                  <a:gd name="connsiteY102" fmla="*/ 9307 h 10000"/>
                  <a:gd name="connsiteX103" fmla="*/ 4431 w 10000"/>
                  <a:gd name="connsiteY103" fmla="*/ 9434 h 10000"/>
                  <a:gd name="connsiteX104" fmla="*/ 4911 w 10000"/>
                  <a:gd name="connsiteY104" fmla="*/ 9940 h 10000"/>
                  <a:gd name="connsiteX105" fmla="*/ 5000 w 10000"/>
                  <a:gd name="connsiteY105" fmla="*/ 9992 h 10000"/>
                  <a:gd name="connsiteX106" fmla="*/ 5168 w 10000"/>
                  <a:gd name="connsiteY106" fmla="*/ 10000 h 10000"/>
                  <a:gd name="connsiteX107" fmla="*/ 5312 w 10000"/>
                  <a:gd name="connsiteY107" fmla="*/ 9915 h 10000"/>
                  <a:gd name="connsiteX108" fmla="*/ 5347 w 10000"/>
                  <a:gd name="connsiteY108" fmla="*/ 9628 h 10000"/>
                  <a:gd name="connsiteX109" fmla="*/ 6050 w 10000"/>
                  <a:gd name="connsiteY109" fmla="*/ 9460 h 10000"/>
                  <a:gd name="connsiteX110" fmla="*/ 6194 w 10000"/>
                  <a:gd name="connsiteY110" fmla="*/ 9493 h 10000"/>
                  <a:gd name="connsiteX111" fmla="*/ 6451 w 10000"/>
                  <a:gd name="connsiteY111" fmla="*/ 9712 h 10000"/>
                  <a:gd name="connsiteX112" fmla="*/ 6552 w 10000"/>
                  <a:gd name="connsiteY112" fmla="*/ 9704 h 10000"/>
                  <a:gd name="connsiteX113" fmla="*/ 6563 w 10000"/>
                  <a:gd name="connsiteY113" fmla="*/ 9561 h 10000"/>
                  <a:gd name="connsiteX114" fmla="*/ 6886 w 10000"/>
                  <a:gd name="connsiteY114" fmla="*/ 9416 h 10000"/>
                  <a:gd name="connsiteX115" fmla="*/ 7545 w 10000"/>
                  <a:gd name="connsiteY115" fmla="*/ 9517 h 10000"/>
                  <a:gd name="connsiteX116" fmla="*/ 7701 w 10000"/>
                  <a:gd name="connsiteY116" fmla="*/ 9392 h 10000"/>
                  <a:gd name="connsiteX117" fmla="*/ 8304 w 10000"/>
                  <a:gd name="connsiteY117" fmla="*/ 9476 h 10000"/>
                  <a:gd name="connsiteX118" fmla="*/ 8751 w 10000"/>
                  <a:gd name="connsiteY118" fmla="*/ 9426 h 10000"/>
                  <a:gd name="connsiteX119" fmla="*/ 9007 w 10000"/>
                  <a:gd name="connsiteY119" fmla="*/ 9517 h 10000"/>
                  <a:gd name="connsiteX120" fmla="*/ 9007 w 10000"/>
                  <a:gd name="connsiteY120" fmla="*/ 8757 h 10000"/>
                  <a:gd name="connsiteX121" fmla="*/ 9520 w 10000"/>
                  <a:gd name="connsiteY121" fmla="*/ 7948 h 10000"/>
                  <a:gd name="connsiteX122" fmla="*/ 10000 w 10000"/>
                  <a:gd name="connsiteY122" fmla="*/ 7593 h 10000"/>
                  <a:gd name="connsiteX123" fmla="*/ 9397 w 10000"/>
                  <a:gd name="connsiteY123" fmla="*/ 7069 h 10000"/>
                  <a:gd name="connsiteX124" fmla="*/ 9007 w 10000"/>
                  <a:gd name="connsiteY124" fmla="*/ 6605 h 10000"/>
                  <a:gd name="connsiteX125" fmla="*/ 8917 w 10000"/>
                  <a:gd name="connsiteY125" fmla="*/ 5938 h 10000"/>
                  <a:gd name="connsiteX126" fmla="*/ 9040 w 10000"/>
                  <a:gd name="connsiteY126" fmla="*/ 5270 h 10000"/>
                  <a:gd name="connsiteX127" fmla="*/ 9743 w 10000"/>
                  <a:gd name="connsiteY127" fmla="*/ 5034 h 10000"/>
                  <a:gd name="connsiteX128" fmla="*/ 9341 w 10000"/>
                  <a:gd name="connsiteY128" fmla="*/ 4949 h 10000"/>
                  <a:gd name="connsiteX129" fmla="*/ 9007 w 10000"/>
                  <a:gd name="connsiteY129" fmla="*/ 4434 h 10000"/>
                  <a:gd name="connsiteX130" fmla="*/ 9442 w 10000"/>
                  <a:gd name="connsiteY130" fmla="*/ 4096 h 10000"/>
                  <a:gd name="connsiteX131" fmla="*/ 9152 w 10000"/>
                  <a:gd name="connsiteY131" fmla="*/ 3750 h 10000"/>
                  <a:gd name="connsiteX132" fmla="*/ 8661 w 10000"/>
                  <a:gd name="connsiteY132" fmla="*/ 4029 h 10000"/>
                  <a:gd name="connsiteX133" fmla="*/ 7478 w 10000"/>
                  <a:gd name="connsiteY133" fmla="*/ 3716 h 10000"/>
                  <a:gd name="connsiteX134" fmla="*/ 6842 w 10000"/>
                  <a:gd name="connsiteY134" fmla="*/ 3336 h 10000"/>
                  <a:gd name="connsiteX135" fmla="*/ 6797 w 10000"/>
                  <a:gd name="connsiteY135" fmla="*/ 2854 h 10000"/>
                  <a:gd name="connsiteX136" fmla="*/ 6696 w 10000"/>
                  <a:gd name="connsiteY136" fmla="*/ 2559 h 10000"/>
                  <a:gd name="connsiteX137" fmla="*/ 6362 w 10000"/>
                  <a:gd name="connsiteY137" fmla="*/ 2390 h 10000"/>
                  <a:gd name="connsiteX138" fmla="*/ 5915 w 10000"/>
                  <a:gd name="connsiteY138" fmla="*/ 2306 h 10000"/>
                  <a:gd name="connsiteX139" fmla="*/ 5536 w 10000"/>
                  <a:gd name="connsiteY139" fmla="*/ 1883 h 10000"/>
                  <a:gd name="connsiteX140" fmla="*/ 5358 w 10000"/>
                  <a:gd name="connsiteY140" fmla="*/ 1300 h 10000"/>
                  <a:gd name="connsiteX141" fmla="*/ 5111 w 10000"/>
                  <a:gd name="connsiteY141" fmla="*/ 937 h 10000"/>
                  <a:gd name="connsiteX142" fmla="*/ 4688 w 10000"/>
                  <a:gd name="connsiteY142" fmla="*/ 557 h 10000"/>
                  <a:gd name="connsiteX143" fmla="*/ 4074 w 10000"/>
                  <a:gd name="connsiteY143" fmla="*/ 346 h 10000"/>
                  <a:gd name="connsiteX144" fmla="*/ 3873 w 10000"/>
                  <a:gd name="connsiteY144" fmla="*/ 228 h 10000"/>
                  <a:gd name="connsiteX145" fmla="*/ 3683 w 10000"/>
                  <a:gd name="connsiteY145" fmla="*/ 0 h 10000"/>
                  <a:gd name="connsiteX146" fmla="*/ 3181 w 10000"/>
                  <a:gd name="connsiteY146" fmla="*/ 143 h 10000"/>
                  <a:gd name="connsiteX147" fmla="*/ 2679 w 10000"/>
                  <a:gd name="connsiteY147" fmla="*/ 160 h 10000"/>
                  <a:gd name="connsiteX148" fmla="*/ 2009 w 10000"/>
                  <a:gd name="connsiteY148" fmla="*/ 490 h 10000"/>
                  <a:gd name="connsiteX149" fmla="*/ 1418 w 10000"/>
                  <a:gd name="connsiteY149" fmla="*/ 507 h 10000"/>
                  <a:gd name="connsiteX150" fmla="*/ 1128 w 10000"/>
                  <a:gd name="connsiteY150" fmla="*/ 675 h 10000"/>
                  <a:gd name="connsiteX151" fmla="*/ 558 w 10000"/>
                  <a:gd name="connsiteY151" fmla="*/ 719 h 10000"/>
                  <a:gd name="connsiteX0" fmla="*/ 558 w 10000"/>
                  <a:gd name="connsiteY0" fmla="*/ 719 h 10000"/>
                  <a:gd name="connsiteX1" fmla="*/ 871 w 10000"/>
                  <a:gd name="connsiteY1" fmla="*/ 937 h 10000"/>
                  <a:gd name="connsiteX2" fmla="*/ 893 w 10000"/>
                  <a:gd name="connsiteY2" fmla="*/ 1056 h 10000"/>
                  <a:gd name="connsiteX3" fmla="*/ 838 w 10000"/>
                  <a:gd name="connsiteY3" fmla="*/ 1123 h 10000"/>
                  <a:gd name="connsiteX4" fmla="*/ 938 w 10000"/>
                  <a:gd name="connsiteY4" fmla="*/ 1191 h 10000"/>
                  <a:gd name="connsiteX5" fmla="*/ 960 w 10000"/>
                  <a:gd name="connsiteY5" fmla="*/ 1300 h 10000"/>
                  <a:gd name="connsiteX6" fmla="*/ 827 w 10000"/>
                  <a:gd name="connsiteY6" fmla="*/ 1427 h 10000"/>
                  <a:gd name="connsiteX7" fmla="*/ 849 w 10000"/>
                  <a:gd name="connsiteY7" fmla="*/ 1504 h 10000"/>
                  <a:gd name="connsiteX8" fmla="*/ 982 w 10000"/>
                  <a:gd name="connsiteY8" fmla="*/ 1554 h 10000"/>
                  <a:gd name="connsiteX9" fmla="*/ 1072 w 10000"/>
                  <a:gd name="connsiteY9" fmla="*/ 1487 h 10000"/>
                  <a:gd name="connsiteX10" fmla="*/ 1161 w 10000"/>
                  <a:gd name="connsiteY10" fmla="*/ 1487 h 10000"/>
                  <a:gd name="connsiteX11" fmla="*/ 1284 w 10000"/>
                  <a:gd name="connsiteY11" fmla="*/ 1562 h 10000"/>
                  <a:gd name="connsiteX12" fmla="*/ 1284 w 10000"/>
                  <a:gd name="connsiteY12" fmla="*/ 1613 h 10000"/>
                  <a:gd name="connsiteX13" fmla="*/ 1205 w 10000"/>
                  <a:gd name="connsiteY13" fmla="*/ 1663 h 10000"/>
                  <a:gd name="connsiteX14" fmla="*/ 1117 w 10000"/>
                  <a:gd name="connsiteY14" fmla="*/ 1663 h 10000"/>
                  <a:gd name="connsiteX15" fmla="*/ 1083 w 10000"/>
                  <a:gd name="connsiteY15" fmla="*/ 1740 h 10000"/>
                  <a:gd name="connsiteX16" fmla="*/ 1139 w 10000"/>
                  <a:gd name="connsiteY16" fmla="*/ 1800 h 10000"/>
                  <a:gd name="connsiteX17" fmla="*/ 1105 w 10000"/>
                  <a:gd name="connsiteY17" fmla="*/ 1883 h 10000"/>
                  <a:gd name="connsiteX18" fmla="*/ 1083 w 10000"/>
                  <a:gd name="connsiteY18" fmla="*/ 1943 h 10000"/>
                  <a:gd name="connsiteX19" fmla="*/ 1139 w 10000"/>
                  <a:gd name="connsiteY19" fmla="*/ 2002 h 10000"/>
                  <a:gd name="connsiteX20" fmla="*/ 1306 w 10000"/>
                  <a:gd name="connsiteY20" fmla="*/ 2002 h 10000"/>
                  <a:gd name="connsiteX21" fmla="*/ 1373 w 10000"/>
                  <a:gd name="connsiteY21" fmla="*/ 2069 h 10000"/>
                  <a:gd name="connsiteX22" fmla="*/ 1496 w 10000"/>
                  <a:gd name="connsiteY22" fmla="*/ 2137 h 10000"/>
                  <a:gd name="connsiteX23" fmla="*/ 1696 w 10000"/>
                  <a:gd name="connsiteY23" fmla="*/ 2128 h 10000"/>
                  <a:gd name="connsiteX24" fmla="*/ 1842 w 10000"/>
                  <a:gd name="connsiteY24" fmla="*/ 2204 h 10000"/>
                  <a:gd name="connsiteX25" fmla="*/ 2021 w 10000"/>
                  <a:gd name="connsiteY25" fmla="*/ 2187 h 10000"/>
                  <a:gd name="connsiteX26" fmla="*/ 2109 w 10000"/>
                  <a:gd name="connsiteY26" fmla="*/ 2221 h 10000"/>
                  <a:gd name="connsiteX27" fmla="*/ 2132 w 10000"/>
                  <a:gd name="connsiteY27" fmla="*/ 2280 h 10000"/>
                  <a:gd name="connsiteX28" fmla="*/ 1976 w 10000"/>
                  <a:gd name="connsiteY28" fmla="*/ 2356 h 10000"/>
                  <a:gd name="connsiteX29" fmla="*/ 1808 w 10000"/>
                  <a:gd name="connsiteY29" fmla="*/ 2322 h 10000"/>
                  <a:gd name="connsiteX30" fmla="*/ 1663 w 10000"/>
                  <a:gd name="connsiteY30" fmla="*/ 2298 h 10000"/>
                  <a:gd name="connsiteX31" fmla="*/ 1563 w 10000"/>
                  <a:gd name="connsiteY31" fmla="*/ 2314 h 10000"/>
                  <a:gd name="connsiteX32" fmla="*/ 1530 w 10000"/>
                  <a:gd name="connsiteY32" fmla="*/ 2458 h 10000"/>
                  <a:gd name="connsiteX33" fmla="*/ 1418 w 10000"/>
                  <a:gd name="connsiteY33" fmla="*/ 2559 h 10000"/>
                  <a:gd name="connsiteX34" fmla="*/ 1485 w 10000"/>
                  <a:gd name="connsiteY34" fmla="*/ 2846 h 10000"/>
                  <a:gd name="connsiteX35" fmla="*/ 1563 w 10000"/>
                  <a:gd name="connsiteY35" fmla="*/ 2897 h 10000"/>
                  <a:gd name="connsiteX36" fmla="*/ 1519 w 10000"/>
                  <a:gd name="connsiteY36" fmla="*/ 3040 h 10000"/>
                  <a:gd name="connsiteX37" fmla="*/ 2021 w 10000"/>
                  <a:gd name="connsiteY37" fmla="*/ 3074 h 10000"/>
                  <a:gd name="connsiteX38" fmla="*/ 2109 w 10000"/>
                  <a:gd name="connsiteY38" fmla="*/ 3167 h 10000"/>
                  <a:gd name="connsiteX39" fmla="*/ 2043 w 10000"/>
                  <a:gd name="connsiteY39" fmla="*/ 3268 h 10000"/>
                  <a:gd name="connsiteX40" fmla="*/ 2043 w 10000"/>
                  <a:gd name="connsiteY40" fmla="*/ 3411 h 10000"/>
                  <a:gd name="connsiteX41" fmla="*/ 1831 w 10000"/>
                  <a:gd name="connsiteY41" fmla="*/ 3639 h 10000"/>
                  <a:gd name="connsiteX42" fmla="*/ 1641 w 10000"/>
                  <a:gd name="connsiteY42" fmla="*/ 3979 h 10000"/>
                  <a:gd name="connsiteX43" fmla="*/ 1552 w 10000"/>
                  <a:gd name="connsiteY43" fmla="*/ 4020 h 10000"/>
                  <a:gd name="connsiteX44" fmla="*/ 1552 w 10000"/>
                  <a:gd name="connsiteY44" fmla="*/ 4114 h 10000"/>
                  <a:gd name="connsiteX45" fmla="*/ 1607 w 10000"/>
                  <a:gd name="connsiteY45" fmla="*/ 4171 h 10000"/>
                  <a:gd name="connsiteX46" fmla="*/ 1473 w 10000"/>
                  <a:gd name="connsiteY46" fmla="*/ 4342 h 10000"/>
                  <a:gd name="connsiteX47" fmla="*/ 1563 w 10000"/>
                  <a:gd name="connsiteY47" fmla="*/ 4544 h 10000"/>
                  <a:gd name="connsiteX48" fmla="*/ 1708 w 10000"/>
                  <a:gd name="connsiteY48" fmla="*/ 4569 h 10000"/>
                  <a:gd name="connsiteX49" fmla="*/ 1808 w 10000"/>
                  <a:gd name="connsiteY49" fmla="*/ 4638 h 10000"/>
                  <a:gd name="connsiteX50" fmla="*/ 1965 w 10000"/>
                  <a:gd name="connsiteY50" fmla="*/ 4594 h 10000"/>
                  <a:gd name="connsiteX51" fmla="*/ 2032 w 10000"/>
                  <a:gd name="connsiteY51" fmla="*/ 4695 h 10000"/>
                  <a:gd name="connsiteX52" fmla="*/ 2065 w 10000"/>
                  <a:gd name="connsiteY52" fmla="*/ 4806 h 10000"/>
                  <a:gd name="connsiteX53" fmla="*/ 2244 w 10000"/>
                  <a:gd name="connsiteY53" fmla="*/ 4932 h 10000"/>
                  <a:gd name="connsiteX54" fmla="*/ 2344 w 10000"/>
                  <a:gd name="connsiteY54" fmla="*/ 4915 h 10000"/>
                  <a:gd name="connsiteX55" fmla="*/ 2389 w 10000"/>
                  <a:gd name="connsiteY55" fmla="*/ 4949 h 10000"/>
                  <a:gd name="connsiteX56" fmla="*/ 2377 w 10000"/>
                  <a:gd name="connsiteY56" fmla="*/ 5034 h 10000"/>
                  <a:gd name="connsiteX57" fmla="*/ 2556 w 10000"/>
                  <a:gd name="connsiteY57" fmla="*/ 5110 h 10000"/>
                  <a:gd name="connsiteX58" fmla="*/ 2668 w 10000"/>
                  <a:gd name="connsiteY58" fmla="*/ 5126 h 10000"/>
                  <a:gd name="connsiteX59" fmla="*/ 2690 w 10000"/>
                  <a:gd name="connsiteY59" fmla="*/ 5237 h 10000"/>
                  <a:gd name="connsiteX60" fmla="*/ 2500 w 10000"/>
                  <a:gd name="connsiteY60" fmla="*/ 5362 h 10000"/>
                  <a:gd name="connsiteX61" fmla="*/ 2177 w 10000"/>
                  <a:gd name="connsiteY61" fmla="*/ 5379 h 10000"/>
                  <a:gd name="connsiteX62" fmla="*/ 1965 w 10000"/>
                  <a:gd name="connsiteY62" fmla="*/ 5278 h 10000"/>
                  <a:gd name="connsiteX63" fmla="*/ 1853 w 10000"/>
                  <a:gd name="connsiteY63" fmla="*/ 5278 h 10000"/>
                  <a:gd name="connsiteX64" fmla="*/ 1808 w 10000"/>
                  <a:gd name="connsiteY64" fmla="*/ 5321 h 10000"/>
                  <a:gd name="connsiteX65" fmla="*/ 1853 w 10000"/>
                  <a:gd name="connsiteY65" fmla="*/ 5398 h 10000"/>
                  <a:gd name="connsiteX66" fmla="*/ 2109 w 10000"/>
                  <a:gd name="connsiteY66" fmla="*/ 5599 h 10000"/>
                  <a:gd name="connsiteX67" fmla="*/ 2377 w 10000"/>
                  <a:gd name="connsiteY67" fmla="*/ 5878 h 10000"/>
                  <a:gd name="connsiteX68" fmla="*/ 2456 w 10000"/>
                  <a:gd name="connsiteY68" fmla="*/ 5920 h 10000"/>
                  <a:gd name="connsiteX69" fmla="*/ 2445 w 10000"/>
                  <a:gd name="connsiteY69" fmla="*/ 6158 h 10000"/>
                  <a:gd name="connsiteX70" fmla="*/ 2377 w 10000"/>
                  <a:gd name="connsiteY70" fmla="*/ 6241 h 10000"/>
                  <a:gd name="connsiteX71" fmla="*/ 2255 w 10000"/>
                  <a:gd name="connsiteY71" fmla="*/ 6283 h 10000"/>
                  <a:gd name="connsiteX72" fmla="*/ 2177 w 10000"/>
                  <a:gd name="connsiteY72" fmla="*/ 6216 h 10000"/>
                  <a:gd name="connsiteX73" fmla="*/ 2054 w 10000"/>
                  <a:gd name="connsiteY73" fmla="*/ 6207 h 10000"/>
                  <a:gd name="connsiteX74" fmla="*/ 1954 w 10000"/>
                  <a:gd name="connsiteY74" fmla="*/ 6342 h 10000"/>
                  <a:gd name="connsiteX75" fmla="*/ 1775 w 10000"/>
                  <a:gd name="connsiteY75" fmla="*/ 6410 h 10000"/>
                  <a:gd name="connsiteX76" fmla="*/ 1596 w 10000"/>
                  <a:gd name="connsiteY76" fmla="*/ 6410 h 10000"/>
                  <a:gd name="connsiteX77" fmla="*/ 1519 w 10000"/>
                  <a:gd name="connsiteY77" fmla="*/ 6461 h 10000"/>
                  <a:gd name="connsiteX78" fmla="*/ 1418 w 10000"/>
                  <a:gd name="connsiteY78" fmla="*/ 6453 h 10000"/>
                  <a:gd name="connsiteX79" fmla="*/ 1362 w 10000"/>
                  <a:gd name="connsiteY79" fmla="*/ 6368 h 10000"/>
                  <a:gd name="connsiteX80" fmla="*/ 1228 w 10000"/>
                  <a:gd name="connsiteY80" fmla="*/ 6377 h 10000"/>
                  <a:gd name="connsiteX81" fmla="*/ 1094 w 10000"/>
                  <a:gd name="connsiteY81" fmla="*/ 6487 h 10000"/>
                  <a:gd name="connsiteX82" fmla="*/ 1161 w 10000"/>
                  <a:gd name="connsiteY82" fmla="*/ 6570 h 10000"/>
                  <a:gd name="connsiteX83" fmla="*/ 1295 w 10000"/>
                  <a:gd name="connsiteY83" fmla="*/ 6630 h 10000"/>
                  <a:gd name="connsiteX84" fmla="*/ 1329 w 10000"/>
                  <a:gd name="connsiteY84" fmla="*/ 6781 h 10000"/>
                  <a:gd name="connsiteX85" fmla="*/ 1418 w 10000"/>
                  <a:gd name="connsiteY85" fmla="*/ 6874 h 10000"/>
                  <a:gd name="connsiteX86" fmla="*/ 1418 w 10000"/>
                  <a:gd name="connsiteY86" fmla="*/ 7061 h 10000"/>
                  <a:gd name="connsiteX87" fmla="*/ 1362 w 10000"/>
                  <a:gd name="connsiteY87" fmla="*/ 7120 h 10000"/>
                  <a:gd name="connsiteX88" fmla="*/ 1262 w 10000"/>
                  <a:gd name="connsiteY88" fmla="*/ 7110 h 10000"/>
                  <a:gd name="connsiteX89" fmla="*/ 1194 w 10000"/>
                  <a:gd name="connsiteY89" fmla="*/ 7061 h 10000"/>
                  <a:gd name="connsiteX90" fmla="*/ 1128 w 10000"/>
                  <a:gd name="connsiteY90" fmla="*/ 6892 h 10000"/>
                  <a:gd name="connsiteX91" fmla="*/ 1061 w 10000"/>
                  <a:gd name="connsiteY91" fmla="*/ 6833 h 10000"/>
                  <a:gd name="connsiteX92" fmla="*/ 871 w 10000"/>
                  <a:gd name="connsiteY92" fmla="*/ 6833 h 10000"/>
                  <a:gd name="connsiteX93" fmla="*/ 525 w 10000"/>
                  <a:gd name="connsiteY93" fmla="*/ 7077 h 10000"/>
                  <a:gd name="connsiteX94" fmla="*/ 469 w 10000"/>
                  <a:gd name="connsiteY94" fmla="*/ 7237 h 10000"/>
                  <a:gd name="connsiteX95" fmla="*/ 402 w 10000"/>
                  <a:gd name="connsiteY95" fmla="*/ 7305 h 10000"/>
                  <a:gd name="connsiteX96" fmla="*/ 402 w 10000"/>
                  <a:gd name="connsiteY96" fmla="*/ 7542 h 10000"/>
                  <a:gd name="connsiteX97" fmla="*/ 313 w 10000"/>
                  <a:gd name="connsiteY97" fmla="*/ 7610 h 10000"/>
                  <a:gd name="connsiteX98" fmla="*/ 135 w 10000"/>
                  <a:gd name="connsiteY98" fmla="*/ 7610 h 10000"/>
                  <a:gd name="connsiteX99" fmla="*/ 23 w 10000"/>
                  <a:gd name="connsiteY99" fmla="*/ 7711 h 10000"/>
                  <a:gd name="connsiteX100" fmla="*/ 0 w 10000"/>
                  <a:gd name="connsiteY100" fmla="*/ 7997 h 10000"/>
                  <a:gd name="connsiteX101" fmla="*/ 5938 w 10000"/>
                  <a:gd name="connsiteY101" fmla="*/ 6053 h 10000"/>
                  <a:gd name="connsiteX102" fmla="*/ 4007 w 10000"/>
                  <a:gd name="connsiteY102" fmla="*/ 9307 h 10000"/>
                  <a:gd name="connsiteX103" fmla="*/ 4431 w 10000"/>
                  <a:gd name="connsiteY103" fmla="*/ 9434 h 10000"/>
                  <a:gd name="connsiteX104" fmla="*/ 4911 w 10000"/>
                  <a:gd name="connsiteY104" fmla="*/ 9940 h 10000"/>
                  <a:gd name="connsiteX105" fmla="*/ 5000 w 10000"/>
                  <a:gd name="connsiteY105" fmla="*/ 9992 h 10000"/>
                  <a:gd name="connsiteX106" fmla="*/ 5168 w 10000"/>
                  <a:gd name="connsiteY106" fmla="*/ 10000 h 10000"/>
                  <a:gd name="connsiteX107" fmla="*/ 5312 w 10000"/>
                  <a:gd name="connsiteY107" fmla="*/ 9915 h 10000"/>
                  <a:gd name="connsiteX108" fmla="*/ 5347 w 10000"/>
                  <a:gd name="connsiteY108" fmla="*/ 9628 h 10000"/>
                  <a:gd name="connsiteX109" fmla="*/ 6050 w 10000"/>
                  <a:gd name="connsiteY109" fmla="*/ 9460 h 10000"/>
                  <a:gd name="connsiteX110" fmla="*/ 6194 w 10000"/>
                  <a:gd name="connsiteY110" fmla="*/ 9493 h 10000"/>
                  <a:gd name="connsiteX111" fmla="*/ 6451 w 10000"/>
                  <a:gd name="connsiteY111" fmla="*/ 9712 h 10000"/>
                  <a:gd name="connsiteX112" fmla="*/ 6552 w 10000"/>
                  <a:gd name="connsiteY112" fmla="*/ 9704 h 10000"/>
                  <a:gd name="connsiteX113" fmla="*/ 6563 w 10000"/>
                  <a:gd name="connsiteY113" fmla="*/ 9561 h 10000"/>
                  <a:gd name="connsiteX114" fmla="*/ 6886 w 10000"/>
                  <a:gd name="connsiteY114" fmla="*/ 9416 h 10000"/>
                  <a:gd name="connsiteX115" fmla="*/ 7545 w 10000"/>
                  <a:gd name="connsiteY115" fmla="*/ 9517 h 10000"/>
                  <a:gd name="connsiteX116" fmla="*/ 7701 w 10000"/>
                  <a:gd name="connsiteY116" fmla="*/ 9392 h 10000"/>
                  <a:gd name="connsiteX117" fmla="*/ 8304 w 10000"/>
                  <a:gd name="connsiteY117" fmla="*/ 9476 h 10000"/>
                  <a:gd name="connsiteX118" fmla="*/ 8751 w 10000"/>
                  <a:gd name="connsiteY118" fmla="*/ 9426 h 10000"/>
                  <a:gd name="connsiteX119" fmla="*/ 9007 w 10000"/>
                  <a:gd name="connsiteY119" fmla="*/ 9517 h 10000"/>
                  <a:gd name="connsiteX120" fmla="*/ 9007 w 10000"/>
                  <a:gd name="connsiteY120" fmla="*/ 8757 h 10000"/>
                  <a:gd name="connsiteX121" fmla="*/ 9520 w 10000"/>
                  <a:gd name="connsiteY121" fmla="*/ 7948 h 10000"/>
                  <a:gd name="connsiteX122" fmla="*/ 10000 w 10000"/>
                  <a:gd name="connsiteY122" fmla="*/ 7593 h 10000"/>
                  <a:gd name="connsiteX123" fmla="*/ 9397 w 10000"/>
                  <a:gd name="connsiteY123" fmla="*/ 7069 h 10000"/>
                  <a:gd name="connsiteX124" fmla="*/ 9007 w 10000"/>
                  <a:gd name="connsiteY124" fmla="*/ 6605 h 10000"/>
                  <a:gd name="connsiteX125" fmla="*/ 8917 w 10000"/>
                  <a:gd name="connsiteY125" fmla="*/ 5938 h 10000"/>
                  <a:gd name="connsiteX126" fmla="*/ 9040 w 10000"/>
                  <a:gd name="connsiteY126" fmla="*/ 5270 h 10000"/>
                  <a:gd name="connsiteX127" fmla="*/ 9743 w 10000"/>
                  <a:gd name="connsiteY127" fmla="*/ 5034 h 10000"/>
                  <a:gd name="connsiteX128" fmla="*/ 9341 w 10000"/>
                  <a:gd name="connsiteY128" fmla="*/ 4949 h 10000"/>
                  <a:gd name="connsiteX129" fmla="*/ 9007 w 10000"/>
                  <a:gd name="connsiteY129" fmla="*/ 4434 h 10000"/>
                  <a:gd name="connsiteX130" fmla="*/ 9442 w 10000"/>
                  <a:gd name="connsiteY130" fmla="*/ 4096 h 10000"/>
                  <a:gd name="connsiteX131" fmla="*/ 9152 w 10000"/>
                  <a:gd name="connsiteY131" fmla="*/ 3750 h 10000"/>
                  <a:gd name="connsiteX132" fmla="*/ 8661 w 10000"/>
                  <a:gd name="connsiteY132" fmla="*/ 4029 h 10000"/>
                  <a:gd name="connsiteX133" fmla="*/ 7478 w 10000"/>
                  <a:gd name="connsiteY133" fmla="*/ 3716 h 10000"/>
                  <a:gd name="connsiteX134" fmla="*/ 6842 w 10000"/>
                  <a:gd name="connsiteY134" fmla="*/ 3336 h 10000"/>
                  <a:gd name="connsiteX135" fmla="*/ 6797 w 10000"/>
                  <a:gd name="connsiteY135" fmla="*/ 2854 h 10000"/>
                  <a:gd name="connsiteX136" fmla="*/ 6696 w 10000"/>
                  <a:gd name="connsiteY136" fmla="*/ 2559 h 10000"/>
                  <a:gd name="connsiteX137" fmla="*/ 6362 w 10000"/>
                  <a:gd name="connsiteY137" fmla="*/ 2390 h 10000"/>
                  <a:gd name="connsiteX138" fmla="*/ 5915 w 10000"/>
                  <a:gd name="connsiteY138" fmla="*/ 2306 h 10000"/>
                  <a:gd name="connsiteX139" fmla="*/ 5536 w 10000"/>
                  <a:gd name="connsiteY139" fmla="*/ 1883 h 10000"/>
                  <a:gd name="connsiteX140" fmla="*/ 5358 w 10000"/>
                  <a:gd name="connsiteY140" fmla="*/ 1300 h 10000"/>
                  <a:gd name="connsiteX141" fmla="*/ 5111 w 10000"/>
                  <a:gd name="connsiteY141" fmla="*/ 937 h 10000"/>
                  <a:gd name="connsiteX142" fmla="*/ 4688 w 10000"/>
                  <a:gd name="connsiteY142" fmla="*/ 557 h 10000"/>
                  <a:gd name="connsiteX143" fmla="*/ 4074 w 10000"/>
                  <a:gd name="connsiteY143" fmla="*/ 346 h 10000"/>
                  <a:gd name="connsiteX144" fmla="*/ 3873 w 10000"/>
                  <a:gd name="connsiteY144" fmla="*/ 228 h 10000"/>
                  <a:gd name="connsiteX145" fmla="*/ 3683 w 10000"/>
                  <a:gd name="connsiteY145" fmla="*/ 0 h 10000"/>
                  <a:gd name="connsiteX146" fmla="*/ 3181 w 10000"/>
                  <a:gd name="connsiteY146" fmla="*/ 143 h 10000"/>
                  <a:gd name="connsiteX147" fmla="*/ 2679 w 10000"/>
                  <a:gd name="connsiteY147" fmla="*/ 160 h 10000"/>
                  <a:gd name="connsiteX148" fmla="*/ 2009 w 10000"/>
                  <a:gd name="connsiteY148" fmla="*/ 490 h 10000"/>
                  <a:gd name="connsiteX149" fmla="*/ 1418 w 10000"/>
                  <a:gd name="connsiteY149" fmla="*/ 507 h 10000"/>
                  <a:gd name="connsiteX150" fmla="*/ 1128 w 10000"/>
                  <a:gd name="connsiteY150" fmla="*/ 675 h 10000"/>
                  <a:gd name="connsiteX151" fmla="*/ 558 w 10000"/>
                  <a:gd name="connsiteY151" fmla="*/ 719 h 10000"/>
                  <a:gd name="connsiteX0" fmla="*/ 558 w 10000"/>
                  <a:gd name="connsiteY0" fmla="*/ 719 h 10000"/>
                  <a:gd name="connsiteX1" fmla="*/ 871 w 10000"/>
                  <a:gd name="connsiteY1" fmla="*/ 937 h 10000"/>
                  <a:gd name="connsiteX2" fmla="*/ 893 w 10000"/>
                  <a:gd name="connsiteY2" fmla="*/ 1056 h 10000"/>
                  <a:gd name="connsiteX3" fmla="*/ 838 w 10000"/>
                  <a:gd name="connsiteY3" fmla="*/ 1123 h 10000"/>
                  <a:gd name="connsiteX4" fmla="*/ 938 w 10000"/>
                  <a:gd name="connsiteY4" fmla="*/ 1191 h 10000"/>
                  <a:gd name="connsiteX5" fmla="*/ 960 w 10000"/>
                  <a:gd name="connsiteY5" fmla="*/ 1300 h 10000"/>
                  <a:gd name="connsiteX6" fmla="*/ 827 w 10000"/>
                  <a:gd name="connsiteY6" fmla="*/ 1427 h 10000"/>
                  <a:gd name="connsiteX7" fmla="*/ 849 w 10000"/>
                  <a:gd name="connsiteY7" fmla="*/ 1504 h 10000"/>
                  <a:gd name="connsiteX8" fmla="*/ 982 w 10000"/>
                  <a:gd name="connsiteY8" fmla="*/ 1554 h 10000"/>
                  <a:gd name="connsiteX9" fmla="*/ 1072 w 10000"/>
                  <a:gd name="connsiteY9" fmla="*/ 1487 h 10000"/>
                  <a:gd name="connsiteX10" fmla="*/ 1161 w 10000"/>
                  <a:gd name="connsiteY10" fmla="*/ 1487 h 10000"/>
                  <a:gd name="connsiteX11" fmla="*/ 1284 w 10000"/>
                  <a:gd name="connsiteY11" fmla="*/ 1562 h 10000"/>
                  <a:gd name="connsiteX12" fmla="*/ 1284 w 10000"/>
                  <a:gd name="connsiteY12" fmla="*/ 1613 h 10000"/>
                  <a:gd name="connsiteX13" fmla="*/ 1205 w 10000"/>
                  <a:gd name="connsiteY13" fmla="*/ 1663 h 10000"/>
                  <a:gd name="connsiteX14" fmla="*/ 1117 w 10000"/>
                  <a:gd name="connsiteY14" fmla="*/ 1663 h 10000"/>
                  <a:gd name="connsiteX15" fmla="*/ 1083 w 10000"/>
                  <a:gd name="connsiteY15" fmla="*/ 1740 h 10000"/>
                  <a:gd name="connsiteX16" fmla="*/ 1139 w 10000"/>
                  <a:gd name="connsiteY16" fmla="*/ 1800 h 10000"/>
                  <a:gd name="connsiteX17" fmla="*/ 1105 w 10000"/>
                  <a:gd name="connsiteY17" fmla="*/ 1883 h 10000"/>
                  <a:gd name="connsiteX18" fmla="*/ 1083 w 10000"/>
                  <a:gd name="connsiteY18" fmla="*/ 1943 h 10000"/>
                  <a:gd name="connsiteX19" fmla="*/ 1139 w 10000"/>
                  <a:gd name="connsiteY19" fmla="*/ 2002 h 10000"/>
                  <a:gd name="connsiteX20" fmla="*/ 1306 w 10000"/>
                  <a:gd name="connsiteY20" fmla="*/ 2002 h 10000"/>
                  <a:gd name="connsiteX21" fmla="*/ 1373 w 10000"/>
                  <a:gd name="connsiteY21" fmla="*/ 2069 h 10000"/>
                  <a:gd name="connsiteX22" fmla="*/ 1496 w 10000"/>
                  <a:gd name="connsiteY22" fmla="*/ 2137 h 10000"/>
                  <a:gd name="connsiteX23" fmla="*/ 1696 w 10000"/>
                  <a:gd name="connsiteY23" fmla="*/ 2128 h 10000"/>
                  <a:gd name="connsiteX24" fmla="*/ 1842 w 10000"/>
                  <a:gd name="connsiteY24" fmla="*/ 2204 h 10000"/>
                  <a:gd name="connsiteX25" fmla="*/ 2021 w 10000"/>
                  <a:gd name="connsiteY25" fmla="*/ 2187 h 10000"/>
                  <a:gd name="connsiteX26" fmla="*/ 2109 w 10000"/>
                  <a:gd name="connsiteY26" fmla="*/ 2221 h 10000"/>
                  <a:gd name="connsiteX27" fmla="*/ 2132 w 10000"/>
                  <a:gd name="connsiteY27" fmla="*/ 2280 h 10000"/>
                  <a:gd name="connsiteX28" fmla="*/ 1976 w 10000"/>
                  <a:gd name="connsiteY28" fmla="*/ 2356 h 10000"/>
                  <a:gd name="connsiteX29" fmla="*/ 1808 w 10000"/>
                  <a:gd name="connsiteY29" fmla="*/ 2322 h 10000"/>
                  <a:gd name="connsiteX30" fmla="*/ 1663 w 10000"/>
                  <a:gd name="connsiteY30" fmla="*/ 2298 h 10000"/>
                  <a:gd name="connsiteX31" fmla="*/ 1563 w 10000"/>
                  <a:gd name="connsiteY31" fmla="*/ 2314 h 10000"/>
                  <a:gd name="connsiteX32" fmla="*/ 1530 w 10000"/>
                  <a:gd name="connsiteY32" fmla="*/ 2458 h 10000"/>
                  <a:gd name="connsiteX33" fmla="*/ 1418 w 10000"/>
                  <a:gd name="connsiteY33" fmla="*/ 2559 h 10000"/>
                  <a:gd name="connsiteX34" fmla="*/ 1485 w 10000"/>
                  <a:gd name="connsiteY34" fmla="*/ 2846 h 10000"/>
                  <a:gd name="connsiteX35" fmla="*/ 1563 w 10000"/>
                  <a:gd name="connsiteY35" fmla="*/ 2897 h 10000"/>
                  <a:gd name="connsiteX36" fmla="*/ 1519 w 10000"/>
                  <a:gd name="connsiteY36" fmla="*/ 3040 h 10000"/>
                  <a:gd name="connsiteX37" fmla="*/ 2021 w 10000"/>
                  <a:gd name="connsiteY37" fmla="*/ 3074 h 10000"/>
                  <a:gd name="connsiteX38" fmla="*/ 2109 w 10000"/>
                  <a:gd name="connsiteY38" fmla="*/ 3167 h 10000"/>
                  <a:gd name="connsiteX39" fmla="*/ 2043 w 10000"/>
                  <a:gd name="connsiteY39" fmla="*/ 3268 h 10000"/>
                  <a:gd name="connsiteX40" fmla="*/ 2043 w 10000"/>
                  <a:gd name="connsiteY40" fmla="*/ 3411 h 10000"/>
                  <a:gd name="connsiteX41" fmla="*/ 1831 w 10000"/>
                  <a:gd name="connsiteY41" fmla="*/ 3639 h 10000"/>
                  <a:gd name="connsiteX42" fmla="*/ 1641 w 10000"/>
                  <a:gd name="connsiteY42" fmla="*/ 3979 h 10000"/>
                  <a:gd name="connsiteX43" fmla="*/ 1552 w 10000"/>
                  <a:gd name="connsiteY43" fmla="*/ 4020 h 10000"/>
                  <a:gd name="connsiteX44" fmla="*/ 1552 w 10000"/>
                  <a:gd name="connsiteY44" fmla="*/ 4114 h 10000"/>
                  <a:gd name="connsiteX45" fmla="*/ 1607 w 10000"/>
                  <a:gd name="connsiteY45" fmla="*/ 4171 h 10000"/>
                  <a:gd name="connsiteX46" fmla="*/ 1473 w 10000"/>
                  <a:gd name="connsiteY46" fmla="*/ 4342 h 10000"/>
                  <a:gd name="connsiteX47" fmla="*/ 1563 w 10000"/>
                  <a:gd name="connsiteY47" fmla="*/ 4544 h 10000"/>
                  <a:gd name="connsiteX48" fmla="*/ 1708 w 10000"/>
                  <a:gd name="connsiteY48" fmla="*/ 4569 h 10000"/>
                  <a:gd name="connsiteX49" fmla="*/ 1808 w 10000"/>
                  <a:gd name="connsiteY49" fmla="*/ 4638 h 10000"/>
                  <a:gd name="connsiteX50" fmla="*/ 1965 w 10000"/>
                  <a:gd name="connsiteY50" fmla="*/ 4594 h 10000"/>
                  <a:gd name="connsiteX51" fmla="*/ 2032 w 10000"/>
                  <a:gd name="connsiteY51" fmla="*/ 4695 h 10000"/>
                  <a:gd name="connsiteX52" fmla="*/ 2065 w 10000"/>
                  <a:gd name="connsiteY52" fmla="*/ 4806 h 10000"/>
                  <a:gd name="connsiteX53" fmla="*/ 2244 w 10000"/>
                  <a:gd name="connsiteY53" fmla="*/ 4932 h 10000"/>
                  <a:gd name="connsiteX54" fmla="*/ 2344 w 10000"/>
                  <a:gd name="connsiteY54" fmla="*/ 4915 h 10000"/>
                  <a:gd name="connsiteX55" fmla="*/ 2389 w 10000"/>
                  <a:gd name="connsiteY55" fmla="*/ 4949 h 10000"/>
                  <a:gd name="connsiteX56" fmla="*/ 2377 w 10000"/>
                  <a:gd name="connsiteY56" fmla="*/ 5034 h 10000"/>
                  <a:gd name="connsiteX57" fmla="*/ 2556 w 10000"/>
                  <a:gd name="connsiteY57" fmla="*/ 5110 h 10000"/>
                  <a:gd name="connsiteX58" fmla="*/ 2668 w 10000"/>
                  <a:gd name="connsiteY58" fmla="*/ 5126 h 10000"/>
                  <a:gd name="connsiteX59" fmla="*/ 2690 w 10000"/>
                  <a:gd name="connsiteY59" fmla="*/ 5237 h 10000"/>
                  <a:gd name="connsiteX60" fmla="*/ 2500 w 10000"/>
                  <a:gd name="connsiteY60" fmla="*/ 5362 h 10000"/>
                  <a:gd name="connsiteX61" fmla="*/ 2177 w 10000"/>
                  <a:gd name="connsiteY61" fmla="*/ 5379 h 10000"/>
                  <a:gd name="connsiteX62" fmla="*/ 1965 w 10000"/>
                  <a:gd name="connsiteY62" fmla="*/ 5278 h 10000"/>
                  <a:gd name="connsiteX63" fmla="*/ 1853 w 10000"/>
                  <a:gd name="connsiteY63" fmla="*/ 5278 h 10000"/>
                  <a:gd name="connsiteX64" fmla="*/ 1808 w 10000"/>
                  <a:gd name="connsiteY64" fmla="*/ 5321 h 10000"/>
                  <a:gd name="connsiteX65" fmla="*/ 1853 w 10000"/>
                  <a:gd name="connsiteY65" fmla="*/ 5398 h 10000"/>
                  <a:gd name="connsiteX66" fmla="*/ 2109 w 10000"/>
                  <a:gd name="connsiteY66" fmla="*/ 5599 h 10000"/>
                  <a:gd name="connsiteX67" fmla="*/ 2377 w 10000"/>
                  <a:gd name="connsiteY67" fmla="*/ 5878 h 10000"/>
                  <a:gd name="connsiteX68" fmla="*/ 2456 w 10000"/>
                  <a:gd name="connsiteY68" fmla="*/ 5920 h 10000"/>
                  <a:gd name="connsiteX69" fmla="*/ 2445 w 10000"/>
                  <a:gd name="connsiteY69" fmla="*/ 6158 h 10000"/>
                  <a:gd name="connsiteX70" fmla="*/ 2377 w 10000"/>
                  <a:gd name="connsiteY70" fmla="*/ 6241 h 10000"/>
                  <a:gd name="connsiteX71" fmla="*/ 2255 w 10000"/>
                  <a:gd name="connsiteY71" fmla="*/ 6283 h 10000"/>
                  <a:gd name="connsiteX72" fmla="*/ 2177 w 10000"/>
                  <a:gd name="connsiteY72" fmla="*/ 6216 h 10000"/>
                  <a:gd name="connsiteX73" fmla="*/ 2054 w 10000"/>
                  <a:gd name="connsiteY73" fmla="*/ 6207 h 10000"/>
                  <a:gd name="connsiteX74" fmla="*/ 1954 w 10000"/>
                  <a:gd name="connsiteY74" fmla="*/ 6342 h 10000"/>
                  <a:gd name="connsiteX75" fmla="*/ 1775 w 10000"/>
                  <a:gd name="connsiteY75" fmla="*/ 6410 h 10000"/>
                  <a:gd name="connsiteX76" fmla="*/ 1596 w 10000"/>
                  <a:gd name="connsiteY76" fmla="*/ 6410 h 10000"/>
                  <a:gd name="connsiteX77" fmla="*/ 1519 w 10000"/>
                  <a:gd name="connsiteY77" fmla="*/ 6461 h 10000"/>
                  <a:gd name="connsiteX78" fmla="*/ 1418 w 10000"/>
                  <a:gd name="connsiteY78" fmla="*/ 6453 h 10000"/>
                  <a:gd name="connsiteX79" fmla="*/ 1362 w 10000"/>
                  <a:gd name="connsiteY79" fmla="*/ 6368 h 10000"/>
                  <a:gd name="connsiteX80" fmla="*/ 1228 w 10000"/>
                  <a:gd name="connsiteY80" fmla="*/ 6377 h 10000"/>
                  <a:gd name="connsiteX81" fmla="*/ 1094 w 10000"/>
                  <a:gd name="connsiteY81" fmla="*/ 6487 h 10000"/>
                  <a:gd name="connsiteX82" fmla="*/ 1161 w 10000"/>
                  <a:gd name="connsiteY82" fmla="*/ 6570 h 10000"/>
                  <a:gd name="connsiteX83" fmla="*/ 1295 w 10000"/>
                  <a:gd name="connsiteY83" fmla="*/ 6630 h 10000"/>
                  <a:gd name="connsiteX84" fmla="*/ 1329 w 10000"/>
                  <a:gd name="connsiteY84" fmla="*/ 6781 h 10000"/>
                  <a:gd name="connsiteX85" fmla="*/ 1418 w 10000"/>
                  <a:gd name="connsiteY85" fmla="*/ 6874 h 10000"/>
                  <a:gd name="connsiteX86" fmla="*/ 1418 w 10000"/>
                  <a:gd name="connsiteY86" fmla="*/ 7061 h 10000"/>
                  <a:gd name="connsiteX87" fmla="*/ 1362 w 10000"/>
                  <a:gd name="connsiteY87" fmla="*/ 7120 h 10000"/>
                  <a:gd name="connsiteX88" fmla="*/ 1262 w 10000"/>
                  <a:gd name="connsiteY88" fmla="*/ 7110 h 10000"/>
                  <a:gd name="connsiteX89" fmla="*/ 1194 w 10000"/>
                  <a:gd name="connsiteY89" fmla="*/ 7061 h 10000"/>
                  <a:gd name="connsiteX90" fmla="*/ 1128 w 10000"/>
                  <a:gd name="connsiteY90" fmla="*/ 6892 h 10000"/>
                  <a:gd name="connsiteX91" fmla="*/ 1061 w 10000"/>
                  <a:gd name="connsiteY91" fmla="*/ 6833 h 10000"/>
                  <a:gd name="connsiteX92" fmla="*/ 871 w 10000"/>
                  <a:gd name="connsiteY92" fmla="*/ 6833 h 10000"/>
                  <a:gd name="connsiteX93" fmla="*/ 525 w 10000"/>
                  <a:gd name="connsiteY93" fmla="*/ 7077 h 10000"/>
                  <a:gd name="connsiteX94" fmla="*/ 469 w 10000"/>
                  <a:gd name="connsiteY94" fmla="*/ 7237 h 10000"/>
                  <a:gd name="connsiteX95" fmla="*/ 402 w 10000"/>
                  <a:gd name="connsiteY95" fmla="*/ 7305 h 10000"/>
                  <a:gd name="connsiteX96" fmla="*/ 402 w 10000"/>
                  <a:gd name="connsiteY96" fmla="*/ 7542 h 10000"/>
                  <a:gd name="connsiteX97" fmla="*/ 313 w 10000"/>
                  <a:gd name="connsiteY97" fmla="*/ 7610 h 10000"/>
                  <a:gd name="connsiteX98" fmla="*/ 135 w 10000"/>
                  <a:gd name="connsiteY98" fmla="*/ 7610 h 10000"/>
                  <a:gd name="connsiteX99" fmla="*/ 23 w 10000"/>
                  <a:gd name="connsiteY99" fmla="*/ 7711 h 10000"/>
                  <a:gd name="connsiteX100" fmla="*/ 0 w 10000"/>
                  <a:gd name="connsiteY100" fmla="*/ 7997 h 10000"/>
                  <a:gd name="connsiteX101" fmla="*/ 4237 w 10000"/>
                  <a:gd name="connsiteY101" fmla="*/ 8206 h 10000"/>
                  <a:gd name="connsiteX102" fmla="*/ 4007 w 10000"/>
                  <a:gd name="connsiteY102" fmla="*/ 9307 h 10000"/>
                  <a:gd name="connsiteX103" fmla="*/ 4431 w 10000"/>
                  <a:gd name="connsiteY103" fmla="*/ 9434 h 10000"/>
                  <a:gd name="connsiteX104" fmla="*/ 4911 w 10000"/>
                  <a:gd name="connsiteY104" fmla="*/ 9940 h 10000"/>
                  <a:gd name="connsiteX105" fmla="*/ 5000 w 10000"/>
                  <a:gd name="connsiteY105" fmla="*/ 9992 h 10000"/>
                  <a:gd name="connsiteX106" fmla="*/ 5168 w 10000"/>
                  <a:gd name="connsiteY106" fmla="*/ 10000 h 10000"/>
                  <a:gd name="connsiteX107" fmla="*/ 5312 w 10000"/>
                  <a:gd name="connsiteY107" fmla="*/ 9915 h 10000"/>
                  <a:gd name="connsiteX108" fmla="*/ 5347 w 10000"/>
                  <a:gd name="connsiteY108" fmla="*/ 9628 h 10000"/>
                  <a:gd name="connsiteX109" fmla="*/ 6050 w 10000"/>
                  <a:gd name="connsiteY109" fmla="*/ 9460 h 10000"/>
                  <a:gd name="connsiteX110" fmla="*/ 6194 w 10000"/>
                  <a:gd name="connsiteY110" fmla="*/ 9493 h 10000"/>
                  <a:gd name="connsiteX111" fmla="*/ 6451 w 10000"/>
                  <a:gd name="connsiteY111" fmla="*/ 9712 h 10000"/>
                  <a:gd name="connsiteX112" fmla="*/ 6552 w 10000"/>
                  <a:gd name="connsiteY112" fmla="*/ 9704 h 10000"/>
                  <a:gd name="connsiteX113" fmla="*/ 6563 w 10000"/>
                  <a:gd name="connsiteY113" fmla="*/ 9561 h 10000"/>
                  <a:gd name="connsiteX114" fmla="*/ 6886 w 10000"/>
                  <a:gd name="connsiteY114" fmla="*/ 9416 h 10000"/>
                  <a:gd name="connsiteX115" fmla="*/ 7545 w 10000"/>
                  <a:gd name="connsiteY115" fmla="*/ 9517 h 10000"/>
                  <a:gd name="connsiteX116" fmla="*/ 7701 w 10000"/>
                  <a:gd name="connsiteY116" fmla="*/ 9392 h 10000"/>
                  <a:gd name="connsiteX117" fmla="*/ 8304 w 10000"/>
                  <a:gd name="connsiteY117" fmla="*/ 9476 h 10000"/>
                  <a:gd name="connsiteX118" fmla="*/ 8751 w 10000"/>
                  <a:gd name="connsiteY118" fmla="*/ 9426 h 10000"/>
                  <a:gd name="connsiteX119" fmla="*/ 9007 w 10000"/>
                  <a:gd name="connsiteY119" fmla="*/ 9517 h 10000"/>
                  <a:gd name="connsiteX120" fmla="*/ 9007 w 10000"/>
                  <a:gd name="connsiteY120" fmla="*/ 8757 h 10000"/>
                  <a:gd name="connsiteX121" fmla="*/ 9520 w 10000"/>
                  <a:gd name="connsiteY121" fmla="*/ 7948 h 10000"/>
                  <a:gd name="connsiteX122" fmla="*/ 10000 w 10000"/>
                  <a:gd name="connsiteY122" fmla="*/ 7593 h 10000"/>
                  <a:gd name="connsiteX123" fmla="*/ 9397 w 10000"/>
                  <a:gd name="connsiteY123" fmla="*/ 7069 h 10000"/>
                  <a:gd name="connsiteX124" fmla="*/ 9007 w 10000"/>
                  <a:gd name="connsiteY124" fmla="*/ 6605 h 10000"/>
                  <a:gd name="connsiteX125" fmla="*/ 8917 w 10000"/>
                  <a:gd name="connsiteY125" fmla="*/ 5938 h 10000"/>
                  <a:gd name="connsiteX126" fmla="*/ 9040 w 10000"/>
                  <a:gd name="connsiteY126" fmla="*/ 5270 h 10000"/>
                  <a:gd name="connsiteX127" fmla="*/ 9743 w 10000"/>
                  <a:gd name="connsiteY127" fmla="*/ 5034 h 10000"/>
                  <a:gd name="connsiteX128" fmla="*/ 9341 w 10000"/>
                  <a:gd name="connsiteY128" fmla="*/ 4949 h 10000"/>
                  <a:gd name="connsiteX129" fmla="*/ 9007 w 10000"/>
                  <a:gd name="connsiteY129" fmla="*/ 4434 h 10000"/>
                  <a:gd name="connsiteX130" fmla="*/ 9442 w 10000"/>
                  <a:gd name="connsiteY130" fmla="*/ 4096 h 10000"/>
                  <a:gd name="connsiteX131" fmla="*/ 9152 w 10000"/>
                  <a:gd name="connsiteY131" fmla="*/ 3750 h 10000"/>
                  <a:gd name="connsiteX132" fmla="*/ 8661 w 10000"/>
                  <a:gd name="connsiteY132" fmla="*/ 4029 h 10000"/>
                  <a:gd name="connsiteX133" fmla="*/ 7478 w 10000"/>
                  <a:gd name="connsiteY133" fmla="*/ 3716 h 10000"/>
                  <a:gd name="connsiteX134" fmla="*/ 6842 w 10000"/>
                  <a:gd name="connsiteY134" fmla="*/ 3336 h 10000"/>
                  <a:gd name="connsiteX135" fmla="*/ 6797 w 10000"/>
                  <a:gd name="connsiteY135" fmla="*/ 2854 h 10000"/>
                  <a:gd name="connsiteX136" fmla="*/ 6696 w 10000"/>
                  <a:gd name="connsiteY136" fmla="*/ 2559 h 10000"/>
                  <a:gd name="connsiteX137" fmla="*/ 6362 w 10000"/>
                  <a:gd name="connsiteY137" fmla="*/ 2390 h 10000"/>
                  <a:gd name="connsiteX138" fmla="*/ 5915 w 10000"/>
                  <a:gd name="connsiteY138" fmla="*/ 2306 h 10000"/>
                  <a:gd name="connsiteX139" fmla="*/ 5536 w 10000"/>
                  <a:gd name="connsiteY139" fmla="*/ 1883 h 10000"/>
                  <a:gd name="connsiteX140" fmla="*/ 5358 w 10000"/>
                  <a:gd name="connsiteY140" fmla="*/ 1300 h 10000"/>
                  <a:gd name="connsiteX141" fmla="*/ 5111 w 10000"/>
                  <a:gd name="connsiteY141" fmla="*/ 937 h 10000"/>
                  <a:gd name="connsiteX142" fmla="*/ 4688 w 10000"/>
                  <a:gd name="connsiteY142" fmla="*/ 557 h 10000"/>
                  <a:gd name="connsiteX143" fmla="*/ 4074 w 10000"/>
                  <a:gd name="connsiteY143" fmla="*/ 346 h 10000"/>
                  <a:gd name="connsiteX144" fmla="*/ 3873 w 10000"/>
                  <a:gd name="connsiteY144" fmla="*/ 228 h 10000"/>
                  <a:gd name="connsiteX145" fmla="*/ 3683 w 10000"/>
                  <a:gd name="connsiteY145" fmla="*/ 0 h 10000"/>
                  <a:gd name="connsiteX146" fmla="*/ 3181 w 10000"/>
                  <a:gd name="connsiteY146" fmla="*/ 143 h 10000"/>
                  <a:gd name="connsiteX147" fmla="*/ 2679 w 10000"/>
                  <a:gd name="connsiteY147" fmla="*/ 160 h 10000"/>
                  <a:gd name="connsiteX148" fmla="*/ 2009 w 10000"/>
                  <a:gd name="connsiteY148" fmla="*/ 490 h 10000"/>
                  <a:gd name="connsiteX149" fmla="*/ 1418 w 10000"/>
                  <a:gd name="connsiteY149" fmla="*/ 507 h 10000"/>
                  <a:gd name="connsiteX150" fmla="*/ 1128 w 10000"/>
                  <a:gd name="connsiteY150" fmla="*/ 675 h 10000"/>
                  <a:gd name="connsiteX151" fmla="*/ 558 w 10000"/>
                  <a:gd name="connsiteY151" fmla="*/ 719 h 10000"/>
                  <a:gd name="connsiteX0" fmla="*/ 535 w 9977"/>
                  <a:gd name="connsiteY0" fmla="*/ 719 h 10000"/>
                  <a:gd name="connsiteX1" fmla="*/ 848 w 9977"/>
                  <a:gd name="connsiteY1" fmla="*/ 937 h 10000"/>
                  <a:gd name="connsiteX2" fmla="*/ 870 w 9977"/>
                  <a:gd name="connsiteY2" fmla="*/ 1056 h 10000"/>
                  <a:gd name="connsiteX3" fmla="*/ 815 w 9977"/>
                  <a:gd name="connsiteY3" fmla="*/ 1123 h 10000"/>
                  <a:gd name="connsiteX4" fmla="*/ 915 w 9977"/>
                  <a:gd name="connsiteY4" fmla="*/ 1191 h 10000"/>
                  <a:gd name="connsiteX5" fmla="*/ 937 w 9977"/>
                  <a:gd name="connsiteY5" fmla="*/ 1300 h 10000"/>
                  <a:gd name="connsiteX6" fmla="*/ 804 w 9977"/>
                  <a:gd name="connsiteY6" fmla="*/ 1427 h 10000"/>
                  <a:gd name="connsiteX7" fmla="*/ 826 w 9977"/>
                  <a:gd name="connsiteY7" fmla="*/ 1504 h 10000"/>
                  <a:gd name="connsiteX8" fmla="*/ 959 w 9977"/>
                  <a:gd name="connsiteY8" fmla="*/ 1554 h 10000"/>
                  <a:gd name="connsiteX9" fmla="*/ 1049 w 9977"/>
                  <a:gd name="connsiteY9" fmla="*/ 1487 h 10000"/>
                  <a:gd name="connsiteX10" fmla="*/ 1138 w 9977"/>
                  <a:gd name="connsiteY10" fmla="*/ 1487 h 10000"/>
                  <a:gd name="connsiteX11" fmla="*/ 1261 w 9977"/>
                  <a:gd name="connsiteY11" fmla="*/ 1562 h 10000"/>
                  <a:gd name="connsiteX12" fmla="*/ 1261 w 9977"/>
                  <a:gd name="connsiteY12" fmla="*/ 1613 h 10000"/>
                  <a:gd name="connsiteX13" fmla="*/ 1182 w 9977"/>
                  <a:gd name="connsiteY13" fmla="*/ 1663 h 10000"/>
                  <a:gd name="connsiteX14" fmla="*/ 1094 w 9977"/>
                  <a:gd name="connsiteY14" fmla="*/ 1663 h 10000"/>
                  <a:gd name="connsiteX15" fmla="*/ 1060 w 9977"/>
                  <a:gd name="connsiteY15" fmla="*/ 1740 h 10000"/>
                  <a:gd name="connsiteX16" fmla="*/ 1116 w 9977"/>
                  <a:gd name="connsiteY16" fmla="*/ 1800 h 10000"/>
                  <a:gd name="connsiteX17" fmla="*/ 1082 w 9977"/>
                  <a:gd name="connsiteY17" fmla="*/ 1883 h 10000"/>
                  <a:gd name="connsiteX18" fmla="*/ 1060 w 9977"/>
                  <a:gd name="connsiteY18" fmla="*/ 1943 h 10000"/>
                  <a:gd name="connsiteX19" fmla="*/ 1116 w 9977"/>
                  <a:gd name="connsiteY19" fmla="*/ 2002 h 10000"/>
                  <a:gd name="connsiteX20" fmla="*/ 1283 w 9977"/>
                  <a:gd name="connsiteY20" fmla="*/ 2002 h 10000"/>
                  <a:gd name="connsiteX21" fmla="*/ 1350 w 9977"/>
                  <a:gd name="connsiteY21" fmla="*/ 2069 h 10000"/>
                  <a:gd name="connsiteX22" fmla="*/ 1473 w 9977"/>
                  <a:gd name="connsiteY22" fmla="*/ 2137 h 10000"/>
                  <a:gd name="connsiteX23" fmla="*/ 1673 w 9977"/>
                  <a:gd name="connsiteY23" fmla="*/ 2128 h 10000"/>
                  <a:gd name="connsiteX24" fmla="*/ 1819 w 9977"/>
                  <a:gd name="connsiteY24" fmla="*/ 2204 h 10000"/>
                  <a:gd name="connsiteX25" fmla="*/ 1998 w 9977"/>
                  <a:gd name="connsiteY25" fmla="*/ 2187 h 10000"/>
                  <a:gd name="connsiteX26" fmla="*/ 2086 w 9977"/>
                  <a:gd name="connsiteY26" fmla="*/ 2221 h 10000"/>
                  <a:gd name="connsiteX27" fmla="*/ 2109 w 9977"/>
                  <a:gd name="connsiteY27" fmla="*/ 2280 h 10000"/>
                  <a:gd name="connsiteX28" fmla="*/ 1953 w 9977"/>
                  <a:gd name="connsiteY28" fmla="*/ 2356 h 10000"/>
                  <a:gd name="connsiteX29" fmla="*/ 1785 w 9977"/>
                  <a:gd name="connsiteY29" fmla="*/ 2322 h 10000"/>
                  <a:gd name="connsiteX30" fmla="*/ 1640 w 9977"/>
                  <a:gd name="connsiteY30" fmla="*/ 2298 h 10000"/>
                  <a:gd name="connsiteX31" fmla="*/ 1540 w 9977"/>
                  <a:gd name="connsiteY31" fmla="*/ 2314 h 10000"/>
                  <a:gd name="connsiteX32" fmla="*/ 1507 w 9977"/>
                  <a:gd name="connsiteY32" fmla="*/ 2458 h 10000"/>
                  <a:gd name="connsiteX33" fmla="*/ 1395 w 9977"/>
                  <a:gd name="connsiteY33" fmla="*/ 2559 h 10000"/>
                  <a:gd name="connsiteX34" fmla="*/ 1462 w 9977"/>
                  <a:gd name="connsiteY34" fmla="*/ 2846 h 10000"/>
                  <a:gd name="connsiteX35" fmla="*/ 1540 w 9977"/>
                  <a:gd name="connsiteY35" fmla="*/ 2897 h 10000"/>
                  <a:gd name="connsiteX36" fmla="*/ 1496 w 9977"/>
                  <a:gd name="connsiteY36" fmla="*/ 3040 h 10000"/>
                  <a:gd name="connsiteX37" fmla="*/ 1998 w 9977"/>
                  <a:gd name="connsiteY37" fmla="*/ 3074 h 10000"/>
                  <a:gd name="connsiteX38" fmla="*/ 2086 w 9977"/>
                  <a:gd name="connsiteY38" fmla="*/ 3167 h 10000"/>
                  <a:gd name="connsiteX39" fmla="*/ 2020 w 9977"/>
                  <a:gd name="connsiteY39" fmla="*/ 3268 h 10000"/>
                  <a:gd name="connsiteX40" fmla="*/ 2020 w 9977"/>
                  <a:gd name="connsiteY40" fmla="*/ 3411 h 10000"/>
                  <a:gd name="connsiteX41" fmla="*/ 1808 w 9977"/>
                  <a:gd name="connsiteY41" fmla="*/ 3639 h 10000"/>
                  <a:gd name="connsiteX42" fmla="*/ 1618 w 9977"/>
                  <a:gd name="connsiteY42" fmla="*/ 3979 h 10000"/>
                  <a:gd name="connsiteX43" fmla="*/ 1529 w 9977"/>
                  <a:gd name="connsiteY43" fmla="*/ 4020 h 10000"/>
                  <a:gd name="connsiteX44" fmla="*/ 1529 w 9977"/>
                  <a:gd name="connsiteY44" fmla="*/ 4114 h 10000"/>
                  <a:gd name="connsiteX45" fmla="*/ 1584 w 9977"/>
                  <a:gd name="connsiteY45" fmla="*/ 4171 h 10000"/>
                  <a:gd name="connsiteX46" fmla="*/ 1450 w 9977"/>
                  <a:gd name="connsiteY46" fmla="*/ 4342 h 10000"/>
                  <a:gd name="connsiteX47" fmla="*/ 1540 w 9977"/>
                  <a:gd name="connsiteY47" fmla="*/ 4544 h 10000"/>
                  <a:gd name="connsiteX48" fmla="*/ 1685 w 9977"/>
                  <a:gd name="connsiteY48" fmla="*/ 4569 h 10000"/>
                  <a:gd name="connsiteX49" fmla="*/ 1785 w 9977"/>
                  <a:gd name="connsiteY49" fmla="*/ 4638 h 10000"/>
                  <a:gd name="connsiteX50" fmla="*/ 1942 w 9977"/>
                  <a:gd name="connsiteY50" fmla="*/ 4594 h 10000"/>
                  <a:gd name="connsiteX51" fmla="*/ 2009 w 9977"/>
                  <a:gd name="connsiteY51" fmla="*/ 4695 h 10000"/>
                  <a:gd name="connsiteX52" fmla="*/ 2042 w 9977"/>
                  <a:gd name="connsiteY52" fmla="*/ 4806 h 10000"/>
                  <a:gd name="connsiteX53" fmla="*/ 2221 w 9977"/>
                  <a:gd name="connsiteY53" fmla="*/ 4932 h 10000"/>
                  <a:gd name="connsiteX54" fmla="*/ 2321 w 9977"/>
                  <a:gd name="connsiteY54" fmla="*/ 4915 h 10000"/>
                  <a:gd name="connsiteX55" fmla="*/ 2366 w 9977"/>
                  <a:gd name="connsiteY55" fmla="*/ 4949 h 10000"/>
                  <a:gd name="connsiteX56" fmla="*/ 2354 w 9977"/>
                  <a:gd name="connsiteY56" fmla="*/ 5034 h 10000"/>
                  <a:gd name="connsiteX57" fmla="*/ 2533 w 9977"/>
                  <a:gd name="connsiteY57" fmla="*/ 5110 h 10000"/>
                  <a:gd name="connsiteX58" fmla="*/ 2645 w 9977"/>
                  <a:gd name="connsiteY58" fmla="*/ 5126 h 10000"/>
                  <a:gd name="connsiteX59" fmla="*/ 2667 w 9977"/>
                  <a:gd name="connsiteY59" fmla="*/ 5237 h 10000"/>
                  <a:gd name="connsiteX60" fmla="*/ 2477 w 9977"/>
                  <a:gd name="connsiteY60" fmla="*/ 5362 h 10000"/>
                  <a:gd name="connsiteX61" fmla="*/ 2154 w 9977"/>
                  <a:gd name="connsiteY61" fmla="*/ 5379 h 10000"/>
                  <a:gd name="connsiteX62" fmla="*/ 1942 w 9977"/>
                  <a:gd name="connsiteY62" fmla="*/ 5278 h 10000"/>
                  <a:gd name="connsiteX63" fmla="*/ 1830 w 9977"/>
                  <a:gd name="connsiteY63" fmla="*/ 5278 h 10000"/>
                  <a:gd name="connsiteX64" fmla="*/ 1785 w 9977"/>
                  <a:gd name="connsiteY64" fmla="*/ 5321 h 10000"/>
                  <a:gd name="connsiteX65" fmla="*/ 1830 w 9977"/>
                  <a:gd name="connsiteY65" fmla="*/ 5398 h 10000"/>
                  <a:gd name="connsiteX66" fmla="*/ 2086 w 9977"/>
                  <a:gd name="connsiteY66" fmla="*/ 5599 h 10000"/>
                  <a:gd name="connsiteX67" fmla="*/ 2354 w 9977"/>
                  <a:gd name="connsiteY67" fmla="*/ 5878 h 10000"/>
                  <a:gd name="connsiteX68" fmla="*/ 2433 w 9977"/>
                  <a:gd name="connsiteY68" fmla="*/ 5920 h 10000"/>
                  <a:gd name="connsiteX69" fmla="*/ 2422 w 9977"/>
                  <a:gd name="connsiteY69" fmla="*/ 6158 h 10000"/>
                  <a:gd name="connsiteX70" fmla="*/ 2354 w 9977"/>
                  <a:gd name="connsiteY70" fmla="*/ 6241 h 10000"/>
                  <a:gd name="connsiteX71" fmla="*/ 2232 w 9977"/>
                  <a:gd name="connsiteY71" fmla="*/ 6283 h 10000"/>
                  <a:gd name="connsiteX72" fmla="*/ 2154 w 9977"/>
                  <a:gd name="connsiteY72" fmla="*/ 6216 h 10000"/>
                  <a:gd name="connsiteX73" fmla="*/ 2031 w 9977"/>
                  <a:gd name="connsiteY73" fmla="*/ 6207 h 10000"/>
                  <a:gd name="connsiteX74" fmla="*/ 1931 w 9977"/>
                  <a:gd name="connsiteY74" fmla="*/ 6342 h 10000"/>
                  <a:gd name="connsiteX75" fmla="*/ 1752 w 9977"/>
                  <a:gd name="connsiteY75" fmla="*/ 6410 h 10000"/>
                  <a:gd name="connsiteX76" fmla="*/ 1573 w 9977"/>
                  <a:gd name="connsiteY76" fmla="*/ 6410 h 10000"/>
                  <a:gd name="connsiteX77" fmla="*/ 1496 w 9977"/>
                  <a:gd name="connsiteY77" fmla="*/ 6461 h 10000"/>
                  <a:gd name="connsiteX78" fmla="*/ 1395 w 9977"/>
                  <a:gd name="connsiteY78" fmla="*/ 6453 h 10000"/>
                  <a:gd name="connsiteX79" fmla="*/ 1339 w 9977"/>
                  <a:gd name="connsiteY79" fmla="*/ 6368 h 10000"/>
                  <a:gd name="connsiteX80" fmla="*/ 1205 w 9977"/>
                  <a:gd name="connsiteY80" fmla="*/ 6377 h 10000"/>
                  <a:gd name="connsiteX81" fmla="*/ 1071 w 9977"/>
                  <a:gd name="connsiteY81" fmla="*/ 6487 h 10000"/>
                  <a:gd name="connsiteX82" fmla="*/ 1138 w 9977"/>
                  <a:gd name="connsiteY82" fmla="*/ 6570 h 10000"/>
                  <a:gd name="connsiteX83" fmla="*/ 1272 w 9977"/>
                  <a:gd name="connsiteY83" fmla="*/ 6630 h 10000"/>
                  <a:gd name="connsiteX84" fmla="*/ 1306 w 9977"/>
                  <a:gd name="connsiteY84" fmla="*/ 6781 h 10000"/>
                  <a:gd name="connsiteX85" fmla="*/ 1395 w 9977"/>
                  <a:gd name="connsiteY85" fmla="*/ 6874 h 10000"/>
                  <a:gd name="connsiteX86" fmla="*/ 1395 w 9977"/>
                  <a:gd name="connsiteY86" fmla="*/ 7061 h 10000"/>
                  <a:gd name="connsiteX87" fmla="*/ 1339 w 9977"/>
                  <a:gd name="connsiteY87" fmla="*/ 7120 h 10000"/>
                  <a:gd name="connsiteX88" fmla="*/ 1239 w 9977"/>
                  <a:gd name="connsiteY88" fmla="*/ 7110 h 10000"/>
                  <a:gd name="connsiteX89" fmla="*/ 1171 w 9977"/>
                  <a:gd name="connsiteY89" fmla="*/ 7061 h 10000"/>
                  <a:gd name="connsiteX90" fmla="*/ 1105 w 9977"/>
                  <a:gd name="connsiteY90" fmla="*/ 6892 h 10000"/>
                  <a:gd name="connsiteX91" fmla="*/ 1038 w 9977"/>
                  <a:gd name="connsiteY91" fmla="*/ 6833 h 10000"/>
                  <a:gd name="connsiteX92" fmla="*/ 848 w 9977"/>
                  <a:gd name="connsiteY92" fmla="*/ 6833 h 10000"/>
                  <a:gd name="connsiteX93" fmla="*/ 502 w 9977"/>
                  <a:gd name="connsiteY93" fmla="*/ 7077 h 10000"/>
                  <a:gd name="connsiteX94" fmla="*/ 446 w 9977"/>
                  <a:gd name="connsiteY94" fmla="*/ 7237 h 10000"/>
                  <a:gd name="connsiteX95" fmla="*/ 379 w 9977"/>
                  <a:gd name="connsiteY95" fmla="*/ 7305 h 10000"/>
                  <a:gd name="connsiteX96" fmla="*/ 379 w 9977"/>
                  <a:gd name="connsiteY96" fmla="*/ 7542 h 10000"/>
                  <a:gd name="connsiteX97" fmla="*/ 290 w 9977"/>
                  <a:gd name="connsiteY97" fmla="*/ 7610 h 10000"/>
                  <a:gd name="connsiteX98" fmla="*/ 112 w 9977"/>
                  <a:gd name="connsiteY98" fmla="*/ 7610 h 10000"/>
                  <a:gd name="connsiteX99" fmla="*/ 0 w 9977"/>
                  <a:gd name="connsiteY99" fmla="*/ 7711 h 10000"/>
                  <a:gd name="connsiteX100" fmla="*/ 4214 w 9977"/>
                  <a:gd name="connsiteY100" fmla="*/ 8206 h 10000"/>
                  <a:gd name="connsiteX101" fmla="*/ 3984 w 9977"/>
                  <a:gd name="connsiteY101" fmla="*/ 9307 h 10000"/>
                  <a:gd name="connsiteX102" fmla="*/ 4408 w 9977"/>
                  <a:gd name="connsiteY102" fmla="*/ 9434 h 10000"/>
                  <a:gd name="connsiteX103" fmla="*/ 4888 w 9977"/>
                  <a:gd name="connsiteY103" fmla="*/ 9940 h 10000"/>
                  <a:gd name="connsiteX104" fmla="*/ 4977 w 9977"/>
                  <a:gd name="connsiteY104" fmla="*/ 9992 h 10000"/>
                  <a:gd name="connsiteX105" fmla="*/ 5145 w 9977"/>
                  <a:gd name="connsiteY105" fmla="*/ 10000 h 10000"/>
                  <a:gd name="connsiteX106" fmla="*/ 5289 w 9977"/>
                  <a:gd name="connsiteY106" fmla="*/ 9915 h 10000"/>
                  <a:gd name="connsiteX107" fmla="*/ 5324 w 9977"/>
                  <a:gd name="connsiteY107" fmla="*/ 9628 h 10000"/>
                  <a:gd name="connsiteX108" fmla="*/ 6027 w 9977"/>
                  <a:gd name="connsiteY108" fmla="*/ 9460 h 10000"/>
                  <a:gd name="connsiteX109" fmla="*/ 6171 w 9977"/>
                  <a:gd name="connsiteY109" fmla="*/ 9493 h 10000"/>
                  <a:gd name="connsiteX110" fmla="*/ 6428 w 9977"/>
                  <a:gd name="connsiteY110" fmla="*/ 9712 h 10000"/>
                  <a:gd name="connsiteX111" fmla="*/ 6529 w 9977"/>
                  <a:gd name="connsiteY111" fmla="*/ 9704 h 10000"/>
                  <a:gd name="connsiteX112" fmla="*/ 6540 w 9977"/>
                  <a:gd name="connsiteY112" fmla="*/ 9561 h 10000"/>
                  <a:gd name="connsiteX113" fmla="*/ 6863 w 9977"/>
                  <a:gd name="connsiteY113" fmla="*/ 9416 h 10000"/>
                  <a:gd name="connsiteX114" fmla="*/ 7522 w 9977"/>
                  <a:gd name="connsiteY114" fmla="*/ 9517 h 10000"/>
                  <a:gd name="connsiteX115" fmla="*/ 7678 w 9977"/>
                  <a:gd name="connsiteY115" fmla="*/ 9392 h 10000"/>
                  <a:gd name="connsiteX116" fmla="*/ 8281 w 9977"/>
                  <a:gd name="connsiteY116" fmla="*/ 9476 h 10000"/>
                  <a:gd name="connsiteX117" fmla="*/ 8728 w 9977"/>
                  <a:gd name="connsiteY117" fmla="*/ 9426 h 10000"/>
                  <a:gd name="connsiteX118" fmla="*/ 8984 w 9977"/>
                  <a:gd name="connsiteY118" fmla="*/ 9517 h 10000"/>
                  <a:gd name="connsiteX119" fmla="*/ 8984 w 9977"/>
                  <a:gd name="connsiteY119" fmla="*/ 8757 h 10000"/>
                  <a:gd name="connsiteX120" fmla="*/ 9497 w 9977"/>
                  <a:gd name="connsiteY120" fmla="*/ 7948 h 10000"/>
                  <a:gd name="connsiteX121" fmla="*/ 9977 w 9977"/>
                  <a:gd name="connsiteY121" fmla="*/ 7593 h 10000"/>
                  <a:gd name="connsiteX122" fmla="*/ 9374 w 9977"/>
                  <a:gd name="connsiteY122" fmla="*/ 7069 h 10000"/>
                  <a:gd name="connsiteX123" fmla="*/ 8984 w 9977"/>
                  <a:gd name="connsiteY123" fmla="*/ 6605 h 10000"/>
                  <a:gd name="connsiteX124" fmla="*/ 8894 w 9977"/>
                  <a:gd name="connsiteY124" fmla="*/ 5938 h 10000"/>
                  <a:gd name="connsiteX125" fmla="*/ 9017 w 9977"/>
                  <a:gd name="connsiteY125" fmla="*/ 5270 h 10000"/>
                  <a:gd name="connsiteX126" fmla="*/ 9720 w 9977"/>
                  <a:gd name="connsiteY126" fmla="*/ 5034 h 10000"/>
                  <a:gd name="connsiteX127" fmla="*/ 9318 w 9977"/>
                  <a:gd name="connsiteY127" fmla="*/ 4949 h 10000"/>
                  <a:gd name="connsiteX128" fmla="*/ 8984 w 9977"/>
                  <a:gd name="connsiteY128" fmla="*/ 4434 h 10000"/>
                  <a:gd name="connsiteX129" fmla="*/ 9419 w 9977"/>
                  <a:gd name="connsiteY129" fmla="*/ 4096 h 10000"/>
                  <a:gd name="connsiteX130" fmla="*/ 9129 w 9977"/>
                  <a:gd name="connsiteY130" fmla="*/ 3750 h 10000"/>
                  <a:gd name="connsiteX131" fmla="*/ 8638 w 9977"/>
                  <a:gd name="connsiteY131" fmla="*/ 4029 h 10000"/>
                  <a:gd name="connsiteX132" fmla="*/ 7455 w 9977"/>
                  <a:gd name="connsiteY132" fmla="*/ 3716 h 10000"/>
                  <a:gd name="connsiteX133" fmla="*/ 6819 w 9977"/>
                  <a:gd name="connsiteY133" fmla="*/ 3336 h 10000"/>
                  <a:gd name="connsiteX134" fmla="*/ 6774 w 9977"/>
                  <a:gd name="connsiteY134" fmla="*/ 2854 h 10000"/>
                  <a:gd name="connsiteX135" fmla="*/ 6673 w 9977"/>
                  <a:gd name="connsiteY135" fmla="*/ 2559 h 10000"/>
                  <a:gd name="connsiteX136" fmla="*/ 6339 w 9977"/>
                  <a:gd name="connsiteY136" fmla="*/ 2390 h 10000"/>
                  <a:gd name="connsiteX137" fmla="*/ 5892 w 9977"/>
                  <a:gd name="connsiteY137" fmla="*/ 2306 h 10000"/>
                  <a:gd name="connsiteX138" fmla="*/ 5513 w 9977"/>
                  <a:gd name="connsiteY138" fmla="*/ 1883 h 10000"/>
                  <a:gd name="connsiteX139" fmla="*/ 5335 w 9977"/>
                  <a:gd name="connsiteY139" fmla="*/ 1300 h 10000"/>
                  <a:gd name="connsiteX140" fmla="*/ 5088 w 9977"/>
                  <a:gd name="connsiteY140" fmla="*/ 937 h 10000"/>
                  <a:gd name="connsiteX141" fmla="*/ 4665 w 9977"/>
                  <a:gd name="connsiteY141" fmla="*/ 557 h 10000"/>
                  <a:gd name="connsiteX142" fmla="*/ 4051 w 9977"/>
                  <a:gd name="connsiteY142" fmla="*/ 346 h 10000"/>
                  <a:gd name="connsiteX143" fmla="*/ 3850 w 9977"/>
                  <a:gd name="connsiteY143" fmla="*/ 228 h 10000"/>
                  <a:gd name="connsiteX144" fmla="*/ 3660 w 9977"/>
                  <a:gd name="connsiteY144" fmla="*/ 0 h 10000"/>
                  <a:gd name="connsiteX145" fmla="*/ 3158 w 9977"/>
                  <a:gd name="connsiteY145" fmla="*/ 143 h 10000"/>
                  <a:gd name="connsiteX146" fmla="*/ 2656 w 9977"/>
                  <a:gd name="connsiteY146" fmla="*/ 160 h 10000"/>
                  <a:gd name="connsiteX147" fmla="*/ 1986 w 9977"/>
                  <a:gd name="connsiteY147" fmla="*/ 490 h 10000"/>
                  <a:gd name="connsiteX148" fmla="*/ 1395 w 9977"/>
                  <a:gd name="connsiteY148" fmla="*/ 507 h 10000"/>
                  <a:gd name="connsiteX149" fmla="*/ 1105 w 9977"/>
                  <a:gd name="connsiteY149" fmla="*/ 675 h 10000"/>
                  <a:gd name="connsiteX150" fmla="*/ 535 w 9977"/>
                  <a:gd name="connsiteY150" fmla="*/ 719 h 10000"/>
                  <a:gd name="connsiteX0" fmla="*/ 536 w 10000"/>
                  <a:gd name="connsiteY0" fmla="*/ 719 h 10000"/>
                  <a:gd name="connsiteX1" fmla="*/ 850 w 10000"/>
                  <a:gd name="connsiteY1" fmla="*/ 937 h 10000"/>
                  <a:gd name="connsiteX2" fmla="*/ 872 w 10000"/>
                  <a:gd name="connsiteY2" fmla="*/ 1056 h 10000"/>
                  <a:gd name="connsiteX3" fmla="*/ 817 w 10000"/>
                  <a:gd name="connsiteY3" fmla="*/ 1123 h 10000"/>
                  <a:gd name="connsiteX4" fmla="*/ 917 w 10000"/>
                  <a:gd name="connsiteY4" fmla="*/ 1191 h 10000"/>
                  <a:gd name="connsiteX5" fmla="*/ 939 w 10000"/>
                  <a:gd name="connsiteY5" fmla="*/ 1300 h 10000"/>
                  <a:gd name="connsiteX6" fmla="*/ 806 w 10000"/>
                  <a:gd name="connsiteY6" fmla="*/ 1427 h 10000"/>
                  <a:gd name="connsiteX7" fmla="*/ 828 w 10000"/>
                  <a:gd name="connsiteY7" fmla="*/ 1504 h 10000"/>
                  <a:gd name="connsiteX8" fmla="*/ 961 w 10000"/>
                  <a:gd name="connsiteY8" fmla="*/ 1554 h 10000"/>
                  <a:gd name="connsiteX9" fmla="*/ 1051 w 10000"/>
                  <a:gd name="connsiteY9" fmla="*/ 1487 h 10000"/>
                  <a:gd name="connsiteX10" fmla="*/ 1141 w 10000"/>
                  <a:gd name="connsiteY10" fmla="*/ 1487 h 10000"/>
                  <a:gd name="connsiteX11" fmla="*/ 1264 w 10000"/>
                  <a:gd name="connsiteY11" fmla="*/ 1562 h 10000"/>
                  <a:gd name="connsiteX12" fmla="*/ 1264 w 10000"/>
                  <a:gd name="connsiteY12" fmla="*/ 1613 h 10000"/>
                  <a:gd name="connsiteX13" fmla="*/ 1185 w 10000"/>
                  <a:gd name="connsiteY13" fmla="*/ 1663 h 10000"/>
                  <a:gd name="connsiteX14" fmla="*/ 1097 w 10000"/>
                  <a:gd name="connsiteY14" fmla="*/ 1663 h 10000"/>
                  <a:gd name="connsiteX15" fmla="*/ 1062 w 10000"/>
                  <a:gd name="connsiteY15" fmla="*/ 1740 h 10000"/>
                  <a:gd name="connsiteX16" fmla="*/ 1119 w 10000"/>
                  <a:gd name="connsiteY16" fmla="*/ 1800 h 10000"/>
                  <a:gd name="connsiteX17" fmla="*/ 1084 w 10000"/>
                  <a:gd name="connsiteY17" fmla="*/ 1883 h 10000"/>
                  <a:gd name="connsiteX18" fmla="*/ 1062 w 10000"/>
                  <a:gd name="connsiteY18" fmla="*/ 1943 h 10000"/>
                  <a:gd name="connsiteX19" fmla="*/ 1119 w 10000"/>
                  <a:gd name="connsiteY19" fmla="*/ 2002 h 10000"/>
                  <a:gd name="connsiteX20" fmla="*/ 1286 w 10000"/>
                  <a:gd name="connsiteY20" fmla="*/ 2002 h 10000"/>
                  <a:gd name="connsiteX21" fmla="*/ 1353 w 10000"/>
                  <a:gd name="connsiteY21" fmla="*/ 2069 h 10000"/>
                  <a:gd name="connsiteX22" fmla="*/ 1476 w 10000"/>
                  <a:gd name="connsiteY22" fmla="*/ 2137 h 10000"/>
                  <a:gd name="connsiteX23" fmla="*/ 1677 w 10000"/>
                  <a:gd name="connsiteY23" fmla="*/ 2128 h 10000"/>
                  <a:gd name="connsiteX24" fmla="*/ 1823 w 10000"/>
                  <a:gd name="connsiteY24" fmla="*/ 2204 h 10000"/>
                  <a:gd name="connsiteX25" fmla="*/ 2003 w 10000"/>
                  <a:gd name="connsiteY25" fmla="*/ 2187 h 10000"/>
                  <a:gd name="connsiteX26" fmla="*/ 2091 w 10000"/>
                  <a:gd name="connsiteY26" fmla="*/ 2221 h 10000"/>
                  <a:gd name="connsiteX27" fmla="*/ 2114 w 10000"/>
                  <a:gd name="connsiteY27" fmla="*/ 2280 h 10000"/>
                  <a:gd name="connsiteX28" fmla="*/ 1958 w 10000"/>
                  <a:gd name="connsiteY28" fmla="*/ 2356 h 10000"/>
                  <a:gd name="connsiteX29" fmla="*/ 1789 w 10000"/>
                  <a:gd name="connsiteY29" fmla="*/ 2322 h 10000"/>
                  <a:gd name="connsiteX30" fmla="*/ 1644 w 10000"/>
                  <a:gd name="connsiteY30" fmla="*/ 2298 h 10000"/>
                  <a:gd name="connsiteX31" fmla="*/ 1544 w 10000"/>
                  <a:gd name="connsiteY31" fmla="*/ 2314 h 10000"/>
                  <a:gd name="connsiteX32" fmla="*/ 1510 w 10000"/>
                  <a:gd name="connsiteY32" fmla="*/ 2458 h 10000"/>
                  <a:gd name="connsiteX33" fmla="*/ 1398 w 10000"/>
                  <a:gd name="connsiteY33" fmla="*/ 2559 h 10000"/>
                  <a:gd name="connsiteX34" fmla="*/ 1465 w 10000"/>
                  <a:gd name="connsiteY34" fmla="*/ 2846 h 10000"/>
                  <a:gd name="connsiteX35" fmla="*/ 1544 w 10000"/>
                  <a:gd name="connsiteY35" fmla="*/ 2897 h 10000"/>
                  <a:gd name="connsiteX36" fmla="*/ 1499 w 10000"/>
                  <a:gd name="connsiteY36" fmla="*/ 3040 h 10000"/>
                  <a:gd name="connsiteX37" fmla="*/ 2003 w 10000"/>
                  <a:gd name="connsiteY37" fmla="*/ 3074 h 10000"/>
                  <a:gd name="connsiteX38" fmla="*/ 2091 w 10000"/>
                  <a:gd name="connsiteY38" fmla="*/ 3167 h 10000"/>
                  <a:gd name="connsiteX39" fmla="*/ 2025 w 10000"/>
                  <a:gd name="connsiteY39" fmla="*/ 3268 h 10000"/>
                  <a:gd name="connsiteX40" fmla="*/ 2025 w 10000"/>
                  <a:gd name="connsiteY40" fmla="*/ 3411 h 10000"/>
                  <a:gd name="connsiteX41" fmla="*/ 1812 w 10000"/>
                  <a:gd name="connsiteY41" fmla="*/ 3639 h 10000"/>
                  <a:gd name="connsiteX42" fmla="*/ 1622 w 10000"/>
                  <a:gd name="connsiteY42" fmla="*/ 3979 h 10000"/>
                  <a:gd name="connsiteX43" fmla="*/ 1533 w 10000"/>
                  <a:gd name="connsiteY43" fmla="*/ 4020 h 10000"/>
                  <a:gd name="connsiteX44" fmla="*/ 1533 w 10000"/>
                  <a:gd name="connsiteY44" fmla="*/ 4114 h 10000"/>
                  <a:gd name="connsiteX45" fmla="*/ 1588 w 10000"/>
                  <a:gd name="connsiteY45" fmla="*/ 4171 h 10000"/>
                  <a:gd name="connsiteX46" fmla="*/ 1453 w 10000"/>
                  <a:gd name="connsiteY46" fmla="*/ 4342 h 10000"/>
                  <a:gd name="connsiteX47" fmla="*/ 1544 w 10000"/>
                  <a:gd name="connsiteY47" fmla="*/ 4544 h 10000"/>
                  <a:gd name="connsiteX48" fmla="*/ 1689 w 10000"/>
                  <a:gd name="connsiteY48" fmla="*/ 4569 h 10000"/>
                  <a:gd name="connsiteX49" fmla="*/ 1789 w 10000"/>
                  <a:gd name="connsiteY49" fmla="*/ 4638 h 10000"/>
                  <a:gd name="connsiteX50" fmla="*/ 1946 w 10000"/>
                  <a:gd name="connsiteY50" fmla="*/ 4594 h 10000"/>
                  <a:gd name="connsiteX51" fmla="*/ 2014 w 10000"/>
                  <a:gd name="connsiteY51" fmla="*/ 4695 h 10000"/>
                  <a:gd name="connsiteX52" fmla="*/ 2047 w 10000"/>
                  <a:gd name="connsiteY52" fmla="*/ 4806 h 10000"/>
                  <a:gd name="connsiteX53" fmla="*/ 2226 w 10000"/>
                  <a:gd name="connsiteY53" fmla="*/ 4932 h 10000"/>
                  <a:gd name="connsiteX54" fmla="*/ 2326 w 10000"/>
                  <a:gd name="connsiteY54" fmla="*/ 4915 h 10000"/>
                  <a:gd name="connsiteX55" fmla="*/ 2371 w 10000"/>
                  <a:gd name="connsiteY55" fmla="*/ 4949 h 10000"/>
                  <a:gd name="connsiteX56" fmla="*/ 2359 w 10000"/>
                  <a:gd name="connsiteY56" fmla="*/ 5034 h 10000"/>
                  <a:gd name="connsiteX57" fmla="*/ 2539 w 10000"/>
                  <a:gd name="connsiteY57" fmla="*/ 5110 h 10000"/>
                  <a:gd name="connsiteX58" fmla="*/ 2651 w 10000"/>
                  <a:gd name="connsiteY58" fmla="*/ 5126 h 10000"/>
                  <a:gd name="connsiteX59" fmla="*/ 2673 w 10000"/>
                  <a:gd name="connsiteY59" fmla="*/ 5237 h 10000"/>
                  <a:gd name="connsiteX60" fmla="*/ 2483 w 10000"/>
                  <a:gd name="connsiteY60" fmla="*/ 5362 h 10000"/>
                  <a:gd name="connsiteX61" fmla="*/ 2159 w 10000"/>
                  <a:gd name="connsiteY61" fmla="*/ 5379 h 10000"/>
                  <a:gd name="connsiteX62" fmla="*/ 1946 w 10000"/>
                  <a:gd name="connsiteY62" fmla="*/ 5278 h 10000"/>
                  <a:gd name="connsiteX63" fmla="*/ 1834 w 10000"/>
                  <a:gd name="connsiteY63" fmla="*/ 5278 h 10000"/>
                  <a:gd name="connsiteX64" fmla="*/ 1789 w 10000"/>
                  <a:gd name="connsiteY64" fmla="*/ 5321 h 10000"/>
                  <a:gd name="connsiteX65" fmla="*/ 1834 w 10000"/>
                  <a:gd name="connsiteY65" fmla="*/ 5398 h 10000"/>
                  <a:gd name="connsiteX66" fmla="*/ 2091 w 10000"/>
                  <a:gd name="connsiteY66" fmla="*/ 5599 h 10000"/>
                  <a:gd name="connsiteX67" fmla="*/ 2359 w 10000"/>
                  <a:gd name="connsiteY67" fmla="*/ 5878 h 10000"/>
                  <a:gd name="connsiteX68" fmla="*/ 2439 w 10000"/>
                  <a:gd name="connsiteY68" fmla="*/ 5920 h 10000"/>
                  <a:gd name="connsiteX69" fmla="*/ 2428 w 10000"/>
                  <a:gd name="connsiteY69" fmla="*/ 6158 h 10000"/>
                  <a:gd name="connsiteX70" fmla="*/ 2359 w 10000"/>
                  <a:gd name="connsiteY70" fmla="*/ 6241 h 10000"/>
                  <a:gd name="connsiteX71" fmla="*/ 2237 w 10000"/>
                  <a:gd name="connsiteY71" fmla="*/ 6283 h 10000"/>
                  <a:gd name="connsiteX72" fmla="*/ 2159 w 10000"/>
                  <a:gd name="connsiteY72" fmla="*/ 6216 h 10000"/>
                  <a:gd name="connsiteX73" fmla="*/ 1935 w 10000"/>
                  <a:gd name="connsiteY73" fmla="*/ 6342 h 10000"/>
                  <a:gd name="connsiteX74" fmla="*/ 1756 w 10000"/>
                  <a:gd name="connsiteY74" fmla="*/ 6410 h 10000"/>
                  <a:gd name="connsiteX75" fmla="*/ 1577 w 10000"/>
                  <a:gd name="connsiteY75" fmla="*/ 6410 h 10000"/>
                  <a:gd name="connsiteX76" fmla="*/ 1499 w 10000"/>
                  <a:gd name="connsiteY76" fmla="*/ 6461 h 10000"/>
                  <a:gd name="connsiteX77" fmla="*/ 1398 w 10000"/>
                  <a:gd name="connsiteY77" fmla="*/ 6453 h 10000"/>
                  <a:gd name="connsiteX78" fmla="*/ 1342 w 10000"/>
                  <a:gd name="connsiteY78" fmla="*/ 6368 h 10000"/>
                  <a:gd name="connsiteX79" fmla="*/ 1208 w 10000"/>
                  <a:gd name="connsiteY79" fmla="*/ 6377 h 10000"/>
                  <a:gd name="connsiteX80" fmla="*/ 1073 w 10000"/>
                  <a:gd name="connsiteY80" fmla="*/ 6487 h 10000"/>
                  <a:gd name="connsiteX81" fmla="*/ 1141 w 10000"/>
                  <a:gd name="connsiteY81" fmla="*/ 6570 h 10000"/>
                  <a:gd name="connsiteX82" fmla="*/ 1275 w 10000"/>
                  <a:gd name="connsiteY82" fmla="*/ 6630 h 10000"/>
                  <a:gd name="connsiteX83" fmla="*/ 1309 w 10000"/>
                  <a:gd name="connsiteY83" fmla="*/ 6781 h 10000"/>
                  <a:gd name="connsiteX84" fmla="*/ 1398 w 10000"/>
                  <a:gd name="connsiteY84" fmla="*/ 6874 h 10000"/>
                  <a:gd name="connsiteX85" fmla="*/ 1398 w 10000"/>
                  <a:gd name="connsiteY85" fmla="*/ 7061 h 10000"/>
                  <a:gd name="connsiteX86" fmla="*/ 1342 w 10000"/>
                  <a:gd name="connsiteY86" fmla="*/ 7120 h 10000"/>
                  <a:gd name="connsiteX87" fmla="*/ 1242 w 10000"/>
                  <a:gd name="connsiteY87" fmla="*/ 7110 h 10000"/>
                  <a:gd name="connsiteX88" fmla="*/ 1174 w 10000"/>
                  <a:gd name="connsiteY88" fmla="*/ 7061 h 10000"/>
                  <a:gd name="connsiteX89" fmla="*/ 1108 w 10000"/>
                  <a:gd name="connsiteY89" fmla="*/ 6892 h 10000"/>
                  <a:gd name="connsiteX90" fmla="*/ 1040 w 10000"/>
                  <a:gd name="connsiteY90" fmla="*/ 6833 h 10000"/>
                  <a:gd name="connsiteX91" fmla="*/ 850 w 10000"/>
                  <a:gd name="connsiteY91" fmla="*/ 6833 h 10000"/>
                  <a:gd name="connsiteX92" fmla="*/ 503 w 10000"/>
                  <a:gd name="connsiteY92" fmla="*/ 7077 h 10000"/>
                  <a:gd name="connsiteX93" fmla="*/ 447 w 10000"/>
                  <a:gd name="connsiteY93" fmla="*/ 7237 h 10000"/>
                  <a:gd name="connsiteX94" fmla="*/ 380 w 10000"/>
                  <a:gd name="connsiteY94" fmla="*/ 7305 h 10000"/>
                  <a:gd name="connsiteX95" fmla="*/ 380 w 10000"/>
                  <a:gd name="connsiteY95" fmla="*/ 7542 h 10000"/>
                  <a:gd name="connsiteX96" fmla="*/ 291 w 10000"/>
                  <a:gd name="connsiteY96" fmla="*/ 7610 h 10000"/>
                  <a:gd name="connsiteX97" fmla="*/ 112 w 10000"/>
                  <a:gd name="connsiteY97" fmla="*/ 7610 h 10000"/>
                  <a:gd name="connsiteX98" fmla="*/ 0 w 10000"/>
                  <a:gd name="connsiteY98" fmla="*/ 7711 h 10000"/>
                  <a:gd name="connsiteX99" fmla="*/ 4224 w 10000"/>
                  <a:gd name="connsiteY99" fmla="*/ 8206 h 10000"/>
                  <a:gd name="connsiteX100" fmla="*/ 3993 w 10000"/>
                  <a:gd name="connsiteY100" fmla="*/ 9307 h 10000"/>
                  <a:gd name="connsiteX101" fmla="*/ 4418 w 10000"/>
                  <a:gd name="connsiteY101" fmla="*/ 9434 h 10000"/>
                  <a:gd name="connsiteX102" fmla="*/ 4899 w 10000"/>
                  <a:gd name="connsiteY102" fmla="*/ 9940 h 10000"/>
                  <a:gd name="connsiteX103" fmla="*/ 4988 w 10000"/>
                  <a:gd name="connsiteY103" fmla="*/ 9992 h 10000"/>
                  <a:gd name="connsiteX104" fmla="*/ 5157 w 10000"/>
                  <a:gd name="connsiteY104" fmla="*/ 10000 h 10000"/>
                  <a:gd name="connsiteX105" fmla="*/ 5301 w 10000"/>
                  <a:gd name="connsiteY105" fmla="*/ 9915 h 10000"/>
                  <a:gd name="connsiteX106" fmla="*/ 5336 w 10000"/>
                  <a:gd name="connsiteY106" fmla="*/ 9628 h 10000"/>
                  <a:gd name="connsiteX107" fmla="*/ 6041 w 10000"/>
                  <a:gd name="connsiteY107" fmla="*/ 9460 h 10000"/>
                  <a:gd name="connsiteX108" fmla="*/ 6185 w 10000"/>
                  <a:gd name="connsiteY108" fmla="*/ 9493 h 10000"/>
                  <a:gd name="connsiteX109" fmla="*/ 6443 w 10000"/>
                  <a:gd name="connsiteY109" fmla="*/ 9712 h 10000"/>
                  <a:gd name="connsiteX110" fmla="*/ 6544 w 10000"/>
                  <a:gd name="connsiteY110" fmla="*/ 9704 h 10000"/>
                  <a:gd name="connsiteX111" fmla="*/ 6555 w 10000"/>
                  <a:gd name="connsiteY111" fmla="*/ 9561 h 10000"/>
                  <a:gd name="connsiteX112" fmla="*/ 6879 w 10000"/>
                  <a:gd name="connsiteY112" fmla="*/ 9416 h 10000"/>
                  <a:gd name="connsiteX113" fmla="*/ 7539 w 10000"/>
                  <a:gd name="connsiteY113" fmla="*/ 9517 h 10000"/>
                  <a:gd name="connsiteX114" fmla="*/ 7696 w 10000"/>
                  <a:gd name="connsiteY114" fmla="*/ 9392 h 10000"/>
                  <a:gd name="connsiteX115" fmla="*/ 8300 w 10000"/>
                  <a:gd name="connsiteY115" fmla="*/ 9476 h 10000"/>
                  <a:gd name="connsiteX116" fmla="*/ 8748 w 10000"/>
                  <a:gd name="connsiteY116" fmla="*/ 9426 h 10000"/>
                  <a:gd name="connsiteX117" fmla="*/ 9005 w 10000"/>
                  <a:gd name="connsiteY117" fmla="*/ 9517 h 10000"/>
                  <a:gd name="connsiteX118" fmla="*/ 9005 w 10000"/>
                  <a:gd name="connsiteY118" fmla="*/ 8757 h 10000"/>
                  <a:gd name="connsiteX119" fmla="*/ 9519 w 10000"/>
                  <a:gd name="connsiteY119" fmla="*/ 7948 h 10000"/>
                  <a:gd name="connsiteX120" fmla="*/ 10000 w 10000"/>
                  <a:gd name="connsiteY120" fmla="*/ 7593 h 10000"/>
                  <a:gd name="connsiteX121" fmla="*/ 9396 w 10000"/>
                  <a:gd name="connsiteY121" fmla="*/ 7069 h 10000"/>
                  <a:gd name="connsiteX122" fmla="*/ 9005 w 10000"/>
                  <a:gd name="connsiteY122" fmla="*/ 6605 h 10000"/>
                  <a:gd name="connsiteX123" fmla="*/ 8915 w 10000"/>
                  <a:gd name="connsiteY123" fmla="*/ 5938 h 10000"/>
                  <a:gd name="connsiteX124" fmla="*/ 9038 w 10000"/>
                  <a:gd name="connsiteY124" fmla="*/ 5270 h 10000"/>
                  <a:gd name="connsiteX125" fmla="*/ 9742 w 10000"/>
                  <a:gd name="connsiteY125" fmla="*/ 5034 h 10000"/>
                  <a:gd name="connsiteX126" fmla="*/ 9339 w 10000"/>
                  <a:gd name="connsiteY126" fmla="*/ 4949 h 10000"/>
                  <a:gd name="connsiteX127" fmla="*/ 9005 w 10000"/>
                  <a:gd name="connsiteY127" fmla="*/ 4434 h 10000"/>
                  <a:gd name="connsiteX128" fmla="*/ 9441 w 10000"/>
                  <a:gd name="connsiteY128" fmla="*/ 4096 h 10000"/>
                  <a:gd name="connsiteX129" fmla="*/ 9150 w 10000"/>
                  <a:gd name="connsiteY129" fmla="*/ 3750 h 10000"/>
                  <a:gd name="connsiteX130" fmla="*/ 8658 w 10000"/>
                  <a:gd name="connsiteY130" fmla="*/ 4029 h 10000"/>
                  <a:gd name="connsiteX131" fmla="*/ 7472 w 10000"/>
                  <a:gd name="connsiteY131" fmla="*/ 3716 h 10000"/>
                  <a:gd name="connsiteX132" fmla="*/ 6835 w 10000"/>
                  <a:gd name="connsiteY132" fmla="*/ 3336 h 10000"/>
                  <a:gd name="connsiteX133" fmla="*/ 6790 w 10000"/>
                  <a:gd name="connsiteY133" fmla="*/ 2854 h 10000"/>
                  <a:gd name="connsiteX134" fmla="*/ 6688 w 10000"/>
                  <a:gd name="connsiteY134" fmla="*/ 2559 h 10000"/>
                  <a:gd name="connsiteX135" fmla="*/ 6354 w 10000"/>
                  <a:gd name="connsiteY135" fmla="*/ 2390 h 10000"/>
                  <a:gd name="connsiteX136" fmla="*/ 5906 w 10000"/>
                  <a:gd name="connsiteY136" fmla="*/ 2306 h 10000"/>
                  <a:gd name="connsiteX137" fmla="*/ 5526 w 10000"/>
                  <a:gd name="connsiteY137" fmla="*/ 1883 h 10000"/>
                  <a:gd name="connsiteX138" fmla="*/ 5347 w 10000"/>
                  <a:gd name="connsiteY138" fmla="*/ 1300 h 10000"/>
                  <a:gd name="connsiteX139" fmla="*/ 5100 w 10000"/>
                  <a:gd name="connsiteY139" fmla="*/ 937 h 10000"/>
                  <a:gd name="connsiteX140" fmla="*/ 4676 w 10000"/>
                  <a:gd name="connsiteY140" fmla="*/ 557 h 10000"/>
                  <a:gd name="connsiteX141" fmla="*/ 4060 w 10000"/>
                  <a:gd name="connsiteY141" fmla="*/ 346 h 10000"/>
                  <a:gd name="connsiteX142" fmla="*/ 3859 w 10000"/>
                  <a:gd name="connsiteY142" fmla="*/ 228 h 10000"/>
                  <a:gd name="connsiteX143" fmla="*/ 3668 w 10000"/>
                  <a:gd name="connsiteY143" fmla="*/ 0 h 10000"/>
                  <a:gd name="connsiteX144" fmla="*/ 3165 w 10000"/>
                  <a:gd name="connsiteY144" fmla="*/ 143 h 10000"/>
                  <a:gd name="connsiteX145" fmla="*/ 2662 w 10000"/>
                  <a:gd name="connsiteY145" fmla="*/ 160 h 10000"/>
                  <a:gd name="connsiteX146" fmla="*/ 1991 w 10000"/>
                  <a:gd name="connsiteY146" fmla="*/ 490 h 10000"/>
                  <a:gd name="connsiteX147" fmla="*/ 1398 w 10000"/>
                  <a:gd name="connsiteY147" fmla="*/ 507 h 10000"/>
                  <a:gd name="connsiteX148" fmla="*/ 1108 w 10000"/>
                  <a:gd name="connsiteY148" fmla="*/ 675 h 10000"/>
                  <a:gd name="connsiteX149" fmla="*/ 536 w 10000"/>
                  <a:gd name="connsiteY149" fmla="*/ 719 h 10000"/>
                  <a:gd name="connsiteX0" fmla="*/ 536 w 10000"/>
                  <a:gd name="connsiteY0" fmla="*/ 719 h 10000"/>
                  <a:gd name="connsiteX1" fmla="*/ 850 w 10000"/>
                  <a:gd name="connsiteY1" fmla="*/ 937 h 10000"/>
                  <a:gd name="connsiteX2" fmla="*/ 872 w 10000"/>
                  <a:gd name="connsiteY2" fmla="*/ 1056 h 10000"/>
                  <a:gd name="connsiteX3" fmla="*/ 817 w 10000"/>
                  <a:gd name="connsiteY3" fmla="*/ 1123 h 10000"/>
                  <a:gd name="connsiteX4" fmla="*/ 917 w 10000"/>
                  <a:gd name="connsiteY4" fmla="*/ 1191 h 10000"/>
                  <a:gd name="connsiteX5" fmla="*/ 939 w 10000"/>
                  <a:gd name="connsiteY5" fmla="*/ 1300 h 10000"/>
                  <a:gd name="connsiteX6" fmla="*/ 806 w 10000"/>
                  <a:gd name="connsiteY6" fmla="*/ 1427 h 10000"/>
                  <a:gd name="connsiteX7" fmla="*/ 828 w 10000"/>
                  <a:gd name="connsiteY7" fmla="*/ 1504 h 10000"/>
                  <a:gd name="connsiteX8" fmla="*/ 961 w 10000"/>
                  <a:gd name="connsiteY8" fmla="*/ 1554 h 10000"/>
                  <a:gd name="connsiteX9" fmla="*/ 1051 w 10000"/>
                  <a:gd name="connsiteY9" fmla="*/ 1487 h 10000"/>
                  <a:gd name="connsiteX10" fmla="*/ 1141 w 10000"/>
                  <a:gd name="connsiteY10" fmla="*/ 1487 h 10000"/>
                  <a:gd name="connsiteX11" fmla="*/ 1264 w 10000"/>
                  <a:gd name="connsiteY11" fmla="*/ 1562 h 10000"/>
                  <a:gd name="connsiteX12" fmla="*/ 1264 w 10000"/>
                  <a:gd name="connsiteY12" fmla="*/ 1613 h 10000"/>
                  <a:gd name="connsiteX13" fmla="*/ 1185 w 10000"/>
                  <a:gd name="connsiteY13" fmla="*/ 1663 h 10000"/>
                  <a:gd name="connsiteX14" fmla="*/ 1097 w 10000"/>
                  <a:gd name="connsiteY14" fmla="*/ 1663 h 10000"/>
                  <a:gd name="connsiteX15" fmla="*/ 1062 w 10000"/>
                  <a:gd name="connsiteY15" fmla="*/ 1740 h 10000"/>
                  <a:gd name="connsiteX16" fmla="*/ 1119 w 10000"/>
                  <a:gd name="connsiteY16" fmla="*/ 1800 h 10000"/>
                  <a:gd name="connsiteX17" fmla="*/ 1084 w 10000"/>
                  <a:gd name="connsiteY17" fmla="*/ 1883 h 10000"/>
                  <a:gd name="connsiteX18" fmla="*/ 1062 w 10000"/>
                  <a:gd name="connsiteY18" fmla="*/ 1943 h 10000"/>
                  <a:gd name="connsiteX19" fmla="*/ 1119 w 10000"/>
                  <a:gd name="connsiteY19" fmla="*/ 2002 h 10000"/>
                  <a:gd name="connsiteX20" fmla="*/ 1286 w 10000"/>
                  <a:gd name="connsiteY20" fmla="*/ 2002 h 10000"/>
                  <a:gd name="connsiteX21" fmla="*/ 1353 w 10000"/>
                  <a:gd name="connsiteY21" fmla="*/ 2069 h 10000"/>
                  <a:gd name="connsiteX22" fmla="*/ 1476 w 10000"/>
                  <a:gd name="connsiteY22" fmla="*/ 2137 h 10000"/>
                  <a:gd name="connsiteX23" fmla="*/ 1677 w 10000"/>
                  <a:gd name="connsiteY23" fmla="*/ 2128 h 10000"/>
                  <a:gd name="connsiteX24" fmla="*/ 1823 w 10000"/>
                  <a:gd name="connsiteY24" fmla="*/ 2204 h 10000"/>
                  <a:gd name="connsiteX25" fmla="*/ 2003 w 10000"/>
                  <a:gd name="connsiteY25" fmla="*/ 2187 h 10000"/>
                  <a:gd name="connsiteX26" fmla="*/ 2091 w 10000"/>
                  <a:gd name="connsiteY26" fmla="*/ 2221 h 10000"/>
                  <a:gd name="connsiteX27" fmla="*/ 2114 w 10000"/>
                  <a:gd name="connsiteY27" fmla="*/ 2280 h 10000"/>
                  <a:gd name="connsiteX28" fmla="*/ 1958 w 10000"/>
                  <a:gd name="connsiteY28" fmla="*/ 2356 h 10000"/>
                  <a:gd name="connsiteX29" fmla="*/ 1789 w 10000"/>
                  <a:gd name="connsiteY29" fmla="*/ 2322 h 10000"/>
                  <a:gd name="connsiteX30" fmla="*/ 1644 w 10000"/>
                  <a:gd name="connsiteY30" fmla="*/ 2298 h 10000"/>
                  <a:gd name="connsiteX31" fmla="*/ 1544 w 10000"/>
                  <a:gd name="connsiteY31" fmla="*/ 2314 h 10000"/>
                  <a:gd name="connsiteX32" fmla="*/ 1510 w 10000"/>
                  <a:gd name="connsiteY32" fmla="*/ 2458 h 10000"/>
                  <a:gd name="connsiteX33" fmla="*/ 1398 w 10000"/>
                  <a:gd name="connsiteY33" fmla="*/ 2559 h 10000"/>
                  <a:gd name="connsiteX34" fmla="*/ 1465 w 10000"/>
                  <a:gd name="connsiteY34" fmla="*/ 2846 h 10000"/>
                  <a:gd name="connsiteX35" fmla="*/ 1544 w 10000"/>
                  <a:gd name="connsiteY35" fmla="*/ 2897 h 10000"/>
                  <a:gd name="connsiteX36" fmla="*/ 1499 w 10000"/>
                  <a:gd name="connsiteY36" fmla="*/ 3040 h 10000"/>
                  <a:gd name="connsiteX37" fmla="*/ 2003 w 10000"/>
                  <a:gd name="connsiteY37" fmla="*/ 3074 h 10000"/>
                  <a:gd name="connsiteX38" fmla="*/ 2091 w 10000"/>
                  <a:gd name="connsiteY38" fmla="*/ 3167 h 10000"/>
                  <a:gd name="connsiteX39" fmla="*/ 2025 w 10000"/>
                  <a:gd name="connsiteY39" fmla="*/ 3268 h 10000"/>
                  <a:gd name="connsiteX40" fmla="*/ 2025 w 10000"/>
                  <a:gd name="connsiteY40" fmla="*/ 3411 h 10000"/>
                  <a:gd name="connsiteX41" fmla="*/ 1812 w 10000"/>
                  <a:gd name="connsiteY41" fmla="*/ 3639 h 10000"/>
                  <a:gd name="connsiteX42" fmla="*/ 1622 w 10000"/>
                  <a:gd name="connsiteY42" fmla="*/ 3979 h 10000"/>
                  <a:gd name="connsiteX43" fmla="*/ 1533 w 10000"/>
                  <a:gd name="connsiteY43" fmla="*/ 4020 h 10000"/>
                  <a:gd name="connsiteX44" fmla="*/ 1533 w 10000"/>
                  <a:gd name="connsiteY44" fmla="*/ 4114 h 10000"/>
                  <a:gd name="connsiteX45" fmla="*/ 1588 w 10000"/>
                  <a:gd name="connsiteY45" fmla="*/ 4171 h 10000"/>
                  <a:gd name="connsiteX46" fmla="*/ 1453 w 10000"/>
                  <a:gd name="connsiteY46" fmla="*/ 4342 h 10000"/>
                  <a:gd name="connsiteX47" fmla="*/ 1544 w 10000"/>
                  <a:gd name="connsiteY47" fmla="*/ 4544 h 10000"/>
                  <a:gd name="connsiteX48" fmla="*/ 1689 w 10000"/>
                  <a:gd name="connsiteY48" fmla="*/ 4569 h 10000"/>
                  <a:gd name="connsiteX49" fmla="*/ 1789 w 10000"/>
                  <a:gd name="connsiteY49" fmla="*/ 4638 h 10000"/>
                  <a:gd name="connsiteX50" fmla="*/ 1946 w 10000"/>
                  <a:gd name="connsiteY50" fmla="*/ 4594 h 10000"/>
                  <a:gd name="connsiteX51" fmla="*/ 2014 w 10000"/>
                  <a:gd name="connsiteY51" fmla="*/ 4695 h 10000"/>
                  <a:gd name="connsiteX52" fmla="*/ 2047 w 10000"/>
                  <a:gd name="connsiteY52" fmla="*/ 4806 h 10000"/>
                  <a:gd name="connsiteX53" fmla="*/ 2226 w 10000"/>
                  <a:gd name="connsiteY53" fmla="*/ 4932 h 10000"/>
                  <a:gd name="connsiteX54" fmla="*/ 2326 w 10000"/>
                  <a:gd name="connsiteY54" fmla="*/ 4915 h 10000"/>
                  <a:gd name="connsiteX55" fmla="*/ 2371 w 10000"/>
                  <a:gd name="connsiteY55" fmla="*/ 4949 h 10000"/>
                  <a:gd name="connsiteX56" fmla="*/ 2359 w 10000"/>
                  <a:gd name="connsiteY56" fmla="*/ 5034 h 10000"/>
                  <a:gd name="connsiteX57" fmla="*/ 2539 w 10000"/>
                  <a:gd name="connsiteY57" fmla="*/ 5110 h 10000"/>
                  <a:gd name="connsiteX58" fmla="*/ 2651 w 10000"/>
                  <a:gd name="connsiteY58" fmla="*/ 5126 h 10000"/>
                  <a:gd name="connsiteX59" fmla="*/ 2673 w 10000"/>
                  <a:gd name="connsiteY59" fmla="*/ 5237 h 10000"/>
                  <a:gd name="connsiteX60" fmla="*/ 2483 w 10000"/>
                  <a:gd name="connsiteY60" fmla="*/ 5362 h 10000"/>
                  <a:gd name="connsiteX61" fmla="*/ 2159 w 10000"/>
                  <a:gd name="connsiteY61" fmla="*/ 5379 h 10000"/>
                  <a:gd name="connsiteX62" fmla="*/ 1946 w 10000"/>
                  <a:gd name="connsiteY62" fmla="*/ 5278 h 10000"/>
                  <a:gd name="connsiteX63" fmla="*/ 1834 w 10000"/>
                  <a:gd name="connsiteY63" fmla="*/ 5278 h 10000"/>
                  <a:gd name="connsiteX64" fmla="*/ 1789 w 10000"/>
                  <a:gd name="connsiteY64" fmla="*/ 5321 h 10000"/>
                  <a:gd name="connsiteX65" fmla="*/ 1834 w 10000"/>
                  <a:gd name="connsiteY65" fmla="*/ 5398 h 10000"/>
                  <a:gd name="connsiteX66" fmla="*/ 2091 w 10000"/>
                  <a:gd name="connsiteY66" fmla="*/ 5599 h 10000"/>
                  <a:gd name="connsiteX67" fmla="*/ 2359 w 10000"/>
                  <a:gd name="connsiteY67" fmla="*/ 5878 h 10000"/>
                  <a:gd name="connsiteX68" fmla="*/ 2439 w 10000"/>
                  <a:gd name="connsiteY68" fmla="*/ 5920 h 10000"/>
                  <a:gd name="connsiteX69" fmla="*/ 2428 w 10000"/>
                  <a:gd name="connsiteY69" fmla="*/ 6158 h 10000"/>
                  <a:gd name="connsiteX70" fmla="*/ 2359 w 10000"/>
                  <a:gd name="connsiteY70" fmla="*/ 6241 h 10000"/>
                  <a:gd name="connsiteX71" fmla="*/ 2237 w 10000"/>
                  <a:gd name="connsiteY71" fmla="*/ 6283 h 10000"/>
                  <a:gd name="connsiteX72" fmla="*/ 2159 w 10000"/>
                  <a:gd name="connsiteY72" fmla="*/ 6216 h 10000"/>
                  <a:gd name="connsiteX73" fmla="*/ 1935 w 10000"/>
                  <a:gd name="connsiteY73" fmla="*/ 6342 h 10000"/>
                  <a:gd name="connsiteX74" fmla="*/ 1577 w 10000"/>
                  <a:gd name="connsiteY74" fmla="*/ 6410 h 10000"/>
                  <a:gd name="connsiteX75" fmla="*/ 1499 w 10000"/>
                  <a:gd name="connsiteY75" fmla="*/ 6461 h 10000"/>
                  <a:gd name="connsiteX76" fmla="*/ 1398 w 10000"/>
                  <a:gd name="connsiteY76" fmla="*/ 6453 h 10000"/>
                  <a:gd name="connsiteX77" fmla="*/ 1342 w 10000"/>
                  <a:gd name="connsiteY77" fmla="*/ 6368 h 10000"/>
                  <a:gd name="connsiteX78" fmla="*/ 1208 w 10000"/>
                  <a:gd name="connsiteY78" fmla="*/ 6377 h 10000"/>
                  <a:gd name="connsiteX79" fmla="*/ 1073 w 10000"/>
                  <a:gd name="connsiteY79" fmla="*/ 6487 h 10000"/>
                  <a:gd name="connsiteX80" fmla="*/ 1141 w 10000"/>
                  <a:gd name="connsiteY80" fmla="*/ 6570 h 10000"/>
                  <a:gd name="connsiteX81" fmla="*/ 1275 w 10000"/>
                  <a:gd name="connsiteY81" fmla="*/ 6630 h 10000"/>
                  <a:gd name="connsiteX82" fmla="*/ 1309 w 10000"/>
                  <a:gd name="connsiteY82" fmla="*/ 6781 h 10000"/>
                  <a:gd name="connsiteX83" fmla="*/ 1398 w 10000"/>
                  <a:gd name="connsiteY83" fmla="*/ 6874 h 10000"/>
                  <a:gd name="connsiteX84" fmla="*/ 1398 w 10000"/>
                  <a:gd name="connsiteY84" fmla="*/ 7061 h 10000"/>
                  <a:gd name="connsiteX85" fmla="*/ 1342 w 10000"/>
                  <a:gd name="connsiteY85" fmla="*/ 7120 h 10000"/>
                  <a:gd name="connsiteX86" fmla="*/ 1242 w 10000"/>
                  <a:gd name="connsiteY86" fmla="*/ 7110 h 10000"/>
                  <a:gd name="connsiteX87" fmla="*/ 1174 w 10000"/>
                  <a:gd name="connsiteY87" fmla="*/ 7061 h 10000"/>
                  <a:gd name="connsiteX88" fmla="*/ 1108 w 10000"/>
                  <a:gd name="connsiteY88" fmla="*/ 6892 h 10000"/>
                  <a:gd name="connsiteX89" fmla="*/ 1040 w 10000"/>
                  <a:gd name="connsiteY89" fmla="*/ 6833 h 10000"/>
                  <a:gd name="connsiteX90" fmla="*/ 850 w 10000"/>
                  <a:gd name="connsiteY90" fmla="*/ 6833 h 10000"/>
                  <a:gd name="connsiteX91" fmla="*/ 503 w 10000"/>
                  <a:gd name="connsiteY91" fmla="*/ 7077 h 10000"/>
                  <a:gd name="connsiteX92" fmla="*/ 447 w 10000"/>
                  <a:gd name="connsiteY92" fmla="*/ 7237 h 10000"/>
                  <a:gd name="connsiteX93" fmla="*/ 380 w 10000"/>
                  <a:gd name="connsiteY93" fmla="*/ 7305 h 10000"/>
                  <a:gd name="connsiteX94" fmla="*/ 380 w 10000"/>
                  <a:gd name="connsiteY94" fmla="*/ 7542 h 10000"/>
                  <a:gd name="connsiteX95" fmla="*/ 291 w 10000"/>
                  <a:gd name="connsiteY95" fmla="*/ 7610 h 10000"/>
                  <a:gd name="connsiteX96" fmla="*/ 112 w 10000"/>
                  <a:gd name="connsiteY96" fmla="*/ 7610 h 10000"/>
                  <a:gd name="connsiteX97" fmla="*/ 0 w 10000"/>
                  <a:gd name="connsiteY97" fmla="*/ 7711 h 10000"/>
                  <a:gd name="connsiteX98" fmla="*/ 4224 w 10000"/>
                  <a:gd name="connsiteY98" fmla="*/ 8206 h 10000"/>
                  <a:gd name="connsiteX99" fmla="*/ 3993 w 10000"/>
                  <a:gd name="connsiteY99" fmla="*/ 9307 h 10000"/>
                  <a:gd name="connsiteX100" fmla="*/ 4418 w 10000"/>
                  <a:gd name="connsiteY100" fmla="*/ 9434 h 10000"/>
                  <a:gd name="connsiteX101" fmla="*/ 4899 w 10000"/>
                  <a:gd name="connsiteY101" fmla="*/ 9940 h 10000"/>
                  <a:gd name="connsiteX102" fmla="*/ 4988 w 10000"/>
                  <a:gd name="connsiteY102" fmla="*/ 9992 h 10000"/>
                  <a:gd name="connsiteX103" fmla="*/ 5157 w 10000"/>
                  <a:gd name="connsiteY103" fmla="*/ 10000 h 10000"/>
                  <a:gd name="connsiteX104" fmla="*/ 5301 w 10000"/>
                  <a:gd name="connsiteY104" fmla="*/ 9915 h 10000"/>
                  <a:gd name="connsiteX105" fmla="*/ 5336 w 10000"/>
                  <a:gd name="connsiteY105" fmla="*/ 9628 h 10000"/>
                  <a:gd name="connsiteX106" fmla="*/ 6041 w 10000"/>
                  <a:gd name="connsiteY106" fmla="*/ 9460 h 10000"/>
                  <a:gd name="connsiteX107" fmla="*/ 6185 w 10000"/>
                  <a:gd name="connsiteY107" fmla="*/ 9493 h 10000"/>
                  <a:gd name="connsiteX108" fmla="*/ 6443 w 10000"/>
                  <a:gd name="connsiteY108" fmla="*/ 9712 h 10000"/>
                  <a:gd name="connsiteX109" fmla="*/ 6544 w 10000"/>
                  <a:gd name="connsiteY109" fmla="*/ 9704 h 10000"/>
                  <a:gd name="connsiteX110" fmla="*/ 6555 w 10000"/>
                  <a:gd name="connsiteY110" fmla="*/ 9561 h 10000"/>
                  <a:gd name="connsiteX111" fmla="*/ 6879 w 10000"/>
                  <a:gd name="connsiteY111" fmla="*/ 9416 h 10000"/>
                  <a:gd name="connsiteX112" fmla="*/ 7539 w 10000"/>
                  <a:gd name="connsiteY112" fmla="*/ 9517 h 10000"/>
                  <a:gd name="connsiteX113" fmla="*/ 7696 w 10000"/>
                  <a:gd name="connsiteY113" fmla="*/ 9392 h 10000"/>
                  <a:gd name="connsiteX114" fmla="*/ 8300 w 10000"/>
                  <a:gd name="connsiteY114" fmla="*/ 9476 h 10000"/>
                  <a:gd name="connsiteX115" fmla="*/ 8748 w 10000"/>
                  <a:gd name="connsiteY115" fmla="*/ 9426 h 10000"/>
                  <a:gd name="connsiteX116" fmla="*/ 9005 w 10000"/>
                  <a:gd name="connsiteY116" fmla="*/ 9517 h 10000"/>
                  <a:gd name="connsiteX117" fmla="*/ 9005 w 10000"/>
                  <a:gd name="connsiteY117" fmla="*/ 8757 h 10000"/>
                  <a:gd name="connsiteX118" fmla="*/ 9519 w 10000"/>
                  <a:gd name="connsiteY118" fmla="*/ 7948 h 10000"/>
                  <a:gd name="connsiteX119" fmla="*/ 10000 w 10000"/>
                  <a:gd name="connsiteY119" fmla="*/ 7593 h 10000"/>
                  <a:gd name="connsiteX120" fmla="*/ 9396 w 10000"/>
                  <a:gd name="connsiteY120" fmla="*/ 7069 h 10000"/>
                  <a:gd name="connsiteX121" fmla="*/ 9005 w 10000"/>
                  <a:gd name="connsiteY121" fmla="*/ 6605 h 10000"/>
                  <a:gd name="connsiteX122" fmla="*/ 8915 w 10000"/>
                  <a:gd name="connsiteY122" fmla="*/ 5938 h 10000"/>
                  <a:gd name="connsiteX123" fmla="*/ 9038 w 10000"/>
                  <a:gd name="connsiteY123" fmla="*/ 5270 h 10000"/>
                  <a:gd name="connsiteX124" fmla="*/ 9742 w 10000"/>
                  <a:gd name="connsiteY124" fmla="*/ 5034 h 10000"/>
                  <a:gd name="connsiteX125" fmla="*/ 9339 w 10000"/>
                  <a:gd name="connsiteY125" fmla="*/ 4949 h 10000"/>
                  <a:gd name="connsiteX126" fmla="*/ 9005 w 10000"/>
                  <a:gd name="connsiteY126" fmla="*/ 4434 h 10000"/>
                  <a:gd name="connsiteX127" fmla="*/ 9441 w 10000"/>
                  <a:gd name="connsiteY127" fmla="*/ 4096 h 10000"/>
                  <a:gd name="connsiteX128" fmla="*/ 9150 w 10000"/>
                  <a:gd name="connsiteY128" fmla="*/ 3750 h 10000"/>
                  <a:gd name="connsiteX129" fmla="*/ 8658 w 10000"/>
                  <a:gd name="connsiteY129" fmla="*/ 4029 h 10000"/>
                  <a:gd name="connsiteX130" fmla="*/ 7472 w 10000"/>
                  <a:gd name="connsiteY130" fmla="*/ 3716 h 10000"/>
                  <a:gd name="connsiteX131" fmla="*/ 6835 w 10000"/>
                  <a:gd name="connsiteY131" fmla="*/ 3336 h 10000"/>
                  <a:gd name="connsiteX132" fmla="*/ 6790 w 10000"/>
                  <a:gd name="connsiteY132" fmla="*/ 2854 h 10000"/>
                  <a:gd name="connsiteX133" fmla="*/ 6688 w 10000"/>
                  <a:gd name="connsiteY133" fmla="*/ 2559 h 10000"/>
                  <a:gd name="connsiteX134" fmla="*/ 6354 w 10000"/>
                  <a:gd name="connsiteY134" fmla="*/ 2390 h 10000"/>
                  <a:gd name="connsiteX135" fmla="*/ 5906 w 10000"/>
                  <a:gd name="connsiteY135" fmla="*/ 2306 h 10000"/>
                  <a:gd name="connsiteX136" fmla="*/ 5526 w 10000"/>
                  <a:gd name="connsiteY136" fmla="*/ 1883 h 10000"/>
                  <a:gd name="connsiteX137" fmla="*/ 5347 w 10000"/>
                  <a:gd name="connsiteY137" fmla="*/ 1300 h 10000"/>
                  <a:gd name="connsiteX138" fmla="*/ 5100 w 10000"/>
                  <a:gd name="connsiteY138" fmla="*/ 937 h 10000"/>
                  <a:gd name="connsiteX139" fmla="*/ 4676 w 10000"/>
                  <a:gd name="connsiteY139" fmla="*/ 557 h 10000"/>
                  <a:gd name="connsiteX140" fmla="*/ 4060 w 10000"/>
                  <a:gd name="connsiteY140" fmla="*/ 346 h 10000"/>
                  <a:gd name="connsiteX141" fmla="*/ 3859 w 10000"/>
                  <a:gd name="connsiteY141" fmla="*/ 228 h 10000"/>
                  <a:gd name="connsiteX142" fmla="*/ 3668 w 10000"/>
                  <a:gd name="connsiteY142" fmla="*/ 0 h 10000"/>
                  <a:gd name="connsiteX143" fmla="*/ 3165 w 10000"/>
                  <a:gd name="connsiteY143" fmla="*/ 143 h 10000"/>
                  <a:gd name="connsiteX144" fmla="*/ 2662 w 10000"/>
                  <a:gd name="connsiteY144" fmla="*/ 160 h 10000"/>
                  <a:gd name="connsiteX145" fmla="*/ 1991 w 10000"/>
                  <a:gd name="connsiteY145" fmla="*/ 490 h 10000"/>
                  <a:gd name="connsiteX146" fmla="*/ 1398 w 10000"/>
                  <a:gd name="connsiteY146" fmla="*/ 507 h 10000"/>
                  <a:gd name="connsiteX147" fmla="*/ 1108 w 10000"/>
                  <a:gd name="connsiteY147" fmla="*/ 675 h 10000"/>
                  <a:gd name="connsiteX148" fmla="*/ 536 w 10000"/>
                  <a:gd name="connsiteY148" fmla="*/ 719 h 10000"/>
                  <a:gd name="connsiteX0" fmla="*/ 536 w 10000"/>
                  <a:gd name="connsiteY0" fmla="*/ 719 h 10000"/>
                  <a:gd name="connsiteX1" fmla="*/ 850 w 10000"/>
                  <a:gd name="connsiteY1" fmla="*/ 937 h 10000"/>
                  <a:gd name="connsiteX2" fmla="*/ 872 w 10000"/>
                  <a:gd name="connsiteY2" fmla="*/ 1056 h 10000"/>
                  <a:gd name="connsiteX3" fmla="*/ 817 w 10000"/>
                  <a:gd name="connsiteY3" fmla="*/ 1123 h 10000"/>
                  <a:gd name="connsiteX4" fmla="*/ 917 w 10000"/>
                  <a:gd name="connsiteY4" fmla="*/ 1191 h 10000"/>
                  <a:gd name="connsiteX5" fmla="*/ 939 w 10000"/>
                  <a:gd name="connsiteY5" fmla="*/ 1300 h 10000"/>
                  <a:gd name="connsiteX6" fmla="*/ 806 w 10000"/>
                  <a:gd name="connsiteY6" fmla="*/ 1427 h 10000"/>
                  <a:gd name="connsiteX7" fmla="*/ 828 w 10000"/>
                  <a:gd name="connsiteY7" fmla="*/ 1504 h 10000"/>
                  <a:gd name="connsiteX8" fmla="*/ 961 w 10000"/>
                  <a:gd name="connsiteY8" fmla="*/ 1554 h 10000"/>
                  <a:gd name="connsiteX9" fmla="*/ 1051 w 10000"/>
                  <a:gd name="connsiteY9" fmla="*/ 1487 h 10000"/>
                  <a:gd name="connsiteX10" fmla="*/ 1141 w 10000"/>
                  <a:gd name="connsiteY10" fmla="*/ 1487 h 10000"/>
                  <a:gd name="connsiteX11" fmla="*/ 1264 w 10000"/>
                  <a:gd name="connsiteY11" fmla="*/ 1562 h 10000"/>
                  <a:gd name="connsiteX12" fmla="*/ 1264 w 10000"/>
                  <a:gd name="connsiteY12" fmla="*/ 1613 h 10000"/>
                  <a:gd name="connsiteX13" fmla="*/ 1185 w 10000"/>
                  <a:gd name="connsiteY13" fmla="*/ 1663 h 10000"/>
                  <a:gd name="connsiteX14" fmla="*/ 1097 w 10000"/>
                  <a:gd name="connsiteY14" fmla="*/ 1663 h 10000"/>
                  <a:gd name="connsiteX15" fmla="*/ 1062 w 10000"/>
                  <a:gd name="connsiteY15" fmla="*/ 1740 h 10000"/>
                  <a:gd name="connsiteX16" fmla="*/ 1119 w 10000"/>
                  <a:gd name="connsiteY16" fmla="*/ 1800 h 10000"/>
                  <a:gd name="connsiteX17" fmla="*/ 1084 w 10000"/>
                  <a:gd name="connsiteY17" fmla="*/ 1883 h 10000"/>
                  <a:gd name="connsiteX18" fmla="*/ 1062 w 10000"/>
                  <a:gd name="connsiteY18" fmla="*/ 1943 h 10000"/>
                  <a:gd name="connsiteX19" fmla="*/ 1119 w 10000"/>
                  <a:gd name="connsiteY19" fmla="*/ 2002 h 10000"/>
                  <a:gd name="connsiteX20" fmla="*/ 1286 w 10000"/>
                  <a:gd name="connsiteY20" fmla="*/ 2002 h 10000"/>
                  <a:gd name="connsiteX21" fmla="*/ 1353 w 10000"/>
                  <a:gd name="connsiteY21" fmla="*/ 2069 h 10000"/>
                  <a:gd name="connsiteX22" fmla="*/ 1476 w 10000"/>
                  <a:gd name="connsiteY22" fmla="*/ 2137 h 10000"/>
                  <a:gd name="connsiteX23" fmla="*/ 1677 w 10000"/>
                  <a:gd name="connsiteY23" fmla="*/ 2128 h 10000"/>
                  <a:gd name="connsiteX24" fmla="*/ 1823 w 10000"/>
                  <a:gd name="connsiteY24" fmla="*/ 2204 h 10000"/>
                  <a:gd name="connsiteX25" fmla="*/ 2003 w 10000"/>
                  <a:gd name="connsiteY25" fmla="*/ 2187 h 10000"/>
                  <a:gd name="connsiteX26" fmla="*/ 2091 w 10000"/>
                  <a:gd name="connsiteY26" fmla="*/ 2221 h 10000"/>
                  <a:gd name="connsiteX27" fmla="*/ 2114 w 10000"/>
                  <a:gd name="connsiteY27" fmla="*/ 2280 h 10000"/>
                  <a:gd name="connsiteX28" fmla="*/ 1958 w 10000"/>
                  <a:gd name="connsiteY28" fmla="*/ 2356 h 10000"/>
                  <a:gd name="connsiteX29" fmla="*/ 1789 w 10000"/>
                  <a:gd name="connsiteY29" fmla="*/ 2322 h 10000"/>
                  <a:gd name="connsiteX30" fmla="*/ 1644 w 10000"/>
                  <a:gd name="connsiteY30" fmla="*/ 2298 h 10000"/>
                  <a:gd name="connsiteX31" fmla="*/ 1544 w 10000"/>
                  <a:gd name="connsiteY31" fmla="*/ 2314 h 10000"/>
                  <a:gd name="connsiteX32" fmla="*/ 1510 w 10000"/>
                  <a:gd name="connsiteY32" fmla="*/ 2458 h 10000"/>
                  <a:gd name="connsiteX33" fmla="*/ 1398 w 10000"/>
                  <a:gd name="connsiteY33" fmla="*/ 2559 h 10000"/>
                  <a:gd name="connsiteX34" fmla="*/ 1465 w 10000"/>
                  <a:gd name="connsiteY34" fmla="*/ 2846 h 10000"/>
                  <a:gd name="connsiteX35" fmla="*/ 1544 w 10000"/>
                  <a:gd name="connsiteY35" fmla="*/ 2897 h 10000"/>
                  <a:gd name="connsiteX36" fmla="*/ 1499 w 10000"/>
                  <a:gd name="connsiteY36" fmla="*/ 3040 h 10000"/>
                  <a:gd name="connsiteX37" fmla="*/ 2003 w 10000"/>
                  <a:gd name="connsiteY37" fmla="*/ 3074 h 10000"/>
                  <a:gd name="connsiteX38" fmla="*/ 2091 w 10000"/>
                  <a:gd name="connsiteY38" fmla="*/ 3167 h 10000"/>
                  <a:gd name="connsiteX39" fmla="*/ 2025 w 10000"/>
                  <a:gd name="connsiteY39" fmla="*/ 3268 h 10000"/>
                  <a:gd name="connsiteX40" fmla="*/ 2025 w 10000"/>
                  <a:gd name="connsiteY40" fmla="*/ 3411 h 10000"/>
                  <a:gd name="connsiteX41" fmla="*/ 1812 w 10000"/>
                  <a:gd name="connsiteY41" fmla="*/ 3639 h 10000"/>
                  <a:gd name="connsiteX42" fmla="*/ 1622 w 10000"/>
                  <a:gd name="connsiteY42" fmla="*/ 3979 h 10000"/>
                  <a:gd name="connsiteX43" fmla="*/ 1533 w 10000"/>
                  <a:gd name="connsiteY43" fmla="*/ 4020 h 10000"/>
                  <a:gd name="connsiteX44" fmla="*/ 1533 w 10000"/>
                  <a:gd name="connsiteY44" fmla="*/ 4114 h 10000"/>
                  <a:gd name="connsiteX45" fmla="*/ 1588 w 10000"/>
                  <a:gd name="connsiteY45" fmla="*/ 4171 h 10000"/>
                  <a:gd name="connsiteX46" fmla="*/ 1453 w 10000"/>
                  <a:gd name="connsiteY46" fmla="*/ 4342 h 10000"/>
                  <a:gd name="connsiteX47" fmla="*/ 1544 w 10000"/>
                  <a:gd name="connsiteY47" fmla="*/ 4544 h 10000"/>
                  <a:gd name="connsiteX48" fmla="*/ 1689 w 10000"/>
                  <a:gd name="connsiteY48" fmla="*/ 4569 h 10000"/>
                  <a:gd name="connsiteX49" fmla="*/ 1789 w 10000"/>
                  <a:gd name="connsiteY49" fmla="*/ 4638 h 10000"/>
                  <a:gd name="connsiteX50" fmla="*/ 1946 w 10000"/>
                  <a:gd name="connsiteY50" fmla="*/ 4594 h 10000"/>
                  <a:gd name="connsiteX51" fmla="*/ 2014 w 10000"/>
                  <a:gd name="connsiteY51" fmla="*/ 4695 h 10000"/>
                  <a:gd name="connsiteX52" fmla="*/ 2047 w 10000"/>
                  <a:gd name="connsiteY52" fmla="*/ 4806 h 10000"/>
                  <a:gd name="connsiteX53" fmla="*/ 2226 w 10000"/>
                  <a:gd name="connsiteY53" fmla="*/ 4932 h 10000"/>
                  <a:gd name="connsiteX54" fmla="*/ 2326 w 10000"/>
                  <a:gd name="connsiteY54" fmla="*/ 4915 h 10000"/>
                  <a:gd name="connsiteX55" fmla="*/ 2371 w 10000"/>
                  <a:gd name="connsiteY55" fmla="*/ 4949 h 10000"/>
                  <a:gd name="connsiteX56" fmla="*/ 2359 w 10000"/>
                  <a:gd name="connsiteY56" fmla="*/ 5034 h 10000"/>
                  <a:gd name="connsiteX57" fmla="*/ 2539 w 10000"/>
                  <a:gd name="connsiteY57" fmla="*/ 5110 h 10000"/>
                  <a:gd name="connsiteX58" fmla="*/ 2651 w 10000"/>
                  <a:gd name="connsiteY58" fmla="*/ 5126 h 10000"/>
                  <a:gd name="connsiteX59" fmla="*/ 2673 w 10000"/>
                  <a:gd name="connsiteY59" fmla="*/ 5237 h 10000"/>
                  <a:gd name="connsiteX60" fmla="*/ 2483 w 10000"/>
                  <a:gd name="connsiteY60" fmla="*/ 5362 h 10000"/>
                  <a:gd name="connsiteX61" fmla="*/ 2159 w 10000"/>
                  <a:gd name="connsiteY61" fmla="*/ 5379 h 10000"/>
                  <a:gd name="connsiteX62" fmla="*/ 1946 w 10000"/>
                  <a:gd name="connsiteY62" fmla="*/ 5278 h 10000"/>
                  <a:gd name="connsiteX63" fmla="*/ 1834 w 10000"/>
                  <a:gd name="connsiteY63" fmla="*/ 5278 h 10000"/>
                  <a:gd name="connsiteX64" fmla="*/ 1789 w 10000"/>
                  <a:gd name="connsiteY64" fmla="*/ 5321 h 10000"/>
                  <a:gd name="connsiteX65" fmla="*/ 1834 w 10000"/>
                  <a:gd name="connsiteY65" fmla="*/ 5398 h 10000"/>
                  <a:gd name="connsiteX66" fmla="*/ 2091 w 10000"/>
                  <a:gd name="connsiteY66" fmla="*/ 5599 h 10000"/>
                  <a:gd name="connsiteX67" fmla="*/ 2359 w 10000"/>
                  <a:gd name="connsiteY67" fmla="*/ 5878 h 10000"/>
                  <a:gd name="connsiteX68" fmla="*/ 2439 w 10000"/>
                  <a:gd name="connsiteY68" fmla="*/ 5920 h 10000"/>
                  <a:gd name="connsiteX69" fmla="*/ 2428 w 10000"/>
                  <a:gd name="connsiteY69" fmla="*/ 6158 h 10000"/>
                  <a:gd name="connsiteX70" fmla="*/ 2359 w 10000"/>
                  <a:gd name="connsiteY70" fmla="*/ 6241 h 10000"/>
                  <a:gd name="connsiteX71" fmla="*/ 2237 w 10000"/>
                  <a:gd name="connsiteY71" fmla="*/ 6283 h 10000"/>
                  <a:gd name="connsiteX72" fmla="*/ 2159 w 10000"/>
                  <a:gd name="connsiteY72" fmla="*/ 6216 h 10000"/>
                  <a:gd name="connsiteX73" fmla="*/ 1577 w 10000"/>
                  <a:gd name="connsiteY73" fmla="*/ 6410 h 10000"/>
                  <a:gd name="connsiteX74" fmla="*/ 1499 w 10000"/>
                  <a:gd name="connsiteY74" fmla="*/ 6461 h 10000"/>
                  <a:gd name="connsiteX75" fmla="*/ 1398 w 10000"/>
                  <a:gd name="connsiteY75" fmla="*/ 6453 h 10000"/>
                  <a:gd name="connsiteX76" fmla="*/ 1342 w 10000"/>
                  <a:gd name="connsiteY76" fmla="*/ 6368 h 10000"/>
                  <a:gd name="connsiteX77" fmla="*/ 1208 w 10000"/>
                  <a:gd name="connsiteY77" fmla="*/ 6377 h 10000"/>
                  <a:gd name="connsiteX78" fmla="*/ 1073 w 10000"/>
                  <a:gd name="connsiteY78" fmla="*/ 6487 h 10000"/>
                  <a:gd name="connsiteX79" fmla="*/ 1141 w 10000"/>
                  <a:gd name="connsiteY79" fmla="*/ 6570 h 10000"/>
                  <a:gd name="connsiteX80" fmla="*/ 1275 w 10000"/>
                  <a:gd name="connsiteY80" fmla="*/ 6630 h 10000"/>
                  <a:gd name="connsiteX81" fmla="*/ 1309 w 10000"/>
                  <a:gd name="connsiteY81" fmla="*/ 6781 h 10000"/>
                  <a:gd name="connsiteX82" fmla="*/ 1398 w 10000"/>
                  <a:gd name="connsiteY82" fmla="*/ 6874 h 10000"/>
                  <a:gd name="connsiteX83" fmla="*/ 1398 w 10000"/>
                  <a:gd name="connsiteY83" fmla="*/ 7061 h 10000"/>
                  <a:gd name="connsiteX84" fmla="*/ 1342 w 10000"/>
                  <a:gd name="connsiteY84" fmla="*/ 7120 h 10000"/>
                  <a:gd name="connsiteX85" fmla="*/ 1242 w 10000"/>
                  <a:gd name="connsiteY85" fmla="*/ 7110 h 10000"/>
                  <a:gd name="connsiteX86" fmla="*/ 1174 w 10000"/>
                  <a:gd name="connsiteY86" fmla="*/ 7061 h 10000"/>
                  <a:gd name="connsiteX87" fmla="*/ 1108 w 10000"/>
                  <a:gd name="connsiteY87" fmla="*/ 6892 h 10000"/>
                  <a:gd name="connsiteX88" fmla="*/ 1040 w 10000"/>
                  <a:gd name="connsiteY88" fmla="*/ 6833 h 10000"/>
                  <a:gd name="connsiteX89" fmla="*/ 850 w 10000"/>
                  <a:gd name="connsiteY89" fmla="*/ 6833 h 10000"/>
                  <a:gd name="connsiteX90" fmla="*/ 503 w 10000"/>
                  <a:gd name="connsiteY90" fmla="*/ 7077 h 10000"/>
                  <a:gd name="connsiteX91" fmla="*/ 447 w 10000"/>
                  <a:gd name="connsiteY91" fmla="*/ 7237 h 10000"/>
                  <a:gd name="connsiteX92" fmla="*/ 380 w 10000"/>
                  <a:gd name="connsiteY92" fmla="*/ 7305 h 10000"/>
                  <a:gd name="connsiteX93" fmla="*/ 380 w 10000"/>
                  <a:gd name="connsiteY93" fmla="*/ 7542 h 10000"/>
                  <a:gd name="connsiteX94" fmla="*/ 291 w 10000"/>
                  <a:gd name="connsiteY94" fmla="*/ 7610 h 10000"/>
                  <a:gd name="connsiteX95" fmla="*/ 112 w 10000"/>
                  <a:gd name="connsiteY95" fmla="*/ 7610 h 10000"/>
                  <a:gd name="connsiteX96" fmla="*/ 0 w 10000"/>
                  <a:gd name="connsiteY96" fmla="*/ 7711 h 10000"/>
                  <a:gd name="connsiteX97" fmla="*/ 4224 w 10000"/>
                  <a:gd name="connsiteY97" fmla="*/ 8206 h 10000"/>
                  <a:gd name="connsiteX98" fmla="*/ 3993 w 10000"/>
                  <a:gd name="connsiteY98" fmla="*/ 9307 h 10000"/>
                  <a:gd name="connsiteX99" fmla="*/ 4418 w 10000"/>
                  <a:gd name="connsiteY99" fmla="*/ 9434 h 10000"/>
                  <a:gd name="connsiteX100" fmla="*/ 4899 w 10000"/>
                  <a:gd name="connsiteY100" fmla="*/ 9940 h 10000"/>
                  <a:gd name="connsiteX101" fmla="*/ 4988 w 10000"/>
                  <a:gd name="connsiteY101" fmla="*/ 9992 h 10000"/>
                  <a:gd name="connsiteX102" fmla="*/ 5157 w 10000"/>
                  <a:gd name="connsiteY102" fmla="*/ 10000 h 10000"/>
                  <a:gd name="connsiteX103" fmla="*/ 5301 w 10000"/>
                  <a:gd name="connsiteY103" fmla="*/ 9915 h 10000"/>
                  <a:gd name="connsiteX104" fmla="*/ 5336 w 10000"/>
                  <a:gd name="connsiteY104" fmla="*/ 9628 h 10000"/>
                  <a:gd name="connsiteX105" fmla="*/ 6041 w 10000"/>
                  <a:gd name="connsiteY105" fmla="*/ 9460 h 10000"/>
                  <a:gd name="connsiteX106" fmla="*/ 6185 w 10000"/>
                  <a:gd name="connsiteY106" fmla="*/ 9493 h 10000"/>
                  <a:gd name="connsiteX107" fmla="*/ 6443 w 10000"/>
                  <a:gd name="connsiteY107" fmla="*/ 9712 h 10000"/>
                  <a:gd name="connsiteX108" fmla="*/ 6544 w 10000"/>
                  <a:gd name="connsiteY108" fmla="*/ 9704 h 10000"/>
                  <a:gd name="connsiteX109" fmla="*/ 6555 w 10000"/>
                  <a:gd name="connsiteY109" fmla="*/ 9561 h 10000"/>
                  <a:gd name="connsiteX110" fmla="*/ 6879 w 10000"/>
                  <a:gd name="connsiteY110" fmla="*/ 9416 h 10000"/>
                  <a:gd name="connsiteX111" fmla="*/ 7539 w 10000"/>
                  <a:gd name="connsiteY111" fmla="*/ 9517 h 10000"/>
                  <a:gd name="connsiteX112" fmla="*/ 7696 w 10000"/>
                  <a:gd name="connsiteY112" fmla="*/ 9392 h 10000"/>
                  <a:gd name="connsiteX113" fmla="*/ 8300 w 10000"/>
                  <a:gd name="connsiteY113" fmla="*/ 9476 h 10000"/>
                  <a:gd name="connsiteX114" fmla="*/ 8748 w 10000"/>
                  <a:gd name="connsiteY114" fmla="*/ 9426 h 10000"/>
                  <a:gd name="connsiteX115" fmla="*/ 9005 w 10000"/>
                  <a:gd name="connsiteY115" fmla="*/ 9517 h 10000"/>
                  <a:gd name="connsiteX116" fmla="*/ 9005 w 10000"/>
                  <a:gd name="connsiteY116" fmla="*/ 8757 h 10000"/>
                  <a:gd name="connsiteX117" fmla="*/ 9519 w 10000"/>
                  <a:gd name="connsiteY117" fmla="*/ 7948 h 10000"/>
                  <a:gd name="connsiteX118" fmla="*/ 10000 w 10000"/>
                  <a:gd name="connsiteY118" fmla="*/ 7593 h 10000"/>
                  <a:gd name="connsiteX119" fmla="*/ 9396 w 10000"/>
                  <a:gd name="connsiteY119" fmla="*/ 7069 h 10000"/>
                  <a:gd name="connsiteX120" fmla="*/ 9005 w 10000"/>
                  <a:gd name="connsiteY120" fmla="*/ 6605 h 10000"/>
                  <a:gd name="connsiteX121" fmla="*/ 8915 w 10000"/>
                  <a:gd name="connsiteY121" fmla="*/ 5938 h 10000"/>
                  <a:gd name="connsiteX122" fmla="*/ 9038 w 10000"/>
                  <a:gd name="connsiteY122" fmla="*/ 5270 h 10000"/>
                  <a:gd name="connsiteX123" fmla="*/ 9742 w 10000"/>
                  <a:gd name="connsiteY123" fmla="*/ 5034 h 10000"/>
                  <a:gd name="connsiteX124" fmla="*/ 9339 w 10000"/>
                  <a:gd name="connsiteY124" fmla="*/ 4949 h 10000"/>
                  <a:gd name="connsiteX125" fmla="*/ 9005 w 10000"/>
                  <a:gd name="connsiteY125" fmla="*/ 4434 h 10000"/>
                  <a:gd name="connsiteX126" fmla="*/ 9441 w 10000"/>
                  <a:gd name="connsiteY126" fmla="*/ 4096 h 10000"/>
                  <a:gd name="connsiteX127" fmla="*/ 9150 w 10000"/>
                  <a:gd name="connsiteY127" fmla="*/ 3750 h 10000"/>
                  <a:gd name="connsiteX128" fmla="*/ 8658 w 10000"/>
                  <a:gd name="connsiteY128" fmla="*/ 4029 h 10000"/>
                  <a:gd name="connsiteX129" fmla="*/ 7472 w 10000"/>
                  <a:gd name="connsiteY129" fmla="*/ 3716 h 10000"/>
                  <a:gd name="connsiteX130" fmla="*/ 6835 w 10000"/>
                  <a:gd name="connsiteY130" fmla="*/ 3336 h 10000"/>
                  <a:gd name="connsiteX131" fmla="*/ 6790 w 10000"/>
                  <a:gd name="connsiteY131" fmla="*/ 2854 h 10000"/>
                  <a:gd name="connsiteX132" fmla="*/ 6688 w 10000"/>
                  <a:gd name="connsiteY132" fmla="*/ 2559 h 10000"/>
                  <a:gd name="connsiteX133" fmla="*/ 6354 w 10000"/>
                  <a:gd name="connsiteY133" fmla="*/ 2390 h 10000"/>
                  <a:gd name="connsiteX134" fmla="*/ 5906 w 10000"/>
                  <a:gd name="connsiteY134" fmla="*/ 2306 h 10000"/>
                  <a:gd name="connsiteX135" fmla="*/ 5526 w 10000"/>
                  <a:gd name="connsiteY135" fmla="*/ 1883 h 10000"/>
                  <a:gd name="connsiteX136" fmla="*/ 5347 w 10000"/>
                  <a:gd name="connsiteY136" fmla="*/ 1300 h 10000"/>
                  <a:gd name="connsiteX137" fmla="*/ 5100 w 10000"/>
                  <a:gd name="connsiteY137" fmla="*/ 937 h 10000"/>
                  <a:gd name="connsiteX138" fmla="*/ 4676 w 10000"/>
                  <a:gd name="connsiteY138" fmla="*/ 557 h 10000"/>
                  <a:gd name="connsiteX139" fmla="*/ 4060 w 10000"/>
                  <a:gd name="connsiteY139" fmla="*/ 346 h 10000"/>
                  <a:gd name="connsiteX140" fmla="*/ 3859 w 10000"/>
                  <a:gd name="connsiteY140" fmla="*/ 228 h 10000"/>
                  <a:gd name="connsiteX141" fmla="*/ 3668 w 10000"/>
                  <a:gd name="connsiteY141" fmla="*/ 0 h 10000"/>
                  <a:gd name="connsiteX142" fmla="*/ 3165 w 10000"/>
                  <a:gd name="connsiteY142" fmla="*/ 143 h 10000"/>
                  <a:gd name="connsiteX143" fmla="*/ 2662 w 10000"/>
                  <a:gd name="connsiteY143" fmla="*/ 160 h 10000"/>
                  <a:gd name="connsiteX144" fmla="*/ 1991 w 10000"/>
                  <a:gd name="connsiteY144" fmla="*/ 490 h 10000"/>
                  <a:gd name="connsiteX145" fmla="*/ 1398 w 10000"/>
                  <a:gd name="connsiteY145" fmla="*/ 507 h 10000"/>
                  <a:gd name="connsiteX146" fmla="*/ 1108 w 10000"/>
                  <a:gd name="connsiteY146" fmla="*/ 675 h 10000"/>
                  <a:gd name="connsiteX147" fmla="*/ 536 w 10000"/>
                  <a:gd name="connsiteY147" fmla="*/ 719 h 10000"/>
                  <a:gd name="connsiteX0" fmla="*/ 536 w 10000"/>
                  <a:gd name="connsiteY0" fmla="*/ 719 h 10000"/>
                  <a:gd name="connsiteX1" fmla="*/ 850 w 10000"/>
                  <a:gd name="connsiteY1" fmla="*/ 937 h 10000"/>
                  <a:gd name="connsiteX2" fmla="*/ 872 w 10000"/>
                  <a:gd name="connsiteY2" fmla="*/ 1056 h 10000"/>
                  <a:gd name="connsiteX3" fmla="*/ 817 w 10000"/>
                  <a:gd name="connsiteY3" fmla="*/ 1123 h 10000"/>
                  <a:gd name="connsiteX4" fmla="*/ 917 w 10000"/>
                  <a:gd name="connsiteY4" fmla="*/ 1191 h 10000"/>
                  <a:gd name="connsiteX5" fmla="*/ 939 w 10000"/>
                  <a:gd name="connsiteY5" fmla="*/ 1300 h 10000"/>
                  <a:gd name="connsiteX6" fmla="*/ 806 w 10000"/>
                  <a:gd name="connsiteY6" fmla="*/ 1427 h 10000"/>
                  <a:gd name="connsiteX7" fmla="*/ 828 w 10000"/>
                  <a:gd name="connsiteY7" fmla="*/ 1504 h 10000"/>
                  <a:gd name="connsiteX8" fmla="*/ 961 w 10000"/>
                  <a:gd name="connsiteY8" fmla="*/ 1554 h 10000"/>
                  <a:gd name="connsiteX9" fmla="*/ 1051 w 10000"/>
                  <a:gd name="connsiteY9" fmla="*/ 1487 h 10000"/>
                  <a:gd name="connsiteX10" fmla="*/ 1141 w 10000"/>
                  <a:gd name="connsiteY10" fmla="*/ 1487 h 10000"/>
                  <a:gd name="connsiteX11" fmla="*/ 1264 w 10000"/>
                  <a:gd name="connsiteY11" fmla="*/ 1562 h 10000"/>
                  <a:gd name="connsiteX12" fmla="*/ 1264 w 10000"/>
                  <a:gd name="connsiteY12" fmla="*/ 1613 h 10000"/>
                  <a:gd name="connsiteX13" fmla="*/ 1185 w 10000"/>
                  <a:gd name="connsiteY13" fmla="*/ 1663 h 10000"/>
                  <a:gd name="connsiteX14" fmla="*/ 1097 w 10000"/>
                  <a:gd name="connsiteY14" fmla="*/ 1663 h 10000"/>
                  <a:gd name="connsiteX15" fmla="*/ 1062 w 10000"/>
                  <a:gd name="connsiteY15" fmla="*/ 1740 h 10000"/>
                  <a:gd name="connsiteX16" fmla="*/ 1119 w 10000"/>
                  <a:gd name="connsiteY16" fmla="*/ 1800 h 10000"/>
                  <a:gd name="connsiteX17" fmla="*/ 1084 w 10000"/>
                  <a:gd name="connsiteY17" fmla="*/ 1883 h 10000"/>
                  <a:gd name="connsiteX18" fmla="*/ 1062 w 10000"/>
                  <a:gd name="connsiteY18" fmla="*/ 1943 h 10000"/>
                  <a:gd name="connsiteX19" fmla="*/ 1119 w 10000"/>
                  <a:gd name="connsiteY19" fmla="*/ 2002 h 10000"/>
                  <a:gd name="connsiteX20" fmla="*/ 1286 w 10000"/>
                  <a:gd name="connsiteY20" fmla="*/ 2002 h 10000"/>
                  <a:gd name="connsiteX21" fmla="*/ 1353 w 10000"/>
                  <a:gd name="connsiteY21" fmla="*/ 2069 h 10000"/>
                  <a:gd name="connsiteX22" fmla="*/ 1476 w 10000"/>
                  <a:gd name="connsiteY22" fmla="*/ 2137 h 10000"/>
                  <a:gd name="connsiteX23" fmla="*/ 1677 w 10000"/>
                  <a:gd name="connsiteY23" fmla="*/ 2128 h 10000"/>
                  <a:gd name="connsiteX24" fmla="*/ 1823 w 10000"/>
                  <a:gd name="connsiteY24" fmla="*/ 2204 h 10000"/>
                  <a:gd name="connsiteX25" fmla="*/ 2003 w 10000"/>
                  <a:gd name="connsiteY25" fmla="*/ 2187 h 10000"/>
                  <a:gd name="connsiteX26" fmla="*/ 2091 w 10000"/>
                  <a:gd name="connsiteY26" fmla="*/ 2221 h 10000"/>
                  <a:gd name="connsiteX27" fmla="*/ 2114 w 10000"/>
                  <a:gd name="connsiteY27" fmla="*/ 2280 h 10000"/>
                  <a:gd name="connsiteX28" fmla="*/ 1958 w 10000"/>
                  <a:gd name="connsiteY28" fmla="*/ 2356 h 10000"/>
                  <a:gd name="connsiteX29" fmla="*/ 1789 w 10000"/>
                  <a:gd name="connsiteY29" fmla="*/ 2322 h 10000"/>
                  <a:gd name="connsiteX30" fmla="*/ 1644 w 10000"/>
                  <a:gd name="connsiteY30" fmla="*/ 2298 h 10000"/>
                  <a:gd name="connsiteX31" fmla="*/ 1544 w 10000"/>
                  <a:gd name="connsiteY31" fmla="*/ 2314 h 10000"/>
                  <a:gd name="connsiteX32" fmla="*/ 1510 w 10000"/>
                  <a:gd name="connsiteY32" fmla="*/ 2458 h 10000"/>
                  <a:gd name="connsiteX33" fmla="*/ 1398 w 10000"/>
                  <a:gd name="connsiteY33" fmla="*/ 2559 h 10000"/>
                  <a:gd name="connsiteX34" fmla="*/ 1465 w 10000"/>
                  <a:gd name="connsiteY34" fmla="*/ 2846 h 10000"/>
                  <a:gd name="connsiteX35" fmla="*/ 1544 w 10000"/>
                  <a:gd name="connsiteY35" fmla="*/ 2897 h 10000"/>
                  <a:gd name="connsiteX36" fmla="*/ 1499 w 10000"/>
                  <a:gd name="connsiteY36" fmla="*/ 3040 h 10000"/>
                  <a:gd name="connsiteX37" fmla="*/ 2003 w 10000"/>
                  <a:gd name="connsiteY37" fmla="*/ 3074 h 10000"/>
                  <a:gd name="connsiteX38" fmla="*/ 2091 w 10000"/>
                  <a:gd name="connsiteY38" fmla="*/ 3167 h 10000"/>
                  <a:gd name="connsiteX39" fmla="*/ 2025 w 10000"/>
                  <a:gd name="connsiteY39" fmla="*/ 3268 h 10000"/>
                  <a:gd name="connsiteX40" fmla="*/ 2025 w 10000"/>
                  <a:gd name="connsiteY40" fmla="*/ 3411 h 10000"/>
                  <a:gd name="connsiteX41" fmla="*/ 1812 w 10000"/>
                  <a:gd name="connsiteY41" fmla="*/ 3639 h 10000"/>
                  <a:gd name="connsiteX42" fmla="*/ 1622 w 10000"/>
                  <a:gd name="connsiteY42" fmla="*/ 3979 h 10000"/>
                  <a:gd name="connsiteX43" fmla="*/ 1533 w 10000"/>
                  <a:gd name="connsiteY43" fmla="*/ 4020 h 10000"/>
                  <a:gd name="connsiteX44" fmla="*/ 1533 w 10000"/>
                  <a:gd name="connsiteY44" fmla="*/ 4114 h 10000"/>
                  <a:gd name="connsiteX45" fmla="*/ 1588 w 10000"/>
                  <a:gd name="connsiteY45" fmla="*/ 4171 h 10000"/>
                  <a:gd name="connsiteX46" fmla="*/ 1453 w 10000"/>
                  <a:gd name="connsiteY46" fmla="*/ 4342 h 10000"/>
                  <a:gd name="connsiteX47" fmla="*/ 1544 w 10000"/>
                  <a:gd name="connsiteY47" fmla="*/ 4544 h 10000"/>
                  <a:gd name="connsiteX48" fmla="*/ 1689 w 10000"/>
                  <a:gd name="connsiteY48" fmla="*/ 4569 h 10000"/>
                  <a:gd name="connsiteX49" fmla="*/ 1789 w 10000"/>
                  <a:gd name="connsiteY49" fmla="*/ 4638 h 10000"/>
                  <a:gd name="connsiteX50" fmla="*/ 1946 w 10000"/>
                  <a:gd name="connsiteY50" fmla="*/ 4594 h 10000"/>
                  <a:gd name="connsiteX51" fmla="*/ 2014 w 10000"/>
                  <a:gd name="connsiteY51" fmla="*/ 4695 h 10000"/>
                  <a:gd name="connsiteX52" fmla="*/ 2047 w 10000"/>
                  <a:gd name="connsiteY52" fmla="*/ 4806 h 10000"/>
                  <a:gd name="connsiteX53" fmla="*/ 2226 w 10000"/>
                  <a:gd name="connsiteY53" fmla="*/ 4932 h 10000"/>
                  <a:gd name="connsiteX54" fmla="*/ 2326 w 10000"/>
                  <a:gd name="connsiteY54" fmla="*/ 4915 h 10000"/>
                  <a:gd name="connsiteX55" fmla="*/ 2371 w 10000"/>
                  <a:gd name="connsiteY55" fmla="*/ 4949 h 10000"/>
                  <a:gd name="connsiteX56" fmla="*/ 2359 w 10000"/>
                  <a:gd name="connsiteY56" fmla="*/ 5034 h 10000"/>
                  <a:gd name="connsiteX57" fmla="*/ 2539 w 10000"/>
                  <a:gd name="connsiteY57" fmla="*/ 5110 h 10000"/>
                  <a:gd name="connsiteX58" fmla="*/ 2651 w 10000"/>
                  <a:gd name="connsiteY58" fmla="*/ 5126 h 10000"/>
                  <a:gd name="connsiteX59" fmla="*/ 2673 w 10000"/>
                  <a:gd name="connsiteY59" fmla="*/ 5237 h 10000"/>
                  <a:gd name="connsiteX60" fmla="*/ 2483 w 10000"/>
                  <a:gd name="connsiteY60" fmla="*/ 5362 h 10000"/>
                  <a:gd name="connsiteX61" fmla="*/ 2159 w 10000"/>
                  <a:gd name="connsiteY61" fmla="*/ 5379 h 10000"/>
                  <a:gd name="connsiteX62" fmla="*/ 1946 w 10000"/>
                  <a:gd name="connsiteY62" fmla="*/ 5278 h 10000"/>
                  <a:gd name="connsiteX63" fmla="*/ 1834 w 10000"/>
                  <a:gd name="connsiteY63" fmla="*/ 5278 h 10000"/>
                  <a:gd name="connsiteX64" fmla="*/ 1789 w 10000"/>
                  <a:gd name="connsiteY64" fmla="*/ 5321 h 10000"/>
                  <a:gd name="connsiteX65" fmla="*/ 1834 w 10000"/>
                  <a:gd name="connsiteY65" fmla="*/ 5398 h 10000"/>
                  <a:gd name="connsiteX66" fmla="*/ 2091 w 10000"/>
                  <a:gd name="connsiteY66" fmla="*/ 5599 h 10000"/>
                  <a:gd name="connsiteX67" fmla="*/ 2359 w 10000"/>
                  <a:gd name="connsiteY67" fmla="*/ 5878 h 10000"/>
                  <a:gd name="connsiteX68" fmla="*/ 2439 w 10000"/>
                  <a:gd name="connsiteY68" fmla="*/ 5920 h 10000"/>
                  <a:gd name="connsiteX69" fmla="*/ 2428 w 10000"/>
                  <a:gd name="connsiteY69" fmla="*/ 6158 h 10000"/>
                  <a:gd name="connsiteX70" fmla="*/ 2359 w 10000"/>
                  <a:gd name="connsiteY70" fmla="*/ 6241 h 10000"/>
                  <a:gd name="connsiteX71" fmla="*/ 2237 w 10000"/>
                  <a:gd name="connsiteY71" fmla="*/ 6283 h 10000"/>
                  <a:gd name="connsiteX72" fmla="*/ 2159 w 10000"/>
                  <a:gd name="connsiteY72" fmla="*/ 6216 h 10000"/>
                  <a:gd name="connsiteX73" fmla="*/ 1499 w 10000"/>
                  <a:gd name="connsiteY73" fmla="*/ 6461 h 10000"/>
                  <a:gd name="connsiteX74" fmla="*/ 1398 w 10000"/>
                  <a:gd name="connsiteY74" fmla="*/ 6453 h 10000"/>
                  <a:gd name="connsiteX75" fmla="*/ 1342 w 10000"/>
                  <a:gd name="connsiteY75" fmla="*/ 6368 h 10000"/>
                  <a:gd name="connsiteX76" fmla="*/ 1208 w 10000"/>
                  <a:gd name="connsiteY76" fmla="*/ 6377 h 10000"/>
                  <a:gd name="connsiteX77" fmla="*/ 1073 w 10000"/>
                  <a:gd name="connsiteY77" fmla="*/ 6487 h 10000"/>
                  <a:gd name="connsiteX78" fmla="*/ 1141 w 10000"/>
                  <a:gd name="connsiteY78" fmla="*/ 6570 h 10000"/>
                  <a:gd name="connsiteX79" fmla="*/ 1275 w 10000"/>
                  <a:gd name="connsiteY79" fmla="*/ 6630 h 10000"/>
                  <a:gd name="connsiteX80" fmla="*/ 1309 w 10000"/>
                  <a:gd name="connsiteY80" fmla="*/ 6781 h 10000"/>
                  <a:gd name="connsiteX81" fmla="*/ 1398 w 10000"/>
                  <a:gd name="connsiteY81" fmla="*/ 6874 h 10000"/>
                  <a:gd name="connsiteX82" fmla="*/ 1398 w 10000"/>
                  <a:gd name="connsiteY82" fmla="*/ 7061 h 10000"/>
                  <a:gd name="connsiteX83" fmla="*/ 1342 w 10000"/>
                  <a:gd name="connsiteY83" fmla="*/ 7120 h 10000"/>
                  <a:gd name="connsiteX84" fmla="*/ 1242 w 10000"/>
                  <a:gd name="connsiteY84" fmla="*/ 7110 h 10000"/>
                  <a:gd name="connsiteX85" fmla="*/ 1174 w 10000"/>
                  <a:gd name="connsiteY85" fmla="*/ 7061 h 10000"/>
                  <a:gd name="connsiteX86" fmla="*/ 1108 w 10000"/>
                  <a:gd name="connsiteY86" fmla="*/ 6892 h 10000"/>
                  <a:gd name="connsiteX87" fmla="*/ 1040 w 10000"/>
                  <a:gd name="connsiteY87" fmla="*/ 6833 h 10000"/>
                  <a:gd name="connsiteX88" fmla="*/ 850 w 10000"/>
                  <a:gd name="connsiteY88" fmla="*/ 6833 h 10000"/>
                  <a:gd name="connsiteX89" fmla="*/ 503 w 10000"/>
                  <a:gd name="connsiteY89" fmla="*/ 7077 h 10000"/>
                  <a:gd name="connsiteX90" fmla="*/ 447 w 10000"/>
                  <a:gd name="connsiteY90" fmla="*/ 7237 h 10000"/>
                  <a:gd name="connsiteX91" fmla="*/ 380 w 10000"/>
                  <a:gd name="connsiteY91" fmla="*/ 7305 h 10000"/>
                  <a:gd name="connsiteX92" fmla="*/ 380 w 10000"/>
                  <a:gd name="connsiteY92" fmla="*/ 7542 h 10000"/>
                  <a:gd name="connsiteX93" fmla="*/ 291 w 10000"/>
                  <a:gd name="connsiteY93" fmla="*/ 7610 h 10000"/>
                  <a:gd name="connsiteX94" fmla="*/ 112 w 10000"/>
                  <a:gd name="connsiteY94" fmla="*/ 7610 h 10000"/>
                  <a:gd name="connsiteX95" fmla="*/ 0 w 10000"/>
                  <a:gd name="connsiteY95" fmla="*/ 7711 h 10000"/>
                  <a:gd name="connsiteX96" fmla="*/ 4224 w 10000"/>
                  <a:gd name="connsiteY96" fmla="*/ 8206 h 10000"/>
                  <a:gd name="connsiteX97" fmla="*/ 3993 w 10000"/>
                  <a:gd name="connsiteY97" fmla="*/ 9307 h 10000"/>
                  <a:gd name="connsiteX98" fmla="*/ 4418 w 10000"/>
                  <a:gd name="connsiteY98" fmla="*/ 9434 h 10000"/>
                  <a:gd name="connsiteX99" fmla="*/ 4899 w 10000"/>
                  <a:gd name="connsiteY99" fmla="*/ 9940 h 10000"/>
                  <a:gd name="connsiteX100" fmla="*/ 4988 w 10000"/>
                  <a:gd name="connsiteY100" fmla="*/ 9992 h 10000"/>
                  <a:gd name="connsiteX101" fmla="*/ 5157 w 10000"/>
                  <a:gd name="connsiteY101" fmla="*/ 10000 h 10000"/>
                  <a:gd name="connsiteX102" fmla="*/ 5301 w 10000"/>
                  <a:gd name="connsiteY102" fmla="*/ 9915 h 10000"/>
                  <a:gd name="connsiteX103" fmla="*/ 5336 w 10000"/>
                  <a:gd name="connsiteY103" fmla="*/ 9628 h 10000"/>
                  <a:gd name="connsiteX104" fmla="*/ 6041 w 10000"/>
                  <a:gd name="connsiteY104" fmla="*/ 9460 h 10000"/>
                  <a:gd name="connsiteX105" fmla="*/ 6185 w 10000"/>
                  <a:gd name="connsiteY105" fmla="*/ 9493 h 10000"/>
                  <a:gd name="connsiteX106" fmla="*/ 6443 w 10000"/>
                  <a:gd name="connsiteY106" fmla="*/ 9712 h 10000"/>
                  <a:gd name="connsiteX107" fmla="*/ 6544 w 10000"/>
                  <a:gd name="connsiteY107" fmla="*/ 9704 h 10000"/>
                  <a:gd name="connsiteX108" fmla="*/ 6555 w 10000"/>
                  <a:gd name="connsiteY108" fmla="*/ 9561 h 10000"/>
                  <a:gd name="connsiteX109" fmla="*/ 6879 w 10000"/>
                  <a:gd name="connsiteY109" fmla="*/ 9416 h 10000"/>
                  <a:gd name="connsiteX110" fmla="*/ 7539 w 10000"/>
                  <a:gd name="connsiteY110" fmla="*/ 9517 h 10000"/>
                  <a:gd name="connsiteX111" fmla="*/ 7696 w 10000"/>
                  <a:gd name="connsiteY111" fmla="*/ 9392 h 10000"/>
                  <a:gd name="connsiteX112" fmla="*/ 8300 w 10000"/>
                  <a:gd name="connsiteY112" fmla="*/ 9476 h 10000"/>
                  <a:gd name="connsiteX113" fmla="*/ 8748 w 10000"/>
                  <a:gd name="connsiteY113" fmla="*/ 9426 h 10000"/>
                  <a:gd name="connsiteX114" fmla="*/ 9005 w 10000"/>
                  <a:gd name="connsiteY114" fmla="*/ 9517 h 10000"/>
                  <a:gd name="connsiteX115" fmla="*/ 9005 w 10000"/>
                  <a:gd name="connsiteY115" fmla="*/ 8757 h 10000"/>
                  <a:gd name="connsiteX116" fmla="*/ 9519 w 10000"/>
                  <a:gd name="connsiteY116" fmla="*/ 7948 h 10000"/>
                  <a:gd name="connsiteX117" fmla="*/ 10000 w 10000"/>
                  <a:gd name="connsiteY117" fmla="*/ 7593 h 10000"/>
                  <a:gd name="connsiteX118" fmla="*/ 9396 w 10000"/>
                  <a:gd name="connsiteY118" fmla="*/ 7069 h 10000"/>
                  <a:gd name="connsiteX119" fmla="*/ 9005 w 10000"/>
                  <a:gd name="connsiteY119" fmla="*/ 6605 h 10000"/>
                  <a:gd name="connsiteX120" fmla="*/ 8915 w 10000"/>
                  <a:gd name="connsiteY120" fmla="*/ 5938 h 10000"/>
                  <a:gd name="connsiteX121" fmla="*/ 9038 w 10000"/>
                  <a:gd name="connsiteY121" fmla="*/ 5270 h 10000"/>
                  <a:gd name="connsiteX122" fmla="*/ 9742 w 10000"/>
                  <a:gd name="connsiteY122" fmla="*/ 5034 h 10000"/>
                  <a:gd name="connsiteX123" fmla="*/ 9339 w 10000"/>
                  <a:gd name="connsiteY123" fmla="*/ 4949 h 10000"/>
                  <a:gd name="connsiteX124" fmla="*/ 9005 w 10000"/>
                  <a:gd name="connsiteY124" fmla="*/ 4434 h 10000"/>
                  <a:gd name="connsiteX125" fmla="*/ 9441 w 10000"/>
                  <a:gd name="connsiteY125" fmla="*/ 4096 h 10000"/>
                  <a:gd name="connsiteX126" fmla="*/ 9150 w 10000"/>
                  <a:gd name="connsiteY126" fmla="*/ 3750 h 10000"/>
                  <a:gd name="connsiteX127" fmla="*/ 8658 w 10000"/>
                  <a:gd name="connsiteY127" fmla="*/ 4029 h 10000"/>
                  <a:gd name="connsiteX128" fmla="*/ 7472 w 10000"/>
                  <a:gd name="connsiteY128" fmla="*/ 3716 h 10000"/>
                  <a:gd name="connsiteX129" fmla="*/ 6835 w 10000"/>
                  <a:gd name="connsiteY129" fmla="*/ 3336 h 10000"/>
                  <a:gd name="connsiteX130" fmla="*/ 6790 w 10000"/>
                  <a:gd name="connsiteY130" fmla="*/ 2854 h 10000"/>
                  <a:gd name="connsiteX131" fmla="*/ 6688 w 10000"/>
                  <a:gd name="connsiteY131" fmla="*/ 2559 h 10000"/>
                  <a:gd name="connsiteX132" fmla="*/ 6354 w 10000"/>
                  <a:gd name="connsiteY132" fmla="*/ 2390 h 10000"/>
                  <a:gd name="connsiteX133" fmla="*/ 5906 w 10000"/>
                  <a:gd name="connsiteY133" fmla="*/ 2306 h 10000"/>
                  <a:gd name="connsiteX134" fmla="*/ 5526 w 10000"/>
                  <a:gd name="connsiteY134" fmla="*/ 1883 h 10000"/>
                  <a:gd name="connsiteX135" fmla="*/ 5347 w 10000"/>
                  <a:gd name="connsiteY135" fmla="*/ 1300 h 10000"/>
                  <a:gd name="connsiteX136" fmla="*/ 5100 w 10000"/>
                  <a:gd name="connsiteY136" fmla="*/ 937 h 10000"/>
                  <a:gd name="connsiteX137" fmla="*/ 4676 w 10000"/>
                  <a:gd name="connsiteY137" fmla="*/ 557 h 10000"/>
                  <a:gd name="connsiteX138" fmla="*/ 4060 w 10000"/>
                  <a:gd name="connsiteY138" fmla="*/ 346 h 10000"/>
                  <a:gd name="connsiteX139" fmla="*/ 3859 w 10000"/>
                  <a:gd name="connsiteY139" fmla="*/ 228 h 10000"/>
                  <a:gd name="connsiteX140" fmla="*/ 3668 w 10000"/>
                  <a:gd name="connsiteY140" fmla="*/ 0 h 10000"/>
                  <a:gd name="connsiteX141" fmla="*/ 3165 w 10000"/>
                  <a:gd name="connsiteY141" fmla="*/ 143 h 10000"/>
                  <a:gd name="connsiteX142" fmla="*/ 2662 w 10000"/>
                  <a:gd name="connsiteY142" fmla="*/ 160 h 10000"/>
                  <a:gd name="connsiteX143" fmla="*/ 1991 w 10000"/>
                  <a:gd name="connsiteY143" fmla="*/ 490 h 10000"/>
                  <a:gd name="connsiteX144" fmla="*/ 1398 w 10000"/>
                  <a:gd name="connsiteY144" fmla="*/ 507 h 10000"/>
                  <a:gd name="connsiteX145" fmla="*/ 1108 w 10000"/>
                  <a:gd name="connsiteY145" fmla="*/ 675 h 10000"/>
                  <a:gd name="connsiteX146" fmla="*/ 536 w 10000"/>
                  <a:gd name="connsiteY146" fmla="*/ 719 h 10000"/>
                  <a:gd name="connsiteX0" fmla="*/ 536 w 10000"/>
                  <a:gd name="connsiteY0" fmla="*/ 719 h 10000"/>
                  <a:gd name="connsiteX1" fmla="*/ 850 w 10000"/>
                  <a:gd name="connsiteY1" fmla="*/ 937 h 10000"/>
                  <a:gd name="connsiteX2" fmla="*/ 872 w 10000"/>
                  <a:gd name="connsiteY2" fmla="*/ 1056 h 10000"/>
                  <a:gd name="connsiteX3" fmla="*/ 817 w 10000"/>
                  <a:gd name="connsiteY3" fmla="*/ 1123 h 10000"/>
                  <a:gd name="connsiteX4" fmla="*/ 917 w 10000"/>
                  <a:gd name="connsiteY4" fmla="*/ 1191 h 10000"/>
                  <a:gd name="connsiteX5" fmla="*/ 939 w 10000"/>
                  <a:gd name="connsiteY5" fmla="*/ 1300 h 10000"/>
                  <a:gd name="connsiteX6" fmla="*/ 806 w 10000"/>
                  <a:gd name="connsiteY6" fmla="*/ 1427 h 10000"/>
                  <a:gd name="connsiteX7" fmla="*/ 828 w 10000"/>
                  <a:gd name="connsiteY7" fmla="*/ 1504 h 10000"/>
                  <a:gd name="connsiteX8" fmla="*/ 961 w 10000"/>
                  <a:gd name="connsiteY8" fmla="*/ 1554 h 10000"/>
                  <a:gd name="connsiteX9" fmla="*/ 1051 w 10000"/>
                  <a:gd name="connsiteY9" fmla="*/ 1487 h 10000"/>
                  <a:gd name="connsiteX10" fmla="*/ 1141 w 10000"/>
                  <a:gd name="connsiteY10" fmla="*/ 1487 h 10000"/>
                  <a:gd name="connsiteX11" fmla="*/ 1264 w 10000"/>
                  <a:gd name="connsiteY11" fmla="*/ 1562 h 10000"/>
                  <a:gd name="connsiteX12" fmla="*/ 1264 w 10000"/>
                  <a:gd name="connsiteY12" fmla="*/ 1613 h 10000"/>
                  <a:gd name="connsiteX13" fmla="*/ 1185 w 10000"/>
                  <a:gd name="connsiteY13" fmla="*/ 1663 h 10000"/>
                  <a:gd name="connsiteX14" fmla="*/ 1097 w 10000"/>
                  <a:gd name="connsiteY14" fmla="*/ 1663 h 10000"/>
                  <a:gd name="connsiteX15" fmla="*/ 1062 w 10000"/>
                  <a:gd name="connsiteY15" fmla="*/ 1740 h 10000"/>
                  <a:gd name="connsiteX16" fmla="*/ 1119 w 10000"/>
                  <a:gd name="connsiteY16" fmla="*/ 1800 h 10000"/>
                  <a:gd name="connsiteX17" fmla="*/ 1084 w 10000"/>
                  <a:gd name="connsiteY17" fmla="*/ 1883 h 10000"/>
                  <a:gd name="connsiteX18" fmla="*/ 1062 w 10000"/>
                  <a:gd name="connsiteY18" fmla="*/ 1943 h 10000"/>
                  <a:gd name="connsiteX19" fmla="*/ 1119 w 10000"/>
                  <a:gd name="connsiteY19" fmla="*/ 2002 h 10000"/>
                  <a:gd name="connsiteX20" fmla="*/ 1286 w 10000"/>
                  <a:gd name="connsiteY20" fmla="*/ 2002 h 10000"/>
                  <a:gd name="connsiteX21" fmla="*/ 1353 w 10000"/>
                  <a:gd name="connsiteY21" fmla="*/ 2069 h 10000"/>
                  <a:gd name="connsiteX22" fmla="*/ 1476 w 10000"/>
                  <a:gd name="connsiteY22" fmla="*/ 2137 h 10000"/>
                  <a:gd name="connsiteX23" fmla="*/ 1677 w 10000"/>
                  <a:gd name="connsiteY23" fmla="*/ 2128 h 10000"/>
                  <a:gd name="connsiteX24" fmla="*/ 1823 w 10000"/>
                  <a:gd name="connsiteY24" fmla="*/ 2204 h 10000"/>
                  <a:gd name="connsiteX25" fmla="*/ 2003 w 10000"/>
                  <a:gd name="connsiteY25" fmla="*/ 2187 h 10000"/>
                  <a:gd name="connsiteX26" fmla="*/ 2091 w 10000"/>
                  <a:gd name="connsiteY26" fmla="*/ 2221 h 10000"/>
                  <a:gd name="connsiteX27" fmla="*/ 2114 w 10000"/>
                  <a:gd name="connsiteY27" fmla="*/ 2280 h 10000"/>
                  <a:gd name="connsiteX28" fmla="*/ 1958 w 10000"/>
                  <a:gd name="connsiteY28" fmla="*/ 2356 h 10000"/>
                  <a:gd name="connsiteX29" fmla="*/ 1789 w 10000"/>
                  <a:gd name="connsiteY29" fmla="*/ 2322 h 10000"/>
                  <a:gd name="connsiteX30" fmla="*/ 1644 w 10000"/>
                  <a:gd name="connsiteY30" fmla="*/ 2298 h 10000"/>
                  <a:gd name="connsiteX31" fmla="*/ 1544 w 10000"/>
                  <a:gd name="connsiteY31" fmla="*/ 2314 h 10000"/>
                  <a:gd name="connsiteX32" fmla="*/ 1510 w 10000"/>
                  <a:gd name="connsiteY32" fmla="*/ 2458 h 10000"/>
                  <a:gd name="connsiteX33" fmla="*/ 1398 w 10000"/>
                  <a:gd name="connsiteY33" fmla="*/ 2559 h 10000"/>
                  <a:gd name="connsiteX34" fmla="*/ 1465 w 10000"/>
                  <a:gd name="connsiteY34" fmla="*/ 2846 h 10000"/>
                  <a:gd name="connsiteX35" fmla="*/ 1544 w 10000"/>
                  <a:gd name="connsiteY35" fmla="*/ 2897 h 10000"/>
                  <a:gd name="connsiteX36" fmla="*/ 1499 w 10000"/>
                  <a:gd name="connsiteY36" fmla="*/ 3040 h 10000"/>
                  <a:gd name="connsiteX37" fmla="*/ 2003 w 10000"/>
                  <a:gd name="connsiteY37" fmla="*/ 3074 h 10000"/>
                  <a:gd name="connsiteX38" fmla="*/ 2091 w 10000"/>
                  <a:gd name="connsiteY38" fmla="*/ 3167 h 10000"/>
                  <a:gd name="connsiteX39" fmla="*/ 2025 w 10000"/>
                  <a:gd name="connsiteY39" fmla="*/ 3268 h 10000"/>
                  <a:gd name="connsiteX40" fmla="*/ 2025 w 10000"/>
                  <a:gd name="connsiteY40" fmla="*/ 3411 h 10000"/>
                  <a:gd name="connsiteX41" fmla="*/ 1812 w 10000"/>
                  <a:gd name="connsiteY41" fmla="*/ 3639 h 10000"/>
                  <a:gd name="connsiteX42" fmla="*/ 1622 w 10000"/>
                  <a:gd name="connsiteY42" fmla="*/ 3979 h 10000"/>
                  <a:gd name="connsiteX43" fmla="*/ 1533 w 10000"/>
                  <a:gd name="connsiteY43" fmla="*/ 4020 h 10000"/>
                  <a:gd name="connsiteX44" fmla="*/ 1533 w 10000"/>
                  <a:gd name="connsiteY44" fmla="*/ 4114 h 10000"/>
                  <a:gd name="connsiteX45" fmla="*/ 1588 w 10000"/>
                  <a:gd name="connsiteY45" fmla="*/ 4171 h 10000"/>
                  <a:gd name="connsiteX46" fmla="*/ 1453 w 10000"/>
                  <a:gd name="connsiteY46" fmla="*/ 4342 h 10000"/>
                  <a:gd name="connsiteX47" fmla="*/ 1544 w 10000"/>
                  <a:gd name="connsiteY47" fmla="*/ 4544 h 10000"/>
                  <a:gd name="connsiteX48" fmla="*/ 1689 w 10000"/>
                  <a:gd name="connsiteY48" fmla="*/ 4569 h 10000"/>
                  <a:gd name="connsiteX49" fmla="*/ 1789 w 10000"/>
                  <a:gd name="connsiteY49" fmla="*/ 4638 h 10000"/>
                  <a:gd name="connsiteX50" fmla="*/ 1946 w 10000"/>
                  <a:gd name="connsiteY50" fmla="*/ 4594 h 10000"/>
                  <a:gd name="connsiteX51" fmla="*/ 2014 w 10000"/>
                  <a:gd name="connsiteY51" fmla="*/ 4695 h 10000"/>
                  <a:gd name="connsiteX52" fmla="*/ 2047 w 10000"/>
                  <a:gd name="connsiteY52" fmla="*/ 4806 h 10000"/>
                  <a:gd name="connsiteX53" fmla="*/ 2226 w 10000"/>
                  <a:gd name="connsiteY53" fmla="*/ 4932 h 10000"/>
                  <a:gd name="connsiteX54" fmla="*/ 2326 w 10000"/>
                  <a:gd name="connsiteY54" fmla="*/ 4915 h 10000"/>
                  <a:gd name="connsiteX55" fmla="*/ 2371 w 10000"/>
                  <a:gd name="connsiteY55" fmla="*/ 4949 h 10000"/>
                  <a:gd name="connsiteX56" fmla="*/ 2359 w 10000"/>
                  <a:gd name="connsiteY56" fmla="*/ 5034 h 10000"/>
                  <a:gd name="connsiteX57" fmla="*/ 2539 w 10000"/>
                  <a:gd name="connsiteY57" fmla="*/ 5110 h 10000"/>
                  <a:gd name="connsiteX58" fmla="*/ 2651 w 10000"/>
                  <a:gd name="connsiteY58" fmla="*/ 5126 h 10000"/>
                  <a:gd name="connsiteX59" fmla="*/ 2673 w 10000"/>
                  <a:gd name="connsiteY59" fmla="*/ 5237 h 10000"/>
                  <a:gd name="connsiteX60" fmla="*/ 2483 w 10000"/>
                  <a:gd name="connsiteY60" fmla="*/ 5362 h 10000"/>
                  <a:gd name="connsiteX61" fmla="*/ 2159 w 10000"/>
                  <a:gd name="connsiteY61" fmla="*/ 5379 h 10000"/>
                  <a:gd name="connsiteX62" fmla="*/ 1946 w 10000"/>
                  <a:gd name="connsiteY62" fmla="*/ 5278 h 10000"/>
                  <a:gd name="connsiteX63" fmla="*/ 1834 w 10000"/>
                  <a:gd name="connsiteY63" fmla="*/ 5278 h 10000"/>
                  <a:gd name="connsiteX64" fmla="*/ 1789 w 10000"/>
                  <a:gd name="connsiteY64" fmla="*/ 5321 h 10000"/>
                  <a:gd name="connsiteX65" fmla="*/ 1834 w 10000"/>
                  <a:gd name="connsiteY65" fmla="*/ 5398 h 10000"/>
                  <a:gd name="connsiteX66" fmla="*/ 2091 w 10000"/>
                  <a:gd name="connsiteY66" fmla="*/ 5599 h 10000"/>
                  <a:gd name="connsiteX67" fmla="*/ 2359 w 10000"/>
                  <a:gd name="connsiteY67" fmla="*/ 5878 h 10000"/>
                  <a:gd name="connsiteX68" fmla="*/ 2439 w 10000"/>
                  <a:gd name="connsiteY68" fmla="*/ 5920 h 10000"/>
                  <a:gd name="connsiteX69" fmla="*/ 2428 w 10000"/>
                  <a:gd name="connsiteY69" fmla="*/ 6158 h 10000"/>
                  <a:gd name="connsiteX70" fmla="*/ 2359 w 10000"/>
                  <a:gd name="connsiteY70" fmla="*/ 6241 h 10000"/>
                  <a:gd name="connsiteX71" fmla="*/ 2237 w 10000"/>
                  <a:gd name="connsiteY71" fmla="*/ 6283 h 10000"/>
                  <a:gd name="connsiteX72" fmla="*/ 2159 w 10000"/>
                  <a:gd name="connsiteY72" fmla="*/ 6216 h 10000"/>
                  <a:gd name="connsiteX73" fmla="*/ 1499 w 10000"/>
                  <a:gd name="connsiteY73" fmla="*/ 6461 h 10000"/>
                  <a:gd name="connsiteX74" fmla="*/ 1398 w 10000"/>
                  <a:gd name="connsiteY74" fmla="*/ 6453 h 10000"/>
                  <a:gd name="connsiteX75" fmla="*/ 1342 w 10000"/>
                  <a:gd name="connsiteY75" fmla="*/ 6368 h 10000"/>
                  <a:gd name="connsiteX76" fmla="*/ 1208 w 10000"/>
                  <a:gd name="connsiteY76" fmla="*/ 6377 h 10000"/>
                  <a:gd name="connsiteX77" fmla="*/ 1073 w 10000"/>
                  <a:gd name="connsiteY77" fmla="*/ 6487 h 10000"/>
                  <a:gd name="connsiteX78" fmla="*/ 1141 w 10000"/>
                  <a:gd name="connsiteY78" fmla="*/ 6570 h 10000"/>
                  <a:gd name="connsiteX79" fmla="*/ 1309 w 10000"/>
                  <a:gd name="connsiteY79" fmla="*/ 6781 h 10000"/>
                  <a:gd name="connsiteX80" fmla="*/ 1398 w 10000"/>
                  <a:gd name="connsiteY80" fmla="*/ 6874 h 10000"/>
                  <a:gd name="connsiteX81" fmla="*/ 1398 w 10000"/>
                  <a:gd name="connsiteY81" fmla="*/ 7061 h 10000"/>
                  <a:gd name="connsiteX82" fmla="*/ 1342 w 10000"/>
                  <a:gd name="connsiteY82" fmla="*/ 7120 h 10000"/>
                  <a:gd name="connsiteX83" fmla="*/ 1242 w 10000"/>
                  <a:gd name="connsiteY83" fmla="*/ 7110 h 10000"/>
                  <a:gd name="connsiteX84" fmla="*/ 1174 w 10000"/>
                  <a:gd name="connsiteY84" fmla="*/ 7061 h 10000"/>
                  <a:gd name="connsiteX85" fmla="*/ 1108 w 10000"/>
                  <a:gd name="connsiteY85" fmla="*/ 6892 h 10000"/>
                  <a:gd name="connsiteX86" fmla="*/ 1040 w 10000"/>
                  <a:gd name="connsiteY86" fmla="*/ 6833 h 10000"/>
                  <a:gd name="connsiteX87" fmla="*/ 850 w 10000"/>
                  <a:gd name="connsiteY87" fmla="*/ 6833 h 10000"/>
                  <a:gd name="connsiteX88" fmla="*/ 503 w 10000"/>
                  <a:gd name="connsiteY88" fmla="*/ 7077 h 10000"/>
                  <a:gd name="connsiteX89" fmla="*/ 447 w 10000"/>
                  <a:gd name="connsiteY89" fmla="*/ 7237 h 10000"/>
                  <a:gd name="connsiteX90" fmla="*/ 380 w 10000"/>
                  <a:gd name="connsiteY90" fmla="*/ 7305 h 10000"/>
                  <a:gd name="connsiteX91" fmla="*/ 380 w 10000"/>
                  <a:gd name="connsiteY91" fmla="*/ 7542 h 10000"/>
                  <a:gd name="connsiteX92" fmla="*/ 291 w 10000"/>
                  <a:gd name="connsiteY92" fmla="*/ 7610 h 10000"/>
                  <a:gd name="connsiteX93" fmla="*/ 112 w 10000"/>
                  <a:gd name="connsiteY93" fmla="*/ 7610 h 10000"/>
                  <a:gd name="connsiteX94" fmla="*/ 0 w 10000"/>
                  <a:gd name="connsiteY94" fmla="*/ 7711 h 10000"/>
                  <a:gd name="connsiteX95" fmla="*/ 4224 w 10000"/>
                  <a:gd name="connsiteY95" fmla="*/ 8206 h 10000"/>
                  <a:gd name="connsiteX96" fmla="*/ 3993 w 10000"/>
                  <a:gd name="connsiteY96" fmla="*/ 9307 h 10000"/>
                  <a:gd name="connsiteX97" fmla="*/ 4418 w 10000"/>
                  <a:gd name="connsiteY97" fmla="*/ 9434 h 10000"/>
                  <a:gd name="connsiteX98" fmla="*/ 4899 w 10000"/>
                  <a:gd name="connsiteY98" fmla="*/ 9940 h 10000"/>
                  <a:gd name="connsiteX99" fmla="*/ 4988 w 10000"/>
                  <a:gd name="connsiteY99" fmla="*/ 9992 h 10000"/>
                  <a:gd name="connsiteX100" fmla="*/ 5157 w 10000"/>
                  <a:gd name="connsiteY100" fmla="*/ 10000 h 10000"/>
                  <a:gd name="connsiteX101" fmla="*/ 5301 w 10000"/>
                  <a:gd name="connsiteY101" fmla="*/ 9915 h 10000"/>
                  <a:gd name="connsiteX102" fmla="*/ 5336 w 10000"/>
                  <a:gd name="connsiteY102" fmla="*/ 9628 h 10000"/>
                  <a:gd name="connsiteX103" fmla="*/ 6041 w 10000"/>
                  <a:gd name="connsiteY103" fmla="*/ 9460 h 10000"/>
                  <a:gd name="connsiteX104" fmla="*/ 6185 w 10000"/>
                  <a:gd name="connsiteY104" fmla="*/ 9493 h 10000"/>
                  <a:gd name="connsiteX105" fmla="*/ 6443 w 10000"/>
                  <a:gd name="connsiteY105" fmla="*/ 9712 h 10000"/>
                  <a:gd name="connsiteX106" fmla="*/ 6544 w 10000"/>
                  <a:gd name="connsiteY106" fmla="*/ 9704 h 10000"/>
                  <a:gd name="connsiteX107" fmla="*/ 6555 w 10000"/>
                  <a:gd name="connsiteY107" fmla="*/ 9561 h 10000"/>
                  <a:gd name="connsiteX108" fmla="*/ 6879 w 10000"/>
                  <a:gd name="connsiteY108" fmla="*/ 9416 h 10000"/>
                  <a:gd name="connsiteX109" fmla="*/ 7539 w 10000"/>
                  <a:gd name="connsiteY109" fmla="*/ 9517 h 10000"/>
                  <a:gd name="connsiteX110" fmla="*/ 7696 w 10000"/>
                  <a:gd name="connsiteY110" fmla="*/ 9392 h 10000"/>
                  <a:gd name="connsiteX111" fmla="*/ 8300 w 10000"/>
                  <a:gd name="connsiteY111" fmla="*/ 9476 h 10000"/>
                  <a:gd name="connsiteX112" fmla="*/ 8748 w 10000"/>
                  <a:gd name="connsiteY112" fmla="*/ 9426 h 10000"/>
                  <a:gd name="connsiteX113" fmla="*/ 9005 w 10000"/>
                  <a:gd name="connsiteY113" fmla="*/ 9517 h 10000"/>
                  <a:gd name="connsiteX114" fmla="*/ 9005 w 10000"/>
                  <a:gd name="connsiteY114" fmla="*/ 8757 h 10000"/>
                  <a:gd name="connsiteX115" fmla="*/ 9519 w 10000"/>
                  <a:gd name="connsiteY115" fmla="*/ 7948 h 10000"/>
                  <a:gd name="connsiteX116" fmla="*/ 10000 w 10000"/>
                  <a:gd name="connsiteY116" fmla="*/ 7593 h 10000"/>
                  <a:gd name="connsiteX117" fmla="*/ 9396 w 10000"/>
                  <a:gd name="connsiteY117" fmla="*/ 7069 h 10000"/>
                  <a:gd name="connsiteX118" fmla="*/ 9005 w 10000"/>
                  <a:gd name="connsiteY118" fmla="*/ 6605 h 10000"/>
                  <a:gd name="connsiteX119" fmla="*/ 8915 w 10000"/>
                  <a:gd name="connsiteY119" fmla="*/ 5938 h 10000"/>
                  <a:gd name="connsiteX120" fmla="*/ 9038 w 10000"/>
                  <a:gd name="connsiteY120" fmla="*/ 5270 h 10000"/>
                  <a:gd name="connsiteX121" fmla="*/ 9742 w 10000"/>
                  <a:gd name="connsiteY121" fmla="*/ 5034 h 10000"/>
                  <a:gd name="connsiteX122" fmla="*/ 9339 w 10000"/>
                  <a:gd name="connsiteY122" fmla="*/ 4949 h 10000"/>
                  <a:gd name="connsiteX123" fmla="*/ 9005 w 10000"/>
                  <a:gd name="connsiteY123" fmla="*/ 4434 h 10000"/>
                  <a:gd name="connsiteX124" fmla="*/ 9441 w 10000"/>
                  <a:gd name="connsiteY124" fmla="*/ 4096 h 10000"/>
                  <a:gd name="connsiteX125" fmla="*/ 9150 w 10000"/>
                  <a:gd name="connsiteY125" fmla="*/ 3750 h 10000"/>
                  <a:gd name="connsiteX126" fmla="*/ 8658 w 10000"/>
                  <a:gd name="connsiteY126" fmla="*/ 4029 h 10000"/>
                  <a:gd name="connsiteX127" fmla="*/ 7472 w 10000"/>
                  <a:gd name="connsiteY127" fmla="*/ 3716 h 10000"/>
                  <a:gd name="connsiteX128" fmla="*/ 6835 w 10000"/>
                  <a:gd name="connsiteY128" fmla="*/ 3336 h 10000"/>
                  <a:gd name="connsiteX129" fmla="*/ 6790 w 10000"/>
                  <a:gd name="connsiteY129" fmla="*/ 2854 h 10000"/>
                  <a:gd name="connsiteX130" fmla="*/ 6688 w 10000"/>
                  <a:gd name="connsiteY130" fmla="*/ 2559 h 10000"/>
                  <a:gd name="connsiteX131" fmla="*/ 6354 w 10000"/>
                  <a:gd name="connsiteY131" fmla="*/ 2390 h 10000"/>
                  <a:gd name="connsiteX132" fmla="*/ 5906 w 10000"/>
                  <a:gd name="connsiteY132" fmla="*/ 2306 h 10000"/>
                  <a:gd name="connsiteX133" fmla="*/ 5526 w 10000"/>
                  <a:gd name="connsiteY133" fmla="*/ 1883 h 10000"/>
                  <a:gd name="connsiteX134" fmla="*/ 5347 w 10000"/>
                  <a:gd name="connsiteY134" fmla="*/ 1300 h 10000"/>
                  <a:gd name="connsiteX135" fmla="*/ 5100 w 10000"/>
                  <a:gd name="connsiteY135" fmla="*/ 937 h 10000"/>
                  <a:gd name="connsiteX136" fmla="*/ 4676 w 10000"/>
                  <a:gd name="connsiteY136" fmla="*/ 557 h 10000"/>
                  <a:gd name="connsiteX137" fmla="*/ 4060 w 10000"/>
                  <a:gd name="connsiteY137" fmla="*/ 346 h 10000"/>
                  <a:gd name="connsiteX138" fmla="*/ 3859 w 10000"/>
                  <a:gd name="connsiteY138" fmla="*/ 228 h 10000"/>
                  <a:gd name="connsiteX139" fmla="*/ 3668 w 10000"/>
                  <a:gd name="connsiteY139" fmla="*/ 0 h 10000"/>
                  <a:gd name="connsiteX140" fmla="*/ 3165 w 10000"/>
                  <a:gd name="connsiteY140" fmla="*/ 143 h 10000"/>
                  <a:gd name="connsiteX141" fmla="*/ 2662 w 10000"/>
                  <a:gd name="connsiteY141" fmla="*/ 160 h 10000"/>
                  <a:gd name="connsiteX142" fmla="*/ 1991 w 10000"/>
                  <a:gd name="connsiteY142" fmla="*/ 490 h 10000"/>
                  <a:gd name="connsiteX143" fmla="*/ 1398 w 10000"/>
                  <a:gd name="connsiteY143" fmla="*/ 507 h 10000"/>
                  <a:gd name="connsiteX144" fmla="*/ 1108 w 10000"/>
                  <a:gd name="connsiteY144" fmla="*/ 675 h 10000"/>
                  <a:gd name="connsiteX145" fmla="*/ 536 w 10000"/>
                  <a:gd name="connsiteY145" fmla="*/ 719 h 10000"/>
                  <a:gd name="connsiteX0" fmla="*/ 536 w 10000"/>
                  <a:gd name="connsiteY0" fmla="*/ 719 h 10000"/>
                  <a:gd name="connsiteX1" fmla="*/ 850 w 10000"/>
                  <a:gd name="connsiteY1" fmla="*/ 937 h 10000"/>
                  <a:gd name="connsiteX2" fmla="*/ 872 w 10000"/>
                  <a:gd name="connsiteY2" fmla="*/ 1056 h 10000"/>
                  <a:gd name="connsiteX3" fmla="*/ 817 w 10000"/>
                  <a:gd name="connsiteY3" fmla="*/ 1123 h 10000"/>
                  <a:gd name="connsiteX4" fmla="*/ 917 w 10000"/>
                  <a:gd name="connsiteY4" fmla="*/ 1191 h 10000"/>
                  <a:gd name="connsiteX5" fmla="*/ 939 w 10000"/>
                  <a:gd name="connsiteY5" fmla="*/ 1300 h 10000"/>
                  <a:gd name="connsiteX6" fmla="*/ 806 w 10000"/>
                  <a:gd name="connsiteY6" fmla="*/ 1427 h 10000"/>
                  <a:gd name="connsiteX7" fmla="*/ 828 w 10000"/>
                  <a:gd name="connsiteY7" fmla="*/ 1504 h 10000"/>
                  <a:gd name="connsiteX8" fmla="*/ 961 w 10000"/>
                  <a:gd name="connsiteY8" fmla="*/ 1554 h 10000"/>
                  <a:gd name="connsiteX9" fmla="*/ 1051 w 10000"/>
                  <a:gd name="connsiteY9" fmla="*/ 1487 h 10000"/>
                  <a:gd name="connsiteX10" fmla="*/ 1141 w 10000"/>
                  <a:gd name="connsiteY10" fmla="*/ 1487 h 10000"/>
                  <a:gd name="connsiteX11" fmla="*/ 1264 w 10000"/>
                  <a:gd name="connsiteY11" fmla="*/ 1562 h 10000"/>
                  <a:gd name="connsiteX12" fmla="*/ 1264 w 10000"/>
                  <a:gd name="connsiteY12" fmla="*/ 1613 h 10000"/>
                  <a:gd name="connsiteX13" fmla="*/ 1185 w 10000"/>
                  <a:gd name="connsiteY13" fmla="*/ 1663 h 10000"/>
                  <a:gd name="connsiteX14" fmla="*/ 1097 w 10000"/>
                  <a:gd name="connsiteY14" fmla="*/ 1663 h 10000"/>
                  <a:gd name="connsiteX15" fmla="*/ 1062 w 10000"/>
                  <a:gd name="connsiteY15" fmla="*/ 1740 h 10000"/>
                  <a:gd name="connsiteX16" fmla="*/ 1119 w 10000"/>
                  <a:gd name="connsiteY16" fmla="*/ 1800 h 10000"/>
                  <a:gd name="connsiteX17" fmla="*/ 1084 w 10000"/>
                  <a:gd name="connsiteY17" fmla="*/ 1883 h 10000"/>
                  <a:gd name="connsiteX18" fmla="*/ 1062 w 10000"/>
                  <a:gd name="connsiteY18" fmla="*/ 1943 h 10000"/>
                  <a:gd name="connsiteX19" fmla="*/ 1119 w 10000"/>
                  <a:gd name="connsiteY19" fmla="*/ 2002 h 10000"/>
                  <a:gd name="connsiteX20" fmla="*/ 1286 w 10000"/>
                  <a:gd name="connsiteY20" fmla="*/ 2002 h 10000"/>
                  <a:gd name="connsiteX21" fmla="*/ 1353 w 10000"/>
                  <a:gd name="connsiteY21" fmla="*/ 2069 h 10000"/>
                  <a:gd name="connsiteX22" fmla="*/ 1476 w 10000"/>
                  <a:gd name="connsiteY22" fmla="*/ 2137 h 10000"/>
                  <a:gd name="connsiteX23" fmla="*/ 1677 w 10000"/>
                  <a:gd name="connsiteY23" fmla="*/ 2128 h 10000"/>
                  <a:gd name="connsiteX24" fmla="*/ 1823 w 10000"/>
                  <a:gd name="connsiteY24" fmla="*/ 2204 h 10000"/>
                  <a:gd name="connsiteX25" fmla="*/ 2003 w 10000"/>
                  <a:gd name="connsiteY25" fmla="*/ 2187 h 10000"/>
                  <a:gd name="connsiteX26" fmla="*/ 2091 w 10000"/>
                  <a:gd name="connsiteY26" fmla="*/ 2221 h 10000"/>
                  <a:gd name="connsiteX27" fmla="*/ 2114 w 10000"/>
                  <a:gd name="connsiteY27" fmla="*/ 2280 h 10000"/>
                  <a:gd name="connsiteX28" fmla="*/ 1958 w 10000"/>
                  <a:gd name="connsiteY28" fmla="*/ 2356 h 10000"/>
                  <a:gd name="connsiteX29" fmla="*/ 1789 w 10000"/>
                  <a:gd name="connsiteY29" fmla="*/ 2322 h 10000"/>
                  <a:gd name="connsiteX30" fmla="*/ 1644 w 10000"/>
                  <a:gd name="connsiteY30" fmla="*/ 2298 h 10000"/>
                  <a:gd name="connsiteX31" fmla="*/ 1544 w 10000"/>
                  <a:gd name="connsiteY31" fmla="*/ 2314 h 10000"/>
                  <a:gd name="connsiteX32" fmla="*/ 1510 w 10000"/>
                  <a:gd name="connsiteY32" fmla="*/ 2458 h 10000"/>
                  <a:gd name="connsiteX33" fmla="*/ 1398 w 10000"/>
                  <a:gd name="connsiteY33" fmla="*/ 2559 h 10000"/>
                  <a:gd name="connsiteX34" fmla="*/ 1465 w 10000"/>
                  <a:gd name="connsiteY34" fmla="*/ 2846 h 10000"/>
                  <a:gd name="connsiteX35" fmla="*/ 1544 w 10000"/>
                  <a:gd name="connsiteY35" fmla="*/ 2897 h 10000"/>
                  <a:gd name="connsiteX36" fmla="*/ 1499 w 10000"/>
                  <a:gd name="connsiteY36" fmla="*/ 3040 h 10000"/>
                  <a:gd name="connsiteX37" fmla="*/ 2003 w 10000"/>
                  <a:gd name="connsiteY37" fmla="*/ 3074 h 10000"/>
                  <a:gd name="connsiteX38" fmla="*/ 2091 w 10000"/>
                  <a:gd name="connsiteY38" fmla="*/ 3167 h 10000"/>
                  <a:gd name="connsiteX39" fmla="*/ 2025 w 10000"/>
                  <a:gd name="connsiteY39" fmla="*/ 3268 h 10000"/>
                  <a:gd name="connsiteX40" fmla="*/ 2025 w 10000"/>
                  <a:gd name="connsiteY40" fmla="*/ 3411 h 10000"/>
                  <a:gd name="connsiteX41" fmla="*/ 1812 w 10000"/>
                  <a:gd name="connsiteY41" fmla="*/ 3639 h 10000"/>
                  <a:gd name="connsiteX42" fmla="*/ 1622 w 10000"/>
                  <a:gd name="connsiteY42" fmla="*/ 3979 h 10000"/>
                  <a:gd name="connsiteX43" fmla="*/ 1533 w 10000"/>
                  <a:gd name="connsiteY43" fmla="*/ 4020 h 10000"/>
                  <a:gd name="connsiteX44" fmla="*/ 1533 w 10000"/>
                  <a:gd name="connsiteY44" fmla="*/ 4114 h 10000"/>
                  <a:gd name="connsiteX45" fmla="*/ 1588 w 10000"/>
                  <a:gd name="connsiteY45" fmla="*/ 4171 h 10000"/>
                  <a:gd name="connsiteX46" fmla="*/ 1453 w 10000"/>
                  <a:gd name="connsiteY46" fmla="*/ 4342 h 10000"/>
                  <a:gd name="connsiteX47" fmla="*/ 1544 w 10000"/>
                  <a:gd name="connsiteY47" fmla="*/ 4544 h 10000"/>
                  <a:gd name="connsiteX48" fmla="*/ 1689 w 10000"/>
                  <a:gd name="connsiteY48" fmla="*/ 4569 h 10000"/>
                  <a:gd name="connsiteX49" fmla="*/ 1789 w 10000"/>
                  <a:gd name="connsiteY49" fmla="*/ 4638 h 10000"/>
                  <a:gd name="connsiteX50" fmla="*/ 1946 w 10000"/>
                  <a:gd name="connsiteY50" fmla="*/ 4594 h 10000"/>
                  <a:gd name="connsiteX51" fmla="*/ 2014 w 10000"/>
                  <a:gd name="connsiteY51" fmla="*/ 4695 h 10000"/>
                  <a:gd name="connsiteX52" fmla="*/ 2047 w 10000"/>
                  <a:gd name="connsiteY52" fmla="*/ 4806 h 10000"/>
                  <a:gd name="connsiteX53" fmla="*/ 2226 w 10000"/>
                  <a:gd name="connsiteY53" fmla="*/ 4932 h 10000"/>
                  <a:gd name="connsiteX54" fmla="*/ 2326 w 10000"/>
                  <a:gd name="connsiteY54" fmla="*/ 4915 h 10000"/>
                  <a:gd name="connsiteX55" fmla="*/ 2371 w 10000"/>
                  <a:gd name="connsiteY55" fmla="*/ 4949 h 10000"/>
                  <a:gd name="connsiteX56" fmla="*/ 2359 w 10000"/>
                  <a:gd name="connsiteY56" fmla="*/ 5034 h 10000"/>
                  <a:gd name="connsiteX57" fmla="*/ 2539 w 10000"/>
                  <a:gd name="connsiteY57" fmla="*/ 5110 h 10000"/>
                  <a:gd name="connsiteX58" fmla="*/ 2651 w 10000"/>
                  <a:gd name="connsiteY58" fmla="*/ 5126 h 10000"/>
                  <a:gd name="connsiteX59" fmla="*/ 2673 w 10000"/>
                  <a:gd name="connsiteY59" fmla="*/ 5237 h 10000"/>
                  <a:gd name="connsiteX60" fmla="*/ 2483 w 10000"/>
                  <a:gd name="connsiteY60" fmla="*/ 5362 h 10000"/>
                  <a:gd name="connsiteX61" fmla="*/ 2159 w 10000"/>
                  <a:gd name="connsiteY61" fmla="*/ 5379 h 10000"/>
                  <a:gd name="connsiteX62" fmla="*/ 1946 w 10000"/>
                  <a:gd name="connsiteY62" fmla="*/ 5278 h 10000"/>
                  <a:gd name="connsiteX63" fmla="*/ 1834 w 10000"/>
                  <a:gd name="connsiteY63" fmla="*/ 5278 h 10000"/>
                  <a:gd name="connsiteX64" fmla="*/ 1789 w 10000"/>
                  <a:gd name="connsiteY64" fmla="*/ 5321 h 10000"/>
                  <a:gd name="connsiteX65" fmla="*/ 1834 w 10000"/>
                  <a:gd name="connsiteY65" fmla="*/ 5398 h 10000"/>
                  <a:gd name="connsiteX66" fmla="*/ 2091 w 10000"/>
                  <a:gd name="connsiteY66" fmla="*/ 5599 h 10000"/>
                  <a:gd name="connsiteX67" fmla="*/ 2359 w 10000"/>
                  <a:gd name="connsiteY67" fmla="*/ 5878 h 10000"/>
                  <a:gd name="connsiteX68" fmla="*/ 2439 w 10000"/>
                  <a:gd name="connsiteY68" fmla="*/ 5920 h 10000"/>
                  <a:gd name="connsiteX69" fmla="*/ 2428 w 10000"/>
                  <a:gd name="connsiteY69" fmla="*/ 6158 h 10000"/>
                  <a:gd name="connsiteX70" fmla="*/ 2359 w 10000"/>
                  <a:gd name="connsiteY70" fmla="*/ 6241 h 10000"/>
                  <a:gd name="connsiteX71" fmla="*/ 2237 w 10000"/>
                  <a:gd name="connsiteY71" fmla="*/ 6283 h 10000"/>
                  <a:gd name="connsiteX72" fmla="*/ 2159 w 10000"/>
                  <a:gd name="connsiteY72" fmla="*/ 6216 h 10000"/>
                  <a:gd name="connsiteX73" fmla="*/ 1499 w 10000"/>
                  <a:gd name="connsiteY73" fmla="*/ 6461 h 10000"/>
                  <a:gd name="connsiteX74" fmla="*/ 1398 w 10000"/>
                  <a:gd name="connsiteY74" fmla="*/ 6453 h 10000"/>
                  <a:gd name="connsiteX75" fmla="*/ 1342 w 10000"/>
                  <a:gd name="connsiteY75" fmla="*/ 6368 h 10000"/>
                  <a:gd name="connsiteX76" fmla="*/ 1208 w 10000"/>
                  <a:gd name="connsiteY76" fmla="*/ 6377 h 10000"/>
                  <a:gd name="connsiteX77" fmla="*/ 1073 w 10000"/>
                  <a:gd name="connsiteY77" fmla="*/ 6487 h 10000"/>
                  <a:gd name="connsiteX78" fmla="*/ 1309 w 10000"/>
                  <a:gd name="connsiteY78" fmla="*/ 6781 h 10000"/>
                  <a:gd name="connsiteX79" fmla="*/ 1398 w 10000"/>
                  <a:gd name="connsiteY79" fmla="*/ 6874 h 10000"/>
                  <a:gd name="connsiteX80" fmla="*/ 1398 w 10000"/>
                  <a:gd name="connsiteY80" fmla="*/ 7061 h 10000"/>
                  <a:gd name="connsiteX81" fmla="*/ 1342 w 10000"/>
                  <a:gd name="connsiteY81" fmla="*/ 7120 h 10000"/>
                  <a:gd name="connsiteX82" fmla="*/ 1242 w 10000"/>
                  <a:gd name="connsiteY82" fmla="*/ 7110 h 10000"/>
                  <a:gd name="connsiteX83" fmla="*/ 1174 w 10000"/>
                  <a:gd name="connsiteY83" fmla="*/ 7061 h 10000"/>
                  <a:gd name="connsiteX84" fmla="*/ 1108 w 10000"/>
                  <a:gd name="connsiteY84" fmla="*/ 6892 h 10000"/>
                  <a:gd name="connsiteX85" fmla="*/ 1040 w 10000"/>
                  <a:gd name="connsiteY85" fmla="*/ 6833 h 10000"/>
                  <a:gd name="connsiteX86" fmla="*/ 850 w 10000"/>
                  <a:gd name="connsiteY86" fmla="*/ 6833 h 10000"/>
                  <a:gd name="connsiteX87" fmla="*/ 503 w 10000"/>
                  <a:gd name="connsiteY87" fmla="*/ 7077 h 10000"/>
                  <a:gd name="connsiteX88" fmla="*/ 447 w 10000"/>
                  <a:gd name="connsiteY88" fmla="*/ 7237 h 10000"/>
                  <a:gd name="connsiteX89" fmla="*/ 380 w 10000"/>
                  <a:gd name="connsiteY89" fmla="*/ 7305 h 10000"/>
                  <a:gd name="connsiteX90" fmla="*/ 380 w 10000"/>
                  <a:gd name="connsiteY90" fmla="*/ 7542 h 10000"/>
                  <a:gd name="connsiteX91" fmla="*/ 291 w 10000"/>
                  <a:gd name="connsiteY91" fmla="*/ 7610 h 10000"/>
                  <a:gd name="connsiteX92" fmla="*/ 112 w 10000"/>
                  <a:gd name="connsiteY92" fmla="*/ 7610 h 10000"/>
                  <a:gd name="connsiteX93" fmla="*/ 0 w 10000"/>
                  <a:gd name="connsiteY93" fmla="*/ 7711 h 10000"/>
                  <a:gd name="connsiteX94" fmla="*/ 4224 w 10000"/>
                  <a:gd name="connsiteY94" fmla="*/ 8206 h 10000"/>
                  <a:gd name="connsiteX95" fmla="*/ 3993 w 10000"/>
                  <a:gd name="connsiteY95" fmla="*/ 9307 h 10000"/>
                  <a:gd name="connsiteX96" fmla="*/ 4418 w 10000"/>
                  <a:gd name="connsiteY96" fmla="*/ 9434 h 10000"/>
                  <a:gd name="connsiteX97" fmla="*/ 4899 w 10000"/>
                  <a:gd name="connsiteY97" fmla="*/ 9940 h 10000"/>
                  <a:gd name="connsiteX98" fmla="*/ 4988 w 10000"/>
                  <a:gd name="connsiteY98" fmla="*/ 9992 h 10000"/>
                  <a:gd name="connsiteX99" fmla="*/ 5157 w 10000"/>
                  <a:gd name="connsiteY99" fmla="*/ 10000 h 10000"/>
                  <a:gd name="connsiteX100" fmla="*/ 5301 w 10000"/>
                  <a:gd name="connsiteY100" fmla="*/ 9915 h 10000"/>
                  <a:gd name="connsiteX101" fmla="*/ 5336 w 10000"/>
                  <a:gd name="connsiteY101" fmla="*/ 9628 h 10000"/>
                  <a:gd name="connsiteX102" fmla="*/ 6041 w 10000"/>
                  <a:gd name="connsiteY102" fmla="*/ 9460 h 10000"/>
                  <a:gd name="connsiteX103" fmla="*/ 6185 w 10000"/>
                  <a:gd name="connsiteY103" fmla="*/ 9493 h 10000"/>
                  <a:gd name="connsiteX104" fmla="*/ 6443 w 10000"/>
                  <a:gd name="connsiteY104" fmla="*/ 9712 h 10000"/>
                  <a:gd name="connsiteX105" fmla="*/ 6544 w 10000"/>
                  <a:gd name="connsiteY105" fmla="*/ 9704 h 10000"/>
                  <a:gd name="connsiteX106" fmla="*/ 6555 w 10000"/>
                  <a:gd name="connsiteY106" fmla="*/ 9561 h 10000"/>
                  <a:gd name="connsiteX107" fmla="*/ 6879 w 10000"/>
                  <a:gd name="connsiteY107" fmla="*/ 9416 h 10000"/>
                  <a:gd name="connsiteX108" fmla="*/ 7539 w 10000"/>
                  <a:gd name="connsiteY108" fmla="*/ 9517 h 10000"/>
                  <a:gd name="connsiteX109" fmla="*/ 7696 w 10000"/>
                  <a:gd name="connsiteY109" fmla="*/ 9392 h 10000"/>
                  <a:gd name="connsiteX110" fmla="*/ 8300 w 10000"/>
                  <a:gd name="connsiteY110" fmla="*/ 9476 h 10000"/>
                  <a:gd name="connsiteX111" fmla="*/ 8748 w 10000"/>
                  <a:gd name="connsiteY111" fmla="*/ 9426 h 10000"/>
                  <a:gd name="connsiteX112" fmla="*/ 9005 w 10000"/>
                  <a:gd name="connsiteY112" fmla="*/ 9517 h 10000"/>
                  <a:gd name="connsiteX113" fmla="*/ 9005 w 10000"/>
                  <a:gd name="connsiteY113" fmla="*/ 8757 h 10000"/>
                  <a:gd name="connsiteX114" fmla="*/ 9519 w 10000"/>
                  <a:gd name="connsiteY114" fmla="*/ 7948 h 10000"/>
                  <a:gd name="connsiteX115" fmla="*/ 10000 w 10000"/>
                  <a:gd name="connsiteY115" fmla="*/ 7593 h 10000"/>
                  <a:gd name="connsiteX116" fmla="*/ 9396 w 10000"/>
                  <a:gd name="connsiteY116" fmla="*/ 7069 h 10000"/>
                  <a:gd name="connsiteX117" fmla="*/ 9005 w 10000"/>
                  <a:gd name="connsiteY117" fmla="*/ 6605 h 10000"/>
                  <a:gd name="connsiteX118" fmla="*/ 8915 w 10000"/>
                  <a:gd name="connsiteY118" fmla="*/ 5938 h 10000"/>
                  <a:gd name="connsiteX119" fmla="*/ 9038 w 10000"/>
                  <a:gd name="connsiteY119" fmla="*/ 5270 h 10000"/>
                  <a:gd name="connsiteX120" fmla="*/ 9742 w 10000"/>
                  <a:gd name="connsiteY120" fmla="*/ 5034 h 10000"/>
                  <a:gd name="connsiteX121" fmla="*/ 9339 w 10000"/>
                  <a:gd name="connsiteY121" fmla="*/ 4949 h 10000"/>
                  <a:gd name="connsiteX122" fmla="*/ 9005 w 10000"/>
                  <a:gd name="connsiteY122" fmla="*/ 4434 h 10000"/>
                  <a:gd name="connsiteX123" fmla="*/ 9441 w 10000"/>
                  <a:gd name="connsiteY123" fmla="*/ 4096 h 10000"/>
                  <a:gd name="connsiteX124" fmla="*/ 9150 w 10000"/>
                  <a:gd name="connsiteY124" fmla="*/ 3750 h 10000"/>
                  <a:gd name="connsiteX125" fmla="*/ 8658 w 10000"/>
                  <a:gd name="connsiteY125" fmla="*/ 4029 h 10000"/>
                  <a:gd name="connsiteX126" fmla="*/ 7472 w 10000"/>
                  <a:gd name="connsiteY126" fmla="*/ 3716 h 10000"/>
                  <a:gd name="connsiteX127" fmla="*/ 6835 w 10000"/>
                  <a:gd name="connsiteY127" fmla="*/ 3336 h 10000"/>
                  <a:gd name="connsiteX128" fmla="*/ 6790 w 10000"/>
                  <a:gd name="connsiteY128" fmla="*/ 2854 h 10000"/>
                  <a:gd name="connsiteX129" fmla="*/ 6688 w 10000"/>
                  <a:gd name="connsiteY129" fmla="*/ 2559 h 10000"/>
                  <a:gd name="connsiteX130" fmla="*/ 6354 w 10000"/>
                  <a:gd name="connsiteY130" fmla="*/ 2390 h 10000"/>
                  <a:gd name="connsiteX131" fmla="*/ 5906 w 10000"/>
                  <a:gd name="connsiteY131" fmla="*/ 2306 h 10000"/>
                  <a:gd name="connsiteX132" fmla="*/ 5526 w 10000"/>
                  <a:gd name="connsiteY132" fmla="*/ 1883 h 10000"/>
                  <a:gd name="connsiteX133" fmla="*/ 5347 w 10000"/>
                  <a:gd name="connsiteY133" fmla="*/ 1300 h 10000"/>
                  <a:gd name="connsiteX134" fmla="*/ 5100 w 10000"/>
                  <a:gd name="connsiteY134" fmla="*/ 937 h 10000"/>
                  <a:gd name="connsiteX135" fmla="*/ 4676 w 10000"/>
                  <a:gd name="connsiteY135" fmla="*/ 557 h 10000"/>
                  <a:gd name="connsiteX136" fmla="*/ 4060 w 10000"/>
                  <a:gd name="connsiteY136" fmla="*/ 346 h 10000"/>
                  <a:gd name="connsiteX137" fmla="*/ 3859 w 10000"/>
                  <a:gd name="connsiteY137" fmla="*/ 228 h 10000"/>
                  <a:gd name="connsiteX138" fmla="*/ 3668 w 10000"/>
                  <a:gd name="connsiteY138" fmla="*/ 0 h 10000"/>
                  <a:gd name="connsiteX139" fmla="*/ 3165 w 10000"/>
                  <a:gd name="connsiteY139" fmla="*/ 143 h 10000"/>
                  <a:gd name="connsiteX140" fmla="*/ 2662 w 10000"/>
                  <a:gd name="connsiteY140" fmla="*/ 160 h 10000"/>
                  <a:gd name="connsiteX141" fmla="*/ 1991 w 10000"/>
                  <a:gd name="connsiteY141" fmla="*/ 490 h 10000"/>
                  <a:gd name="connsiteX142" fmla="*/ 1398 w 10000"/>
                  <a:gd name="connsiteY142" fmla="*/ 507 h 10000"/>
                  <a:gd name="connsiteX143" fmla="*/ 1108 w 10000"/>
                  <a:gd name="connsiteY143" fmla="*/ 675 h 10000"/>
                  <a:gd name="connsiteX144" fmla="*/ 536 w 10000"/>
                  <a:gd name="connsiteY144" fmla="*/ 719 h 10000"/>
                  <a:gd name="connsiteX0" fmla="*/ 536 w 10000"/>
                  <a:gd name="connsiteY0" fmla="*/ 719 h 10000"/>
                  <a:gd name="connsiteX1" fmla="*/ 850 w 10000"/>
                  <a:gd name="connsiteY1" fmla="*/ 937 h 10000"/>
                  <a:gd name="connsiteX2" fmla="*/ 872 w 10000"/>
                  <a:gd name="connsiteY2" fmla="*/ 1056 h 10000"/>
                  <a:gd name="connsiteX3" fmla="*/ 817 w 10000"/>
                  <a:gd name="connsiteY3" fmla="*/ 1123 h 10000"/>
                  <a:gd name="connsiteX4" fmla="*/ 917 w 10000"/>
                  <a:gd name="connsiteY4" fmla="*/ 1191 h 10000"/>
                  <a:gd name="connsiteX5" fmla="*/ 939 w 10000"/>
                  <a:gd name="connsiteY5" fmla="*/ 1300 h 10000"/>
                  <a:gd name="connsiteX6" fmla="*/ 806 w 10000"/>
                  <a:gd name="connsiteY6" fmla="*/ 1427 h 10000"/>
                  <a:gd name="connsiteX7" fmla="*/ 828 w 10000"/>
                  <a:gd name="connsiteY7" fmla="*/ 1504 h 10000"/>
                  <a:gd name="connsiteX8" fmla="*/ 961 w 10000"/>
                  <a:gd name="connsiteY8" fmla="*/ 1554 h 10000"/>
                  <a:gd name="connsiteX9" fmla="*/ 1051 w 10000"/>
                  <a:gd name="connsiteY9" fmla="*/ 1487 h 10000"/>
                  <a:gd name="connsiteX10" fmla="*/ 1141 w 10000"/>
                  <a:gd name="connsiteY10" fmla="*/ 1487 h 10000"/>
                  <a:gd name="connsiteX11" fmla="*/ 1264 w 10000"/>
                  <a:gd name="connsiteY11" fmla="*/ 1562 h 10000"/>
                  <a:gd name="connsiteX12" fmla="*/ 1264 w 10000"/>
                  <a:gd name="connsiteY12" fmla="*/ 1613 h 10000"/>
                  <a:gd name="connsiteX13" fmla="*/ 1185 w 10000"/>
                  <a:gd name="connsiteY13" fmla="*/ 1663 h 10000"/>
                  <a:gd name="connsiteX14" fmla="*/ 1097 w 10000"/>
                  <a:gd name="connsiteY14" fmla="*/ 1663 h 10000"/>
                  <a:gd name="connsiteX15" fmla="*/ 1062 w 10000"/>
                  <a:gd name="connsiteY15" fmla="*/ 1740 h 10000"/>
                  <a:gd name="connsiteX16" fmla="*/ 1119 w 10000"/>
                  <a:gd name="connsiteY16" fmla="*/ 1800 h 10000"/>
                  <a:gd name="connsiteX17" fmla="*/ 1084 w 10000"/>
                  <a:gd name="connsiteY17" fmla="*/ 1883 h 10000"/>
                  <a:gd name="connsiteX18" fmla="*/ 1062 w 10000"/>
                  <a:gd name="connsiteY18" fmla="*/ 1943 h 10000"/>
                  <a:gd name="connsiteX19" fmla="*/ 1119 w 10000"/>
                  <a:gd name="connsiteY19" fmla="*/ 2002 h 10000"/>
                  <a:gd name="connsiteX20" fmla="*/ 1286 w 10000"/>
                  <a:gd name="connsiteY20" fmla="*/ 2002 h 10000"/>
                  <a:gd name="connsiteX21" fmla="*/ 1353 w 10000"/>
                  <a:gd name="connsiteY21" fmla="*/ 2069 h 10000"/>
                  <a:gd name="connsiteX22" fmla="*/ 1476 w 10000"/>
                  <a:gd name="connsiteY22" fmla="*/ 2137 h 10000"/>
                  <a:gd name="connsiteX23" fmla="*/ 1677 w 10000"/>
                  <a:gd name="connsiteY23" fmla="*/ 2128 h 10000"/>
                  <a:gd name="connsiteX24" fmla="*/ 1823 w 10000"/>
                  <a:gd name="connsiteY24" fmla="*/ 2204 h 10000"/>
                  <a:gd name="connsiteX25" fmla="*/ 2003 w 10000"/>
                  <a:gd name="connsiteY25" fmla="*/ 2187 h 10000"/>
                  <a:gd name="connsiteX26" fmla="*/ 2091 w 10000"/>
                  <a:gd name="connsiteY26" fmla="*/ 2221 h 10000"/>
                  <a:gd name="connsiteX27" fmla="*/ 2114 w 10000"/>
                  <a:gd name="connsiteY27" fmla="*/ 2280 h 10000"/>
                  <a:gd name="connsiteX28" fmla="*/ 1958 w 10000"/>
                  <a:gd name="connsiteY28" fmla="*/ 2356 h 10000"/>
                  <a:gd name="connsiteX29" fmla="*/ 1789 w 10000"/>
                  <a:gd name="connsiteY29" fmla="*/ 2322 h 10000"/>
                  <a:gd name="connsiteX30" fmla="*/ 1644 w 10000"/>
                  <a:gd name="connsiteY30" fmla="*/ 2298 h 10000"/>
                  <a:gd name="connsiteX31" fmla="*/ 1544 w 10000"/>
                  <a:gd name="connsiteY31" fmla="*/ 2314 h 10000"/>
                  <a:gd name="connsiteX32" fmla="*/ 1510 w 10000"/>
                  <a:gd name="connsiteY32" fmla="*/ 2458 h 10000"/>
                  <a:gd name="connsiteX33" fmla="*/ 1398 w 10000"/>
                  <a:gd name="connsiteY33" fmla="*/ 2559 h 10000"/>
                  <a:gd name="connsiteX34" fmla="*/ 1465 w 10000"/>
                  <a:gd name="connsiteY34" fmla="*/ 2846 h 10000"/>
                  <a:gd name="connsiteX35" fmla="*/ 1544 w 10000"/>
                  <a:gd name="connsiteY35" fmla="*/ 2897 h 10000"/>
                  <a:gd name="connsiteX36" fmla="*/ 1499 w 10000"/>
                  <a:gd name="connsiteY36" fmla="*/ 3040 h 10000"/>
                  <a:gd name="connsiteX37" fmla="*/ 2003 w 10000"/>
                  <a:gd name="connsiteY37" fmla="*/ 3074 h 10000"/>
                  <a:gd name="connsiteX38" fmla="*/ 2091 w 10000"/>
                  <a:gd name="connsiteY38" fmla="*/ 3167 h 10000"/>
                  <a:gd name="connsiteX39" fmla="*/ 2025 w 10000"/>
                  <a:gd name="connsiteY39" fmla="*/ 3268 h 10000"/>
                  <a:gd name="connsiteX40" fmla="*/ 2025 w 10000"/>
                  <a:gd name="connsiteY40" fmla="*/ 3411 h 10000"/>
                  <a:gd name="connsiteX41" fmla="*/ 1812 w 10000"/>
                  <a:gd name="connsiteY41" fmla="*/ 3639 h 10000"/>
                  <a:gd name="connsiteX42" fmla="*/ 1622 w 10000"/>
                  <a:gd name="connsiteY42" fmla="*/ 3979 h 10000"/>
                  <a:gd name="connsiteX43" fmla="*/ 1533 w 10000"/>
                  <a:gd name="connsiteY43" fmla="*/ 4020 h 10000"/>
                  <a:gd name="connsiteX44" fmla="*/ 1533 w 10000"/>
                  <a:gd name="connsiteY44" fmla="*/ 4114 h 10000"/>
                  <a:gd name="connsiteX45" fmla="*/ 1588 w 10000"/>
                  <a:gd name="connsiteY45" fmla="*/ 4171 h 10000"/>
                  <a:gd name="connsiteX46" fmla="*/ 1453 w 10000"/>
                  <a:gd name="connsiteY46" fmla="*/ 4342 h 10000"/>
                  <a:gd name="connsiteX47" fmla="*/ 1544 w 10000"/>
                  <a:gd name="connsiteY47" fmla="*/ 4544 h 10000"/>
                  <a:gd name="connsiteX48" fmla="*/ 1689 w 10000"/>
                  <a:gd name="connsiteY48" fmla="*/ 4569 h 10000"/>
                  <a:gd name="connsiteX49" fmla="*/ 1789 w 10000"/>
                  <a:gd name="connsiteY49" fmla="*/ 4638 h 10000"/>
                  <a:gd name="connsiteX50" fmla="*/ 1946 w 10000"/>
                  <a:gd name="connsiteY50" fmla="*/ 4594 h 10000"/>
                  <a:gd name="connsiteX51" fmla="*/ 2014 w 10000"/>
                  <a:gd name="connsiteY51" fmla="*/ 4695 h 10000"/>
                  <a:gd name="connsiteX52" fmla="*/ 2047 w 10000"/>
                  <a:gd name="connsiteY52" fmla="*/ 4806 h 10000"/>
                  <a:gd name="connsiteX53" fmla="*/ 2226 w 10000"/>
                  <a:gd name="connsiteY53" fmla="*/ 4932 h 10000"/>
                  <a:gd name="connsiteX54" fmla="*/ 2326 w 10000"/>
                  <a:gd name="connsiteY54" fmla="*/ 4915 h 10000"/>
                  <a:gd name="connsiteX55" fmla="*/ 2371 w 10000"/>
                  <a:gd name="connsiteY55" fmla="*/ 4949 h 10000"/>
                  <a:gd name="connsiteX56" fmla="*/ 2359 w 10000"/>
                  <a:gd name="connsiteY56" fmla="*/ 5034 h 10000"/>
                  <a:gd name="connsiteX57" fmla="*/ 2539 w 10000"/>
                  <a:gd name="connsiteY57" fmla="*/ 5110 h 10000"/>
                  <a:gd name="connsiteX58" fmla="*/ 2651 w 10000"/>
                  <a:gd name="connsiteY58" fmla="*/ 5126 h 10000"/>
                  <a:gd name="connsiteX59" fmla="*/ 2673 w 10000"/>
                  <a:gd name="connsiteY59" fmla="*/ 5237 h 10000"/>
                  <a:gd name="connsiteX60" fmla="*/ 2483 w 10000"/>
                  <a:gd name="connsiteY60" fmla="*/ 5362 h 10000"/>
                  <a:gd name="connsiteX61" fmla="*/ 2159 w 10000"/>
                  <a:gd name="connsiteY61" fmla="*/ 5379 h 10000"/>
                  <a:gd name="connsiteX62" fmla="*/ 1946 w 10000"/>
                  <a:gd name="connsiteY62" fmla="*/ 5278 h 10000"/>
                  <a:gd name="connsiteX63" fmla="*/ 1834 w 10000"/>
                  <a:gd name="connsiteY63" fmla="*/ 5278 h 10000"/>
                  <a:gd name="connsiteX64" fmla="*/ 1789 w 10000"/>
                  <a:gd name="connsiteY64" fmla="*/ 5321 h 10000"/>
                  <a:gd name="connsiteX65" fmla="*/ 1834 w 10000"/>
                  <a:gd name="connsiteY65" fmla="*/ 5398 h 10000"/>
                  <a:gd name="connsiteX66" fmla="*/ 2091 w 10000"/>
                  <a:gd name="connsiteY66" fmla="*/ 5599 h 10000"/>
                  <a:gd name="connsiteX67" fmla="*/ 2359 w 10000"/>
                  <a:gd name="connsiteY67" fmla="*/ 5878 h 10000"/>
                  <a:gd name="connsiteX68" fmla="*/ 2439 w 10000"/>
                  <a:gd name="connsiteY68" fmla="*/ 5920 h 10000"/>
                  <a:gd name="connsiteX69" fmla="*/ 2428 w 10000"/>
                  <a:gd name="connsiteY69" fmla="*/ 6158 h 10000"/>
                  <a:gd name="connsiteX70" fmla="*/ 2359 w 10000"/>
                  <a:gd name="connsiteY70" fmla="*/ 6241 h 10000"/>
                  <a:gd name="connsiteX71" fmla="*/ 2237 w 10000"/>
                  <a:gd name="connsiteY71" fmla="*/ 6283 h 10000"/>
                  <a:gd name="connsiteX72" fmla="*/ 2159 w 10000"/>
                  <a:gd name="connsiteY72" fmla="*/ 6216 h 10000"/>
                  <a:gd name="connsiteX73" fmla="*/ 1499 w 10000"/>
                  <a:gd name="connsiteY73" fmla="*/ 6461 h 10000"/>
                  <a:gd name="connsiteX74" fmla="*/ 1398 w 10000"/>
                  <a:gd name="connsiteY74" fmla="*/ 6453 h 10000"/>
                  <a:gd name="connsiteX75" fmla="*/ 1342 w 10000"/>
                  <a:gd name="connsiteY75" fmla="*/ 6368 h 10000"/>
                  <a:gd name="connsiteX76" fmla="*/ 1208 w 10000"/>
                  <a:gd name="connsiteY76" fmla="*/ 6377 h 10000"/>
                  <a:gd name="connsiteX77" fmla="*/ 1073 w 10000"/>
                  <a:gd name="connsiteY77" fmla="*/ 6487 h 10000"/>
                  <a:gd name="connsiteX78" fmla="*/ 1309 w 10000"/>
                  <a:gd name="connsiteY78" fmla="*/ 6781 h 10000"/>
                  <a:gd name="connsiteX79" fmla="*/ 1398 w 10000"/>
                  <a:gd name="connsiteY79" fmla="*/ 6874 h 10000"/>
                  <a:gd name="connsiteX80" fmla="*/ 1398 w 10000"/>
                  <a:gd name="connsiteY80" fmla="*/ 7061 h 10000"/>
                  <a:gd name="connsiteX81" fmla="*/ 1342 w 10000"/>
                  <a:gd name="connsiteY81" fmla="*/ 7120 h 10000"/>
                  <a:gd name="connsiteX82" fmla="*/ 1242 w 10000"/>
                  <a:gd name="connsiteY82" fmla="*/ 7110 h 10000"/>
                  <a:gd name="connsiteX83" fmla="*/ 1174 w 10000"/>
                  <a:gd name="connsiteY83" fmla="*/ 7061 h 10000"/>
                  <a:gd name="connsiteX84" fmla="*/ 1108 w 10000"/>
                  <a:gd name="connsiteY84" fmla="*/ 6892 h 10000"/>
                  <a:gd name="connsiteX85" fmla="*/ 850 w 10000"/>
                  <a:gd name="connsiteY85" fmla="*/ 6833 h 10000"/>
                  <a:gd name="connsiteX86" fmla="*/ 503 w 10000"/>
                  <a:gd name="connsiteY86" fmla="*/ 7077 h 10000"/>
                  <a:gd name="connsiteX87" fmla="*/ 447 w 10000"/>
                  <a:gd name="connsiteY87" fmla="*/ 7237 h 10000"/>
                  <a:gd name="connsiteX88" fmla="*/ 380 w 10000"/>
                  <a:gd name="connsiteY88" fmla="*/ 7305 h 10000"/>
                  <a:gd name="connsiteX89" fmla="*/ 380 w 10000"/>
                  <a:gd name="connsiteY89" fmla="*/ 7542 h 10000"/>
                  <a:gd name="connsiteX90" fmla="*/ 291 w 10000"/>
                  <a:gd name="connsiteY90" fmla="*/ 7610 h 10000"/>
                  <a:gd name="connsiteX91" fmla="*/ 112 w 10000"/>
                  <a:gd name="connsiteY91" fmla="*/ 7610 h 10000"/>
                  <a:gd name="connsiteX92" fmla="*/ 0 w 10000"/>
                  <a:gd name="connsiteY92" fmla="*/ 7711 h 10000"/>
                  <a:gd name="connsiteX93" fmla="*/ 4224 w 10000"/>
                  <a:gd name="connsiteY93" fmla="*/ 8206 h 10000"/>
                  <a:gd name="connsiteX94" fmla="*/ 3993 w 10000"/>
                  <a:gd name="connsiteY94" fmla="*/ 9307 h 10000"/>
                  <a:gd name="connsiteX95" fmla="*/ 4418 w 10000"/>
                  <a:gd name="connsiteY95" fmla="*/ 9434 h 10000"/>
                  <a:gd name="connsiteX96" fmla="*/ 4899 w 10000"/>
                  <a:gd name="connsiteY96" fmla="*/ 9940 h 10000"/>
                  <a:gd name="connsiteX97" fmla="*/ 4988 w 10000"/>
                  <a:gd name="connsiteY97" fmla="*/ 9992 h 10000"/>
                  <a:gd name="connsiteX98" fmla="*/ 5157 w 10000"/>
                  <a:gd name="connsiteY98" fmla="*/ 10000 h 10000"/>
                  <a:gd name="connsiteX99" fmla="*/ 5301 w 10000"/>
                  <a:gd name="connsiteY99" fmla="*/ 9915 h 10000"/>
                  <a:gd name="connsiteX100" fmla="*/ 5336 w 10000"/>
                  <a:gd name="connsiteY100" fmla="*/ 9628 h 10000"/>
                  <a:gd name="connsiteX101" fmla="*/ 6041 w 10000"/>
                  <a:gd name="connsiteY101" fmla="*/ 9460 h 10000"/>
                  <a:gd name="connsiteX102" fmla="*/ 6185 w 10000"/>
                  <a:gd name="connsiteY102" fmla="*/ 9493 h 10000"/>
                  <a:gd name="connsiteX103" fmla="*/ 6443 w 10000"/>
                  <a:gd name="connsiteY103" fmla="*/ 9712 h 10000"/>
                  <a:gd name="connsiteX104" fmla="*/ 6544 w 10000"/>
                  <a:gd name="connsiteY104" fmla="*/ 9704 h 10000"/>
                  <a:gd name="connsiteX105" fmla="*/ 6555 w 10000"/>
                  <a:gd name="connsiteY105" fmla="*/ 9561 h 10000"/>
                  <a:gd name="connsiteX106" fmla="*/ 6879 w 10000"/>
                  <a:gd name="connsiteY106" fmla="*/ 9416 h 10000"/>
                  <a:gd name="connsiteX107" fmla="*/ 7539 w 10000"/>
                  <a:gd name="connsiteY107" fmla="*/ 9517 h 10000"/>
                  <a:gd name="connsiteX108" fmla="*/ 7696 w 10000"/>
                  <a:gd name="connsiteY108" fmla="*/ 9392 h 10000"/>
                  <a:gd name="connsiteX109" fmla="*/ 8300 w 10000"/>
                  <a:gd name="connsiteY109" fmla="*/ 9476 h 10000"/>
                  <a:gd name="connsiteX110" fmla="*/ 8748 w 10000"/>
                  <a:gd name="connsiteY110" fmla="*/ 9426 h 10000"/>
                  <a:gd name="connsiteX111" fmla="*/ 9005 w 10000"/>
                  <a:gd name="connsiteY111" fmla="*/ 9517 h 10000"/>
                  <a:gd name="connsiteX112" fmla="*/ 9005 w 10000"/>
                  <a:gd name="connsiteY112" fmla="*/ 8757 h 10000"/>
                  <a:gd name="connsiteX113" fmla="*/ 9519 w 10000"/>
                  <a:gd name="connsiteY113" fmla="*/ 7948 h 10000"/>
                  <a:gd name="connsiteX114" fmla="*/ 10000 w 10000"/>
                  <a:gd name="connsiteY114" fmla="*/ 7593 h 10000"/>
                  <a:gd name="connsiteX115" fmla="*/ 9396 w 10000"/>
                  <a:gd name="connsiteY115" fmla="*/ 7069 h 10000"/>
                  <a:gd name="connsiteX116" fmla="*/ 9005 w 10000"/>
                  <a:gd name="connsiteY116" fmla="*/ 6605 h 10000"/>
                  <a:gd name="connsiteX117" fmla="*/ 8915 w 10000"/>
                  <a:gd name="connsiteY117" fmla="*/ 5938 h 10000"/>
                  <a:gd name="connsiteX118" fmla="*/ 9038 w 10000"/>
                  <a:gd name="connsiteY118" fmla="*/ 5270 h 10000"/>
                  <a:gd name="connsiteX119" fmla="*/ 9742 w 10000"/>
                  <a:gd name="connsiteY119" fmla="*/ 5034 h 10000"/>
                  <a:gd name="connsiteX120" fmla="*/ 9339 w 10000"/>
                  <a:gd name="connsiteY120" fmla="*/ 4949 h 10000"/>
                  <a:gd name="connsiteX121" fmla="*/ 9005 w 10000"/>
                  <a:gd name="connsiteY121" fmla="*/ 4434 h 10000"/>
                  <a:gd name="connsiteX122" fmla="*/ 9441 w 10000"/>
                  <a:gd name="connsiteY122" fmla="*/ 4096 h 10000"/>
                  <a:gd name="connsiteX123" fmla="*/ 9150 w 10000"/>
                  <a:gd name="connsiteY123" fmla="*/ 3750 h 10000"/>
                  <a:gd name="connsiteX124" fmla="*/ 8658 w 10000"/>
                  <a:gd name="connsiteY124" fmla="*/ 4029 h 10000"/>
                  <a:gd name="connsiteX125" fmla="*/ 7472 w 10000"/>
                  <a:gd name="connsiteY125" fmla="*/ 3716 h 10000"/>
                  <a:gd name="connsiteX126" fmla="*/ 6835 w 10000"/>
                  <a:gd name="connsiteY126" fmla="*/ 3336 h 10000"/>
                  <a:gd name="connsiteX127" fmla="*/ 6790 w 10000"/>
                  <a:gd name="connsiteY127" fmla="*/ 2854 h 10000"/>
                  <a:gd name="connsiteX128" fmla="*/ 6688 w 10000"/>
                  <a:gd name="connsiteY128" fmla="*/ 2559 h 10000"/>
                  <a:gd name="connsiteX129" fmla="*/ 6354 w 10000"/>
                  <a:gd name="connsiteY129" fmla="*/ 2390 h 10000"/>
                  <a:gd name="connsiteX130" fmla="*/ 5906 w 10000"/>
                  <a:gd name="connsiteY130" fmla="*/ 2306 h 10000"/>
                  <a:gd name="connsiteX131" fmla="*/ 5526 w 10000"/>
                  <a:gd name="connsiteY131" fmla="*/ 1883 h 10000"/>
                  <a:gd name="connsiteX132" fmla="*/ 5347 w 10000"/>
                  <a:gd name="connsiteY132" fmla="*/ 1300 h 10000"/>
                  <a:gd name="connsiteX133" fmla="*/ 5100 w 10000"/>
                  <a:gd name="connsiteY133" fmla="*/ 937 h 10000"/>
                  <a:gd name="connsiteX134" fmla="*/ 4676 w 10000"/>
                  <a:gd name="connsiteY134" fmla="*/ 557 h 10000"/>
                  <a:gd name="connsiteX135" fmla="*/ 4060 w 10000"/>
                  <a:gd name="connsiteY135" fmla="*/ 346 h 10000"/>
                  <a:gd name="connsiteX136" fmla="*/ 3859 w 10000"/>
                  <a:gd name="connsiteY136" fmla="*/ 228 h 10000"/>
                  <a:gd name="connsiteX137" fmla="*/ 3668 w 10000"/>
                  <a:gd name="connsiteY137" fmla="*/ 0 h 10000"/>
                  <a:gd name="connsiteX138" fmla="*/ 3165 w 10000"/>
                  <a:gd name="connsiteY138" fmla="*/ 143 h 10000"/>
                  <a:gd name="connsiteX139" fmla="*/ 2662 w 10000"/>
                  <a:gd name="connsiteY139" fmla="*/ 160 h 10000"/>
                  <a:gd name="connsiteX140" fmla="*/ 1991 w 10000"/>
                  <a:gd name="connsiteY140" fmla="*/ 490 h 10000"/>
                  <a:gd name="connsiteX141" fmla="*/ 1398 w 10000"/>
                  <a:gd name="connsiteY141" fmla="*/ 507 h 10000"/>
                  <a:gd name="connsiteX142" fmla="*/ 1108 w 10000"/>
                  <a:gd name="connsiteY142" fmla="*/ 675 h 10000"/>
                  <a:gd name="connsiteX143" fmla="*/ 536 w 10000"/>
                  <a:gd name="connsiteY143" fmla="*/ 719 h 10000"/>
                  <a:gd name="connsiteX0" fmla="*/ 536 w 10000"/>
                  <a:gd name="connsiteY0" fmla="*/ 719 h 10000"/>
                  <a:gd name="connsiteX1" fmla="*/ 850 w 10000"/>
                  <a:gd name="connsiteY1" fmla="*/ 937 h 10000"/>
                  <a:gd name="connsiteX2" fmla="*/ 872 w 10000"/>
                  <a:gd name="connsiteY2" fmla="*/ 1056 h 10000"/>
                  <a:gd name="connsiteX3" fmla="*/ 817 w 10000"/>
                  <a:gd name="connsiteY3" fmla="*/ 1123 h 10000"/>
                  <a:gd name="connsiteX4" fmla="*/ 917 w 10000"/>
                  <a:gd name="connsiteY4" fmla="*/ 1191 h 10000"/>
                  <a:gd name="connsiteX5" fmla="*/ 939 w 10000"/>
                  <a:gd name="connsiteY5" fmla="*/ 1300 h 10000"/>
                  <a:gd name="connsiteX6" fmla="*/ 806 w 10000"/>
                  <a:gd name="connsiteY6" fmla="*/ 1427 h 10000"/>
                  <a:gd name="connsiteX7" fmla="*/ 828 w 10000"/>
                  <a:gd name="connsiteY7" fmla="*/ 1504 h 10000"/>
                  <a:gd name="connsiteX8" fmla="*/ 961 w 10000"/>
                  <a:gd name="connsiteY8" fmla="*/ 1554 h 10000"/>
                  <a:gd name="connsiteX9" fmla="*/ 1051 w 10000"/>
                  <a:gd name="connsiteY9" fmla="*/ 1487 h 10000"/>
                  <a:gd name="connsiteX10" fmla="*/ 1141 w 10000"/>
                  <a:gd name="connsiteY10" fmla="*/ 1487 h 10000"/>
                  <a:gd name="connsiteX11" fmla="*/ 1264 w 10000"/>
                  <a:gd name="connsiteY11" fmla="*/ 1562 h 10000"/>
                  <a:gd name="connsiteX12" fmla="*/ 1264 w 10000"/>
                  <a:gd name="connsiteY12" fmla="*/ 1613 h 10000"/>
                  <a:gd name="connsiteX13" fmla="*/ 1185 w 10000"/>
                  <a:gd name="connsiteY13" fmla="*/ 1663 h 10000"/>
                  <a:gd name="connsiteX14" fmla="*/ 1097 w 10000"/>
                  <a:gd name="connsiteY14" fmla="*/ 1663 h 10000"/>
                  <a:gd name="connsiteX15" fmla="*/ 1062 w 10000"/>
                  <a:gd name="connsiteY15" fmla="*/ 1740 h 10000"/>
                  <a:gd name="connsiteX16" fmla="*/ 1119 w 10000"/>
                  <a:gd name="connsiteY16" fmla="*/ 1800 h 10000"/>
                  <a:gd name="connsiteX17" fmla="*/ 1084 w 10000"/>
                  <a:gd name="connsiteY17" fmla="*/ 1883 h 10000"/>
                  <a:gd name="connsiteX18" fmla="*/ 1062 w 10000"/>
                  <a:gd name="connsiteY18" fmla="*/ 1943 h 10000"/>
                  <a:gd name="connsiteX19" fmla="*/ 1119 w 10000"/>
                  <a:gd name="connsiteY19" fmla="*/ 2002 h 10000"/>
                  <a:gd name="connsiteX20" fmla="*/ 1286 w 10000"/>
                  <a:gd name="connsiteY20" fmla="*/ 2002 h 10000"/>
                  <a:gd name="connsiteX21" fmla="*/ 1353 w 10000"/>
                  <a:gd name="connsiteY21" fmla="*/ 2069 h 10000"/>
                  <a:gd name="connsiteX22" fmla="*/ 1476 w 10000"/>
                  <a:gd name="connsiteY22" fmla="*/ 2137 h 10000"/>
                  <a:gd name="connsiteX23" fmla="*/ 1677 w 10000"/>
                  <a:gd name="connsiteY23" fmla="*/ 2128 h 10000"/>
                  <a:gd name="connsiteX24" fmla="*/ 1823 w 10000"/>
                  <a:gd name="connsiteY24" fmla="*/ 2204 h 10000"/>
                  <a:gd name="connsiteX25" fmla="*/ 2003 w 10000"/>
                  <a:gd name="connsiteY25" fmla="*/ 2187 h 10000"/>
                  <a:gd name="connsiteX26" fmla="*/ 2091 w 10000"/>
                  <a:gd name="connsiteY26" fmla="*/ 2221 h 10000"/>
                  <a:gd name="connsiteX27" fmla="*/ 2114 w 10000"/>
                  <a:gd name="connsiteY27" fmla="*/ 2280 h 10000"/>
                  <a:gd name="connsiteX28" fmla="*/ 1958 w 10000"/>
                  <a:gd name="connsiteY28" fmla="*/ 2356 h 10000"/>
                  <a:gd name="connsiteX29" fmla="*/ 1789 w 10000"/>
                  <a:gd name="connsiteY29" fmla="*/ 2322 h 10000"/>
                  <a:gd name="connsiteX30" fmla="*/ 1644 w 10000"/>
                  <a:gd name="connsiteY30" fmla="*/ 2298 h 10000"/>
                  <a:gd name="connsiteX31" fmla="*/ 1544 w 10000"/>
                  <a:gd name="connsiteY31" fmla="*/ 2314 h 10000"/>
                  <a:gd name="connsiteX32" fmla="*/ 1510 w 10000"/>
                  <a:gd name="connsiteY32" fmla="*/ 2458 h 10000"/>
                  <a:gd name="connsiteX33" fmla="*/ 1398 w 10000"/>
                  <a:gd name="connsiteY33" fmla="*/ 2559 h 10000"/>
                  <a:gd name="connsiteX34" fmla="*/ 1465 w 10000"/>
                  <a:gd name="connsiteY34" fmla="*/ 2846 h 10000"/>
                  <a:gd name="connsiteX35" fmla="*/ 1544 w 10000"/>
                  <a:gd name="connsiteY35" fmla="*/ 2897 h 10000"/>
                  <a:gd name="connsiteX36" fmla="*/ 1499 w 10000"/>
                  <a:gd name="connsiteY36" fmla="*/ 3040 h 10000"/>
                  <a:gd name="connsiteX37" fmla="*/ 2003 w 10000"/>
                  <a:gd name="connsiteY37" fmla="*/ 3074 h 10000"/>
                  <a:gd name="connsiteX38" fmla="*/ 2091 w 10000"/>
                  <a:gd name="connsiteY38" fmla="*/ 3167 h 10000"/>
                  <a:gd name="connsiteX39" fmla="*/ 2025 w 10000"/>
                  <a:gd name="connsiteY39" fmla="*/ 3268 h 10000"/>
                  <a:gd name="connsiteX40" fmla="*/ 2025 w 10000"/>
                  <a:gd name="connsiteY40" fmla="*/ 3411 h 10000"/>
                  <a:gd name="connsiteX41" fmla="*/ 1812 w 10000"/>
                  <a:gd name="connsiteY41" fmla="*/ 3639 h 10000"/>
                  <a:gd name="connsiteX42" fmla="*/ 1622 w 10000"/>
                  <a:gd name="connsiteY42" fmla="*/ 3979 h 10000"/>
                  <a:gd name="connsiteX43" fmla="*/ 1533 w 10000"/>
                  <a:gd name="connsiteY43" fmla="*/ 4020 h 10000"/>
                  <a:gd name="connsiteX44" fmla="*/ 1533 w 10000"/>
                  <a:gd name="connsiteY44" fmla="*/ 4114 h 10000"/>
                  <a:gd name="connsiteX45" fmla="*/ 1588 w 10000"/>
                  <a:gd name="connsiteY45" fmla="*/ 4171 h 10000"/>
                  <a:gd name="connsiteX46" fmla="*/ 1453 w 10000"/>
                  <a:gd name="connsiteY46" fmla="*/ 4342 h 10000"/>
                  <a:gd name="connsiteX47" fmla="*/ 1544 w 10000"/>
                  <a:gd name="connsiteY47" fmla="*/ 4544 h 10000"/>
                  <a:gd name="connsiteX48" fmla="*/ 1689 w 10000"/>
                  <a:gd name="connsiteY48" fmla="*/ 4569 h 10000"/>
                  <a:gd name="connsiteX49" fmla="*/ 1789 w 10000"/>
                  <a:gd name="connsiteY49" fmla="*/ 4638 h 10000"/>
                  <a:gd name="connsiteX50" fmla="*/ 1946 w 10000"/>
                  <a:gd name="connsiteY50" fmla="*/ 4594 h 10000"/>
                  <a:gd name="connsiteX51" fmla="*/ 2014 w 10000"/>
                  <a:gd name="connsiteY51" fmla="*/ 4695 h 10000"/>
                  <a:gd name="connsiteX52" fmla="*/ 2047 w 10000"/>
                  <a:gd name="connsiteY52" fmla="*/ 4806 h 10000"/>
                  <a:gd name="connsiteX53" fmla="*/ 2226 w 10000"/>
                  <a:gd name="connsiteY53" fmla="*/ 4932 h 10000"/>
                  <a:gd name="connsiteX54" fmla="*/ 2326 w 10000"/>
                  <a:gd name="connsiteY54" fmla="*/ 4915 h 10000"/>
                  <a:gd name="connsiteX55" fmla="*/ 2371 w 10000"/>
                  <a:gd name="connsiteY55" fmla="*/ 4949 h 10000"/>
                  <a:gd name="connsiteX56" fmla="*/ 2359 w 10000"/>
                  <a:gd name="connsiteY56" fmla="*/ 5034 h 10000"/>
                  <a:gd name="connsiteX57" fmla="*/ 2539 w 10000"/>
                  <a:gd name="connsiteY57" fmla="*/ 5110 h 10000"/>
                  <a:gd name="connsiteX58" fmla="*/ 2651 w 10000"/>
                  <a:gd name="connsiteY58" fmla="*/ 5126 h 10000"/>
                  <a:gd name="connsiteX59" fmla="*/ 2673 w 10000"/>
                  <a:gd name="connsiteY59" fmla="*/ 5237 h 10000"/>
                  <a:gd name="connsiteX60" fmla="*/ 2483 w 10000"/>
                  <a:gd name="connsiteY60" fmla="*/ 5362 h 10000"/>
                  <a:gd name="connsiteX61" fmla="*/ 2159 w 10000"/>
                  <a:gd name="connsiteY61" fmla="*/ 5379 h 10000"/>
                  <a:gd name="connsiteX62" fmla="*/ 1946 w 10000"/>
                  <a:gd name="connsiteY62" fmla="*/ 5278 h 10000"/>
                  <a:gd name="connsiteX63" fmla="*/ 1834 w 10000"/>
                  <a:gd name="connsiteY63" fmla="*/ 5278 h 10000"/>
                  <a:gd name="connsiteX64" fmla="*/ 1789 w 10000"/>
                  <a:gd name="connsiteY64" fmla="*/ 5321 h 10000"/>
                  <a:gd name="connsiteX65" fmla="*/ 1834 w 10000"/>
                  <a:gd name="connsiteY65" fmla="*/ 5398 h 10000"/>
                  <a:gd name="connsiteX66" fmla="*/ 2091 w 10000"/>
                  <a:gd name="connsiteY66" fmla="*/ 5599 h 10000"/>
                  <a:gd name="connsiteX67" fmla="*/ 2359 w 10000"/>
                  <a:gd name="connsiteY67" fmla="*/ 5878 h 10000"/>
                  <a:gd name="connsiteX68" fmla="*/ 2439 w 10000"/>
                  <a:gd name="connsiteY68" fmla="*/ 5920 h 10000"/>
                  <a:gd name="connsiteX69" fmla="*/ 2428 w 10000"/>
                  <a:gd name="connsiteY69" fmla="*/ 6158 h 10000"/>
                  <a:gd name="connsiteX70" fmla="*/ 2359 w 10000"/>
                  <a:gd name="connsiteY70" fmla="*/ 6241 h 10000"/>
                  <a:gd name="connsiteX71" fmla="*/ 2237 w 10000"/>
                  <a:gd name="connsiteY71" fmla="*/ 6283 h 10000"/>
                  <a:gd name="connsiteX72" fmla="*/ 2159 w 10000"/>
                  <a:gd name="connsiteY72" fmla="*/ 6216 h 10000"/>
                  <a:gd name="connsiteX73" fmla="*/ 1499 w 10000"/>
                  <a:gd name="connsiteY73" fmla="*/ 6461 h 10000"/>
                  <a:gd name="connsiteX74" fmla="*/ 1398 w 10000"/>
                  <a:gd name="connsiteY74" fmla="*/ 6453 h 10000"/>
                  <a:gd name="connsiteX75" fmla="*/ 1342 w 10000"/>
                  <a:gd name="connsiteY75" fmla="*/ 6368 h 10000"/>
                  <a:gd name="connsiteX76" fmla="*/ 1208 w 10000"/>
                  <a:gd name="connsiteY76" fmla="*/ 6377 h 10000"/>
                  <a:gd name="connsiteX77" fmla="*/ 1073 w 10000"/>
                  <a:gd name="connsiteY77" fmla="*/ 6487 h 10000"/>
                  <a:gd name="connsiteX78" fmla="*/ 1309 w 10000"/>
                  <a:gd name="connsiteY78" fmla="*/ 6781 h 10000"/>
                  <a:gd name="connsiteX79" fmla="*/ 1398 w 10000"/>
                  <a:gd name="connsiteY79" fmla="*/ 6874 h 10000"/>
                  <a:gd name="connsiteX80" fmla="*/ 1398 w 10000"/>
                  <a:gd name="connsiteY80" fmla="*/ 7061 h 10000"/>
                  <a:gd name="connsiteX81" fmla="*/ 1342 w 10000"/>
                  <a:gd name="connsiteY81" fmla="*/ 7120 h 10000"/>
                  <a:gd name="connsiteX82" fmla="*/ 1242 w 10000"/>
                  <a:gd name="connsiteY82" fmla="*/ 7110 h 10000"/>
                  <a:gd name="connsiteX83" fmla="*/ 1174 w 10000"/>
                  <a:gd name="connsiteY83" fmla="*/ 7061 h 10000"/>
                  <a:gd name="connsiteX84" fmla="*/ 1108 w 10000"/>
                  <a:gd name="connsiteY84" fmla="*/ 6892 h 10000"/>
                  <a:gd name="connsiteX85" fmla="*/ 503 w 10000"/>
                  <a:gd name="connsiteY85" fmla="*/ 7077 h 10000"/>
                  <a:gd name="connsiteX86" fmla="*/ 447 w 10000"/>
                  <a:gd name="connsiteY86" fmla="*/ 7237 h 10000"/>
                  <a:gd name="connsiteX87" fmla="*/ 380 w 10000"/>
                  <a:gd name="connsiteY87" fmla="*/ 7305 h 10000"/>
                  <a:gd name="connsiteX88" fmla="*/ 380 w 10000"/>
                  <a:gd name="connsiteY88" fmla="*/ 7542 h 10000"/>
                  <a:gd name="connsiteX89" fmla="*/ 291 w 10000"/>
                  <a:gd name="connsiteY89" fmla="*/ 7610 h 10000"/>
                  <a:gd name="connsiteX90" fmla="*/ 112 w 10000"/>
                  <a:gd name="connsiteY90" fmla="*/ 7610 h 10000"/>
                  <a:gd name="connsiteX91" fmla="*/ 0 w 10000"/>
                  <a:gd name="connsiteY91" fmla="*/ 7711 h 10000"/>
                  <a:gd name="connsiteX92" fmla="*/ 4224 w 10000"/>
                  <a:gd name="connsiteY92" fmla="*/ 8206 h 10000"/>
                  <a:gd name="connsiteX93" fmla="*/ 3993 w 10000"/>
                  <a:gd name="connsiteY93" fmla="*/ 9307 h 10000"/>
                  <a:gd name="connsiteX94" fmla="*/ 4418 w 10000"/>
                  <a:gd name="connsiteY94" fmla="*/ 9434 h 10000"/>
                  <a:gd name="connsiteX95" fmla="*/ 4899 w 10000"/>
                  <a:gd name="connsiteY95" fmla="*/ 9940 h 10000"/>
                  <a:gd name="connsiteX96" fmla="*/ 4988 w 10000"/>
                  <a:gd name="connsiteY96" fmla="*/ 9992 h 10000"/>
                  <a:gd name="connsiteX97" fmla="*/ 5157 w 10000"/>
                  <a:gd name="connsiteY97" fmla="*/ 10000 h 10000"/>
                  <a:gd name="connsiteX98" fmla="*/ 5301 w 10000"/>
                  <a:gd name="connsiteY98" fmla="*/ 9915 h 10000"/>
                  <a:gd name="connsiteX99" fmla="*/ 5336 w 10000"/>
                  <a:gd name="connsiteY99" fmla="*/ 9628 h 10000"/>
                  <a:gd name="connsiteX100" fmla="*/ 6041 w 10000"/>
                  <a:gd name="connsiteY100" fmla="*/ 9460 h 10000"/>
                  <a:gd name="connsiteX101" fmla="*/ 6185 w 10000"/>
                  <a:gd name="connsiteY101" fmla="*/ 9493 h 10000"/>
                  <a:gd name="connsiteX102" fmla="*/ 6443 w 10000"/>
                  <a:gd name="connsiteY102" fmla="*/ 9712 h 10000"/>
                  <a:gd name="connsiteX103" fmla="*/ 6544 w 10000"/>
                  <a:gd name="connsiteY103" fmla="*/ 9704 h 10000"/>
                  <a:gd name="connsiteX104" fmla="*/ 6555 w 10000"/>
                  <a:gd name="connsiteY104" fmla="*/ 9561 h 10000"/>
                  <a:gd name="connsiteX105" fmla="*/ 6879 w 10000"/>
                  <a:gd name="connsiteY105" fmla="*/ 9416 h 10000"/>
                  <a:gd name="connsiteX106" fmla="*/ 7539 w 10000"/>
                  <a:gd name="connsiteY106" fmla="*/ 9517 h 10000"/>
                  <a:gd name="connsiteX107" fmla="*/ 7696 w 10000"/>
                  <a:gd name="connsiteY107" fmla="*/ 9392 h 10000"/>
                  <a:gd name="connsiteX108" fmla="*/ 8300 w 10000"/>
                  <a:gd name="connsiteY108" fmla="*/ 9476 h 10000"/>
                  <a:gd name="connsiteX109" fmla="*/ 8748 w 10000"/>
                  <a:gd name="connsiteY109" fmla="*/ 9426 h 10000"/>
                  <a:gd name="connsiteX110" fmla="*/ 9005 w 10000"/>
                  <a:gd name="connsiteY110" fmla="*/ 9517 h 10000"/>
                  <a:gd name="connsiteX111" fmla="*/ 9005 w 10000"/>
                  <a:gd name="connsiteY111" fmla="*/ 8757 h 10000"/>
                  <a:gd name="connsiteX112" fmla="*/ 9519 w 10000"/>
                  <a:gd name="connsiteY112" fmla="*/ 7948 h 10000"/>
                  <a:gd name="connsiteX113" fmla="*/ 10000 w 10000"/>
                  <a:gd name="connsiteY113" fmla="*/ 7593 h 10000"/>
                  <a:gd name="connsiteX114" fmla="*/ 9396 w 10000"/>
                  <a:gd name="connsiteY114" fmla="*/ 7069 h 10000"/>
                  <a:gd name="connsiteX115" fmla="*/ 9005 w 10000"/>
                  <a:gd name="connsiteY115" fmla="*/ 6605 h 10000"/>
                  <a:gd name="connsiteX116" fmla="*/ 8915 w 10000"/>
                  <a:gd name="connsiteY116" fmla="*/ 5938 h 10000"/>
                  <a:gd name="connsiteX117" fmla="*/ 9038 w 10000"/>
                  <a:gd name="connsiteY117" fmla="*/ 5270 h 10000"/>
                  <a:gd name="connsiteX118" fmla="*/ 9742 w 10000"/>
                  <a:gd name="connsiteY118" fmla="*/ 5034 h 10000"/>
                  <a:gd name="connsiteX119" fmla="*/ 9339 w 10000"/>
                  <a:gd name="connsiteY119" fmla="*/ 4949 h 10000"/>
                  <a:gd name="connsiteX120" fmla="*/ 9005 w 10000"/>
                  <a:gd name="connsiteY120" fmla="*/ 4434 h 10000"/>
                  <a:gd name="connsiteX121" fmla="*/ 9441 w 10000"/>
                  <a:gd name="connsiteY121" fmla="*/ 4096 h 10000"/>
                  <a:gd name="connsiteX122" fmla="*/ 9150 w 10000"/>
                  <a:gd name="connsiteY122" fmla="*/ 3750 h 10000"/>
                  <a:gd name="connsiteX123" fmla="*/ 8658 w 10000"/>
                  <a:gd name="connsiteY123" fmla="*/ 4029 h 10000"/>
                  <a:gd name="connsiteX124" fmla="*/ 7472 w 10000"/>
                  <a:gd name="connsiteY124" fmla="*/ 3716 h 10000"/>
                  <a:gd name="connsiteX125" fmla="*/ 6835 w 10000"/>
                  <a:gd name="connsiteY125" fmla="*/ 3336 h 10000"/>
                  <a:gd name="connsiteX126" fmla="*/ 6790 w 10000"/>
                  <a:gd name="connsiteY126" fmla="*/ 2854 h 10000"/>
                  <a:gd name="connsiteX127" fmla="*/ 6688 w 10000"/>
                  <a:gd name="connsiteY127" fmla="*/ 2559 h 10000"/>
                  <a:gd name="connsiteX128" fmla="*/ 6354 w 10000"/>
                  <a:gd name="connsiteY128" fmla="*/ 2390 h 10000"/>
                  <a:gd name="connsiteX129" fmla="*/ 5906 w 10000"/>
                  <a:gd name="connsiteY129" fmla="*/ 2306 h 10000"/>
                  <a:gd name="connsiteX130" fmla="*/ 5526 w 10000"/>
                  <a:gd name="connsiteY130" fmla="*/ 1883 h 10000"/>
                  <a:gd name="connsiteX131" fmla="*/ 5347 w 10000"/>
                  <a:gd name="connsiteY131" fmla="*/ 1300 h 10000"/>
                  <a:gd name="connsiteX132" fmla="*/ 5100 w 10000"/>
                  <a:gd name="connsiteY132" fmla="*/ 937 h 10000"/>
                  <a:gd name="connsiteX133" fmla="*/ 4676 w 10000"/>
                  <a:gd name="connsiteY133" fmla="*/ 557 h 10000"/>
                  <a:gd name="connsiteX134" fmla="*/ 4060 w 10000"/>
                  <a:gd name="connsiteY134" fmla="*/ 346 h 10000"/>
                  <a:gd name="connsiteX135" fmla="*/ 3859 w 10000"/>
                  <a:gd name="connsiteY135" fmla="*/ 228 h 10000"/>
                  <a:gd name="connsiteX136" fmla="*/ 3668 w 10000"/>
                  <a:gd name="connsiteY136" fmla="*/ 0 h 10000"/>
                  <a:gd name="connsiteX137" fmla="*/ 3165 w 10000"/>
                  <a:gd name="connsiteY137" fmla="*/ 143 h 10000"/>
                  <a:gd name="connsiteX138" fmla="*/ 2662 w 10000"/>
                  <a:gd name="connsiteY138" fmla="*/ 160 h 10000"/>
                  <a:gd name="connsiteX139" fmla="*/ 1991 w 10000"/>
                  <a:gd name="connsiteY139" fmla="*/ 490 h 10000"/>
                  <a:gd name="connsiteX140" fmla="*/ 1398 w 10000"/>
                  <a:gd name="connsiteY140" fmla="*/ 507 h 10000"/>
                  <a:gd name="connsiteX141" fmla="*/ 1108 w 10000"/>
                  <a:gd name="connsiteY141" fmla="*/ 675 h 10000"/>
                  <a:gd name="connsiteX142" fmla="*/ 536 w 10000"/>
                  <a:gd name="connsiteY142" fmla="*/ 719 h 10000"/>
                  <a:gd name="connsiteX0" fmla="*/ 536 w 10000"/>
                  <a:gd name="connsiteY0" fmla="*/ 719 h 10000"/>
                  <a:gd name="connsiteX1" fmla="*/ 850 w 10000"/>
                  <a:gd name="connsiteY1" fmla="*/ 937 h 10000"/>
                  <a:gd name="connsiteX2" fmla="*/ 872 w 10000"/>
                  <a:gd name="connsiteY2" fmla="*/ 1056 h 10000"/>
                  <a:gd name="connsiteX3" fmla="*/ 817 w 10000"/>
                  <a:gd name="connsiteY3" fmla="*/ 1123 h 10000"/>
                  <a:gd name="connsiteX4" fmla="*/ 917 w 10000"/>
                  <a:gd name="connsiteY4" fmla="*/ 1191 h 10000"/>
                  <a:gd name="connsiteX5" fmla="*/ 939 w 10000"/>
                  <a:gd name="connsiteY5" fmla="*/ 1300 h 10000"/>
                  <a:gd name="connsiteX6" fmla="*/ 806 w 10000"/>
                  <a:gd name="connsiteY6" fmla="*/ 1427 h 10000"/>
                  <a:gd name="connsiteX7" fmla="*/ 828 w 10000"/>
                  <a:gd name="connsiteY7" fmla="*/ 1504 h 10000"/>
                  <a:gd name="connsiteX8" fmla="*/ 961 w 10000"/>
                  <a:gd name="connsiteY8" fmla="*/ 1554 h 10000"/>
                  <a:gd name="connsiteX9" fmla="*/ 1051 w 10000"/>
                  <a:gd name="connsiteY9" fmla="*/ 1487 h 10000"/>
                  <a:gd name="connsiteX10" fmla="*/ 1141 w 10000"/>
                  <a:gd name="connsiteY10" fmla="*/ 1487 h 10000"/>
                  <a:gd name="connsiteX11" fmla="*/ 1264 w 10000"/>
                  <a:gd name="connsiteY11" fmla="*/ 1562 h 10000"/>
                  <a:gd name="connsiteX12" fmla="*/ 1264 w 10000"/>
                  <a:gd name="connsiteY12" fmla="*/ 1613 h 10000"/>
                  <a:gd name="connsiteX13" fmla="*/ 1185 w 10000"/>
                  <a:gd name="connsiteY13" fmla="*/ 1663 h 10000"/>
                  <a:gd name="connsiteX14" fmla="*/ 1097 w 10000"/>
                  <a:gd name="connsiteY14" fmla="*/ 1663 h 10000"/>
                  <a:gd name="connsiteX15" fmla="*/ 1062 w 10000"/>
                  <a:gd name="connsiteY15" fmla="*/ 1740 h 10000"/>
                  <a:gd name="connsiteX16" fmla="*/ 1119 w 10000"/>
                  <a:gd name="connsiteY16" fmla="*/ 1800 h 10000"/>
                  <a:gd name="connsiteX17" fmla="*/ 1084 w 10000"/>
                  <a:gd name="connsiteY17" fmla="*/ 1883 h 10000"/>
                  <a:gd name="connsiteX18" fmla="*/ 1062 w 10000"/>
                  <a:gd name="connsiteY18" fmla="*/ 1943 h 10000"/>
                  <a:gd name="connsiteX19" fmla="*/ 1119 w 10000"/>
                  <a:gd name="connsiteY19" fmla="*/ 2002 h 10000"/>
                  <a:gd name="connsiteX20" fmla="*/ 1286 w 10000"/>
                  <a:gd name="connsiteY20" fmla="*/ 2002 h 10000"/>
                  <a:gd name="connsiteX21" fmla="*/ 1353 w 10000"/>
                  <a:gd name="connsiteY21" fmla="*/ 2069 h 10000"/>
                  <a:gd name="connsiteX22" fmla="*/ 1476 w 10000"/>
                  <a:gd name="connsiteY22" fmla="*/ 2137 h 10000"/>
                  <a:gd name="connsiteX23" fmla="*/ 1677 w 10000"/>
                  <a:gd name="connsiteY23" fmla="*/ 2128 h 10000"/>
                  <a:gd name="connsiteX24" fmla="*/ 1823 w 10000"/>
                  <a:gd name="connsiteY24" fmla="*/ 2204 h 10000"/>
                  <a:gd name="connsiteX25" fmla="*/ 2003 w 10000"/>
                  <a:gd name="connsiteY25" fmla="*/ 2187 h 10000"/>
                  <a:gd name="connsiteX26" fmla="*/ 2091 w 10000"/>
                  <a:gd name="connsiteY26" fmla="*/ 2221 h 10000"/>
                  <a:gd name="connsiteX27" fmla="*/ 2114 w 10000"/>
                  <a:gd name="connsiteY27" fmla="*/ 2280 h 10000"/>
                  <a:gd name="connsiteX28" fmla="*/ 1958 w 10000"/>
                  <a:gd name="connsiteY28" fmla="*/ 2356 h 10000"/>
                  <a:gd name="connsiteX29" fmla="*/ 1789 w 10000"/>
                  <a:gd name="connsiteY29" fmla="*/ 2322 h 10000"/>
                  <a:gd name="connsiteX30" fmla="*/ 1644 w 10000"/>
                  <a:gd name="connsiteY30" fmla="*/ 2298 h 10000"/>
                  <a:gd name="connsiteX31" fmla="*/ 1544 w 10000"/>
                  <a:gd name="connsiteY31" fmla="*/ 2314 h 10000"/>
                  <a:gd name="connsiteX32" fmla="*/ 1510 w 10000"/>
                  <a:gd name="connsiteY32" fmla="*/ 2458 h 10000"/>
                  <a:gd name="connsiteX33" fmla="*/ 1398 w 10000"/>
                  <a:gd name="connsiteY33" fmla="*/ 2559 h 10000"/>
                  <a:gd name="connsiteX34" fmla="*/ 1465 w 10000"/>
                  <a:gd name="connsiteY34" fmla="*/ 2846 h 10000"/>
                  <a:gd name="connsiteX35" fmla="*/ 1544 w 10000"/>
                  <a:gd name="connsiteY35" fmla="*/ 2897 h 10000"/>
                  <a:gd name="connsiteX36" fmla="*/ 1499 w 10000"/>
                  <a:gd name="connsiteY36" fmla="*/ 3040 h 10000"/>
                  <a:gd name="connsiteX37" fmla="*/ 2003 w 10000"/>
                  <a:gd name="connsiteY37" fmla="*/ 3074 h 10000"/>
                  <a:gd name="connsiteX38" fmla="*/ 2091 w 10000"/>
                  <a:gd name="connsiteY38" fmla="*/ 3167 h 10000"/>
                  <a:gd name="connsiteX39" fmla="*/ 2025 w 10000"/>
                  <a:gd name="connsiteY39" fmla="*/ 3268 h 10000"/>
                  <a:gd name="connsiteX40" fmla="*/ 2025 w 10000"/>
                  <a:gd name="connsiteY40" fmla="*/ 3411 h 10000"/>
                  <a:gd name="connsiteX41" fmla="*/ 1812 w 10000"/>
                  <a:gd name="connsiteY41" fmla="*/ 3639 h 10000"/>
                  <a:gd name="connsiteX42" fmla="*/ 1622 w 10000"/>
                  <a:gd name="connsiteY42" fmla="*/ 3979 h 10000"/>
                  <a:gd name="connsiteX43" fmla="*/ 1533 w 10000"/>
                  <a:gd name="connsiteY43" fmla="*/ 4020 h 10000"/>
                  <a:gd name="connsiteX44" fmla="*/ 1533 w 10000"/>
                  <a:gd name="connsiteY44" fmla="*/ 4114 h 10000"/>
                  <a:gd name="connsiteX45" fmla="*/ 1588 w 10000"/>
                  <a:gd name="connsiteY45" fmla="*/ 4171 h 10000"/>
                  <a:gd name="connsiteX46" fmla="*/ 1453 w 10000"/>
                  <a:gd name="connsiteY46" fmla="*/ 4342 h 10000"/>
                  <a:gd name="connsiteX47" fmla="*/ 1544 w 10000"/>
                  <a:gd name="connsiteY47" fmla="*/ 4544 h 10000"/>
                  <a:gd name="connsiteX48" fmla="*/ 1689 w 10000"/>
                  <a:gd name="connsiteY48" fmla="*/ 4569 h 10000"/>
                  <a:gd name="connsiteX49" fmla="*/ 1789 w 10000"/>
                  <a:gd name="connsiteY49" fmla="*/ 4638 h 10000"/>
                  <a:gd name="connsiteX50" fmla="*/ 1946 w 10000"/>
                  <a:gd name="connsiteY50" fmla="*/ 4594 h 10000"/>
                  <a:gd name="connsiteX51" fmla="*/ 2014 w 10000"/>
                  <a:gd name="connsiteY51" fmla="*/ 4695 h 10000"/>
                  <a:gd name="connsiteX52" fmla="*/ 2047 w 10000"/>
                  <a:gd name="connsiteY52" fmla="*/ 4806 h 10000"/>
                  <a:gd name="connsiteX53" fmla="*/ 2226 w 10000"/>
                  <a:gd name="connsiteY53" fmla="*/ 4932 h 10000"/>
                  <a:gd name="connsiteX54" fmla="*/ 2326 w 10000"/>
                  <a:gd name="connsiteY54" fmla="*/ 4915 h 10000"/>
                  <a:gd name="connsiteX55" fmla="*/ 2371 w 10000"/>
                  <a:gd name="connsiteY55" fmla="*/ 4949 h 10000"/>
                  <a:gd name="connsiteX56" fmla="*/ 2359 w 10000"/>
                  <a:gd name="connsiteY56" fmla="*/ 5034 h 10000"/>
                  <a:gd name="connsiteX57" fmla="*/ 2539 w 10000"/>
                  <a:gd name="connsiteY57" fmla="*/ 5110 h 10000"/>
                  <a:gd name="connsiteX58" fmla="*/ 2651 w 10000"/>
                  <a:gd name="connsiteY58" fmla="*/ 5126 h 10000"/>
                  <a:gd name="connsiteX59" fmla="*/ 2673 w 10000"/>
                  <a:gd name="connsiteY59" fmla="*/ 5237 h 10000"/>
                  <a:gd name="connsiteX60" fmla="*/ 2483 w 10000"/>
                  <a:gd name="connsiteY60" fmla="*/ 5362 h 10000"/>
                  <a:gd name="connsiteX61" fmla="*/ 2159 w 10000"/>
                  <a:gd name="connsiteY61" fmla="*/ 5379 h 10000"/>
                  <a:gd name="connsiteX62" fmla="*/ 1946 w 10000"/>
                  <a:gd name="connsiteY62" fmla="*/ 5278 h 10000"/>
                  <a:gd name="connsiteX63" fmla="*/ 1834 w 10000"/>
                  <a:gd name="connsiteY63" fmla="*/ 5278 h 10000"/>
                  <a:gd name="connsiteX64" fmla="*/ 1789 w 10000"/>
                  <a:gd name="connsiteY64" fmla="*/ 5321 h 10000"/>
                  <a:gd name="connsiteX65" fmla="*/ 1834 w 10000"/>
                  <a:gd name="connsiteY65" fmla="*/ 5398 h 10000"/>
                  <a:gd name="connsiteX66" fmla="*/ 2091 w 10000"/>
                  <a:gd name="connsiteY66" fmla="*/ 5599 h 10000"/>
                  <a:gd name="connsiteX67" fmla="*/ 2359 w 10000"/>
                  <a:gd name="connsiteY67" fmla="*/ 5878 h 10000"/>
                  <a:gd name="connsiteX68" fmla="*/ 2439 w 10000"/>
                  <a:gd name="connsiteY68" fmla="*/ 5920 h 10000"/>
                  <a:gd name="connsiteX69" fmla="*/ 2428 w 10000"/>
                  <a:gd name="connsiteY69" fmla="*/ 6158 h 10000"/>
                  <a:gd name="connsiteX70" fmla="*/ 2359 w 10000"/>
                  <a:gd name="connsiteY70" fmla="*/ 6241 h 10000"/>
                  <a:gd name="connsiteX71" fmla="*/ 2237 w 10000"/>
                  <a:gd name="connsiteY71" fmla="*/ 6283 h 10000"/>
                  <a:gd name="connsiteX72" fmla="*/ 2159 w 10000"/>
                  <a:gd name="connsiteY72" fmla="*/ 6216 h 10000"/>
                  <a:gd name="connsiteX73" fmla="*/ 1499 w 10000"/>
                  <a:gd name="connsiteY73" fmla="*/ 6461 h 10000"/>
                  <a:gd name="connsiteX74" fmla="*/ 1398 w 10000"/>
                  <a:gd name="connsiteY74" fmla="*/ 6453 h 10000"/>
                  <a:gd name="connsiteX75" fmla="*/ 1342 w 10000"/>
                  <a:gd name="connsiteY75" fmla="*/ 6368 h 10000"/>
                  <a:gd name="connsiteX76" fmla="*/ 1208 w 10000"/>
                  <a:gd name="connsiteY76" fmla="*/ 6377 h 10000"/>
                  <a:gd name="connsiteX77" fmla="*/ 1073 w 10000"/>
                  <a:gd name="connsiteY77" fmla="*/ 6487 h 10000"/>
                  <a:gd name="connsiteX78" fmla="*/ 1309 w 10000"/>
                  <a:gd name="connsiteY78" fmla="*/ 6781 h 10000"/>
                  <a:gd name="connsiteX79" fmla="*/ 1398 w 10000"/>
                  <a:gd name="connsiteY79" fmla="*/ 6874 h 10000"/>
                  <a:gd name="connsiteX80" fmla="*/ 1398 w 10000"/>
                  <a:gd name="connsiteY80" fmla="*/ 7061 h 10000"/>
                  <a:gd name="connsiteX81" fmla="*/ 1342 w 10000"/>
                  <a:gd name="connsiteY81" fmla="*/ 7120 h 10000"/>
                  <a:gd name="connsiteX82" fmla="*/ 1242 w 10000"/>
                  <a:gd name="connsiteY82" fmla="*/ 7110 h 10000"/>
                  <a:gd name="connsiteX83" fmla="*/ 1174 w 10000"/>
                  <a:gd name="connsiteY83" fmla="*/ 7061 h 10000"/>
                  <a:gd name="connsiteX84" fmla="*/ 503 w 10000"/>
                  <a:gd name="connsiteY84" fmla="*/ 7077 h 10000"/>
                  <a:gd name="connsiteX85" fmla="*/ 447 w 10000"/>
                  <a:gd name="connsiteY85" fmla="*/ 7237 h 10000"/>
                  <a:gd name="connsiteX86" fmla="*/ 380 w 10000"/>
                  <a:gd name="connsiteY86" fmla="*/ 7305 h 10000"/>
                  <a:gd name="connsiteX87" fmla="*/ 380 w 10000"/>
                  <a:gd name="connsiteY87" fmla="*/ 7542 h 10000"/>
                  <a:gd name="connsiteX88" fmla="*/ 291 w 10000"/>
                  <a:gd name="connsiteY88" fmla="*/ 7610 h 10000"/>
                  <a:gd name="connsiteX89" fmla="*/ 112 w 10000"/>
                  <a:gd name="connsiteY89" fmla="*/ 7610 h 10000"/>
                  <a:gd name="connsiteX90" fmla="*/ 0 w 10000"/>
                  <a:gd name="connsiteY90" fmla="*/ 7711 h 10000"/>
                  <a:gd name="connsiteX91" fmla="*/ 4224 w 10000"/>
                  <a:gd name="connsiteY91" fmla="*/ 8206 h 10000"/>
                  <a:gd name="connsiteX92" fmla="*/ 3993 w 10000"/>
                  <a:gd name="connsiteY92" fmla="*/ 9307 h 10000"/>
                  <a:gd name="connsiteX93" fmla="*/ 4418 w 10000"/>
                  <a:gd name="connsiteY93" fmla="*/ 9434 h 10000"/>
                  <a:gd name="connsiteX94" fmla="*/ 4899 w 10000"/>
                  <a:gd name="connsiteY94" fmla="*/ 9940 h 10000"/>
                  <a:gd name="connsiteX95" fmla="*/ 4988 w 10000"/>
                  <a:gd name="connsiteY95" fmla="*/ 9992 h 10000"/>
                  <a:gd name="connsiteX96" fmla="*/ 5157 w 10000"/>
                  <a:gd name="connsiteY96" fmla="*/ 10000 h 10000"/>
                  <a:gd name="connsiteX97" fmla="*/ 5301 w 10000"/>
                  <a:gd name="connsiteY97" fmla="*/ 9915 h 10000"/>
                  <a:gd name="connsiteX98" fmla="*/ 5336 w 10000"/>
                  <a:gd name="connsiteY98" fmla="*/ 9628 h 10000"/>
                  <a:gd name="connsiteX99" fmla="*/ 6041 w 10000"/>
                  <a:gd name="connsiteY99" fmla="*/ 9460 h 10000"/>
                  <a:gd name="connsiteX100" fmla="*/ 6185 w 10000"/>
                  <a:gd name="connsiteY100" fmla="*/ 9493 h 10000"/>
                  <a:gd name="connsiteX101" fmla="*/ 6443 w 10000"/>
                  <a:gd name="connsiteY101" fmla="*/ 9712 h 10000"/>
                  <a:gd name="connsiteX102" fmla="*/ 6544 w 10000"/>
                  <a:gd name="connsiteY102" fmla="*/ 9704 h 10000"/>
                  <a:gd name="connsiteX103" fmla="*/ 6555 w 10000"/>
                  <a:gd name="connsiteY103" fmla="*/ 9561 h 10000"/>
                  <a:gd name="connsiteX104" fmla="*/ 6879 w 10000"/>
                  <a:gd name="connsiteY104" fmla="*/ 9416 h 10000"/>
                  <a:gd name="connsiteX105" fmla="*/ 7539 w 10000"/>
                  <a:gd name="connsiteY105" fmla="*/ 9517 h 10000"/>
                  <a:gd name="connsiteX106" fmla="*/ 7696 w 10000"/>
                  <a:gd name="connsiteY106" fmla="*/ 9392 h 10000"/>
                  <a:gd name="connsiteX107" fmla="*/ 8300 w 10000"/>
                  <a:gd name="connsiteY107" fmla="*/ 9476 h 10000"/>
                  <a:gd name="connsiteX108" fmla="*/ 8748 w 10000"/>
                  <a:gd name="connsiteY108" fmla="*/ 9426 h 10000"/>
                  <a:gd name="connsiteX109" fmla="*/ 9005 w 10000"/>
                  <a:gd name="connsiteY109" fmla="*/ 9517 h 10000"/>
                  <a:gd name="connsiteX110" fmla="*/ 9005 w 10000"/>
                  <a:gd name="connsiteY110" fmla="*/ 8757 h 10000"/>
                  <a:gd name="connsiteX111" fmla="*/ 9519 w 10000"/>
                  <a:gd name="connsiteY111" fmla="*/ 7948 h 10000"/>
                  <a:gd name="connsiteX112" fmla="*/ 10000 w 10000"/>
                  <a:gd name="connsiteY112" fmla="*/ 7593 h 10000"/>
                  <a:gd name="connsiteX113" fmla="*/ 9396 w 10000"/>
                  <a:gd name="connsiteY113" fmla="*/ 7069 h 10000"/>
                  <a:gd name="connsiteX114" fmla="*/ 9005 w 10000"/>
                  <a:gd name="connsiteY114" fmla="*/ 6605 h 10000"/>
                  <a:gd name="connsiteX115" fmla="*/ 8915 w 10000"/>
                  <a:gd name="connsiteY115" fmla="*/ 5938 h 10000"/>
                  <a:gd name="connsiteX116" fmla="*/ 9038 w 10000"/>
                  <a:gd name="connsiteY116" fmla="*/ 5270 h 10000"/>
                  <a:gd name="connsiteX117" fmla="*/ 9742 w 10000"/>
                  <a:gd name="connsiteY117" fmla="*/ 5034 h 10000"/>
                  <a:gd name="connsiteX118" fmla="*/ 9339 w 10000"/>
                  <a:gd name="connsiteY118" fmla="*/ 4949 h 10000"/>
                  <a:gd name="connsiteX119" fmla="*/ 9005 w 10000"/>
                  <a:gd name="connsiteY119" fmla="*/ 4434 h 10000"/>
                  <a:gd name="connsiteX120" fmla="*/ 9441 w 10000"/>
                  <a:gd name="connsiteY120" fmla="*/ 4096 h 10000"/>
                  <a:gd name="connsiteX121" fmla="*/ 9150 w 10000"/>
                  <a:gd name="connsiteY121" fmla="*/ 3750 h 10000"/>
                  <a:gd name="connsiteX122" fmla="*/ 8658 w 10000"/>
                  <a:gd name="connsiteY122" fmla="*/ 4029 h 10000"/>
                  <a:gd name="connsiteX123" fmla="*/ 7472 w 10000"/>
                  <a:gd name="connsiteY123" fmla="*/ 3716 h 10000"/>
                  <a:gd name="connsiteX124" fmla="*/ 6835 w 10000"/>
                  <a:gd name="connsiteY124" fmla="*/ 3336 h 10000"/>
                  <a:gd name="connsiteX125" fmla="*/ 6790 w 10000"/>
                  <a:gd name="connsiteY125" fmla="*/ 2854 h 10000"/>
                  <a:gd name="connsiteX126" fmla="*/ 6688 w 10000"/>
                  <a:gd name="connsiteY126" fmla="*/ 2559 h 10000"/>
                  <a:gd name="connsiteX127" fmla="*/ 6354 w 10000"/>
                  <a:gd name="connsiteY127" fmla="*/ 2390 h 10000"/>
                  <a:gd name="connsiteX128" fmla="*/ 5906 w 10000"/>
                  <a:gd name="connsiteY128" fmla="*/ 2306 h 10000"/>
                  <a:gd name="connsiteX129" fmla="*/ 5526 w 10000"/>
                  <a:gd name="connsiteY129" fmla="*/ 1883 h 10000"/>
                  <a:gd name="connsiteX130" fmla="*/ 5347 w 10000"/>
                  <a:gd name="connsiteY130" fmla="*/ 1300 h 10000"/>
                  <a:gd name="connsiteX131" fmla="*/ 5100 w 10000"/>
                  <a:gd name="connsiteY131" fmla="*/ 937 h 10000"/>
                  <a:gd name="connsiteX132" fmla="*/ 4676 w 10000"/>
                  <a:gd name="connsiteY132" fmla="*/ 557 h 10000"/>
                  <a:gd name="connsiteX133" fmla="*/ 4060 w 10000"/>
                  <a:gd name="connsiteY133" fmla="*/ 346 h 10000"/>
                  <a:gd name="connsiteX134" fmla="*/ 3859 w 10000"/>
                  <a:gd name="connsiteY134" fmla="*/ 228 h 10000"/>
                  <a:gd name="connsiteX135" fmla="*/ 3668 w 10000"/>
                  <a:gd name="connsiteY135" fmla="*/ 0 h 10000"/>
                  <a:gd name="connsiteX136" fmla="*/ 3165 w 10000"/>
                  <a:gd name="connsiteY136" fmla="*/ 143 h 10000"/>
                  <a:gd name="connsiteX137" fmla="*/ 2662 w 10000"/>
                  <a:gd name="connsiteY137" fmla="*/ 160 h 10000"/>
                  <a:gd name="connsiteX138" fmla="*/ 1991 w 10000"/>
                  <a:gd name="connsiteY138" fmla="*/ 490 h 10000"/>
                  <a:gd name="connsiteX139" fmla="*/ 1398 w 10000"/>
                  <a:gd name="connsiteY139" fmla="*/ 507 h 10000"/>
                  <a:gd name="connsiteX140" fmla="*/ 1108 w 10000"/>
                  <a:gd name="connsiteY140" fmla="*/ 675 h 10000"/>
                  <a:gd name="connsiteX141" fmla="*/ 536 w 10000"/>
                  <a:gd name="connsiteY141" fmla="*/ 719 h 10000"/>
                  <a:gd name="connsiteX0" fmla="*/ 536 w 10000"/>
                  <a:gd name="connsiteY0" fmla="*/ 719 h 10000"/>
                  <a:gd name="connsiteX1" fmla="*/ 850 w 10000"/>
                  <a:gd name="connsiteY1" fmla="*/ 937 h 10000"/>
                  <a:gd name="connsiteX2" fmla="*/ 872 w 10000"/>
                  <a:gd name="connsiteY2" fmla="*/ 1056 h 10000"/>
                  <a:gd name="connsiteX3" fmla="*/ 817 w 10000"/>
                  <a:gd name="connsiteY3" fmla="*/ 1123 h 10000"/>
                  <a:gd name="connsiteX4" fmla="*/ 917 w 10000"/>
                  <a:gd name="connsiteY4" fmla="*/ 1191 h 10000"/>
                  <a:gd name="connsiteX5" fmla="*/ 939 w 10000"/>
                  <a:gd name="connsiteY5" fmla="*/ 1300 h 10000"/>
                  <a:gd name="connsiteX6" fmla="*/ 806 w 10000"/>
                  <a:gd name="connsiteY6" fmla="*/ 1427 h 10000"/>
                  <a:gd name="connsiteX7" fmla="*/ 828 w 10000"/>
                  <a:gd name="connsiteY7" fmla="*/ 1504 h 10000"/>
                  <a:gd name="connsiteX8" fmla="*/ 961 w 10000"/>
                  <a:gd name="connsiteY8" fmla="*/ 1554 h 10000"/>
                  <a:gd name="connsiteX9" fmla="*/ 1051 w 10000"/>
                  <a:gd name="connsiteY9" fmla="*/ 1487 h 10000"/>
                  <a:gd name="connsiteX10" fmla="*/ 1141 w 10000"/>
                  <a:gd name="connsiteY10" fmla="*/ 1487 h 10000"/>
                  <a:gd name="connsiteX11" fmla="*/ 1264 w 10000"/>
                  <a:gd name="connsiteY11" fmla="*/ 1562 h 10000"/>
                  <a:gd name="connsiteX12" fmla="*/ 1264 w 10000"/>
                  <a:gd name="connsiteY12" fmla="*/ 1613 h 10000"/>
                  <a:gd name="connsiteX13" fmla="*/ 1185 w 10000"/>
                  <a:gd name="connsiteY13" fmla="*/ 1663 h 10000"/>
                  <a:gd name="connsiteX14" fmla="*/ 1097 w 10000"/>
                  <a:gd name="connsiteY14" fmla="*/ 1663 h 10000"/>
                  <a:gd name="connsiteX15" fmla="*/ 1062 w 10000"/>
                  <a:gd name="connsiteY15" fmla="*/ 1740 h 10000"/>
                  <a:gd name="connsiteX16" fmla="*/ 1119 w 10000"/>
                  <a:gd name="connsiteY16" fmla="*/ 1800 h 10000"/>
                  <a:gd name="connsiteX17" fmla="*/ 1084 w 10000"/>
                  <a:gd name="connsiteY17" fmla="*/ 1883 h 10000"/>
                  <a:gd name="connsiteX18" fmla="*/ 1062 w 10000"/>
                  <a:gd name="connsiteY18" fmla="*/ 1943 h 10000"/>
                  <a:gd name="connsiteX19" fmla="*/ 1119 w 10000"/>
                  <a:gd name="connsiteY19" fmla="*/ 2002 h 10000"/>
                  <a:gd name="connsiteX20" fmla="*/ 1286 w 10000"/>
                  <a:gd name="connsiteY20" fmla="*/ 2002 h 10000"/>
                  <a:gd name="connsiteX21" fmla="*/ 1353 w 10000"/>
                  <a:gd name="connsiteY21" fmla="*/ 2069 h 10000"/>
                  <a:gd name="connsiteX22" fmla="*/ 1476 w 10000"/>
                  <a:gd name="connsiteY22" fmla="*/ 2137 h 10000"/>
                  <a:gd name="connsiteX23" fmla="*/ 1677 w 10000"/>
                  <a:gd name="connsiteY23" fmla="*/ 2128 h 10000"/>
                  <a:gd name="connsiteX24" fmla="*/ 1823 w 10000"/>
                  <a:gd name="connsiteY24" fmla="*/ 2204 h 10000"/>
                  <a:gd name="connsiteX25" fmla="*/ 2003 w 10000"/>
                  <a:gd name="connsiteY25" fmla="*/ 2187 h 10000"/>
                  <a:gd name="connsiteX26" fmla="*/ 2091 w 10000"/>
                  <a:gd name="connsiteY26" fmla="*/ 2221 h 10000"/>
                  <a:gd name="connsiteX27" fmla="*/ 2114 w 10000"/>
                  <a:gd name="connsiteY27" fmla="*/ 2280 h 10000"/>
                  <a:gd name="connsiteX28" fmla="*/ 1958 w 10000"/>
                  <a:gd name="connsiteY28" fmla="*/ 2356 h 10000"/>
                  <a:gd name="connsiteX29" fmla="*/ 1789 w 10000"/>
                  <a:gd name="connsiteY29" fmla="*/ 2322 h 10000"/>
                  <a:gd name="connsiteX30" fmla="*/ 1644 w 10000"/>
                  <a:gd name="connsiteY30" fmla="*/ 2298 h 10000"/>
                  <a:gd name="connsiteX31" fmla="*/ 1544 w 10000"/>
                  <a:gd name="connsiteY31" fmla="*/ 2314 h 10000"/>
                  <a:gd name="connsiteX32" fmla="*/ 1510 w 10000"/>
                  <a:gd name="connsiteY32" fmla="*/ 2458 h 10000"/>
                  <a:gd name="connsiteX33" fmla="*/ 1398 w 10000"/>
                  <a:gd name="connsiteY33" fmla="*/ 2559 h 10000"/>
                  <a:gd name="connsiteX34" fmla="*/ 1465 w 10000"/>
                  <a:gd name="connsiteY34" fmla="*/ 2846 h 10000"/>
                  <a:gd name="connsiteX35" fmla="*/ 1544 w 10000"/>
                  <a:gd name="connsiteY35" fmla="*/ 2897 h 10000"/>
                  <a:gd name="connsiteX36" fmla="*/ 1499 w 10000"/>
                  <a:gd name="connsiteY36" fmla="*/ 3040 h 10000"/>
                  <a:gd name="connsiteX37" fmla="*/ 2003 w 10000"/>
                  <a:gd name="connsiteY37" fmla="*/ 3074 h 10000"/>
                  <a:gd name="connsiteX38" fmla="*/ 2091 w 10000"/>
                  <a:gd name="connsiteY38" fmla="*/ 3167 h 10000"/>
                  <a:gd name="connsiteX39" fmla="*/ 2025 w 10000"/>
                  <a:gd name="connsiteY39" fmla="*/ 3268 h 10000"/>
                  <a:gd name="connsiteX40" fmla="*/ 2025 w 10000"/>
                  <a:gd name="connsiteY40" fmla="*/ 3411 h 10000"/>
                  <a:gd name="connsiteX41" fmla="*/ 1812 w 10000"/>
                  <a:gd name="connsiteY41" fmla="*/ 3639 h 10000"/>
                  <a:gd name="connsiteX42" fmla="*/ 1622 w 10000"/>
                  <a:gd name="connsiteY42" fmla="*/ 3979 h 10000"/>
                  <a:gd name="connsiteX43" fmla="*/ 1533 w 10000"/>
                  <a:gd name="connsiteY43" fmla="*/ 4020 h 10000"/>
                  <a:gd name="connsiteX44" fmla="*/ 1533 w 10000"/>
                  <a:gd name="connsiteY44" fmla="*/ 4114 h 10000"/>
                  <a:gd name="connsiteX45" fmla="*/ 1588 w 10000"/>
                  <a:gd name="connsiteY45" fmla="*/ 4171 h 10000"/>
                  <a:gd name="connsiteX46" fmla="*/ 1453 w 10000"/>
                  <a:gd name="connsiteY46" fmla="*/ 4342 h 10000"/>
                  <a:gd name="connsiteX47" fmla="*/ 1544 w 10000"/>
                  <a:gd name="connsiteY47" fmla="*/ 4544 h 10000"/>
                  <a:gd name="connsiteX48" fmla="*/ 1689 w 10000"/>
                  <a:gd name="connsiteY48" fmla="*/ 4569 h 10000"/>
                  <a:gd name="connsiteX49" fmla="*/ 1789 w 10000"/>
                  <a:gd name="connsiteY49" fmla="*/ 4638 h 10000"/>
                  <a:gd name="connsiteX50" fmla="*/ 1946 w 10000"/>
                  <a:gd name="connsiteY50" fmla="*/ 4594 h 10000"/>
                  <a:gd name="connsiteX51" fmla="*/ 2014 w 10000"/>
                  <a:gd name="connsiteY51" fmla="*/ 4695 h 10000"/>
                  <a:gd name="connsiteX52" fmla="*/ 2047 w 10000"/>
                  <a:gd name="connsiteY52" fmla="*/ 4806 h 10000"/>
                  <a:gd name="connsiteX53" fmla="*/ 2226 w 10000"/>
                  <a:gd name="connsiteY53" fmla="*/ 4932 h 10000"/>
                  <a:gd name="connsiteX54" fmla="*/ 2326 w 10000"/>
                  <a:gd name="connsiteY54" fmla="*/ 4915 h 10000"/>
                  <a:gd name="connsiteX55" fmla="*/ 2371 w 10000"/>
                  <a:gd name="connsiteY55" fmla="*/ 4949 h 10000"/>
                  <a:gd name="connsiteX56" fmla="*/ 2359 w 10000"/>
                  <a:gd name="connsiteY56" fmla="*/ 5034 h 10000"/>
                  <a:gd name="connsiteX57" fmla="*/ 2539 w 10000"/>
                  <a:gd name="connsiteY57" fmla="*/ 5110 h 10000"/>
                  <a:gd name="connsiteX58" fmla="*/ 2651 w 10000"/>
                  <a:gd name="connsiteY58" fmla="*/ 5126 h 10000"/>
                  <a:gd name="connsiteX59" fmla="*/ 2673 w 10000"/>
                  <a:gd name="connsiteY59" fmla="*/ 5237 h 10000"/>
                  <a:gd name="connsiteX60" fmla="*/ 2483 w 10000"/>
                  <a:gd name="connsiteY60" fmla="*/ 5362 h 10000"/>
                  <a:gd name="connsiteX61" fmla="*/ 2159 w 10000"/>
                  <a:gd name="connsiteY61" fmla="*/ 5379 h 10000"/>
                  <a:gd name="connsiteX62" fmla="*/ 1946 w 10000"/>
                  <a:gd name="connsiteY62" fmla="*/ 5278 h 10000"/>
                  <a:gd name="connsiteX63" fmla="*/ 1834 w 10000"/>
                  <a:gd name="connsiteY63" fmla="*/ 5278 h 10000"/>
                  <a:gd name="connsiteX64" fmla="*/ 1789 w 10000"/>
                  <a:gd name="connsiteY64" fmla="*/ 5321 h 10000"/>
                  <a:gd name="connsiteX65" fmla="*/ 1834 w 10000"/>
                  <a:gd name="connsiteY65" fmla="*/ 5398 h 10000"/>
                  <a:gd name="connsiteX66" fmla="*/ 2091 w 10000"/>
                  <a:gd name="connsiteY66" fmla="*/ 5599 h 10000"/>
                  <a:gd name="connsiteX67" fmla="*/ 2359 w 10000"/>
                  <a:gd name="connsiteY67" fmla="*/ 5878 h 10000"/>
                  <a:gd name="connsiteX68" fmla="*/ 2439 w 10000"/>
                  <a:gd name="connsiteY68" fmla="*/ 5920 h 10000"/>
                  <a:gd name="connsiteX69" fmla="*/ 2428 w 10000"/>
                  <a:gd name="connsiteY69" fmla="*/ 6158 h 10000"/>
                  <a:gd name="connsiteX70" fmla="*/ 2359 w 10000"/>
                  <a:gd name="connsiteY70" fmla="*/ 6241 h 10000"/>
                  <a:gd name="connsiteX71" fmla="*/ 2237 w 10000"/>
                  <a:gd name="connsiteY71" fmla="*/ 6283 h 10000"/>
                  <a:gd name="connsiteX72" fmla="*/ 2159 w 10000"/>
                  <a:gd name="connsiteY72" fmla="*/ 6216 h 10000"/>
                  <a:gd name="connsiteX73" fmla="*/ 1499 w 10000"/>
                  <a:gd name="connsiteY73" fmla="*/ 6461 h 10000"/>
                  <a:gd name="connsiteX74" fmla="*/ 1398 w 10000"/>
                  <a:gd name="connsiteY74" fmla="*/ 6453 h 10000"/>
                  <a:gd name="connsiteX75" fmla="*/ 1342 w 10000"/>
                  <a:gd name="connsiteY75" fmla="*/ 6368 h 10000"/>
                  <a:gd name="connsiteX76" fmla="*/ 1208 w 10000"/>
                  <a:gd name="connsiteY76" fmla="*/ 6377 h 10000"/>
                  <a:gd name="connsiteX77" fmla="*/ 1073 w 10000"/>
                  <a:gd name="connsiteY77" fmla="*/ 6487 h 10000"/>
                  <a:gd name="connsiteX78" fmla="*/ 1309 w 10000"/>
                  <a:gd name="connsiteY78" fmla="*/ 6781 h 10000"/>
                  <a:gd name="connsiteX79" fmla="*/ 1398 w 10000"/>
                  <a:gd name="connsiteY79" fmla="*/ 7061 h 10000"/>
                  <a:gd name="connsiteX80" fmla="*/ 1342 w 10000"/>
                  <a:gd name="connsiteY80" fmla="*/ 7120 h 10000"/>
                  <a:gd name="connsiteX81" fmla="*/ 1242 w 10000"/>
                  <a:gd name="connsiteY81" fmla="*/ 7110 h 10000"/>
                  <a:gd name="connsiteX82" fmla="*/ 1174 w 10000"/>
                  <a:gd name="connsiteY82" fmla="*/ 7061 h 10000"/>
                  <a:gd name="connsiteX83" fmla="*/ 503 w 10000"/>
                  <a:gd name="connsiteY83" fmla="*/ 7077 h 10000"/>
                  <a:gd name="connsiteX84" fmla="*/ 447 w 10000"/>
                  <a:gd name="connsiteY84" fmla="*/ 7237 h 10000"/>
                  <a:gd name="connsiteX85" fmla="*/ 380 w 10000"/>
                  <a:gd name="connsiteY85" fmla="*/ 7305 h 10000"/>
                  <a:gd name="connsiteX86" fmla="*/ 380 w 10000"/>
                  <a:gd name="connsiteY86" fmla="*/ 7542 h 10000"/>
                  <a:gd name="connsiteX87" fmla="*/ 291 w 10000"/>
                  <a:gd name="connsiteY87" fmla="*/ 7610 h 10000"/>
                  <a:gd name="connsiteX88" fmla="*/ 112 w 10000"/>
                  <a:gd name="connsiteY88" fmla="*/ 7610 h 10000"/>
                  <a:gd name="connsiteX89" fmla="*/ 0 w 10000"/>
                  <a:gd name="connsiteY89" fmla="*/ 7711 h 10000"/>
                  <a:gd name="connsiteX90" fmla="*/ 4224 w 10000"/>
                  <a:gd name="connsiteY90" fmla="*/ 8206 h 10000"/>
                  <a:gd name="connsiteX91" fmla="*/ 3993 w 10000"/>
                  <a:gd name="connsiteY91" fmla="*/ 9307 h 10000"/>
                  <a:gd name="connsiteX92" fmla="*/ 4418 w 10000"/>
                  <a:gd name="connsiteY92" fmla="*/ 9434 h 10000"/>
                  <a:gd name="connsiteX93" fmla="*/ 4899 w 10000"/>
                  <a:gd name="connsiteY93" fmla="*/ 9940 h 10000"/>
                  <a:gd name="connsiteX94" fmla="*/ 4988 w 10000"/>
                  <a:gd name="connsiteY94" fmla="*/ 9992 h 10000"/>
                  <a:gd name="connsiteX95" fmla="*/ 5157 w 10000"/>
                  <a:gd name="connsiteY95" fmla="*/ 10000 h 10000"/>
                  <a:gd name="connsiteX96" fmla="*/ 5301 w 10000"/>
                  <a:gd name="connsiteY96" fmla="*/ 9915 h 10000"/>
                  <a:gd name="connsiteX97" fmla="*/ 5336 w 10000"/>
                  <a:gd name="connsiteY97" fmla="*/ 9628 h 10000"/>
                  <a:gd name="connsiteX98" fmla="*/ 6041 w 10000"/>
                  <a:gd name="connsiteY98" fmla="*/ 9460 h 10000"/>
                  <a:gd name="connsiteX99" fmla="*/ 6185 w 10000"/>
                  <a:gd name="connsiteY99" fmla="*/ 9493 h 10000"/>
                  <a:gd name="connsiteX100" fmla="*/ 6443 w 10000"/>
                  <a:gd name="connsiteY100" fmla="*/ 9712 h 10000"/>
                  <a:gd name="connsiteX101" fmla="*/ 6544 w 10000"/>
                  <a:gd name="connsiteY101" fmla="*/ 9704 h 10000"/>
                  <a:gd name="connsiteX102" fmla="*/ 6555 w 10000"/>
                  <a:gd name="connsiteY102" fmla="*/ 9561 h 10000"/>
                  <a:gd name="connsiteX103" fmla="*/ 6879 w 10000"/>
                  <a:gd name="connsiteY103" fmla="*/ 9416 h 10000"/>
                  <a:gd name="connsiteX104" fmla="*/ 7539 w 10000"/>
                  <a:gd name="connsiteY104" fmla="*/ 9517 h 10000"/>
                  <a:gd name="connsiteX105" fmla="*/ 7696 w 10000"/>
                  <a:gd name="connsiteY105" fmla="*/ 9392 h 10000"/>
                  <a:gd name="connsiteX106" fmla="*/ 8300 w 10000"/>
                  <a:gd name="connsiteY106" fmla="*/ 9476 h 10000"/>
                  <a:gd name="connsiteX107" fmla="*/ 8748 w 10000"/>
                  <a:gd name="connsiteY107" fmla="*/ 9426 h 10000"/>
                  <a:gd name="connsiteX108" fmla="*/ 9005 w 10000"/>
                  <a:gd name="connsiteY108" fmla="*/ 9517 h 10000"/>
                  <a:gd name="connsiteX109" fmla="*/ 9005 w 10000"/>
                  <a:gd name="connsiteY109" fmla="*/ 8757 h 10000"/>
                  <a:gd name="connsiteX110" fmla="*/ 9519 w 10000"/>
                  <a:gd name="connsiteY110" fmla="*/ 7948 h 10000"/>
                  <a:gd name="connsiteX111" fmla="*/ 10000 w 10000"/>
                  <a:gd name="connsiteY111" fmla="*/ 7593 h 10000"/>
                  <a:gd name="connsiteX112" fmla="*/ 9396 w 10000"/>
                  <a:gd name="connsiteY112" fmla="*/ 7069 h 10000"/>
                  <a:gd name="connsiteX113" fmla="*/ 9005 w 10000"/>
                  <a:gd name="connsiteY113" fmla="*/ 6605 h 10000"/>
                  <a:gd name="connsiteX114" fmla="*/ 8915 w 10000"/>
                  <a:gd name="connsiteY114" fmla="*/ 5938 h 10000"/>
                  <a:gd name="connsiteX115" fmla="*/ 9038 w 10000"/>
                  <a:gd name="connsiteY115" fmla="*/ 5270 h 10000"/>
                  <a:gd name="connsiteX116" fmla="*/ 9742 w 10000"/>
                  <a:gd name="connsiteY116" fmla="*/ 5034 h 10000"/>
                  <a:gd name="connsiteX117" fmla="*/ 9339 w 10000"/>
                  <a:gd name="connsiteY117" fmla="*/ 4949 h 10000"/>
                  <a:gd name="connsiteX118" fmla="*/ 9005 w 10000"/>
                  <a:gd name="connsiteY118" fmla="*/ 4434 h 10000"/>
                  <a:gd name="connsiteX119" fmla="*/ 9441 w 10000"/>
                  <a:gd name="connsiteY119" fmla="*/ 4096 h 10000"/>
                  <a:gd name="connsiteX120" fmla="*/ 9150 w 10000"/>
                  <a:gd name="connsiteY120" fmla="*/ 3750 h 10000"/>
                  <a:gd name="connsiteX121" fmla="*/ 8658 w 10000"/>
                  <a:gd name="connsiteY121" fmla="*/ 4029 h 10000"/>
                  <a:gd name="connsiteX122" fmla="*/ 7472 w 10000"/>
                  <a:gd name="connsiteY122" fmla="*/ 3716 h 10000"/>
                  <a:gd name="connsiteX123" fmla="*/ 6835 w 10000"/>
                  <a:gd name="connsiteY123" fmla="*/ 3336 h 10000"/>
                  <a:gd name="connsiteX124" fmla="*/ 6790 w 10000"/>
                  <a:gd name="connsiteY124" fmla="*/ 2854 h 10000"/>
                  <a:gd name="connsiteX125" fmla="*/ 6688 w 10000"/>
                  <a:gd name="connsiteY125" fmla="*/ 2559 h 10000"/>
                  <a:gd name="connsiteX126" fmla="*/ 6354 w 10000"/>
                  <a:gd name="connsiteY126" fmla="*/ 2390 h 10000"/>
                  <a:gd name="connsiteX127" fmla="*/ 5906 w 10000"/>
                  <a:gd name="connsiteY127" fmla="*/ 2306 h 10000"/>
                  <a:gd name="connsiteX128" fmla="*/ 5526 w 10000"/>
                  <a:gd name="connsiteY128" fmla="*/ 1883 h 10000"/>
                  <a:gd name="connsiteX129" fmla="*/ 5347 w 10000"/>
                  <a:gd name="connsiteY129" fmla="*/ 1300 h 10000"/>
                  <a:gd name="connsiteX130" fmla="*/ 5100 w 10000"/>
                  <a:gd name="connsiteY130" fmla="*/ 937 h 10000"/>
                  <a:gd name="connsiteX131" fmla="*/ 4676 w 10000"/>
                  <a:gd name="connsiteY131" fmla="*/ 557 h 10000"/>
                  <a:gd name="connsiteX132" fmla="*/ 4060 w 10000"/>
                  <a:gd name="connsiteY132" fmla="*/ 346 h 10000"/>
                  <a:gd name="connsiteX133" fmla="*/ 3859 w 10000"/>
                  <a:gd name="connsiteY133" fmla="*/ 228 h 10000"/>
                  <a:gd name="connsiteX134" fmla="*/ 3668 w 10000"/>
                  <a:gd name="connsiteY134" fmla="*/ 0 h 10000"/>
                  <a:gd name="connsiteX135" fmla="*/ 3165 w 10000"/>
                  <a:gd name="connsiteY135" fmla="*/ 143 h 10000"/>
                  <a:gd name="connsiteX136" fmla="*/ 2662 w 10000"/>
                  <a:gd name="connsiteY136" fmla="*/ 160 h 10000"/>
                  <a:gd name="connsiteX137" fmla="*/ 1991 w 10000"/>
                  <a:gd name="connsiteY137" fmla="*/ 490 h 10000"/>
                  <a:gd name="connsiteX138" fmla="*/ 1398 w 10000"/>
                  <a:gd name="connsiteY138" fmla="*/ 507 h 10000"/>
                  <a:gd name="connsiteX139" fmla="*/ 1108 w 10000"/>
                  <a:gd name="connsiteY139" fmla="*/ 675 h 10000"/>
                  <a:gd name="connsiteX140" fmla="*/ 536 w 10000"/>
                  <a:gd name="connsiteY140" fmla="*/ 719 h 10000"/>
                  <a:gd name="connsiteX0" fmla="*/ 536 w 10000"/>
                  <a:gd name="connsiteY0" fmla="*/ 719 h 10000"/>
                  <a:gd name="connsiteX1" fmla="*/ 850 w 10000"/>
                  <a:gd name="connsiteY1" fmla="*/ 937 h 10000"/>
                  <a:gd name="connsiteX2" fmla="*/ 872 w 10000"/>
                  <a:gd name="connsiteY2" fmla="*/ 1056 h 10000"/>
                  <a:gd name="connsiteX3" fmla="*/ 817 w 10000"/>
                  <a:gd name="connsiteY3" fmla="*/ 1123 h 10000"/>
                  <a:gd name="connsiteX4" fmla="*/ 917 w 10000"/>
                  <a:gd name="connsiteY4" fmla="*/ 1191 h 10000"/>
                  <a:gd name="connsiteX5" fmla="*/ 939 w 10000"/>
                  <a:gd name="connsiteY5" fmla="*/ 1300 h 10000"/>
                  <a:gd name="connsiteX6" fmla="*/ 806 w 10000"/>
                  <a:gd name="connsiteY6" fmla="*/ 1427 h 10000"/>
                  <a:gd name="connsiteX7" fmla="*/ 828 w 10000"/>
                  <a:gd name="connsiteY7" fmla="*/ 1504 h 10000"/>
                  <a:gd name="connsiteX8" fmla="*/ 961 w 10000"/>
                  <a:gd name="connsiteY8" fmla="*/ 1554 h 10000"/>
                  <a:gd name="connsiteX9" fmla="*/ 1051 w 10000"/>
                  <a:gd name="connsiteY9" fmla="*/ 1487 h 10000"/>
                  <a:gd name="connsiteX10" fmla="*/ 1141 w 10000"/>
                  <a:gd name="connsiteY10" fmla="*/ 1487 h 10000"/>
                  <a:gd name="connsiteX11" fmla="*/ 1264 w 10000"/>
                  <a:gd name="connsiteY11" fmla="*/ 1562 h 10000"/>
                  <a:gd name="connsiteX12" fmla="*/ 1264 w 10000"/>
                  <a:gd name="connsiteY12" fmla="*/ 1613 h 10000"/>
                  <a:gd name="connsiteX13" fmla="*/ 1185 w 10000"/>
                  <a:gd name="connsiteY13" fmla="*/ 1663 h 10000"/>
                  <a:gd name="connsiteX14" fmla="*/ 1097 w 10000"/>
                  <a:gd name="connsiteY14" fmla="*/ 1663 h 10000"/>
                  <a:gd name="connsiteX15" fmla="*/ 1062 w 10000"/>
                  <a:gd name="connsiteY15" fmla="*/ 1740 h 10000"/>
                  <a:gd name="connsiteX16" fmla="*/ 1119 w 10000"/>
                  <a:gd name="connsiteY16" fmla="*/ 1800 h 10000"/>
                  <a:gd name="connsiteX17" fmla="*/ 1084 w 10000"/>
                  <a:gd name="connsiteY17" fmla="*/ 1883 h 10000"/>
                  <a:gd name="connsiteX18" fmla="*/ 1062 w 10000"/>
                  <a:gd name="connsiteY18" fmla="*/ 1943 h 10000"/>
                  <a:gd name="connsiteX19" fmla="*/ 1119 w 10000"/>
                  <a:gd name="connsiteY19" fmla="*/ 2002 h 10000"/>
                  <a:gd name="connsiteX20" fmla="*/ 1286 w 10000"/>
                  <a:gd name="connsiteY20" fmla="*/ 2002 h 10000"/>
                  <a:gd name="connsiteX21" fmla="*/ 1353 w 10000"/>
                  <a:gd name="connsiteY21" fmla="*/ 2069 h 10000"/>
                  <a:gd name="connsiteX22" fmla="*/ 1476 w 10000"/>
                  <a:gd name="connsiteY22" fmla="*/ 2137 h 10000"/>
                  <a:gd name="connsiteX23" fmla="*/ 1677 w 10000"/>
                  <a:gd name="connsiteY23" fmla="*/ 2128 h 10000"/>
                  <a:gd name="connsiteX24" fmla="*/ 1823 w 10000"/>
                  <a:gd name="connsiteY24" fmla="*/ 2204 h 10000"/>
                  <a:gd name="connsiteX25" fmla="*/ 2003 w 10000"/>
                  <a:gd name="connsiteY25" fmla="*/ 2187 h 10000"/>
                  <a:gd name="connsiteX26" fmla="*/ 2091 w 10000"/>
                  <a:gd name="connsiteY26" fmla="*/ 2221 h 10000"/>
                  <a:gd name="connsiteX27" fmla="*/ 2114 w 10000"/>
                  <a:gd name="connsiteY27" fmla="*/ 2280 h 10000"/>
                  <a:gd name="connsiteX28" fmla="*/ 1958 w 10000"/>
                  <a:gd name="connsiteY28" fmla="*/ 2356 h 10000"/>
                  <a:gd name="connsiteX29" fmla="*/ 1789 w 10000"/>
                  <a:gd name="connsiteY29" fmla="*/ 2322 h 10000"/>
                  <a:gd name="connsiteX30" fmla="*/ 1644 w 10000"/>
                  <a:gd name="connsiteY30" fmla="*/ 2298 h 10000"/>
                  <a:gd name="connsiteX31" fmla="*/ 1544 w 10000"/>
                  <a:gd name="connsiteY31" fmla="*/ 2314 h 10000"/>
                  <a:gd name="connsiteX32" fmla="*/ 1510 w 10000"/>
                  <a:gd name="connsiteY32" fmla="*/ 2458 h 10000"/>
                  <a:gd name="connsiteX33" fmla="*/ 1398 w 10000"/>
                  <a:gd name="connsiteY33" fmla="*/ 2559 h 10000"/>
                  <a:gd name="connsiteX34" fmla="*/ 1465 w 10000"/>
                  <a:gd name="connsiteY34" fmla="*/ 2846 h 10000"/>
                  <a:gd name="connsiteX35" fmla="*/ 1544 w 10000"/>
                  <a:gd name="connsiteY35" fmla="*/ 2897 h 10000"/>
                  <a:gd name="connsiteX36" fmla="*/ 1499 w 10000"/>
                  <a:gd name="connsiteY36" fmla="*/ 3040 h 10000"/>
                  <a:gd name="connsiteX37" fmla="*/ 2003 w 10000"/>
                  <a:gd name="connsiteY37" fmla="*/ 3074 h 10000"/>
                  <a:gd name="connsiteX38" fmla="*/ 2091 w 10000"/>
                  <a:gd name="connsiteY38" fmla="*/ 3167 h 10000"/>
                  <a:gd name="connsiteX39" fmla="*/ 2025 w 10000"/>
                  <a:gd name="connsiteY39" fmla="*/ 3268 h 10000"/>
                  <a:gd name="connsiteX40" fmla="*/ 2025 w 10000"/>
                  <a:gd name="connsiteY40" fmla="*/ 3411 h 10000"/>
                  <a:gd name="connsiteX41" fmla="*/ 1812 w 10000"/>
                  <a:gd name="connsiteY41" fmla="*/ 3639 h 10000"/>
                  <a:gd name="connsiteX42" fmla="*/ 1622 w 10000"/>
                  <a:gd name="connsiteY42" fmla="*/ 3979 h 10000"/>
                  <a:gd name="connsiteX43" fmla="*/ 1533 w 10000"/>
                  <a:gd name="connsiteY43" fmla="*/ 4020 h 10000"/>
                  <a:gd name="connsiteX44" fmla="*/ 1533 w 10000"/>
                  <a:gd name="connsiteY44" fmla="*/ 4114 h 10000"/>
                  <a:gd name="connsiteX45" fmla="*/ 1588 w 10000"/>
                  <a:gd name="connsiteY45" fmla="*/ 4171 h 10000"/>
                  <a:gd name="connsiteX46" fmla="*/ 1453 w 10000"/>
                  <a:gd name="connsiteY46" fmla="*/ 4342 h 10000"/>
                  <a:gd name="connsiteX47" fmla="*/ 1544 w 10000"/>
                  <a:gd name="connsiteY47" fmla="*/ 4544 h 10000"/>
                  <a:gd name="connsiteX48" fmla="*/ 1689 w 10000"/>
                  <a:gd name="connsiteY48" fmla="*/ 4569 h 10000"/>
                  <a:gd name="connsiteX49" fmla="*/ 1789 w 10000"/>
                  <a:gd name="connsiteY49" fmla="*/ 4638 h 10000"/>
                  <a:gd name="connsiteX50" fmla="*/ 1946 w 10000"/>
                  <a:gd name="connsiteY50" fmla="*/ 4594 h 10000"/>
                  <a:gd name="connsiteX51" fmla="*/ 2014 w 10000"/>
                  <a:gd name="connsiteY51" fmla="*/ 4695 h 10000"/>
                  <a:gd name="connsiteX52" fmla="*/ 2047 w 10000"/>
                  <a:gd name="connsiteY52" fmla="*/ 4806 h 10000"/>
                  <a:gd name="connsiteX53" fmla="*/ 2226 w 10000"/>
                  <a:gd name="connsiteY53" fmla="*/ 4932 h 10000"/>
                  <a:gd name="connsiteX54" fmla="*/ 2326 w 10000"/>
                  <a:gd name="connsiteY54" fmla="*/ 4915 h 10000"/>
                  <a:gd name="connsiteX55" fmla="*/ 2371 w 10000"/>
                  <a:gd name="connsiteY55" fmla="*/ 4949 h 10000"/>
                  <a:gd name="connsiteX56" fmla="*/ 2359 w 10000"/>
                  <a:gd name="connsiteY56" fmla="*/ 5034 h 10000"/>
                  <a:gd name="connsiteX57" fmla="*/ 2539 w 10000"/>
                  <a:gd name="connsiteY57" fmla="*/ 5110 h 10000"/>
                  <a:gd name="connsiteX58" fmla="*/ 2651 w 10000"/>
                  <a:gd name="connsiteY58" fmla="*/ 5126 h 10000"/>
                  <a:gd name="connsiteX59" fmla="*/ 2673 w 10000"/>
                  <a:gd name="connsiteY59" fmla="*/ 5237 h 10000"/>
                  <a:gd name="connsiteX60" fmla="*/ 2483 w 10000"/>
                  <a:gd name="connsiteY60" fmla="*/ 5362 h 10000"/>
                  <a:gd name="connsiteX61" fmla="*/ 2159 w 10000"/>
                  <a:gd name="connsiteY61" fmla="*/ 5379 h 10000"/>
                  <a:gd name="connsiteX62" fmla="*/ 1946 w 10000"/>
                  <a:gd name="connsiteY62" fmla="*/ 5278 h 10000"/>
                  <a:gd name="connsiteX63" fmla="*/ 1834 w 10000"/>
                  <a:gd name="connsiteY63" fmla="*/ 5278 h 10000"/>
                  <a:gd name="connsiteX64" fmla="*/ 1789 w 10000"/>
                  <a:gd name="connsiteY64" fmla="*/ 5321 h 10000"/>
                  <a:gd name="connsiteX65" fmla="*/ 1834 w 10000"/>
                  <a:gd name="connsiteY65" fmla="*/ 5398 h 10000"/>
                  <a:gd name="connsiteX66" fmla="*/ 2091 w 10000"/>
                  <a:gd name="connsiteY66" fmla="*/ 5599 h 10000"/>
                  <a:gd name="connsiteX67" fmla="*/ 2359 w 10000"/>
                  <a:gd name="connsiteY67" fmla="*/ 5878 h 10000"/>
                  <a:gd name="connsiteX68" fmla="*/ 2439 w 10000"/>
                  <a:gd name="connsiteY68" fmla="*/ 5920 h 10000"/>
                  <a:gd name="connsiteX69" fmla="*/ 2428 w 10000"/>
                  <a:gd name="connsiteY69" fmla="*/ 6158 h 10000"/>
                  <a:gd name="connsiteX70" fmla="*/ 2359 w 10000"/>
                  <a:gd name="connsiteY70" fmla="*/ 6241 h 10000"/>
                  <a:gd name="connsiteX71" fmla="*/ 2237 w 10000"/>
                  <a:gd name="connsiteY71" fmla="*/ 6283 h 10000"/>
                  <a:gd name="connsiteX72" fmla="*/ 2159 w 10000"/>
                  <a:gd name="connsiteY72" fmla="*/ 6216 h 10000"/>
                  <a:gd name="connsiteX73" fmla="*/ 1499 w 10000"/>
                  <a:gd name="connsiteY73" fmla="*/ 6461 h 10000"/>
                  <a:gd name="connsiteX74" fmla="*/ 1398 w 10000"/>
                  <a:gd name="connsiteY74" fmla="*/ 6453 h 10000"/>
                  <a:gd name="connsiteX75" fmla="*/ 1342 w 10000"/>
                  <a:gd name="connsiteY75" fmla="*/ 6368 h 10000"/>
                  <a:gd name="connsiteX76" fmla="*/ 1208 w 10000"/>
                  <a:gd name="connsiteY76" fmla="*/ 6377 h 10000"/>
                  <a:gd name="connsiteX77" fmla="*/ 1073 w 10000"/>
                  <a:gd name="connsiteY77" fmla="*/ 6487 h 10000"/>
                  <a:gd name="connsiteX78" fmla="*/ 1398 w 10000"/>
                  <a:gd name="connsiteY78" fmla="*/ 7061 h 10000"/>
                  <a:gd name="connsiteX79" fmla="*/ 1342 w 10000"/>
                  <a:gd name="connsiteY79" fmla="*/ 7120 h 10000"/>
                  <a:gd name="connsiteX80" fmla="*/ 1242 w 10000"/>
                  <a:gd name="connsiteY80" fmla="*/ 7110 h 10000"/>
                  <a:gd name="connsiteX81" fmla="*/ 1174 w 10000"/>
                  <a:gd name="connsiteY81" fmla="*/ 7061 h 10000"/>
                  <a:gd name="connsiteX82" fmla="*/ 503 w 10000"/>
                  <a:gd name="connsiteY82" fmla="*/ 7077 h 10000"/>
                  <a:gd name="connsiteX83" fmla="*/ 447 w 10000"/>
                  <a:gd name="connsiteY83" fmla="*/ 7237 h 10000"/>
                  <a:gd name="connsiteX84" fmla="*/ 380 w 10000"/>
                  <a:gd name="connsiteY84" fmla="*/ 7305 h 10000"/>
                  <a:gd name="connsiteX85" fmla="*/ 380 w 10000"/>
                  <a:gd name="connsiteY85" fmla="*/ 7542 h 10000"/>
                  <a:gd name="connsiteX86" fmla="*/ 291 w 10000"/>
                  <a:gd name="connsiteY86" fmla="*/ 7610 h 10000"/>
                  <a:gd name="connsiteX87" fmla="*/ 112 w 10000"/>
                  <a:gd name="connsiteY87" fmla="*/ 7610 h 10000"/>
                  <a:gd name="connsiteX88" fmla="*/ 0 w 10000"/>
                  <a:gd name="connsiteY88" fmla="*/ 7711 h 10000"/>
                  <a:gd name="connsiteX89" fmla="*/ 4224 w 10000"/>
                  <a:gd name="connsiteY89" fmla="*/ 8206 h 10000"/>
                  <a:gd name="connsiteX90" fmla="*/ 3993 w 10000"/>
                  <a:gd name="connsiteY90" fmla="*/ 9307 h 10000"/>
                  <a:gd name="connsiteX91" fmla="*/ 4418 w 10000"/>
                  <a:gd name="connsiteY91" fmla="*/ 9434 h 10000"/>
                  <a:gd name="connsiteX92" fmla="*/ 4899 w 10000"/>
                  <a:gd name="connsiteY92" fmla="*/ 9940 h 10000"/>
                  <a:gd name="connsiteX93" fmla="*/ 4988 w 10000"/>
                  <a:gd name="connsiteY93" fmla="*/ 9992 h 10000"/>
                  <a:gd name="connsiteX94" fmla="*/ 5157 w 10000"/>
                  <a:gd name="connsiteY94" fmla="*/ 10000 h 10000"/>
                  <a:gd name="connsiteX95" fmla="*/ 5301 w 10000"/>
                  <a:gd name="connsiteY95" fmla="*/ 9915 h 10000"/>
                  <a:gd name="connsiteX96" fmla="*/ 5336 w 10000"/>
                  <a:gd name="connsiteY96" fmla="*/ 9628 h 10000"/>
                  <a:gd name="connsiteX97" fmla="*/ 6041 w 10000"/>
                  <a:gd name="connsiteY97" fmla="*/ 9460 h 10000"/>
                  <a:gd name="connsiteX98" fmla="*/ 6185 w 10000"/>
                  <a:gd name="connsiteY98" fmla="*/ 9493 h 10000"/>
                  <a:gd name="connsiteX99" fmla="*/ 6443 w 10000"/>
                  <a:gd name="connsiteY99" fmla="*/ 9712 h 10000"/>
                  <a:gd name="connsiteX100" fmla="*/ 6544 w 10000"/>
                  <a:gd name="connsiteY100" fmla="*/ 9704 h 10000"/>
                  <a:gd name="connsiteX101" fmla="*/ 6555 w 10000"/>
                  <a:gd name="connsiteY101" fmla="*/ 9561 h 10000"/>
                  <a:gd name="connsiteX102" fmla="*/ 6879 w 10000"/>
                  <a:gd name="connsiteY102" fmla="*/ 9416 h 10000"/>
                  <a:gd name="connsiteX103" fmla="*/ 7539 w 10000"/>
                  <a:gd name="connsiteY103" fmla="*/ 9517 h 10000"/>
                  <a:gd name="connsiteX104" fmla="*/ 7696 w 10000"/>
                  <a:gd name="connsiteY104" fmla="*/ 9392 h 10000"/>
                  <a:gd name="connsiteX105" fmla="*/ 8300 w 10000"/>
                  <a:gd name="connsiteY105" fmla="*/ 9476 h 10000"/>
                  <a:gd name="connsiteX106" fmla="*/ 8748 w 10000"/>
                  <a:gd name="connsiteY106" fmla="*/ 9426 h 10000"/>
                  <a:gd name="connsiteX107" fmla="*/ 9005 w 10000"/>
                  <a:gd name="connsiteY107" fmla="*/ 9517 h 10000"/>
                  <a:gd name="connsiteX108" fmla="*/ 9005 w 10000"/>
                  <a:gd name="connsiteY108" fmla="*/ 8757 h 10000"/>
                  <a:gd name="connsiteX109" fmla="*/ 9519 w 10000"/>
                  <a:gd name="connsiteY109" fmla="*/ 7948 h 10000"/>
                  <a:gd name="connsiteX110" fmla="*/ 10000 w 10000"/>
                  <a:gd name="connsiteY110" fmla="*/ 7593 h 10000"/>
                  <a:gd name="connsiteX111" fmla="*/ 9396 w 10000"/>
                  <a:gd name="connsiteY111" fmla="*/ 7069 h 10000"/>
                  <a:gd name="connsiteX112" fmla="*/ 9005 w 10000"/>
                  <a:gd name="connsiteY112" fmla="*/ 6605 h 10000"/>
                  <a:gd name="connsiteX113" fmla="*/ 8915 w 10000"/>
                  <a:gd name="connsiteY113" fmla="*/ 5938 h 10000"/>
                  <a:gd name="connsiteX114" fmla="*/ 9038 w 10000"/>
                  <a:gd name="connsiteY114" fmla="*/ 5270 h 10000"/>
                  <a:gd name="connsiteX115" fmla="*/ 9742 w 10000"/>
                  <a:gd name="connsiteY115" fmla="*/ 5034 h 10000"/>
                  <a:gd name="connsiteX116" fmla="*/ 9339 w 10000"/>
                  <a:gd name="connsiteY116" fmla="*/ 4949 h 10000"/>
                  <a:gd name="connsiteX117" fmla="*/ 9005 w 10000"/>
                  <a:gd name="connsiteY117" fmla="*/ 4434 h 10000"/>
                  <a:gd name="connsiteX118" fmla="*/ 9441 w 10000"/>
                  <a:gd name="connsiteY118" fmla="*/ 4096 h 10000"/>
                  <a:gd name="connsiteX119" fmla="*/ 9150 w 10000"/>
                  <a:gd name="connsiteY119" fmla="*/ 3750 h 10000"/>
                  <a:gd name="connsiteX120" fmla="*/ 8658 w 10000"/>
                  <a:gd name="connsiteY120" fmla="*/ 4029 h 10000"/>
                  <a:gd name="connsiteX121" fmla="*/ 7472 w 10000"/>
                  <a:gd name="connsiteY121" fmla="*/ 3716 h 10000"/>
                  <a:gd name="connsiteX122" fmla="*/ 6835 w 10000"/>
                  <a:gd name="connsiteY122" fmla="*/ 3336 h 10000"/>
                  <a:gd name="connsiteX123" fmla="*/ 6790 w 10000"/>
                  <a:gd name="connsiteY123" fmla="*/ 2854 h 10000"/>
                  <a:gd name="connsiteX124" fmla="*/ 6688 w 10000"/>
                  <a:gd name="connsiteY124" fmla="*/ 2559 h 10000"/>
                  <a:gd name="connsiteX125" fmla="*/ 6354 w 10000"/>
                  <a:gd name="connsiteY125" fmla="*/ 2390 h 10000"/>
                  <a:gd name="connsiteX126" fmla="*/ 5906 w 10000"/>
                  <a:gd name="connsiteY126" fmla="*/ 2306 h 10000"/>
                  <a:gd name="connsiteX127" fmla="*/ 5526 w 10000"/>
                  <a:gd name="connsiteY127" fmla="*/ 1883 h 10000"/>
                  <a:gd name="connsiteX128" fmla="*/ 5347 w 10000"/>
                  <a:gd name="connsiteY128" fmla="*/ 1300 h 10000"/>
                  <a:gd name="connsiteX129" fmla="*/ 5100 w 10000"/>
                  <a:gd name="connsiteY129" fmla="*/ 937 h 10000"/>
                  <a:gd name="connsiteX130" fmla="*/ 4676 w 10000"/>
                  <a:gd name="connsiteY130" fmla="*/ 557 h 10000"/>
                  <a:gd name="connsiteX131" fmla="*/ 4060 w 10000"/>
                  <a:gd name="connsiteY131" fmla="*/ 346 h 10000"/>
                  <a:gd name="connsiteX132" fmla="*/ 3859 w 10000"/>
                  <a:gd name="connsiteY132" fmla="*/ 228 h 10000"/>
                  <a:gd name="connsiteX133" fmla="*/ 3668 w 10000"/>
                  <a:gd name="connsiteY133" fmla="*/ 0 h 10000"/>
                  <a:gd name="connsiteX134" fmla="*/ 3165 w 10000"/>
                  <a:gd name="connsiteY134" fmla="*/ 143 h 10000"/>
                  <a:gd name="connsiteX135" fmla="*/ 2662 w 10000"/>
                  <a:gd name="connsiteY135" fmla="*/ 160 h 10000"/>
                  <a:gd name="connsiteX136" fmla="*/ 1991 w 10000"/>
                  <a:gd name="connsiteY136" fmla="*/ 490 h 10000"/>
                  <a:gd name="connsiteX137" fmla="*/ 1398 w 10000"/>
                  <a:gd name="connsiteY137" fmla="*/ 507 h 10000"/>
                  <a:gd name="connsiteX138" fmla="*/ 1108 w 10000"/>
                  <a:gd name="connsiteY138" fmla="*/ 675 h 10000"/>
                  <a:gd name="connsiteX139" fmla="*/ 536 w 10000"/>
                  <a:gd name="connsiteY139" fmla="*/ 719 h 10000"/>
                  <a:gd name="connsiteX0" fmla="*/ 536 w 10000"/>
                  <a:gd name="connsiteY0" fmla="*/ 719 h 10000"/>
                  <a:gd name="connsiteX1" fmla="*/ 850 w 10000"/>
                  <a:gd name="connsiteY1" fmla="*/ 937 h 10000"/>
                  <a:gd name="connsiteX2" fmla="*/ 872 w 10000"/>
                  <a:gd name="connsiteY2" fmla="*/ 1056 h 10000"/>
                  <a:gd name="connsiteX3" fmla="*/ 817 w 10000"/>
                  <a:gd name="connsiteY3" fmla="*/ 1123 h 10000"/>
                  <a:gd name="connsiteX4" fmla="*/ 917 w 10000"/>
                  <a:gd name="connsiteY4" fmla="*/ 1191 h 10000"/>
                  <a:gd name="connsiteX5" fmla="*/ 939 w 10000"/>
                  <a:gd name="connsiteY5" fmla="*/ 1300 h 10000"/>
                  <a:gd name="connsiteX6" fmla="*/ 806 w 10000"/>
                  <a:gd name="connsiteY6" fmla="*/ 1427 h 10000"/>
                  <a:gd name="connsiteX7" fmla="*/ 828 w 10000"/>
                  <a:gd name="connsiteY7" fmla="*/ 1504 h 10000"/>
                  <a:gd name="connsiteX8" fmla="*/ 961 w 10000"/>
                  <a:gd name="connsiteY8" fmla="*/ 1554 h 10000"/>
                  <a:gd name="connsiteX9" fmla="*/ 1051 w 10000"/>
                  <a:gd name="connsiteY9" fmla="*/ 1487 h 10000"/>
                  <a:gd name="connsiteX10" fmla="*/ 1141 w 10000"/>
                  <a:gd name="connsiteY10" fmla="*/ 1487 h 10000"/>
                  <a:gd name="connsiteX11" fmla="*/ 1264 w 10000"/>
                  <a:gd name="connsiteY11" fmla="*/ 1562 h 10000"/>
                  <a:gd name="connsiteX12" fmla="*/ 1264 w 10000"/>
                  <a:gd name="connsiteY12" fmla="*/ 1613 h 10000"/>
                  <a:gd name="connsiteX13" fmla="*/ 1185 w 10000"/>
                  <a:gd name="connsiteY13" fmla="*/ 1663 h 10000"/>
                  <a:gd name="connsiteX14" fmla="*/ 1097 w 10000"/>
                  <a:gd name="connsiteY14" fmla="*/ 1663 h 10000"/>
                  <a:gd name="connsiteX15" fmla="*/ 1062 w 10000"/>
                  <a:gd name="connsiteY15" fmla="*/ 1740 h 10000"/>
                  <a:gd name="connsiteX16" fmla="*/ 1119 w 10000"/>
                  <a:gd name="connsiteY16" fmla="*/ 1800 h 10000"/>
                  <a:gd name="connsiteX17" fmla="*/ 1084 w 10000"/>
                  <a:gd name="connsiteY17" fmla="*/ 1883 h 10000"/>
                  <a:gd name="connsiteX18" fmla="*/ 1062 w 10000"/>
                  <a:gd name="connsiteY18" fmla="*/ 1943 h 10000"/>
                  <a:gd name="connsiteX19" fmla="*/ 1119 w 10000"/>
                  <a:gd name="connsiteY19" fmla="*/ 2002 h 10000"/>
                  <a:gd name="connsiteX20" fmla="*/ 1286 w 10000"/>
                  <a:gd name="connsiteY20" fmla="*/ 2002 h 10000"/>
                  <a:gd name="connsiteX21" fmla="*/ 1353 w 10000"/>
                  <a:gd name="connsiteY21" fmla="*/ 2069 h 10000"/>
                  <a:gd name="connsiteX22" fmla="*/ 1476 w 10000"/>
                  <a:gd name="connsiteY22" fmla="*/ 2137 h 10000"/>
                  <a:gd name="connsiteX23" fmla="*/ 1677 w 10000"/>
                  <a:gd name="connsiteY23" fmla="*/ 2128 h 10000"/>
                  <a:gd name="connsiteX24" fmla="*/ 1823 w 10000"/>
                  <a:gd name="connsiteY24" fmla="*/ 2204 h 10000"/>
                  <a:gd name="connsiteX25" fmla="*/ 2003 w 10000"/>
                  <a:gd name="connsiteY25" fmla="*/ 2187 h 10000"/>
                  <a:gd name="connsiteX26" fmla="*/ 2091 w 10000"/>
                  <a:gd name="connsiteY26" fmla="*/ 2221 h 10000"/>
                  <a:gd name="connsiteX27" fmla="*/ 2114 w 10000"/>
                  <a:gd name="connsiteY27" fmla="*/ 2280 h 10000"/>
                  <a:gd name="connsiteX28" fmla="*/ 1958 w 10000"/>
                  <a:gd name="connsiteY28" fmla="*/ 2356 h 10000"/>
                  <a:gd name="connsiteX29" fmla="*/ 1789 w 10000"/>
                  <a:gd name="connsiteY29" fmla="*/ 2322 h 10000"/>
                  <a:gd name="connsiteX30" fmla="*/ 1644 w 10000"/>
                  <a:gd name="connsiteY30" fmla="*/ 2298 h 10000"/>
                  <a:gd name="connsiteX31" fmla="*/ 1544 w 10000"/>
                  <a:gd name="connsiteY31" fmla="*/ 2314 h 10000"/>
                  <a:gd name="connsiteX32" fmla="*/ 1510 w 10000"/>
                  <a:gd name="connsiteY32" fmla="*/ 2458 h 10000"/>
                  <a:gd name="connsiteX33" fmla="*/ 1398 w 10000"/>
                  <a:gd name="connsiteY33" fmla="*/ 2559 h 10000"/>
                  <a:gd name="connsiteX34" fmla="*/ 1465 w 10000"/>
                  <a:gd name="connsiteY34" fmla="*/ 2846 h 10000"/>
                  <a:gd name="connsiteX35" fmla="*/ 1544 w 10000"/>
                  <a:gd name="connsiteY35" fmla="*/ 2897 h 10000"/>
                  <a:gd name="connsiteX36" fmla="*/ 1499 w 10000"/>
                  <a:gd name="connsiteY36" fmla="*/ 3040 h 10000"/>
                  <a:gd name="connsiteX37" fmla="*/ 2003 w 10000"/>
                  <a:gd name="connsiteY37" fmla="*/ 3074 h 10000"/>
                  <a:gd name="connsiteX38" fmla="*/ 2091 w 10000"/>
                  <a:gd name="connsiteY38" fmla="*/ 3167 h 10000"/>
                  <a:gd name="connsiteX39" fmla="*/ 2025 w 10000"/>
                  <a:gd name="connsiteY39" fmla="*/ 3268 h 10000"/>
                  <a:gd name="connsiteX40" fmla="*/ 2025 w 10000"/>
                  <a:gd name="connsiteY40" fmla="*/ 3411 h 10000"/>
                  <a:gd name="connsiteX41" fmla="*/ 1812 w 10000"/>
                  <a:gd name="connsiteY41" fmla="*/ 3639 h 10000"/>
                  <a:gd name="connsiteX42" fmla="*/ 1622 w 10000"/>
                  <a:gd name="connsiteY42" fmla="*/ 3979 h 10000"/>
                  <a:gd name="connsiteX43" fmla="*/ 1533 w 10000"/>
                  <a:gd name="connsiteY43" fmla="*/ 4020 h 10000"/>
                  <a:gd name="connsiteX44" fmla="*/ 1533 w 10000"/>
                  <a:gd name="connsiteY44" fmla="*/ 4114 h 10000"/>
                  <a:gd name="connsiteX45" fmla="*/ 1588 w 10000"/>
                  <a:gd name="connsiteY45" fmla="*/ 4171 h 10000"/>
                  <a:gd name="connsiteX46" fmla="*/ 1453 w 10000"/>
                  <a:gd name="connsiteY46" fmla="*/ 4342 h 10000"/>
                  <a:gd name="connsiteX47" fmla="*/ 1544 w 10000"/>
                  <a:gd name="connsiteY47" fmla="*/ 4544 h 10000"/>
                  <a:gd name="connsiteX48" fmla="*/ 1689 w 10000"/>
                  <a:gd name="connsiteY48" fmla="*/ 4569 h 10000"/>
                  <a:gd name="connsiteX49" fmla="*/ 1789 w 10000"/>
                  <a:gd name="connsiteY49" fmla="*/ 4638 h 10000"/>
                  <a:gd name="connsiteX50" fmla="*/ 1946 w 10000"/>
                  <a:gd name="connsiteY50" fmla="*/ 4594 h 10000"/>
                  <a:gd name="connsiteX51" fmla="*/ 2014 w 10000"/>
                  <a:gd name="connsiteY51" fmla="*/ 4695 h 10000"/>
                  <a:gd name="connsiteX52" fmla="*/ 2047 w 10000"/>
                  <a:gd name="connsiteY52" fmla="*/ 4806 h 10000"/>
                  <a:gd name="connsiteX53" fmla="*/ 2226 w 10000"/>
                  <a:gd name="connsiteY53" fmla="*/ 4932 h 10000"/>
                  <a:gd name="connsiteX54" fmla="*/ 2326 w 10000"/>
                  <a:gd name="connsiteY54" fmla="*/ 4915 h 10000"/>
                  <a:gd name="connsiteX55" fmla="*/ 2371 w 10000"/>
                  <a:gd name="connsiteY55" fmla="*/ 4949 h 10000"/>
                  <a:gd name="connsiteX56" fmla="*/ 2359 w 10000"/>
                  <a:gd name="connsiteY56" fmla="*/ 5034 h 10000"/>
                  <a:gd name="connsiteX57" fmla="*/ 2539 w 10000"/>
                  <a:gd name="connsiteY57" fmla="*/ 5110 h 10000"/>
                  <a:gd name="connsiteX58" fmla="*/ 2651 w 10000"/>
                  <a:gd name="connsiteY58" fmla="*/ 5126 h 10000"/>
                  <a:gd name="connsiteX59" fmla="*/ 2673 w 10000"/>
                  <a:gd name="connsiteY59" fmla="*/ 5237 h 10000"/>
                  <a:gd name="connsiteX60" fmla="*/ 2483 w 10000"/>
                  <a:gd name="connsiteY60" fmla="*/ 5362 h 10000"/>
                  <a:gd name="connsiteX61" fmla="*/ 2159 w 10000"/>
                  <a:gd name="connsiteY61" fmla="*/ 5379 h 10000"/>
                  <a:gd name="connsiteX62" fmla="*/ 1946 w 10000"/>
                  <a:gd name="connsiteY62" fmla="*/ 5278 h 10000"/>
                  <a:gd name="connsiteX63" fmla="*/ 1834 w 10000"/>
                  <a:gd name="connsiteY63" fmla="*/ 5278 h 10000"/>
                  <a:gd name="connsiteX64" fmla="*/ 1789 w 10000"/>
                  <a:gd name="connsiteY64" fmla="*/ 5321 h 10000"/>
                  <a:gd name="connsiteX65" fmla="*/ 1834 w 10000"/>
                  <a:gd name="connsiteY65" fmla="*/ 5398 h 10000"/>
                  <a:gd name="connsiteX66" fmla="*/ 2091 w 10000"/>
                  <a:gd name="connsiteY66" fmla="*/ 5599 h 10000"/>
                  <a:gd name="connsiteX67" fmla="*/ 2359 w 10000"/>
                  <a:gd name="connsiteY67" fmla="*/ 5878 h 10000"/>
                  <a:gd name="connsiteX68" fmla="*/ 2439 w 10000"/>
                  <a:gd name="connsiteY68" fmla="*/ 5920 h 10000"/>
                  <a:gd name="connsiteX69" fmla="*/ 2428 w 10000"/>
                  <a:gd name="connsiteY69" fmla="*/ 6158 h 10000"/>
                  <a:gd name="connsiteX70" fmla="*/ 2359 w 10000"/>
                  <a:gd name="connsiteY70" fmla="*/ 6241 h 10000"/>
                  <a:gd name="connsiteX71" fmla="*/ 2237 w 10000"/>
                  <a:gd name="connsiteY71" fmla="*/ 6283 h 10000"/>
                  <a:gd name="connsiteX72" fmla="*/ 2159 w 10000"/>
                  <a:gd name="connsiteY72" fmla="*/ 6216 h 10000"/>
                  <a:gd name="connsiteX73" fmla="*/ 1499 w 10000"/>
                  <a:gd name="connsiteY73" fmla="*/ 6461 h 10000"/>
                  <a:gd name="connsiteX74" fmla="*/ 1398 w 10000"/>
                  <a:gd name="connsiteY74" fmla="*/ 6453 h 10000"/>
                  <a:gd name="connsiteX75" fmla="*/ 1342 w 10000"/>
                  <a:gd name="connsiteY75" fmla="*/ 6368 h 10000"/>
                  <a:gd name="connsiteX76" fmla="*/ 1208 w 10000"/>
                  <a:gd name="connsiteY76" fmla="*/ 6377 h 10000"/>
                  <a:gd name="connsiteX77" fmla="*/ 1073 w 10000"/>
                  <a:gd name="connsiteY77" fmla="*/ 6487 h 10000"/>
                  <a:gd name="connsiteX78" fmla="*/ 1398 w 10000"/>
                  <a:gd name="connsiteY78" fmla="*/ 7061 h 10000"/>
                  <a:gd name="connsiteX79" fmla="*/ 1342 w 10000"/>
                  <a:gd name="connsiteY79" fmla="*/ 7120 h 10000"/>
                  <a:gd name="connsiteX80" fmla="*/ 1242 w 10000"/>
                  <a:gd name="connsiteY80" fmla="*/ 7110 h 10000"/>
                  <a:gd name="connsiteX81" fmla="*/ 503 w 10000"/>
                  <a:gd name="connsiteY81" fmla="*/ 7077 h 10000"/>
                  <a:gd name="connsiteX82" fmla="*/ 447 w 10000"/>
                  <a:gd name="connsiteY82" fmla="*/ 7237 h 10000"/>
                  <a:gd name="connsiteX83" fmla="*/ 380 w 10000"/>
                  <a:gd name="connsiteY83" fmla="*/ 7305 h 10000"/>
                  <a:gd name="connsiteX84" fmla="*/ 380 w 10000"/>
                  <a:gd name="connsiteY84" fmla="*/ 7542 h 10000"/>
                  <a:gd name="connsiteX85" fmla="*/ 291 w 10000"/>
                  <a:gd name="connsiteY85" fmla="*/ 7610 h 10000"/>
                  <a:gd name="connsiteX86" fmla="*/ 112 w 10000"/>
                  <a:gd name="connsiteY86" fmla="*/ 7610 h 10000"/>
                  <a:gd name="connsiteX87" fmla="*/ 0 w 10000"/>
                  <a:gd name="connsiteY87" fmla="*/ 7711 h 10000"/>
                  <a:gd name="connsiteX88" fmla="*/ 4224 w 10000"/>
                  <a:gd name="connsiteY88" fmla="*/ 8206 h 10000"/>
                  <a:gd name="connsiteX89" fmla="*/ 3993 w 10000"/>
                  <a:gd name="connsiteY89" fmla="*/ 9307 h 10000"/>
                  <a:gd name="connsiteX90" fmla="*/ 4418 w 10000"/>
                  <a:gd name="connsiteY90" fmla="*/ 9434 h 10000"/>
                  <a:gd name="connsiteX91" fmla="*/ 4899 w 10000"/>
                  <a:gd name="connsiteY91" fmla="*/ 9940 h 10000"/>
                  <a:gd name="connsiteX92" fmla="*/ 4988 w 10000"/>
                  <a:gd name="connsiteY92" fmla="*/ 9992 h 10000"/>
                  <a:gd name="connsiteX93" fmla="*/ 5157 w 10000"/>
                  <a:gd name="connsiteY93" fmla="*/ 10000 h 10000"/>
                  <a:gd name="connsiteX94" fmla="*/ 5301 w 10000"/>
                  <a:gd name="connsiteY94" fmla="*/ 9915 h 10000"/>
                  <a:gd name="connsiteX95" fmla="*/ 5336 w 10000"/>
                  <a:gd name="connsiteY95" fmla="*/ 9628 h 10000"/>
                  <a:gd name="connsiteX96" fmla="*/ 6041 w 10000"/>
                  <a:gd name="connsiteY96" fmla="*/ 9460 h 10000"/>
                  <a:gd name="connsiteX97" fmla="*/ 6185 w 10000"/>
                  <a:gd name="connsiteY97" fmla="*/ 9493 h 10000"/>
                  <a:gd name="connsiteX98" fmla="*/ 6443 w 10000"/>
                  <a:gd name="connsiteY98" fmla="*/ 9712 h 10000"/>
                  <a:gd name="connsiteX99" fmla="*/ 6544 w 10000"/>
                  <a:gd name="connsiteY99" fmla="*/ 9704 h 10000"/>
                  <a:gd name="connsiteX100" fmla="*/ 6555 w 10000"/>
                  <a:gd name="connsiteY100" fmla="*/ 9561 h 10000"/>
                  <a:gd name="connsiteX101" fmla="*/ 6879 w 10000"/>
                  <a:gd name="connsiteY101" fmla="*/ 9416 h 10000"/>
                  <a:gd name="connsiteX102" fmla="*/ 7539 w 10000"/>
                  <a:gd name="connsiteY102" fmla="*/ 9517 h 10000"/>
                  <a:gd name="connsiteX103" fmla="*/ 7696 w 10000"/>
                  <a:gd name="connsiteY103" fmla="*/ 9392 h 10000"/>
                  <a:gd name="connsiteX104" fmla="*/ 8300 w 10000"/>
                  <a:gd name="connsiteY104" fmla="*/ 9476 h 10000"/>
                  <a:gd name="connsiteX105" fmla="*/ 8748 w 10000"/>
                  <a:gd name="connsiteY105" fmla="*/ 9426 h 10000"/>
                  <a:gd name="connsiteX106" fmla="*/ 9005 w 10000"/>
                  <a:gd name="connsiteY106" fmla="*/ 9517 h 10000"/>
                  <a:gd name="connsiteX107" fmla="*/ 9005 w 10000"/>
                  <a:gd name="connsiteY107" fmla="*/ 8757 h 10000"/>
                  <a:gd name="connsiteX108" fmla="*/ 9519 w 10000"/>
                  <a:gd name="connsiteY108" fmla="*/ 7948 h 10000"/>
                  <a:gd name="connsiteX109" fmla="*/ 10000 w 10000"/>
                  <a:gd name="connsiteY109" fmla="*/ 7593 h 10000"/>
                  <a:gd name="connsiteX110" fmla="*/ 9396 w 10000"/>
                  <a:gd name="connsiteY110" fmla="*/ 7069 h 10000"/>
                  <a:gd name="connsiteX111" fmla="*/ 9005 w 10000"/>
                  <a:gd name="connsiteY111" fmla="*/ 6605 h 10000"/>
                  <a:gd name="connsiteX112" fmla="*/ 8915 w 10000"/>
                  <a:gd name="connsiteY112" fmla="*/ 5938 h 10000"/>
                  <a:gd name="connsiteX113" fmla="*/ 9038 w 10000"/>
                  <a:gd name="connsiteY113" fmla="*/ 5270 h 10000"/>
                  <a:gd name="connsiteX114" fmla="*/ 9742 w 10000"/>
                  <a:gd name="connsiteY114" fmla="*/ 5034 h 10000"/>
                  <a:gd name="connsiteX115" fmla="*/ 9339 w 10000"/>
                  <a:gd name="connsiteY115" fmla="*/ 4949 h 10000"/>
                  <a:gd name="connsiteX116" fmla="*/ 9005 w 10000"/>
                  <a:gd name="connsiteY116" fmla="*/ 4434 h 10000"/>
                  <a:gd name="connsiteX117" fmla="*/ 9441 w 10000"/>
                  <a:gd name="connsiteY117" fmla="*/ 4096 h 10000"/>
                  <a:gd name="connsiteX118" fmla="*/ 9150 w 10000"/>
                  <a:gd name="connsiteY118" fmla="*/ 3750 h 10000"/>
                  <a:gd name="connsiteX119" fmla="*/ 8658 w 10000"/>
                  <a:gd name="connsiteY119" fmla="*/ 4029 h 10000"/>
                  <a:gd name="connsiteX120" fmla="*/ 7472 w 10000"/>
                  <a:gd name="connsiteY120" fmla="*/ 3716 h 10000"/>
                  <a:gd name="connsiteX121" fmla="*/ 6835 w 10000"/>
                  <a:gd name="connsiteY121" fmla="*/ 3336 h 10000"/>
                  <a:gd name="connsiteX122" fmla="*/ 6790 w 10000"/>
                  <a:gd name="connsiteY122" fmla="*/ 2854 h 10000"/>
                  <a:gd name="connsiteX123" fmla="*/ 6688 w 10000"/>
                  <a:gd name="connsiteY123" fmla="*/ 2559 h 10000"/>
                  <a:gd name="connsiteX124" fmla="*/ 6354 w 10000"/>
                  <a:gd name="connsiteY124" fmla="*/ 2390 h 10000"/>
                  <a:gd name="connsiteX125" fmla="*/ 5906 w 10000"/>
                  <a:gd name="connsiteY125" fmla="*/ 2306 h 10000"/>
                  <a:gd name="connsiteX126" fmla="*/ 5526 w 10000"/>
                  <a:gd name="connsiteY126" fmla="*/ 1883 h 10000"/>
                  <a:gd name="connsiteX127" fmla="*/ 5347 w 10000"/>
                  <a:gd name="connsiteY127" fmla="*/ 1300 h 10000"/>
                  <a:gd name="connsiteX128" fmla="*/ 5100 w 10000"/>
                  <a:gd name="connsiteY128" fmla="*/ 937 h 10000"/>
                  <a:gd name="connsiteX129" fmla="*/ 4676 w 10000"/>
                  <a:gd name="connsiteY129" fmla="*/ 557 h 10000"/>
                  <a:gd name="connsiteX130" fmla="*/ 4060 w 10000"/>
                  <a:gd name="connsiteY130" fmla="*/ 346 h 10000"/>
                  <a:gd name="connsiteX131" fmla="*/ 3859 w 10000"/>
                  <a:gd name="connsiteY131" fmla="*/ 228 h 10000"/>
                  <a:gd name="connsiteX132" fmla="*/ 3668 w 10000"/>
                  <a:gd name="connsiteY132" fmla="*/ 0 h 10000"/>
                  <a:gd name="connsiteX133" fmla="*/ 3165 w 10000"/>
                  <a:gd name="connsiteY133" fmla="*/ 143 h 10000"/>
                  <a:gd name="connsiteX134" fmla="*/ 2662 w 10000"/>
                  <a:gd name="connsiteY134" fmla="*/ 160 h 10000"/>
                  <a:gd name="connsiteX135" fmla="*/ 1991 w 10000"/>
                  <a:gd name="connsiteY135" fmla="*/ 490 h 10000"/>
                  <a:gd name="connsiteX136" fmla="*/ 1398 w 10000"/>
                  <a:gd name="connsiteY136" fmla="*/ 507 h 10000"/>
                  <a:gd name="connsiteX137" fmla="*/ 1108 w 10000"/>
                  <a:gd name="connsiteY137" fmla="*/ 675 h 10000"/>
                  <a:gd name="connsiteX138" fmla="*/ 536 w 10000"/>
                  <a:gd name="connsiteY138" fmla="*/ 719 h 10000"/>
                  <a:gd name="connsiteX0" fmla="*/ 536 w 10000"/>
                  <a:gd name="connsiteY0" fmla="*/ 719 h 10000"/>
                  <a:gd name="connsiteX1" fmla="*/ 850 w 10000"/>
                  <a:gd name="connsiteY1" fmla="*/ 937 h 10000"/>
                  <a:gd name="connsiteX2" fmla="*/ 872 w 10000"/>
                  <a:gd name="connsiteY2" fmla="*/ 1056 h 10000"/>
                  <a:gd name="connsiteX3" fmla="*/ 817 w 10000"/>
                  <a:gd name="connsiteY3" fmla="*/ 1123 h 10000"/>
                  <a:gd name="connsiteX4" fmla="*/ 917 w 10000"/>
                  <a:gd name="connsiteY4" fmla="*/ 1191 h 10000"/>
                  <a:gd name="connsiteX5" fmla="*/ 939 w 10000"/>
                  <a:gd name="connsiteY5" fmla="*/ 1300 h 10000"/>
                  <a:gd name="connsiteX6" fmla="*/ 806 w 10000"/>
                  <a:gd name="connsiteY6" fmla="*/ 1427 h 10000"/>
                  <a:gd name="connsiteX7" fmla="*/ 828 w 10000"/>
                  <a:gd name="connsiteY7" fmla="*/ 1504 h 10000"/>
                  <a:gd name="connsiteX8" fmla="*/ 961 w 10000"/>
                  <a:gd name="connsiteY8" fmla="*/ 1554 h 10000"/>
                  <a:gd name="connsiteX9" fmla="*/ 1051 w 10000"/>
                  <a:gd name="connsiteY9" fmla="*/ 1487 h 10000"/>
                  <a:gd name="connsiteX10" fmla="*/ 1141 w 10000"/>
                  <a:gd name="connsiteY10" fmla="*/ 1487 h 10000"/>
                  <a:gd name="connsiteX11" fmla="*/ 1264 w 10000"/>
                  <a:gd name="connsiteY11" fmla="*/ 1562 h 10000"/>
                  <a:gd name="connsiteX12" fmla="*/ 1264 w 10000"/>
                  <a:gd name="connsiteY12" fmla="*/ 1613 h 10000"/>
                  <a:gd name="connsiteX13" fmla="*/ 1185 w 10000"/>
                  <a:gd name="connsiteY13" fmla="*/ 1663 h 10000"/>
                  <a:gd name="connsiteX14" fmla="*/ 1097 w 10000"/>
                  <a:gd name="connsiteY14" fmla="*/ 1663 h 10000"/>
                  <a:gd name="connsiteX15" fmla="*/ 1062 w 10000"/>
                  <a:gd name="connsiteY15" fmla="*/ 1740 h 10000"/>
                  <a:gd name="connsiteX16" fmla="*/ 1119 w 10000"/>
                  <a:gd name="connsiteY16" fmla="*/ 1800 h 10000"/>
                  <a:gd name="connsiteX17" fmla="*/ 1084 w 10000"/>
                  <a:gd name="connsiteY17" fmla="*/ 1883 h 10000"/>
                  <a:gd name="connsiteX18" fmla="*/ 1062 w 10000"/>
                  <a:gd name="connsiteY18" fmla="*/ 1943 h 10000"/>
                  <a:gd name="connsiteX19" fmla="*/ 1119 w 10000"/>
                  <a:gd name="connsiteY19" fmla="*/ 2002 h 10000"/>
                  <a:gd name="connsiteX20" fmla="*/ 1286 w 10000"/>
                  <a:gd name="connsiteY20" fmla="*/ 2002 h 10000"/>
                  <a:gd name="connsiteX21" fmla="*/ 1353 w 10000"/>
                  <a:gd name="connsiteY21" fmla="*/ 2069 h 10000"/>
                  <a:gd name="connsiteX22" fmla="*/ 1476 w 10000"/>
                  <a:gd name="connsiteY22" fmla="*/ 2137 h 10000"/>
                  <a:gd name="connsiteX23" fmla="*/ 1677 w 10000"/>
                  <a:gd name="connsiteY23" fmla="*/ 2128 h 10000"/>
                  <a:gd name="connsiteX24" fmla="*/ 1823 w 10000"/>
                  <a:gd name="connsiteY24" fmla="*/ 2204 h 10000"/>
                  <a:gd name="connsiteX25" fmla="*/ 2003 w 10000"/>
                  <a:gd name="connsiteY25" fmla="*/ 2187 h 10000"/>
                  <a:gd name="connsiteX26" fmla="*/ 2091 w 10000"/>
                  <a:gd name="connsiteY26" fmla="*/ 2221 h 10000"/>
                  <a:gd name="connsiteX27" fmla="*/ 2114 w 10000"/>
                  <a:gd name="connsiteY27" fmla="*/ 2280 h 10000"/>
                  <a:gd name="connsiteX28" fmla="*/ 1958 w 10000"/>
                  <a:gd name="connsiteY28" fmla="*/ 2356 h 10000"/>
                  <a:gd name="connsiteX29" fmla="*/ 1789 w 10000"/>
                  <a:gd name="connsiteY29" fmla="*/ 2322 h 10000"/>
                  <a:gd name="connsiteX30" fmla="*/ 1644 w 10000"/>
                  <a:gd name="connsiteY30" fmla="*/ 2298 h 10000"/>
                  <a:gd name="connsiteX31" fmla="*/ 1544 w 10000"/>
                  <a:gd name="connsiteY31" fmla="*/ 2314 h 10000"/>
                  <a:gd name="connsiteX32" fmla="*/ 1510 w 10000"/>
                  <a:gd name="connsiteY32" fmla="*/ 2458 h 10000"/>
                  <a:gd name="connsiteX33" fmla="*/ 1398 w 10000"/>
                  <a:gd name="connsiteY33" fmla="*/ 2559 h 10000"/>
                  <a:gd name="connsiteX34" fmla="*/ 1465 w 10000"/>
                  <a:gd name="connsiteY34" fmla="*/ 2846 h 10000"/>
                  <a:gd name="connsiteX35" fmla="*/ 1544 w 10000"/>
                  <a:gd name="connsiteY35" fmla="*/ 2897 h 10000"/>
                  <a:gd name="connsiteX36" fmla="*/ 1499 w 10000"/>
                  <a:gd name="connsiteY36" fmla="*/ 3040 h 10000"/>
                  <a:gd name="connsiteX37" fmla="*/ 2003 w 10000"/>
                  <a:gd name="connsiteY37" fmla="*/ 3074 h 10000"/>
                  <a:gd name="connsiteX38" fmla="*/ 2091 w 10000"/>
                  <a:gd name="connsiteY38" fmla="*/ 3167 h 10000"/>
                  <a:gd name="connsiteX39" fmla="*/ 2025 w 10000"/>
                  <a:gd name="connsiteY39" fmla="*/ 3268 h 10000"/>
                  <a:gd name="connsiteX40" fmla="*/ 2025 w 10000"/>
                  <a:gd name="connsiteY40" fmla="*/ 3411 h 10000"/>
                  <a:gd name="connsiteX41" fmla="*/ 1812 w 10000"/>
                  <a:gd name="connsiteY41" fmla="*/ 3639 h 10000"/>
                  <a:gd name="connsiteX42" fmla="*/ 1622 w 10000"/>
                  <a:gd name="connsiteY42" fmla="*/ 3979 h 10000"/>
                  <a:gd name="connsiteX43" fmla="*/ 1533 w 10000"/>
                  <a:gd name="connsiteY43" fmla="*/ 4020 h 10000"/>
                  <a:gd name="connsiteX44" fmla="*/ 1533 w 10000"/>
                  <a:gd name="connsiteY44" fmla="*/ 4114 h 10000"/>
                  <a:gd name="connsiteX45" fmla="*/ 1588 w 10000"/>
                  <a:gd name="connsiteY45" fmla="*/ 4171 h 10000"/>
                  <a:gd name="connsiteX46" fmla="*/ 1453 w 10000"/>
                  <a:gd name="connsiteY46" fmla="*/ 4342 h 10000"/>
                  <a:gd name="connsiteX47" fmla="*/ 1544 w 10000"/>
                  <a:gd name="connsiteY47" fmla="*/ 4544 h 10000"/>
                  <a:gd name="connsiteX48" fmla="*/ 1689 w 10000"/>
                  <a:gd name="connsiteY48" fmla="*/ 4569 h 10000"/>
                  <a:gd name="connsiteX49" fmla="*/ 1789 w 10000"/>
                  <a:gd name="connsiteY49" fmla="*/ 4638 h 10000"/>
                  <a:gd name="connsiteX50" fmla="*/ 1946 w 10000"/>
                  <a:gd name="connsiteY50" fmla="*/ 4594 h 10000"/>
                  <a:gd name="connsiteX51" fmla="*/ 2014 w 10000"/>
                  <a:gd name="connsiteY51" fmla="*/ 4695 h 10000"/>
                  <a:gd name="connsiteX52" fmla="*/ 2047 w 10000"/>
                  <a:gd name="connsiteY52" fmla="*/ 4806 h 10000"/>
                  <a:gd name="connsiteX53" fmla="*/ 2226 w 10000"/>
                  <a:gd name="connsiteY53" fmla="*/ 4932 h 10000"/>
                  <a:gd name="connsiteX54" fmla="*/ 2326 w 10000"/>
                  <a:gd name="connsiteY54" fmla="*/ 4915 h 10000"/>
                  <a:gd name="connsiteX55" fmla="*/ 2371 w 10000"/>
                  <a:gd name="connsiteY55" fmla="*/ 4949 h 10000"/>
                  <a:gd name="connsiteX56" fmla="*/ 2359 w 10000"/>
                  <a:gd name="connsiteY56" fmla="*/ 5034 h 10000"/>
                  <a:gd name="connsiteX57" fmla="*/ 2539 w 10000"/>
                  <a:gd name="connsiteY57" fmla="*/ 5110 h 10000"/>
                  <a:gd name="connsiteX58" fmla="*/ 2651 w 10000"/>
                  <a:gd name="connsiteY58" fmla="*/ 5126 h 10000"/>
                  <a:gd name="connsiteX59" fmla="*/ 2673 w 10000"/>
                  <a:gd name="connsiteY59" fmla="*/ 5237 h 10000"/>
                  <a:gd name="connsiteX60" fmla="*/ 2483 w 10000"/>
                  <a:gd name="connsiteY60" fmla="*/ 5362 h 10000"/>
                  <a:gd name="connsiteX61" fmla="*/ 2159 w 10000"/>
                  <a:gd name="connsiteY61" fmla="*/ 5379 h 10000"/>
                  <a:gd name="connsiteX62" fmla="*/ 1946 w 10000"/>
                  <a:gd name="connsiteY62" fmla="*/ 5278 h 10000"/>
                  <a:gd name="connsiteX63" fmla="*/ 1834 w 10000"/>
                  <a:gd name="connsiteY63" fmla="*/ 5278 h 10000"/>
                  <a:gd name="connsiteX64" fmla="*/ 1789 w 10000"/>
                  <a:gd name="connsiteY64" fmla="*/ 5321 h 10000"/>
                  <a:gd name="connsiteX65" fmla="*/ 1834 w 10000"/>
                  <a:gd name="connsiteY65" fmla="*/ 5398 h 10000"/>
                  <a:gd name="connsiteX66" fmla="*/ 2091 w 10000"/>
                  <a:gd name="connsiteY66" fmla="*/ 5599 h 10000"/>
                  <a:gd name="connsiteX67" fmla="*/ 2359 w 10000"/>
                  <a:gd name="connsiteY67" fmla="*/ 5878 h 10000"/>
                  <a:gd name="connsiteX68" fmla="*/ 2439 w 10000"/>
                  <a:gd name="connsiteY68" fmla="*/ 5920 h 10000"/>
                  <a:gd name="connsiteX69" fmla="*/ 2428 w 10000"/>
                  <a:gd name="connsiteY69" fmla="*/ 6158 h 10000"/>
                  <a:gd name="connsiteX70" fmla="*/ 2359 w 10000"/>
                  <a:gd name="connsiteY70" fmla="*/ 6241 h 10000"/>
                  <a:gd name="connsiteX71" fmla="*/ 2237 w 10000"/>
                  <a:gd name="connsiteY71" fmla="*/ 6283 h 10000"/>
                  <a:gd name="connsiteX72" fmla="*/ 2159 w 10000"/>
                  <a:gd name="connsiteY72" fmla="*/ 6216 h 10000"/>
                  <a:gd name="connsiteX73" fmla="*/ 1499 w 10000"/>
                  <a:gd name="connsiteY73" fmla="*/ 6461 h 10000"/>
                  <a:gd name="connsiteX74" fmla="*/ 1398 w 10000"/>
                  <a:gd name="connsiteY74" fmla="*/ 6453 h 10000"/>
                  <a:gd name="connsiteX75" fmla="*/ 1342 w 10000"/>
                  <a:gd name="connsiteY75" fmla="*/ 6368 h 10000"/>
                  <a:gd name="connsiteX76" fmla="*/ 1208 w 10000"/>
                  <a:gd name="connsiteY76" fmla="*/ 6377 h 10000"/>
                  <a:gd name="connsiteX77" fmla="*/ 1073 w 10000"/>
                  <a:gd name="connsiteY77" fmla="*/ 6487 h 10000"/>
                  <a:gd name="connsiteX78" fmla="*/ 1398 w 10000"/>
                  <a:gd name="connsiteY78" fmla="*/ 7061 h 10000"/>
                  <a:gd name="connsiteX79" fmla="*/ 1342 w 10000"/>
                  <a:gd name="connsiteY79" fmla="*/ 7120 h 10000"/>
                  <a:gd name="connsiteX80" fmla="*/ 503 w 10000"/>
                  <a:gd name="connsiteY80" fmla="*/ 7077 h 10000"/>
                  <a:gd name="connsiteX81" fmla="*/ 447 w 10000"/>
                  <a:gd name="connsiteY81" fmla="*/ 7237 h 10000"/>
                  <a:gd name="connsiteX82" fmla="*/ 380 w 10000"/>
                  <a:gd name="connsiteY82" fmla="*/ 7305 h 10000"/>
                  <a:gd name="connsiteX83" fmla="*/ 380 w 10000"/>
                  <a:gd name="connsiteY83" fmla="*/ 7542 h 10000"/>
                  <a:gd name="connsiteX84" fmla="*/ 291 w 10000"/>
                  <a:gd name="connsiteY84" fmla="*/ 7610 h 10000"/>
                  <a:gd name="connsiteX85" fmla="*/ 112 w 10000"/>
                  <a:gd name="connsiteY85" fmla="*/ 7610 h 10000"/>
                  <a:gd name="connsiteX86" fmla="*/ 0 w 10000"/>
                  <a:gd name="connsiteY86" fmla="*/ 7711 h 10000"/>
                  <a:gd name="connsiteX87" fmla="*/ 4224 w 10000"/>
                  <a:gd name="connsiteY87" fmla="*/ 8206 h 10000"/>
                  <a:gd name="connsiteX88" fmla="*/ 3993 w 10000"/>
                  <a:gd name="connsiteY88" fmla="*/ 9307 h 10000"/>
                  <a:gd name="connsiteX89" fmla="*/ 4418 w 10000"/>
                  <a:gd name="connsiteY89" fmla="*/ 9434 h 10000"/>
                  <a:gd name="connsiteX90" fmla="*/ 4899 w 10000"/>
                  <a:gd name="connsiteY90" fmla="*/ 9940 h 10000"/>
                  <a:gd name="connsiteX91" fmla="*/ 4988 w 10000"/>
                  <a:gd name="connsiteY91" fmla="*/ 9992 h 10000"/>
                  <a:gd name="connsiteX92" fmla="*/ 5157 w 10000"/>
                  <a:gd name="connsiteY92" fmla="*/ 10000 h 10000"/>
                  <a:gd name="connsiteX93" fmla="*/ 5301 w 10000"/>
                  <a:gd name="connsiteY93" fmla="*/ 9915 h 10000"/>
                  <a:gd name="connsiteX94" fmla="*/ 5336 w 10000"/>
                  <a:gd name="connsiteY94" fmla="*/ 9628 h 10000"/>
                  <a:gd name="connsiteX95" fmla="*/ 6041 w 10000"/>
                  <a:gd name="connsiteY95" fmla="*/ 9460 h 10000"/>
                  <a:gd name="connsiteX96" fmla="*/ 6185 w 10000"/>
                  <a:gd name="connsiteY96" fmla="*/ 9493 h 10000"/>
                  <a:gd name="connsiteX97" fmla="*/ 6443 w 10000"/>
                  <a:gd name="connsiteY97" fmla="*/ 9712 h 10000"/>
                  <a:gd name="connsiteX98" fmla="*/ 6544 w 10000"/>
                  <a:gd name="connsiteY98" fmla="*/ 9704 h 10000"/>
                  <a:gd name="connsiteX99" fmla="*/ 6555 w 10000"/>
                  <a:gd name="connsiteY99" fmla="*/ 9561 h 10000"/>
                  <a:gd name="connsiteX100" fmla="*/ 6879 w 10000"/>
                  <a:gd name="connsiteY100" fmla="*/ 9416 h 10000"/>
                  <a:gd name="connsiteX101" fmla="*/ 7539 w 10000"/>
                  <a:gd name="connsiteY101" fmla="*/ 9517 h 10000"/>
                  <a:gd name="connsiteX102" fmla="*/ 7696 w 10000"/>
                  <a:gd name="connsiteY102" fmla="*/ 9392 h 10000"/>
                  <a:gd name="connsiteX103" fmla="*/ 8300 w 10000"/>
                  <a:gd name="connsiteY103" fmla="*/ 9476 h 10000"/>
                  <a:gd name="connsiteX104" fmla="*/ 8748 w 10000"/>
                  <a:gd name="connsiteY104" fmla="*/ 9426 h 10000"/>
                  <a:gd name="connsiteX105" fmla="*/ 9005 w 10000"/>
                  <a:gd name="connsiteY105" fmla="*/ 9517 h 10000"/>
                  <a:gd name="connsiteX106" fmla="*/ 9005 w 10000"/>
                  <a:gd name="connsiteY106" fmla="*/ 8757 h 10000"/>
                  <a:gd name="connsiteX107" fmla="*/ 9519 w 10000"/>
                  <a:gd name="connsiteY107" fmla="*/ 7948 h 10000"/>
                  <a:gd name="connsiteX108" fmla="*/ 10000 w 10000"/>
                  <a:gd name="connsiteY108" fmla="*/ 7593 h 10000"/>
                  <a:gd name="connsiteX109" fmla="*/ 9396 w 10000"/>
                  <a:gd name="connsiteY109" fmla="*/ 7069 h 10000"/>
                  <a:gd name="connsiteX110" fmla="*/ 9005 w 10000"/>
                  <a:gd name="connsiteY110" fmla="*/ 6605 h 10000"/>
                  <a:gd name="connsiteX111" fmla="*/ 8915 w 10000"/>
                  <a:gd name="connsiteY111" fmla="*/ 5938 h 10000"/>
                  <a:gd name="connsiteX112" fmla="*/ 9038 w 10000"/>
                  <a:gd name="connsiteY112" fmla="*/ 5270 h 10000"/>
                  <a:gd name="connsiteX113" fmla="*/ 9742 w 10000"/>
                  <a:gd name="connsiteY113" fmla="*/ 5034 h 10000"/>
                  <a:gd name="connsiteX114" fmla="*/ 9339 w 10000"/>
                  <a:gd name="connsiteY114" fmla="*/ 4949 h 10000"/>
                  <a:gd name="connsiteX115" fmla="*/ 9005 w 10000"/>
                  <a:gd name="connsiteY115" fmla="*/ 4434 h 10000"/>
                  <a:gd name="connsiteX116" fmla="*/ 9441 w 10000"/>
                  <a:gd name="connsiteY116" fmla="*/ 4096 h 10000"/>
                  <a:gd name="connsiteX117" fmla="*/ 9150 w 10000"/>
                  <a:gd name="connsiteY117" fmla="*/ 3750 h 10000"/>
                  <a:gd name="connsiteX118" fmla="*/ 8658 w 10000"/>
                  <a:gd name="connsiteY118" fmla="*/ 4029 h 10000"/>
                  <a:gd name="connsiteX119" fmla="*/ 7472 w 10000"/>
                  <a:gd name="connsiteY119" fmla="*/ 3716 h 10000"/>
                  <a:gd name="connsiteX120" fmla="*/ 6835 w 10000"/>
                  <a:gd name="connsiteY120" fmla="*/ 3336 h 10000"/>
                  <a:gd name="connsiteX121" fmla="*/ 6790 w 10000"/>
                  <a:gd name="connsiteY121" fmla="*/ 2854 h 10000"/>
                  <a:gd name="connsiteX122" fmla="*/ 6688 w 10000"/>
                  <a:gd name="connsiteY122" fmla="*/ 2559 h 10000"/>
                  <a:gd name="connsiteX123" fmla="*/ 6354 w 10000"/>
                  <a:gd name="connsiteY123" fmla="*/ 2390 h 10000"/>
                  <a:gd name="connsiteX124" fmla="*/ 5906 w 10000"/>
                  <a:gd name="connsiteY124" fmla="*/ 2306 h 10000"/>
                  <a:gd name="connsiteX125" fmla="*/ 5526 w 10000"/>
                  <a:gd name="connsiteY125" fmla="*/ 1883 h 10000"/>
                  <a:gd name="connsiteX126" fmla="*/ 5347 w 10000"/>
                  <a:gd name="connsiteY126" fmla="*/ 1300 h 10000"/>
                  <a:gd name="connsiteX127" fmla="*/ 5100 w 10000"/>
                  <a:gd name="connsiteY127" fmla="*/ 937 h 10000"/>
                  <a:gd name="connsiteX128" fmla="*/ 4676 w 10000"/>
                  <a:gd name="connsiteY128" fmla="*/ 557 h 10000"/>
                  <a:gd name="connsiteX129" fmla="*/ 4060 w 10000"/>
                  <a:gd name="connsiteY129" fmla="*/ 346 h 10000"/>
                  <a:gd name="connsiteX130" fmla="*/ 3859 w 10000"/>
                  <a:gd name="connsiteY130" fmla="*/ 228 h 10000"/>
                  <a:gd name="connsiteX131" fmla="*/ 3668 w 10000"/>
                  <a:gd name="connsiteY131" fmla="*/ 0 h 10000"/>
                  <a:gd name="connsiteX132" fmla="*/ 3165 w 10000"/>
                  <a:gd name="connsiteY132" fmla="*/ 143 h 10000"/>
                  <a:gd name="connsiteX133" fmla="*/ 2662 w 10000"/>
                  <a:gd name="connsiteY133" fmla="*/ 160 h 10000"/>
                  <a:gd name="connsiteX134" fmla="*/ 1991 w 10000"/>
                  <a:gd name="connsiteY134" fmla="*/ 490 h 10000"/>
                  <a:gd name="connsiteX135" fmla="*/ 1398 w 10000"/>
                  <a:gd name="connsiteY135" fmla="*/ 507 h 10000"/>
                  <a:gd name="connsiteX136" fmla="*/ 1108 w 10000"/>
                  <a:gd name="connsiteY136" fmla="*/ 675 h 10000"/>
                  <a:gd name="connsiteX137" fmla="*/ 536 w 10000"/>
                  <a:gd name="connsiteY137" fmla="*/ 719 h 10000"/>
                  <a:gd name="connsiteX0" fmla="*/ 536 w 10000"/>
                  <a:gd name="connsiteY0" fmla="*/ 719 h 10000"/>
                  <a:gd name="connsiteX1" fmla="*/ 850 w 10000"/>
                  <a:gd name="connsiteY1" fmla="*/ 937 h 10000"/>
                  <a:gd name="connsiteX2" fmla="*/ 872 w 10000"/>
                  <a:gd name="connsiteY2" fmla="*/ 1056 h 10000"/>
                  <a:gd name="connsiteX3" fmla="*/ 817 w 10000"/>
                  <a:gd name="connsiteY3" fmla="*/ 1123 h 10000"/>
                  <a:gd name="connsiteX4" fmla="*/ 917 w 10000"/>
                  <a:gd name="connsiteY4" fmla="*/ 1191 h 10000"/>
                  <a:gd name="connsiteX5" fmla="*/ 939 w 10000"/>
                  <a:gd name="connsiteY5" fmla="*/ 1300 h 10000"/>
                  <a:gd name="connsiteX6" fmla="*/ 806 w 10000"/>
                  <a:gd name="connsiteY6" fmla="*/ 1427 h 10000"/>
                  <a:gd name="connsiteX7" fmla="*/ 828 w 10000"/>
                  <a:gd name="connsiteY7" fmla="*/ 1504 h 10000"/>
                  <a:gd name="connsiteX8" fmla="*/ 961 w 10000"/>
                  <a:gd name="connsiteY8" fmla="*/ 1554 h 10000"/>
                  <a:gd name="connsiteX9" fmla="*/ 1051 w 10000"/>
                  <a:gd name="connsiteY9" fmla="*/ 1487 h 10000"/>
                  <a:gd name="connsiteX10" fmla="*/ 1141 w 10000"/>
                  <a:gd name="connsiteY10" fmla="*/ 1487 h 10000"/>
                  <a:gd name="connsiteX11" fmla="*/ 1264 w 10000"/>
                  <a:gd name="connsiteY11" fmla="*/ 1562 h 10000"/>
                  <a:gd name="connsiteX12" fmla="*/ 1264 w 10000"/>
                  <a:gd name="connsiteY12" fmla="*/ 1613 h 10000"/>
                  <a:gd name="connsiteX13" fmla="*/ 1185 w 10000"/>
                  <a:gd name="connsiteY13" fmla="*/ 1663 h 10000"/>
                  <a:gd name="connsiteX14" fmla="*/ 1097 w 10000"/>
                  <a:gd name="connsiteY14" fmla="*/ 1663 h 10000"/>
                  <a:gd name="connsiteX15" fmla="*/ 1062 w 10000"/>
                  <a:gd name="connsiteY15" fmla="*/ 1740 h 10000"/>
                  <a:gd name="connsiteX16" fmla="*/ 1119 w 10000"/>
                  <a:gd name="connsiteY16" fmla="*/ 1800 h 10000"/>
                  <a:gd name="connsiteX17" fmla="*/ 1084 w 10000"/>
                  <a:gd name="connsiteY17" fmla="*/ 1883 h 10000"/>
                  <a:gd name="connsiteX18" fmla="*/ 1062 w 10000"/>
                  <a:gd name="connsiteY18" fmla="*/ 1943 h 10000"/>
                  <a:gd name="connsiteX19" fmla="*/ 1119 w 10000"/>
                  <a:gd name="connsiteY19" fmla="*/ 2002 h 10000"/>
                  <a:gd name="connsiteX20" fmla="*/ 1286 w 10000"/>
                  <a:gd name="connsiteY20" fmla="*/ 2002 h 10000"/>
                  <a:gd name="connsiteX21" fmla="*/ 1353 w 10000"/>
                  <a:gd name="connsiteY21" fmla="*/ 2069 h 10000"/>
                  <a:gd name="connsiteX22" fmla="*/ 1476 w 10000"/>
                  <a:gd name="connsiteY22" fmla="*/ 2137 h 10000"/>
                  <a:gd name="connsiteX23" fmla="*/ 1677 w 10000"/>
                  <a:gd name="connsiteY23" fmla="*/ 2128 h 10000"/>
                  <a:gd name="connsiteX24" fmla="*/ 1823 w 10000"/>
                  <a:gd name="connsiteY24" fmla="*/ 2204 h 10000"/>
                  <a:gd name="connsiteX25" fmla="*/ 2003 w 10000"/>
                  <a:gd name="connsiteY25" fmla="*/ 2187 h 10000"/>
                  <a:gd name="connsiteX26" fmla="*/ 2091 w 10000"/>
                  <a:gd name="connsiteY26" fmla="*/ 2221 h 10000"/>
                  <a:gd name="connsiteX27" fmla="*/ 2114 w 10000"/>
                  <a:gd name="connsiteY27" fmla="*/ 2280 h 10000"/>
                  <a:gd name="connsiteX28" fmla="*/ 1958 w 10000"/>
                  <a:gd name="connsiteY28" fmla="*/ 2356 h 10000"/>
                  <a:gd name="connsiteX29" fmla="*/ 1789 w 10000"/>
                  <a:gd name="connsiteY29" fmla="*/ 2322 h 10000"/>
                  <a:gd name="connsiteX30" fmla="*/ 1644 w 10000"/>
                  <a:gd name="connsiteY30" fmla="*/ 2298 h 10000"/>
                  <a:gd name="connsiteX31" fmla="*/ 1544 w 10000"/>
                  <a:gd name="connsiteY31" fmla="*/ 2314 h 10000"/>
                  <a:gd name="connsiteX32" fmla="*/ 1510 w 10000"/>
                  <a:gd name="connsiteY32" fmla="*/ 2458 h 10000"/>
                  <a:gd name="connsiteX33" fmla="*/ 1398 w 10000"/>
                  <a:gd name="connsiteY33" fmla="*/ 2559 h 10000"/>
                  <a:gd name="connsiteX34" fmla="*/ 1465 w 10000"/>
                  <a:gd name="connsiteY34" fmla="*/ 2846 h 10000"/>
                  <a:gd name="connsiteX35" fmla="*/ 1544 w 10000"/>
                  <a:gd name="connsiteY35" fmla="*/ 2897 h 10000"/>
                  <a:gd name="connsiteX36" fmla="*/ 1499 w 10000"/>
                  <a:gd name="connsiteY36" fmla="*/ 3040 h 10000"/>
                  <a:gd name="connsiteX37" fmla="*/ 2003 w 10000"/>
                  <a:gd name="connsiteY37" fmla="*/ 3074 h 10000"/>
                  <a:gd name="connsiteX38" fmla="*/ 2091 w 10000"/>
                  <a:gd name="connsiteY38" fmla="*/ 3167 h 10000"/>
                  <a:gd name="connsiteX39" fmla="*/ 2025 w 10000"/>
                  <a:gd name="connsiteY39" fmla="*/ 3268 h 10000"/>
                  <a:gd name="connsiteX40" fmla="*/ 2025 w 10000"/>
                  <a:gd name="connsiteY40" fmla="*/ 3411 h 10000"/>
                  <a:gd name="connsiteX41" fmla="*/ 1812 w 10000"/>
                  <a:gd name="connsiteY41" fmla="*/ 3639 h 10000"/>
                  <a:gd name="connsiteX42" fmla="*/ 1622 w 10000"/>
                  <a:gd name="connsiteY42" fmla="*/ 3979 h 10000"/>
                  <a:gd name="connsiteX43" fmla="*/ 1533 w 10000"/>
                  <a:gd name="connsiteY43" fmla="*/ 4020 h 10000"/>
                  <a:gd name="connsiteX44" fmla="*/ 1533 w 10000"/>
                  <a:gd name="connsiteY44" fmla="*/ 4114 h 10000"/>
                  <a:gd name="connsiteX45" fmla="*/ 1588 w 10000"/>
                  <a:gd name="connsiteY45" fmla="*/ 4171 h 10000"/>
                  <a:gd name="connsiteX46" fmla="*/ 1453 w 10000"/>
                  <a:gd name="connsiteY46" fmla="*/ 4342 h 10000"/>
                  <a:gd name="connsiteX47" fmla="*/ 1544 w 10000"/>
                  <a:gd name="connsiteY47" fmla="*/ 4544 h 10000"/>
                  <a:gd name="connsiteX48" fmla="*/ 1689 w 10000"/>
                  <a:gd name="connsiteY48" fmla="*/ 4569 h 10000"/>
                  <a:gd name="connsiteX49" fmla="*/ 1789 w 10000"/>
                  <a:gd name="connsiteY49" fmla="*/ 4638 h 10000"/>
                  <a:gd name="connsiteX50" fmla="*/ 1946 w 10000"/>
                  <a:gd name="connsiteY50" fmla="*/ 4594 h 10000"/>
                  <a:gd name="connsiteX51" fmla="*/ 2014 w 10000"/>
                  <a:gd name="connsiteY51" fmla="*/ 4695 h 10000"/>
                  <a:gd name="connsiteX52" fmla="*/ 2047 w 10000"/>
                  <a:gd name="connsiteY52" fmla="*/ 4806 h 10000"/>
                  <a:gd name="connsiteX53" fmla="*/ 2226 w 10000"/>
                  <a:gd name="connsiteY53" fmla="*/ 4932 h 10000"/>
                  <a:gd name="connsiteX54" fmla="*/ 2326 w 10000"/>
                  <a:gd name="connsiteY54" fmla="*/ 4915 h 10000"/>
                  <a:gd name="connsiteX55" fmla="*/ 2371 w 10000"/>
                  <a:gd name="connsiteY55" fmla="*/ 4949 h 10000"/>
                  <a:gd name="connsiteX56" fmla="*/ 2359 w 10000"/>
                  <a:gd name="connsiteY56" fmla="*/ 5034 h 10000"/>
                  <a:gd name="connsiteX57" fmla="*/ 2539 w 10000"/>
                  <a:gd name="connsiteY57" fmla="*/ 5110 h 10000"/>
                  <a:gd name="connsiteX58" fmla="*/ 2651 w 10000"/>
                  <a:gd name="connsiteY58" fmla="*/ 5126 h 10000"/>
                  <a:gd name="connsiteX59" fmla="*/ 2673 w 10000"/>
                  <a:gd name="connsiteY59" fmla="*/ 5237 h 10000"/>
                  <a:gd name="connsiteX60" fmla="*/ 2483 w 10000"/>
                  <a:gd name="connsiteY60" fmla="*/ 5362 h 10000"/>
                  <a:gd name="connsiteX61" fmla="*/ 2159 w 10000"/>
                  <a:gd name="connsiteY61" fmla="*/ 5379 h 10000"/>
                  <a:gd name="connsiteX62" fmla="*/ 1946 w 10000"/>
                  <a:gd name="connsiteY62" fmla="*/ 5278 h 10000"/>
                  <a:gd name="connsiteX63" fmla="*/ 1834 w 10000"/>
                  <a:gd name="connsiteY63" fmla="*/ 5278 h 10000"/>
                  <a:gd name="connsiteX64" fmla="*/ 1789 w 10000"/>
                  <a:gd name="connsiteY64" fmla="*/ 5321 h 10000"/>
                  <a:gd name="connsiteX65" fmla="*/ 1834 w 10000"/>
                  <a:gd name="connsiteY65" fmla="*/ 5398 h 10000"/>
                  <a:gd name="connsiteX66" fmla="*/ 2091 w 10000"/>
                  <a:gd name="connsiteY66" fmla="*/ 5599 h 10000"/>
                  <a:gd name="connsiteX67" fmla="*/ 2359 w 10000"/>
                  <a:gd name="connsiteY67" fmla="*/ 5878 h 10000"/>
                  <a:gd name="connsiteX68" fmla="*/ 2439 w 10000"/>
                  <a:gd name="connsiteY68" fmla="*/ 5920 h 10000"/>
                  <a:gd name="connsiteX69" fmla="*/ 2428 w 10000"/>
                  <a:gd name="connsiteY69" fmla="*/ 6158 h 10000"/>
                  <a:gd name="connsiteX70" fmla="*/ 2359 w 10000"/>
                  <a:gd name="connsiteY70" fmla="*/ 6241 h 10000"/>
                  <a:gd name="connsiteX71" fmla="*/ 2237 w 10000"/>
                  <a:gd name="connsiteY71" fmla="*/ 6283 h 10000"/>
                  <a:gd name="connsiteX72" fmla="*/ 2159 w 10000"/>
                  <a:gd name="connsiteY72" fmla="*/ 6216 h 10000"/>
                  <a:gd name="connsiteX73" fmla="*/ 1499 w 10000"/>
                  <a:gd name="connsiteY73" fmla="*/ 6461 h 10000"/>
                  <a:gd name="connsiteX74" fmla="*/ 1398 w 10000"/>
                  <a:gd name="connsiteY74" fmla="*/ 6453 h 10000"/>
                  <a:gd name="connsiteX75" fmla="*/ 1342 w 10000"/>
                  <a:gd name="connsiteY75" fmla="*/ 6368 h 10000"/>
                  <a:gd name="connsiteX76" fmla="*/ 1208 w 10000"/>
                  <a:gd name="connsiteY76" fmla="*/ 6377 h 10000"/>
                  <a:gd name="connsiteX77" fmla="*/ 1073 w 10000"/>
                  <a:gd name="connsiteY77" fmla="*/ 6487 h 10000"/>
                  <a:gd name="connsiteX78" fmla="*/ 1398 w 10000"/>
                  <a:gd name="connsiteY78" fmla="*/ 7061 h 10000"/>
                  <a:gd name="connsiteX79" fmla="*/ 503 w 10000"/>
                  <a:gd name="connsiteY79" fmla="*/ 7077 h 10000"/>
                  <a:gd name="connsiteX80" fmla="*/ 447 w 10000"/>
                  <a:gd name="connsiteY80" fmla="*/ 7237 h 10000"/>
                  <a:gd name="connsiteX81" fmla="*/ 380 w 10000"/>
                  <a:gd name="connsiteY81" fmla="*/ 7305 h 10000"/>
                  <a:gd name="connsiteX82" fmla="*/ 380 w 10000"/>
                  <a:gd name="connsiteY82" fmla="*/ 7542 h 10000"/>
                  <a:gd name="connsiteX83" fmla="*/ 291 w 10000"/>
                  <a:gd name="connsiteY83" fmla="*/ 7610 h 10000"/>
                  <a:gd name="connsiteX84" fmla="*/ 112 w 10000"/>
                  <a:gd name="connsiteY84" fmla="*/ 7610 h 10000"/>
                  <a:gd name="connsiteX85" fmla="*/ 0 w 10000"/>
                  <a:gd name="connsiteY85" fmla="*/ 7711 h 10000"/>
                  <a:gd name="connsiteX86" fmla="*/ 4224 w 10000"/>
                  <a:gd name="connsiteY86" fmla="*/ 8206 h 10000"/>
                  <a:gd name="connsiteX87" fmla="*/ 3993 w 10000"/>
                  <a:gd name="connsiteY87" fmla="*/ 9307 h 10000"/>
                  <a:gd name="connsiteX88" fmla="*/ 4418 w 10000"/>
                  <a:gd name="connsiteY88" fmla="*/ 9434 h 10000"/>
                  <a:gd name="connsiteX89" fmla="*/ 4899 w 10000"/>
                  <a:gd name="connsiteY89" fmla="*/ 9940 h 10000"/>
                  <a:gd name="connsiteX90" fmla="*/ 4988 w 10000"/>
                  <a:gd name="connsiteY90" fmla="*/ 9992 h 10000"/>
                  <a:gd name="connsiteX91" fmla="*/ 5157 w 10000"/>
                  <a:gd name="connsiteY91" fmla="*/ 10000 h 10000"/>
                  <a:gd name="connsiteX92" fmla="*/ 5301 w 10000"/>
                  <a:gd name="connsiteY92" fmla="*/ 9915 h 10000"/>
                  <a:gd name="connsiteX93" fmla="*/ 5336 w 10000"/>
                  <a:gd name="connsiteY93" fmla="*/ 9628 h 10000"/>
                  <a:gd name="connsiteX94" fmla="*/ 6041 w 10000"/>
                  <a:gd name="connsiteY94" fmla="*/ 9460 h 10000"/>
                  <a:gd name="connsiteX95" fmla="*/ 6185 w 10000"/>
                  <a:gd name="connsiteY95" fmla="*/ 9493 h 10000"/>
                  <a:gd name="connsiteX96" fmla="*/ 6443 w 10000"/>
                  <a:gd name="connsiteY96" fmla="*/ 9712 h 10000"/>
                  <a:gd name="connsiteX97" fmla="*/ 6544 w 10000"/>
                  <a:gd name="connsiteY97" fmla="*/ 9704 h 10000"/>
                  <a:gd name="connsiteX98" fmla="*/ 6555 w 10000"/>
                  <a:gd name="connsiteY98" fmla="*/ 9561 h 10000"/>
                  <a:gd name="connsiteX99" fmla="*/ 6879 w 10000"/>
                  <a:gd name="connsiteY99" fmla="*/ 9416 h 10000"/>
                  <a:gd name="connsiteX100" fmla="*/ 7539 w 10000"/>
                  <a:gd name="connsiteY100" fmla="*/ 9517 h 10000"/>
                  <a:gd name="connsiteX101" fmla="*/ 7696 w 10000"/>
                  <a:gd name="connsiteY101" fmla="*/ 9392 h 10000"/>
                  <a:gd name="connsiteX102" fmla="*/ 8300 w 10000"/>
                  <a:gd name="connsiteY102" fmla="*/ 9476 h 10000"/>
                  <a:gd name="connsiteX103" fmla="*/ 8748 w 10000"/>
                  <a:gd name="connsiteY103" fmla="*/ 9426 h 10000"/>
                  <a:gd name="connsiteX104" fmla="*/ 9005 w 10000"/>
                  <a:gd name="connsiteY104" fmla="*/ 9517 h 10000"/>
                  <a:gd name="connsiteX105" fmla="*/ 9005 w 10000"/>
                  <a:gd name="connsiteY105" fmla="*/ 8757 h 10000"/>
                  <a:gd name="connsiteX106" fmla="*/ 9519 w 10000"/>
                  <a:gd name="connsiteY106" fmla="*/ 7948 h 10000"/>
                  <a:gd name="connsiteX107" fmla="*/ 10000 w 10000"/>
                  <a:gd name="connsiteY107" fmla="*/ 7593 h 10000"/>
                  <a:gd name="connsiteX108" fmla="*/ 9396 w 10000"/>
                  <a:gd name="connsiteY108" fmla="*/ 7069 h 10000"/>
                  <a:gd name="connsiteX109" fmla="*/ 9005 w 10000"/>
                  <a:gd name="connsiteY109" fmla="*/ 6605 h 10000"/>
                  <a:gd name="connsiteX110" fmla="*/ 8915 w 10000"/>
                  <a:gd name="connsiteY110" fmla="*/ 5938 h 10000"/>
                  <a:gd name="connsiteX111" fmla="*/ 9038 w 10000"/>
                  <a:gd name="connsiteY111" fmla="*/ 5270 h 10000"/>
                  <a:gd name="connsiteX112" fmla="*/ 9742 w 10000"/>
                  <a:gd name="connsiteY112" fmla="*/ 5034 h 10000"/>
                  <a:gd name="connsiteX113" fmla="*/ 9339 w 10000"/>
                  <a:gd name="connsiteY113" fmla="*/ 4949 h 10000"/>
                  <a:gd name="connsiteX114" fmla="*/ 9005 w 10000"/>
                  <a:gd name="connsiteY114" fmla="*/ 4434 h 10000"/>
                  <a:gd name="connsiteX115" fmla="*/ 9441 w 10000"/>
                  <a:gd name="connsiteY115" fmla="*/ 4096 h 10000"/>
                  <a:gd name="connsiteX116" fmla="*/ 9150 w 10000"/>
                  <a:gd name="connsiteY116" fmla="*/ 3750 h 10000"/>
                  <a:gd name="connsiteX117" fmla="*/ 8658 w 10000"/>
                  <a:gd name="connsiteY117" fmla="*/ 4029 h 10000"/>
                  <a:gd name="connsiteX118" fmla="*/ 7472 w 10000"/>
                  <a:gd name="connsiteY118" fmla="*/ 3716 h 10000"/>
                  <a:gd name="connsiteX119" fmla="*/ 6835 w 10000"/>
                  <a:gd name="connsiteY119" fmla="*/ 3336 h 10000"/>
                  <a:gd name="connsiteX120" fmla="*/ 6790 w 10000"/>
                  <a:gd name="connsiteY120" fmla="*/ 2854 h 10000"/>
                  <a:gd name="connsiteX121" fmla="*/ 6688 w 10000"/>
                  <a:gd name="connsiteY121" fmla="*/ 2559 h 10000"/>
                  <a:gd name="connsiteX122" fmla="*/ 6354 w 10000"/>
                  <a:gd name="connsiteY122" fmla="*/ 2390 h 10000"/>
                  <a:gd name="connsiteX123" fmla="*/ 5906 w 10000"/>
                  <a:gd name="connsiteY123" fmla="*/ 2306 h 10000"/>
                  <a:gd name="connsiteX124" fmla="*/ 5526 w 10000"/>
                  <a:gd name="connsiteY124" fmla="*/ 1883 h 10000"/>
                  <a:gd name="connsiteX125" fmla="*/ 5347 w 10000"/>
                  <a:gd name="connsiteY125" fmla="*/ 1300 h 10000"/>
                  <a:gd name="connsiteX126" fmla="*/ 5100 w 10000"/>
                  <a:gd name="connsiteY126" fmla="*/ 937 h 10000"/>
                  <a:gd name="connsiteX127" fmla="*/ 4676 w 10000"/>
                  <a:gd name="connsiteY127" fmla="*/ 557 h 10000"/>
                  <a:gd name="connsiteX128" fmla="*/ 4060 w 10000"/>
                  <a:gd name="connsiteY128" fmla="*/ 346 h 10000"/>
                  <a:gd name="connsiteX129" fmla="*/ 3859 w 10000"/>
                  <a:gd name="connsiteY129" fmla="*/ 228 h 10000"/>
                  <a:gd name="connsiteX130" fmla="*/ 3668 w 10000"/>
                  <a:gd name="connsiteY130" fmla="*/ 0 h 10000"/>
                  <a:gd name="connsiteX131" fmla="*/ 3165 w 10000"/>
                  <a:gd name="connsiteY131" fmla="*/ 143 h 10000"/>
                  <a:gd name="connsiteX132" fmla="*/ 2662 w 10000"/>
                  <a:gd name="connsiteY132" fmla="*/ 160 h 10000"/>
                  <a:gd name="connsiteX133" fmla="*/ 1991 w 10000"/>
                  <a:gd name="connsiteY133" fmla="*/ 490 h 10000"/>
                  <a:gd name="connsiteX134" fmla="*/ 1398 w 10000"/>
                  <a:gd name="connsiteY134" fmla="*/ 507 h 10000"/>
                  <a:gd name="connsiteX135" fmla="*/ 1108 w 10000"/>
                  <a:gd name="connsiteY135" fmla="*/ 675 h 10000"/>
                  <a:gd name="connsiteX136" fmla="*/ 536 w 10000"/>
                  <a:gd name="connsiteY136" fmla="*/ 719 h 10000"/>
                  <a:gd name="connsiteX0" fmla="*/ 536 w 10000"/>
                  <a:gd name="connsiteY0" fmla="*/ 719 h 10000"/>
                  <a:gd name="connsiteX1" fmla="*/ 850 w 10000"/>
                  <a:gd name="connsiteY1" fmla="*/ 937 h 10000"/>
                  <a:gd name="connsiteX2" fmla="*/ 872 w 10000"/>
                  <a:gd name="connsiteY2" fmla="*/ 1056 h 10000"/>
                  <a:gd name="connsiteX3" fmla="*/ 817 w 10000"/>
                  <a:gd name="connsiteY3" fmla="*/ 1123 h 10000"/>
                  <a:gd name="connsiteX4" fmla="*/ 917 w 10000"/>
                  <a:gd name="connsiteY4" fmla="*/ 1191 h 10000"/>
                  <a:gd name="connsiteX5" fmla="*/ 939 w 10000"/>
                  <a:gd name="connsiteY5" fmla="*/ 1300 h 10000"/>
                  <a:gd name="connsiteX6" fmla="*/ 806 w 10000"/>
                  <a:gd name="connsiteY6" fmla="*/ 1427 h 10000"/>
                  <a:gd name="connsiteX7" fmla="*/ 828 w 10000"/>
                  <a:gd name="connsiteY7" fmla="*/ 1504 h 10000"/>
                  <a:gd name="connsiteX8" fmla="*/ 961 w 10000"/>
                  <a:gd name="connsiteY8" fmla="*/ 1554 h 10000"/>
                  <a:gd name="connsiteX9" fmla="*/ 1051 w 10000"/>
                  <a:gd name="connsiteY9" fmla="*/ 1487 h 10000"/>
                  <a:gd name="connsiteX10" fmla="*/ 1141 w 10000"/>
                  <a:gd name="connsiteY10" fmla="*/ 1487 h 10000"/>
                  <a:gd name="connsiteX11" fmla="*/ 1264 w 10000"/>
                  <a:gd name="connsiteY11" fmla="*/ 1562 h 10000"/>
                  <a:gd name="connsiteX12" fmla="*/ 1264 w 10000"/>
                  <a:gd name="connsiteY12" fmla="*/ 1613 h 10000"/>
                  <a:gd name="connsiteX13" fmla="*/ 1185 w 10000"/>
                  <a:gd name="connsiteY13" fmla="*/ 1663 h 10000"/>
                  <a:gd name="connsiteX14" fmla="*/ 1097 w 10000"/>
                  <a:gd name="connsiteY14" fmla="*/ 1663 h 10000"/>
                  <a:gd name="connsiteX15" fmla="*/ 1062 w 10000"/>
                  <a:gd name="connsiteY15" fmla="*/ 1740 h 10000"/>
                  <a:gd name="connsiteX16" fmla="*/ 1119 w 10000"/>
                  <a:gd name="connsiteY16" fmla="*/ 1800 h 10000"/>
                  <a:gd name="connsiteX17" fmla="*/ 1084 w 10000"/>
                  <a:gd name="connsiteY17" fmla="*/ 1883 h 10000"/>
                  <a:gd name="connsiteX18" fmla="*/ 1062 w 10000"/>
                  <a:gd name="connsiteY18" fmla="*/ 1943 h 10000"/>
                  <a:gd name="connsiteX19" fmla="*/ 1119 w 10000"/>
                  <a:gd name="connsiteY19" fmla="*/ 2002 h 10000"/>
                  <a:gd name="connsiteX20" fmla="*/ 1286 w 10000"/>
                  <a:gd name="connsiteY20" fmla="*/ 2002 h 10000"/>
                  <a:gd name="connsiteX21" fmla="*/ 1353 w 10000"/>
                  <a:gd name="connsiteY21" fmla="*/ 2069 h 10000"/>
                  <a:gd name="connsiteX22" fmla="*/ 1476 w 10000"/>
                  <a:gd name="connsiteY22" fmla="*/ 2137 h 10000"/>
                  <a:gd name="connsiteX23" fmla="*/ 1677 w 10000"/>
                  <a:gd name="connsiteY23" fmla="*/ 2128 h 10000"/>
                  <a:gd name="connsiteX24" fmla="*/ 1823 w 10000"/>
                  <a:gd name="connsiteY24" fmla="*/ 2204 h 10000"/>
                  <a:gd name="connsiteX25" fmla="*/ 2003 w 10000"/>
                  <a:gd name="connsiteY25" fmla="*/ 2187 h 10000"/>
                  <a:gd name="connsiteX26" fmla="*/ 2091 w 10000"/>
                  <a:gd name="connsiteY26" fmla="*/ 2221 h 10000"/>
                  <a:gd name="connsiteX27" fmla="*/ 2114 w 10000"/>
                  <a:gd name="connsiteY27" fmla="*/ 2280 h 10000"/>
                  <a:gd name="connsiteX28" fmla="*/ 1958 w 10000"/>
                  <a:gd name="connsiteY28" fmla="*/ 2356 h 10000"/>
                  <a:gd name="connsiteX29" fmla="*/ 1789 w 10000"/>
                  <a:gd name="connsiteY29" fmla="*/ 2322 h 10000"/>
                  <a:gd name="connsiteX30" fmla="*/ 1644 w 10000"/>
                  <a:gd name="connsiteY30" fmla="*/ 2298 h 10000"/>
                  <a:gd name="connsiteX31" fmla="*/ 1544 w 10000"/>
                  <a:gd name="connsiteY31" fmla="*/ 2314 h 10000"/>
                  <a:gd name="connsiteX32" fmla="*/ 1510 w 10000"/>
                  <a:gd name="connsiteY32" fmla="*/ 2458 h 10000"/>
                  <a:gd name="connsiteX33" fmla="*/ 1398 w 10000"/>
                  <a:gd name="connsiteY33" fmla="*/ 2559 h 10000"/>
                  <a:gd name="connsiteX34" fmla="*/ 1465 w 10000"/>
                  <a:gd name="connsiteY34" fmla="*/ 2846 h 10000"/>
                  <a:gd name="connsiteX35" fmla="*/ 1544 w 10000"/>
                  <a:gd name="connsiteY35" fmla="*/ 2897 h 10000"/>
                  <a:gd name="connsiteX36" fmla="*/ 1499 w 10000"/>
                  <a:gd name="connsiteY36" fmla="*/ 3040 h 10000"/>
                  <a:gd name="connsiteX37" fmla="*/ 2003 w 10000"/>
                  <a:gd name="connsiteY37" fmla="*/ 3074 h 10000"/>
                  <a:gd name="connsiteX38" fmla="*/ 2091 w 10000"/>
                  <a:gd name="connsiteY38" fmla="*/ 3167 h 10000"/>
                  <a:gd name="connsiteX39" fmla="*/ 2025 w 10000"/>
                  <a:gd name="connsiteY39" fmla="*/ 3268 h 10000"/>
                  <a:gd name="connsiteX40" fmla="*/ 2025 w 10000"/>
                  <a:gd name="connsiteY40" fmla="*/ 3411 h 10000"/>
                  <a:gd name="connsiteX41" fmla="*/ 1812 w 10000"/>
                  <a:gd name="connsiteY41" fmla="*/ 3639 h 10000"/>
                  <a:gd name="connsiteX42" fmla="*/ 1622 w 10000"/>
                  <a:gd name="connsiteY42" fmla="*/ 3979 h 10000"/>
                  <a:gd name="connsiteX43" fmla="*/ 1533 w 10000"/>
                  <a:gd name="connsiteY43" fmla="*/ 4020 h 10000"/>
                  <a:gd name="connsiteX44" fmla="*/ 1533 w 10000"/>
                  <a:gd name="connsiteY44" fmla="*/ 4114 h 10000"/>
                  <a:gd name="connsiteX45" fmla="*/ 1588 w 10000"/>
                  <a:gd name="connsiteY45" fmla="*/ 4171 h 10000"/>
                  <a:gd name="connsiteX46" fmla="*/ 1453 w 10000"/>
                  <a:gd name="connsiteY46" fmla="*/ 4342 h 10000"/>
                  <a:gd name="connsiteX47" fmla="*/ 1544 w 10000"/>
                  <a:gd name="connsiteY47" fmla="*/ 4544 h 10000"/>
                  <a:gd name="connsiteX48" fmla="*/ 1689 w 10000"/>
                  <a:gd name="connsiteY48" fmla="*/ 4569 h 10000"/>
                  <a:gd name="connsiteX49" fmla="*/ 1789 w 10000"/>
                  <a:gd name="connsiteY49" fmla="*/ 4638 h 10000"/>
                  <a:gd name="connsiteX50" fmla="*/ 1946 w 10000"/>
                  <a:gd name="connsiteY50" fmla="*/ 4594 h 10000"/>
                  <a:gd name="connsiteX51" fmla="*/ 2014 w 10000"/>
                  <a:gd name="connsiteY51" fmla="*/ 4695 h 10000"/>
                  <a:gd name="connsiteX52" fmla="*/ 2047 w 10000"/>
                  <a:gd name="connsiteY52" fmla="*/ 4806 h 10000"/>
                  <a:gd name="connsiteX53" fmla="*/ 2226 w 10000"/>
                  <a:gd name="connsiteY53" fmla="*/ 4932 h 10000"/>
                  <a:gd name="connsiteX54" fmla="*/ 2326 w 10000"/>
                  <a:gd name="connsiteY54" fmla="*/ 4915 h 10000"/>
                  <a:gd name="connsiteX55" fmla="*/ 2371 w 10000"/>
                  <a:gd name="connsiteY55" fmla="*/ 4949 h 10000"/>
                  <a:gd name="connsiteX56" fmla="*/ 2359 w 10000"/>
                  <a:gd name="connsiteY56" fmla="*/ 5034 h 10000"/>
                  <a:gd name="connsiteX57" fmla="*/ 2539 w 10000"/>
                  <a:gd name="connsiteY57" fmla="*/ 5110 h 10000"/>
                  <a:gd name="connsiteX58" fmla="*/ 2651 w 10000"/>
                  <a:gd name="connsiteY58" fmla="*/ 5126 h 10000"/>
                  <a:gd name="connsiteX59" fmla="*/ 2673 w 10000"/>
                  <a:gd name="connsiteY59" fmla="*/ 5237 h 10000"/>
                  <a:gd name="connsiteX60" fmla="*/ 2483 w 10000"/>
                  <a:gd name="connsiteY60" fmla="*/ 5362 h 10000"/>
                  <a:gd name="connsiteX61" fmla="*/ 2159 w 10000"/>
                  <a:gd name="connsiteY61" fmla="*/ 5379 h 10000"/>
                  <a:gd name="connsiteX62" fmla="*/ 1946 w 10000"/>
                  <a:gd name="connsiteY62" fmla="*/ 5278 h 10000"/>
                  <a:gd name="connsiteX63" fmla="*/ 1834 w 10000"/>
                  <a:gd name="connsiteY63" fmla="*/ 5278 h 10000"/>
                  <a:gd name="connsiteX64" fmla="*/ 1789 w 10000"/>
                  <a:gd name="connsiteY64" fmla="*/ 5321 h 10000"/>
                  <a:gd name="connsiteX65" fmla="*/ 1834 w 10000"/>
                  <a:gd name="connsiteY65" fmla="*/ 5398 h 10000"/>
                  <a:gd name="connsiteX66" fmla="*/ 2091 w 10000"/>
                  <a:gd name="connsiteY66" fmla="*/ 5599 h 10000"/>
                  <a:gd name="connsiteX67" fmla="*/ 2359 w 10000"/>
                  <a:gd name="connsiteY67" fmla="*/ 5878 h 10000"/>
                  <a:gd name="connsiteX68" fmla="*/ 2439 w 10000"/>
                  <a:gd name="connsiteY68" fmla="*/ 5920 h 10000"/>
                  <a:gd name="connsiteX69" fmla="*/ 2428 w 10000"/>
                  <a:gd name="connsiteY69" fmla="*/ 6158 h 10000"/>
                  <a:gd name="connsiteX70" fmla="*/ 2359 w 10000"/>
                  <a:gd name="connsiteY70" fmla="*/ 6241 h 10000"/>
                  <a:gd name="connsiteX71" fmla="*/ 2237 w 10000"/>
                  <a:gd name="connsiteY71" fmla="*/ 6283 h 10000"/>
                  <a:gd name="connsiteX72" fmla="*/ 2159 w 10000"/>
                  <a:gd name="connsiteY72" fmla="*/ 6216 h 10000"/>
                  <a:gd name="connsiteX73" fmla="*/ 1499 w 10000"/>
                  <a:gd name="connsiteY73" fmla="*/ 6461 h 10000"/>
                  <a:gd name="connsiteX74" fmla="*/ 1398 w 10000"/>
                  <a:gd name="connsiteY74" fmla="*/ 6453 h 10000"/>
                  <a:gd name="connsiteX75" fmla="*/ 1342 w 10000"/>
                  <a:gd name="connsiteY75" fmla="*/ 6368 h 10000"/>
                  <a:gd name="connsiteX76" fmla="*/ 1208 w 10000"/>
                  <a:gd name="connsiteY76" fmla="*/ 6377 h 10000"/>
                  <a:gd name="connsiteX77" fmla="*/ 1073 w 10000"/>
                  <a:gd name="connsiteY77" fmla="*/ 6487 h 10000"/>
                  <a:gd name="connsiteX78" fmla="*/ 503 w 10000"/>
                  <a:gd name="connsiteY78" fmla="*/ 7077 h 10000"/>
                  <a:gd name="connsiteX79" fmla="*/ 447 w 10000"/>
                  <a:gd name="connsiteY79" fmla="*/ 7237 h 10000"/>
                  <a:gd name="connsiteX80" fmla="*/ 380 w 10000"/>
                  <a:gd name="connsiteY80" fmla="*/ 7305 h 10000"/>
                  <a:gd name="connsiteX81" fmla="*/ 380 w 10000"/>
                  <a:gd name="connsiteY81" fmla="*/ 7542 h 10000"/>
                  <a:gd name="connsiteX82" fmla="*/ 291 w 10000"/>
                  <a:gd name="connsiteY82" fmla="*/ 7610 h 10000"/>
                  <a:gd name="connsiteX83" fmla="*/ 112 w 10000"/>
                  <a:gd name="connsiteY83" fmla="*/ 7610 h 10000"/>
                  <a:gd name="connsiteX84" fmla="*/ 0 w 10000"/>
                  <a:gd name="connsiteY84" fmla="*/ 7711 h 10000"/>
                  <a:gd name="connsiteX85" fmla="*/ 4224 w 10000"/>
                  <a:gd name="connsiteY85" fmla="*/ 8206 h 10000"/>
                  <a:gd name="connsiteX86" fmla="*/ 3993 w 10000"/>
                  <a:gd name="connsiteY86" fmla="*/ 9307 h 10000"/>
                  <a:gd name="connsiteX87" fmla="*/ 4418 w 10000"/>
                  <a:gd name="connsiteY87" fmla="*/ 9434 h 10000"/>
                  <a:gd name="connsiteX88" fmla="*/ 4899 w 10000"/>
                  <a:gd name="connsiteY88" fmla="*/ 9940 h 10000"/>
                  <a:gd name="connsiteX89" fmla="*/ 4988 w 10000"/>
                  <a:gd name="connsiteY89" fmla="*/ 9992 h 10000"/>
                  <a:gd name="connsiteX90" fmla="*/ 5157 w 10000"/>
                  <a:gd name="connsiteY90" fmla="*/ 10000 h 10000"/>
                  <a:gd name="connsiteX91" fmla="*/ 5301 w 10000"/>
                  <a:gd name="connsiteY91" fmla="*/ 9915 h 10000"/>
                  <a:gd name="connsiteX92" fmla="*/ 5336 w 10000"/>
                  <a:gd name="connsiteY92" fmla="*/ 9628 h 10000"/>
                  <a:gd name="connsiteX93" fmla="*/ 6041 w 10000"/>
                  <a:gd name="connsiteY93" fmla="*/ 9460 h 10000"/>
                  <a:gd name="connsiteX94" fmla="*/ 6185 w 10000"/>
                  <a:gd name="connsiteY94" fmla="*/ 9493 h 10000"/>
                  <a:gd name="connsiteX95" fmla="*/ 6443 w 10000"/>
                  <a:gd name="connsiteY95" fmla="*/ 9712 h 10000"/>
                  <a:gd name="connsiteX96" fmla="*/ 6544 w 10000"/>
                  <a:gd name="connsiteY96" fmla="*/ 9704 h 10000"/>
                  <a:gd name="connsiteX97" fmla="*/ 6555 w 10000"/>
                  <a:gd name="connsiteY97" fmla="*/ 9561 h 10000"/>
                  <a:gd name="connsiteX98" fmla="*/ 6879 w 10000"/>
                  <a:gd name="connsiteY98" fmla="*/ 9416 h 10000"/>
                  <a:gd name="connsiteX99" fmla="*/ 7539 w 10000"/>
                  <a:gd name="connsiteY99" fmla="*/ 9517 h 10000"/>
                  <a:gd name="connsiteX100" fmla="*/ 7696 w 10000"/>
                  <a:gd name="connsiteY100" fmla="*/ 9392 h 10000"/>
                  <a:gd name="connsiteX101" fmla="*/ 8300 w 10000"/>
                  <a:gd name="connsiteY101" fmla="*/ 9476 h 10000"/>
                  <a:gd name="connsiteX102" fmla="*/ 8748 w 10000"/>
                  <a:gd name="connsiteY102" fmla="*/ 9426 h 10000"/>
                  <a:gd name="connsiteX103" fmla="*/ 9005 w 10000"/>
                  <a:gd name="connsiteY103" fmla="*/ 9517 h 10000"/>
                  <a:gd name="connsiteX104" fmla="*/ 9005 w 10000"/>
                  <a:gd name="connsiteY104" fmla="*/ 8757 h 10000"/>
                  <a:gd name="connsiteX105" fmla="*/ 9519 w 10000"/>
                  <a:gd name="connsiteY105" fmla="*/ 7948 h 10000"/>
                  <a:gd name="connsiteX106" fmla="*/ 10000 w 10000"/>
                  <a:gd name="connsiteY106" fmla="*/ 7593 h 10000"/>
                  <a:gd name="connsiteX107" fmla="*/ 9396 w 10000"/>
                  <a:gd name="connsiteY107" fmla="*/ 7069 h 10000"/>
                  <a:gd name="connsiteX108" fmla="*/ 9005 w 10000"/>
                  <a:gd name="connsiteY108" fmla="*/ 6605 h 10000"/>
                  <a:gd name="connsiteX109" fmla="*/ 8915 w 10000"/>
                  <a:gd name="connsiteY109" fmla="*/ 5938 h 10000"/>
                  <a:gd name="connsiteX110" fmla="*/ 9038 w 10000"/>
                  <a:gd name="connsiteY110" fmla="*/ 5270 h 10000"/>
                  <a:gd name="connsiteX111" fmla="*/ 9742 w 10000"/>
                  <a:gd name="connsiteY111" fmla="*/ 5034 h 10000"/>
                  <a:gd name="connsiteX112" fmla="*/ 9339 w 10000"/>
                  <a:gd name="connsiteY112" fmla="*/ 4949 h 10000"/>
                  <a:gd name="connsiteX113" fmla="*/ 9005 w 10000"/>
                  <a:gd name="connsiteY113" fmla="*/ 4434 h 10000"/>
                  <a:gd name="connsiteX114" fmla="*/ 9441 w 10000"/>
                  <a:gd name="connsiteY114" fmla="*/ 4096 h 10000"/>
                  <a:gd name="connsiteX115" fmla="*/ 9150 w 10000"/>
                  <a:gd name="connsiteY115" fmla="*/ 3750 h 10000"/>
                  <a:gd name="connsiteX116" fmla="*/ 8658 w 10000"/>
                  <a:gd name="connsiteY116" fmla="*/ 4029 h 10000"/>
                  <a:gd name="connsiteX117" fmla="*/ 7472 w 10000"/>
                  <a:gd name="connsiteY117" fmla="*/ 3716 h 10000"/>
                  <a:gd name="connsiteX118" fmla="*/ 6835 w 10000"/>
                  <a:gd name="connsiteY118" fmla="*/ 3336 h 10000"/>
                  <a:gd name="connsiteX119" fmla="*/ 6790 w 10000"/>
                  <a:gd name="connsiteY119" fmla="*/ 2854 h 10000"/>
                  <a:gd name="connsiteX120" fmla="*/ 6688 w 10000"/>
                  <a:gd name="connsiteY120" fmla="*/ 2559 h 10000"/>
                  <a:gd name="connsiteX121" fmla="*/ 6354 w 10000"/>
                  <a:gd name="connsiteY121" fmla="*/ 2390 h 10000"/>
                  <a:gd name="connsiteX122" fmla="*/ 5906 w 10000"/>
                  <a:gd name="connsiteY122" fmla="*/ 2306 h 10000"/>
                  <a:gd name="connsiteX123" fmla="*/ 5526 w 10000"/>
                  <a:gd name="connsiteY123" fmla="*/ 1883 h 10000"/>
                  <a:gd name="connsiteX124" fmla="*/ 5347 w 10000"/>
                  <a:gd name="connsiteY124" fmla="*/ 1300 h 10000"/>
                  <a:gd name="connsiteX125" fmla="*/ 5100 w 10000"/>
                  <a:gd name="connsiteY125" fmla="*/ 937 h 10000"/>
                  <a:gd name="connsiteX126" fmla="*/ 4676 w 10000"/>
                  <a:gd name="connsiteY126" fmla="*/ 557 h 10000"/>
                  <a:gd name="connsiteX127" fmla="*/ 4060 w 10000"/>
                  <a:gd name="connsiteY127" fmla="*/ 346 h 10000"/>
                  <a:gd name="connsiteX128" fmla="*/ 3859 w 10000"/>
                  <a:gd name="connsiteY128" fmla="*/ 228 h 10000"/>
                  <a:gd name="connsiteX129" fmla="*/ 3668 w 10000"/>
                  <a:gd name="connsiteY129" fmla="*/ 0 h 10000"/>
                  <a:gd name="connsiteX130" fmla="*/ 3165 w 10000"/>
                  <a:gd name="connsiteY130" fmla="*/ 143 h 10000"/>
                  <a:gd name="connsiteX131" fmla="*/ 2662 w 10000"/>
                  <a:gd name="connsiteY131" fmla="*/ 160 h 10000"/>
                  <a:gd name="connsiteX132" fmla="*/ 1991 w 10000"/>
                  <a:gd name="connsiteY132" fmla="*/ 490 h 10000"/>
                  <a:gd name="connsiteX133" fmla="*/ 1398 w 10000"/>
                  <a:gd name="connsiteY133" fmla="*/ 507 h 10000"/>
                  <a:gd name="connsiteX134" fmla="*/ 1108 w 10000"/>
                  <a:gd name="connsiteY134" fmla="*/ 675 h 10000"/>
                  <a:gd name="connsiteX135" fmla="*/ 536 w 10000"/>
                  <a:gd name="connsiteY135" fmla="*/ 719 h 10000"/>
                  <a:gd name="connsiteX0" fmla="*/ 536 w 10000"/>
                  <a:gd name="connsiteY0" fmla="*/ 719 h 10000"/>
                  <a:gd name="connsiteX1" fmla="*/ 850 w 10000"/>
                  <a:gd name="connsiteY1" fmla="*/ 937 h 10000"/>
                  <a:gd name="connsiteX2" fmla="*/ 872 w 10000"/>
                  <a:gd name="connsiteY2" fmla="*/ 1056 h 10000"/>
                  <a:gd name="connsiteX3" fmla="*/ 817 w 10000"/>
                  <a:gd name="connsiteY3" fmla="*/ 1123 h 10000"/>
                  <a:gd name="connsiteX4" fmla="*/ 917 w 10000"/>
                  <a:gd name="connsiteY4" fmla="*/ 1191 h 10000"/>
                  <a:gd name="connsiteX5" fmla="*/ 939 w 10000"/>
                  <a:gd name="connsiteY5" fmla="*/ 1300 h 10000"/>
                  <a:gd name="connsiteX6" fmla="*/ 806 w 10000"/>
                  <a:gd name="connsiteY6" fmla="*/ 1427 h 10000"/>
                  <a:gd name="connsiteX7" fmla="*/ 828 w 10000"/>
                  <a:gd name="connsiteY7" fmla="*/ 1504 h 10000"/>
                  <a:gd name="connsiteX8" fmla="*/ 961 w 10000"/>
                  <a:gd name="connsiteY8" fmla="*/ 1554 h 10000"/>
                  <a:gd name="connsiteX9" fmla="*/ 1051 w 10000"/>
                  <a:gd name="connsiteY9" fmla="*/ 1487 h 10000"/>
                  <a:gd name="connsiteX10" fmla="*/ 1141 w 10000"/>
                  <a:gd name="connsiteY10" fmla="*/ 1487 h 10000"/>
                  <a:gd name="connsiteX11" fmla="*/ 1264 w 10000"/>
                  <a:gd name="connsiteY11" fmla="*/ 1562 h 10000"/>
                  <a:gd name="connsiteX12" fmla="*/ 1264 w 10000"/>
                  <a:gd name="connsiteY12" fmla="*/ 1613 h 10000"/>
                  <a:gd name="connsiteX13" fmla="*/ 1185 w 10000"/>
                  <a:gd name="connsiteY13" fmla="*/ 1663 h 10000"/>
                  <a:gd name="connsiteX14" fmla="*/ 1097 w 10000"/>
                  <a:gd name="connsiteY14" fmla="*/ 1663 h 10000"/>
                  <a:gd name="connsiteX15" fmla="*/ 1062 w 10000"/>
                  <a:gd name="connsiteY15" fmla="*/ 1740 h 10000"/>
                  <a:gd name="connsiteX16" fmla="*/ 1119 w 10000"/>
                  <a:gd name="connsiteY16" fmla="*/ 1800 h 10000"/>
                  <a:gd name="connsiteX17" fmla="*/ 1084 w 10000"/>
                  <a:gd name="connsiteY17" fmla="*/ 1883 h 10000"/>
                  <a:gd name="connsiteX18" fmla="*/ 1062 w 10000"/>
                  <a:gd name="connsiteY18" fmla="*/ 1943 h 10000"/>
                  <a:gd name="connsiteX19" fmla="*/ 1119 w 10000"/>
                  <a:gd name="connsiteY19" fmla="*/ 2002 h 10000"/>
                  <a:gd name="connsiteX20" fmla="*/ 1286 w 10000"/>
                  <a:gd name="connsiteY20" fmla="*/ 2002 h 10000"/>
                  <a:gd name="connsiteX21" fmla="*/ 1353 w 10000"/>
                  <a:gd name="connsiteY21" fmla="*/ 2069 h 10000"/>
                  <a:gd name="connsiteX22" fmla="*/ 1476 w 10000"/>
                  <a:gd name="connsiteY22" fmla="*/ 2137 h 10000"/>
                  <a:gd name="connsiteX23" fmla="*/ 1677 w 10000"/>
                  <a:gd name="connsiteY23" fmla="*/ 2128 h 10000"/>
                  <a:gd name="connsiteX24" fmla="*/ 1823 w 10000"/>
                  <a:gd name="connsiteY24" fmla="*/ 2204 h 10000"/>
                  <a:gd name="connsiteX25" fmla="*/ 2003 w 10000"/>
                  <a:gd name="connsiteY25" fmla="*/ 2187 h 10000"/>
                  <a:gd name="connsiteX26" fmla="*/ 2091 w 10000"/>
                  <a:gd name="connsiteY26" fmla="*/ 2221 h 10000"/>
                  <a:gd name="connsiteX27" fmla="*/ 2114 w 10000"/>
                  <a:gd name="connsiteY27" fmla="*/ 2280 h 10000"/>
                  <a:gd name="connsiteX28" fmla="*/ 1958 w 10000"/>
                  <a:gd name="connsiteY28" fmla="*/ 2356 h 10000"/>
                  <a:gd name="connsiteX29" fmla="*/ 1789 w 10000"/>
                  <a:gd name="connsiteY29" fmla="*/ 2322 h 10000"/>
                  <a:gd name="connsiteX30" fmla="*/ 1644 w 10000"/>
                  <a:gd name="connsiteY30" fmla="*/ 2298 h 10000"/>
                  <a:gd name="connsiteX31" fmla="*/ 1544 w 10000"/>
                  <a:gd name="connsiteY31" fmla="*/ 2314 h 10000"/>
                  <a:gd name="connsiteX32" fmla="*/ 1510 w 10000"/>
                  <a:gd name="connsiteY32" fmla="*/ 2458 h 10000"/>
                  <a:gd name="connsiteX33" fmla="*/ 1398 w 10000"/>
                  <a:gd name="connsiteY33" fmla="*/ 2559 h 10000"/>
                  <a:gd name="connsiteX34" fmla="*/ 1465 w 10000"/>
                  <a:gd name="connsiteY34" fmla="*/ 2846 h 10000"/>
                  <a:gd name="connsiteX35" fmla="*/ 1544 w 10000"/>
                  <a:gd name="connsiteY35" fmla="*/ 2897 h 10000"/>
                  <a:gd name="connsiteX36" fmla="*/ 1499 w 10000"/>
                  <a:gd name="connsiteY36" fmla="*/ 3040 h 10000"/>
                  <a:gd name="connsiteX37" fmla="*/ 2003 w 10000"/>
                  <a:gd name="connsiteY37" fmla="*/ 3074 h 10000"/>
                  <a:gd name="connsiteX38" fmla="*/ 2091 w 10000"/>
                  <a:gd name="connsiteY38" fmla="*/ 3167 h 10000"/>
                  <a:gd name="connsiteX39" fmla="*/ 2025 w 10000"/>
                  <a:gd name="connsiteY39" fmla="*/ 3268 h 10000"/>
                  <a:gd name="connsiteX40" fmla="*/ 2025 w 10000"/>
                  <a:gd name="connsiteY40" fmla="*/ 3411 h 10000"/>
                  <a:gd name="connsiteX41" fmla="*/ 1812 w 10000"/>
                  <a:gd name="connsiteY41" fmla="*/ 3639 h 10000"/>
                  <a:gd name="connsiteX42" fmla="*/ 1622 w 10000"/>
                  <a:gd name="connsiteY42" fmla="*/ 3979 h 10000"/>
                  <a:gd name="connsiteX43" fmla="*/ 1533 w 10000"/>
                  <a:gd name="connsiteY43" fmla="*/ 4020 h 10000"/>
                  <a:gd name="connsiteX44" fmla="*/ 1533 w 10000"/>
                  <a:gd name="connsiteY44" fmla="*/ 4114 h 10000"/>
                  <a:gd name="connsiteX45" fmla="*/ 1588 w 10000"/>
                  <a:gd name="connsiteY45" fmla="*/ 4171 h 10000"/>
                  <a:gd name="connsiteX46" fmla="*/ 1453 w 10000"/>
                  <a:gd name="connsiteY46" fmla="*/ 4342 h 10000"/>
                  <a:gd name="connsiteX47" fmla="*/ 1544 w 10000"/>
                  <a:gd name="connsiteY47" fmla="*/ 4544 h 10000"/>
                  <a:gd name="connsiteX48" fmla="*/ 1689 w 10000"/>
                  <a:gd name="connsiteY48" fmla="*/ 4569 h 10000"/>
                  <a:gd name="connsiteX49" fmla="*/ 1789 w 10000"/>
                  <a:gd name="connsiteY49" fmla="*/ 4638 h 10000"/>
                  <a:gd name="connsiteX50" fmla="*/ 1946 w 10000"/>
                  <a:gd name="connsiteY50" fmla="*/ 4594 h 10000"/>
                  <a:gd name="connsiteX51" fmla="*/ 2014 w 10000"/>
                  <a:gd name="connsiteY51" fmla="*/ 4695 h 10000"/>
                  <a:gd name="connsiteX52" fmla="*/ 2047 w 10000"/>
                  <a:gd name="connsiteY52" fmla="*/ 4806 h 10000"/>
                  <a:gd name="connsiteX53" fmla="*/ 2226 w 10000"/>
                  <a:gd name="connsiteY53" fmla="*/ 4932 h 10000"/>
                  <a:gd name="connsiteX54" fmla="*/ 2326 w 10000"/>
                  <a:gd name="connsiteY54" fmla="*/ 4915 h 10000"/>
                  <a:gd name="connsiteX55" fmla="*/ 2371 w 10000"/>
                  <a:gd name="connsiteY55" fmla="*/ 4949 h 10000"/>
                  <a:gd name="connsiteX56" fmla="*/ 2359 w 10000"/>
                  <a:gd name="connsiteY56" fmla="*/ 5034 h 10000"/>
                  <a:gd name="connsiteX57" fmla="*/ 2539 w 10000"/>
                  <a:gd name="connsiteY57" fmla="*/ 5110 h 10000"/>
                  <a:gd name="connsiteX58" fmla="*/ 2651 w 10000"/>
                  <a:gd name="connsiteY58" fmla="*/ 5126 h 10000"/>
                  <a:gd name="connsiteX59" fmla="*/ 2673 w 10000"/>
                  <a:gd name="connsiteY59" fmla="*/ 5237 h 10000"/>
                  <a:gd name="connsiteX60" fmla="*/ 2483 w 10000"/>
                  <a:gd name="connsiteY60" fmla="*/ 5362 h 10000"/>
                  <a:gd name="connsiteX61" fmla="*/ 2159 w 10000"/>
                  <a:gd name="connsiteY61" fmla="*/ 5379 h 10000"/>
                  <a:gd name="connsiteX62" fmla="*/ 1946 w 10000"/>
                  <a:gd name="connsiteY62" fmla="*/ 5278 h 10000"/>
                  <a:gd name="connsiteX63" fmla="*/ 1834 w 10000"/>
                  <a:gd name="connsiteY63" fmla="*/ 5278 h 10000"/>
                  <a:gd name="connsiteX64" fmla="*/ 1789 w 10000"/>
                  <a:gd name="connsiteY64" fmla="*/ 5321 h 10000"/>
                  <a:gd name="connsiteX65" fmla="*/ 1834 w 10000"/>
                  <a:gd name="connsiteY65" fmla="*/ 5398 h 10000"/>
                  <a:gd name="connsiteX66" fmla="*/ 2091 w 10000"/>
                  <a:gd name="connsiteY66" fmla="*/ 5599 h 10000"/>
                  <a:gd name="connsiteX67" fmla="*/ 2359 w 10000"/>
                  <a:gd name="connsiteY67" fmla="*/ 5878 h 10000"/>
                  <a:gd name="connsiteX68" fmla="*/ 2439 w 10000"/>
                  <a:gd name="connsiteY68" fmla="*/ 5920 h 10000"/>
                  <a:gd name="connsiteX69" fmla="*/ 2428 w 10000"/>
                  <a:gd name="connsiteY69" fmla="*/ 6158 h 10000"/>
                  <a:gd name="connsiteX70" fmla="*/ 2359 w 10000"/>
                  <a:gd name="connsiteY70" fmla="*/ 6241 h 10000"/>
                  <a:gd name="connsiteX71" fmla="*/ 2237 w 10000"/>
                  <a:gd name="connsiteY71" fmla="*/ 6283 h 10000"/>
                  <a:gd name="connsiteX72" fmla="*/ 2159 w 10000"/>
                  <a:gd name="connsiteY72" fmla="*/ 6216 h 10000"/>
                  <a:gd name="connsiteX73" fmla="*/ 1499 w 10000"/>
                  <a:gd name="connsiteY73" fmla="*/ 6461 h 10000"/>
                  <a:gd name="connsiteX74" fmla="*/ 1398 w 10000"/>
                  <a:gd name="connsiteY74" fmla="*/ 6453 h 10000"/>
                  <a:gd name="connsiteX75" fmla="*/ 1342 w 10000"/>
                  <a:gd name="connsiteY75" fmla="*/ 6368 h 10000"/>
                  <a:gd name="connsiteX76" fmla="*/ 1208 w 10000"/>
                  <a:gd name="connsiteY76" fmla="*/ 6377 h 10000"/>
                  <a:gd name="connsiteX77" fmla="*/ 503 w 10000"/>
                  <a:gd name="connsiteY77" fmla="*/ 7077 h 10000"/>
                  <a:gd name="connsiteX78" fmla="*/ 447 w 10000"/>
                  <a:gd name="connsiteY78" fmla="*/ 7237 h 10000"/>
                  <a:gd name="connsiteX79" fmla="*/ 380 w 10000"/>
                  <a:gd name="connsiteY79" fmla="*/ 7305 h 10000"/>
                  <a:gd name="connsiteX80" fmla="*/ 380 w 10000"/>
                  <a:gd name="connsiteY80" fmla="*/ 7542 h 10000"/>
                  <a:gd name="connsiteX81" fmla="*/ 291 w 10000"/>
                  <a:gd name="connsiteY81" fmla="*/ 7610 h 10000"/>
                  <a:gd name="connsiteX82" fmla="*/ 112 w 10000"/>
                  <a:gd name="connsiteY82" fmla="*/ 7610 h 10000"/>
                  <a:gd name="connsiteX83" fmla="*/ 0 w 10000"/>
                  <a:gd name="connsiteY83" fmla="*/ 7711 h 10000"/>
                  <a:gd name="connsiteX84" fmla="*/ 4224 w 10000"/>
                  <a:gd name="connsiteY84" fmla="*/ 8206 h 10000"/>
                  <a:gd name="connsiteX85" fmla="*/ 3993 w 10000"/>
                  <a:gd name="connsiteY85" fmla="*/ 9307 h 10000"/>
                  <a:gd name="connsiteX86" fmla="*/ 4418 w 10000"/>
                  <a:gd name="connsiteY86" fmla="*/ 9434 h 10000"/>
                  <a:gd name="connsiteX87" fmla="*/ 4899 w 10000"/>
                  <a:gd name="connsiteY87" fmla="*/ 9940 h 10000"/>
                  <a:gd name="connsiteX88" fmla="*/ 4988 w 10000"/>
                  <a:gd name="connsiteY88" fmla="*/ 9992 h 10000"/>
                  <a:gd name="connsiteX89" fmla="*/ 5157 w 10000"/>
                  <a:gd name="connsiteY89" fmla="*/ 10000 h 10000"/>
                  <a:gd name="connsiteX90" fmla="*/ 5301 w 10000"/>
                  <a:gd name="connsiteY90" fmla="*/ 9915 h 10000"/>
                  <a:gd name="connsiteX91" fmla="*/ 5336 w 10000"/>
                  <a:gd name="connsiteY91" fmla="*/ 9628 h 10000"/>
                  <a:gd name="connsiteX92" fmla="*/ 6041 w 10000"/>
                  <a:gd name="connsiteY92" fmla="*/ 9460 h 10000"/>
                  <a:gd name="connsiteX93" fmla="*/ 6185 w 10000"/>
                  <a:gd name="connsiteY93" fmla="*/ 9493 h 10000"/>
                  <a:gd name="connsiteX94" fmla="*/ 6443 w 10000"/>
                  <a:gd name="connsiteY94" fmla="*/ 9712 h 10000"/>
                  <a:gd name="connsiteX95" fmla="*/ 6544 w 10000"/>
                  <a:gd name="connsiteY95" fmla="*/ 9704 h 10000"/>
                  <a:gd name="connsiteX96" fmla="*/ 6555 w 10000"/>
                  <a:gd name="connsiteY96" fmla="*/ 9561 h 10000"/>
                  <a:gd name="connsiteX97" fmla="*/ 6879 w 10000"/>
                  <a:gd name="connsiteY97" fmla="*/ 9416 h 10000"/>
                  <a:gd name="connsiteX98" fmla="*/ 7539 w 10000"/>
                  <a:gd name="connsiteY98" fmla="*/ 9517 h 10000"/>
                  <a:gd name="connsiteX99" fmla="*/ 7696 w 10000"/>
                  <a:gd name="connsiteY99" fmla="*/ 9392 h 10000"/>
                  <a:gd name="connsiteX100" fmla="*/ 8300 w 10000"/>
                  <a:gd name="connsiteY100" fmla="*/ 9476 h 10000"/>
                  <a:gd name="connsiteX101" fmla="*/ 8748 w 10000"/>
                  <a:gd name="connsiteY101" fmla="*/ 9426 h 10000"/>
                  <a:gd name="connsiteX102" fmla="*/ 9005 w 10000"/>
                  <a:gd name="connsiteY102" fmla="*/ 9517 h 10000"/>
                  <a:gd name="connsiteX103" fmla="*/ 9005 w 10000"/>
                  <a:gd name="connsiteY103" fmla="*/ 8757 h 10000"/>
                  <a:gd name="connsiteX104" fmla="*/ 9519 w 10000"/>
                  <a:gd name="connsiteY104" fmla="*/ 7948 h 10000"/>
                  <a:gd name="connsiteX105" fmla="*/ 10000 w 10000"/>
                  <a:gd name="connsiteY105" fmla="*/ 7593 h 10000"/>
                  <a:gd name="connsiteX106" fmla="*/ 9396 w 10000"/>
                  <a:gd name="connsiteY106" fmla="*/ 7069 h 10000"/>
                  <a:gd name="connsiteX107" fmla="*/ 9005 w 10000"/>
                  <a:gd name="connsiteY107" fmla="*/ 6605 h 10000"/>
                  <a:gd name="connsiteX108" fmla="*/ 8915 w 10000"/>
                  <a:gd name="connsiteY108" fmla="*/ 5938 h 10000"/>
                  <a:gd name="connsiteX109" fmla="*/ 9038 w 10000"/>
                  <a:gd name="connsiteY109" fmla="*/ 5270 h 10000"/>
                  <a:gd name="connsiteX110" fmla="*/ 9742 w 10000"/>
                  <a:gd name="connsiteY110" fmla="*/ 5034 h 10000"/>
                  <a:gd name="connsiteX111" fmla="*/ 9339 w 10000"/>
                  <a:gd name="connsiteY111" fmla="*/ 4949 h 10000"/>
                  <a:gd name="connsiteX112" fmla="*/ 9005 w 10000"/>
                  <a:gd name="connsiteY112" fmla="*/ 4434 h 10000"/>
                  <a:gd name="connsiteX113" fmla="*/ 9441 w 10000"/>
                  <a:gd name="connsiteY113" fmla="*/ 4096 h 10000"/>
                  <a:gd name="connsiteX114" fmla="*/ 9150 w 10000"/>
                  <a:gd name="connsiteY114" fmla="*/ 3750 h 10000"/>
                  <a:gd name="connsiteX115" fmla="*/ 8658 w 10000"/>
                  <a:gd name="connsiteY115" fmla="*/ 4029 h 10000"/>
                  <a:gd name="connsiteX116" fmla="*/ 7472 w 10000"/>
                  <a:gd name="connsiteY116" fmla="*/ 3716 h 10000"/>
                  <a:gd name="connsiteX117" fmla="*/ 6835 w 10000"/>
                  <a:gd name="connsiteY117" fmla="*/ 3336 h 10000"/>
                  <a:gd name="connsiteX118" fmla="*/ 6790 w 10000"/>
                  <a:gd name="connsiteY118" fmla="*/ 2854 h 10000"/>
                  <a:gd name="connsiteX119" fmla="*/ 6688 w 10000"/>
                  <a:gd name="connsiteY119" fmla="*/ 2559 h 10000"/>
                  <a:gd name="connsiteX120" fmla="*/ 6354 w 10000"/>
                  <a:gd name="connsiteY120" fmla="*/ 2390 h 10000"/>
                  <a:gd name="connsiteX121" fmla="*/ 5906 w 10000"/>
                  <a:gd name="connsiteY121" fmla="*/ 2306 h 10000"/>
                  <a:gd name="connsiteX122" fmla="*/ 5526 w 10000"/>
                  <a:gd name="connsiteY122" fmla="*/ 1883 h 10000"/>
                  <a:gd name="connsiteX123" fmla="*/ 5347 w 10000"/>
                  <a:gd name="connsiteY123" fmla="*/ 1300 h 10000"/>
                  <a:gd name="connsiteX124" fmla="*/ 5100 w 10000"/>
                  <a:gd name="connsiteY124" fmla="*/ 937 h 10000"/>
                  <a:gd name="connsiteX125" fmla="*/ 4676 w 10000"/>
                  <a:gd name="connsiteY125" fmla="*/ 557 h 10000"/>
                  <a:gd name="connsiteX126" fmla="*/ 4060 w 10000"/>
                  <a:gd name="connsiteY126" fmla="*/ 346 h 10000"/>
                  <a:gd name="connsiteX127" fmla="*/ 3859 w 10000"/>
                  <a:gd name="connsiteY127" fmla="*/ 228 h 10000"/>
                  <a:gd name="connsiteX128" fmla="*/ 3668 w 10000"/>
                  <a:gd name="connsiteY128" fmla="*/ 0 h 10000"/>
                  <a:gd name="connsiteX129" fmla="*/ 3165 w 10000"/>
                  <a:gd name="connsiteY129" fmla="*/ 143 h 10000"/>
                  <a:gd name="connsiteX130" fmla="*/ 2662 w 10000"/>
                  <a:gd name="connsiteY130" fmla="*/ 160 h 10000"/>
                  <a:gd name="connsiteX131" fmla="*/ 1991 w 10000"/>
                  <a:gd name="connsiteY131" fmla="*/ 490 h 10000"/>
                  <a:gd name="connsiteX132" fmla="*/ 1398 w 10000"/>
                  <a:gd name="connsiteY132" fmla="*/ 507 h 10000"/>
                  <a:gd name="connsiteX133" fmla="*/ 1108 w 10000"/>
                  <a:gd name="connsiteY133" fmla="*/ 675 h 10000"/>
                  <a:gd name="connsiteX134" fmla="*/ 536 w 10000"/>
                  <a:gd name="connsiteY134" fmla="*/ 719 h 10000"/>
                  <a:gd name="connsiteX0" fmla="*/ 536 w 10000"/>
                  <a:gd name="connsiteY0" fmla="*/ 719 h 10000"/>
                  <a:gd name="connsiteX1" fmla="*/ 850 w 10000"/>
                  <a:gd name="connsiteY1" fmla="*/ 937 h 10000"/>
                  <a:gd name="connsiteX2" fmla="*/ 872 w 10000"/>
                  <a:gd name="connsiteY2" fmla="*/ 1056 h 10000"/>
                  <a:gd name="connsiteX3" fmla="*/ 817 w 10000"/>
                  <a:gd name="connsiteY3" fmla="*/ 1123 h 10000"/>
                  <a:gd name="connsiteX4" fmla="*/ 917 w 10000"/>
                  <a:gd name="connsiteY4" fmla="*/ 1191 h 10000"/>
                  <a:gd name="connsiteX5" fmla="*/ 939 w 10000"/>
                  <a:gd name="connsiteY5" fmla="*/ 1300 h 10000"/>
                  <a:gd name="connsiteX6" fmla="*/ 806 w 10000"/>
                  <a:gd name="connsiteY6" fmla="*/ 1427 h 10000"/>
                  <a:gd name="connsiteX7" fmla="*/ 828 w 10000"/>
                  <a:gd name="connsiteY7" fmla="*/ 1504 h 10000"/>
                  <a:gd name="connsiteX8" fmla="*/ 961 w 10000"/>
                  <a:gd name="connsiteY8" fmla="*/ 1554 h 10000"/>
                  <a:gd name="connsiteX9" fmla="*/ 1051 w 10000"/>
                  <a:gd name="connsiteY9" fmla="*/ 1487 h 10000"/>
                  <a:gd name="connsiteX10" fmla="*/ 1141 w 10000"/>
                  <a:gd name="connsiteY10" fmla="*/ 1487 h 10000"/>
                  <a:gd name="connsiteX11" fmla="*/ 1264 w 10000"/>
                  <a:gd name="connsiteY11" fmla="*/ 1562 h 10000"/>
                  <a:gd name="connsiteX12" fmla="*/ 1264 w 10000"/>
                  <a:gd name="connsiteY12" fmla="*/ 1613 h 10000"/>
                  <a:gd name="connsiteX13" fmla="*/ 1185 w 10000"/>
                  <a:gd name="connsiteY13" fmla="*/ 1663 h 10000"/>
                  <a:gd name="connsiteX14" fmla="*/ 1097 w 10000"/>
                  <a:gd name="connsiteY14" fmla="*/ 1663 h 10000"/>
                  <a:gd name="connsiteX15" fmla="*/ 1062 w 10000"/>
                  <a:gd name="connsiteY15" fmla="*/ 1740 h 10000"/>
                  <a:gd name="connsiteX16" fmla="*/ 1119 w 10000"/>
                  <a:gd name="connsiteY16" fmla="*/ 1800 h 10000"/>
                  <a:gd name="connsiteX17" fmla="*/ 1084 w 10000"/>
                  <a:gd name="connsiteY17" fmla="*/ 1883 h 10000"/>
                  <a:gd name="connsiteX18" fmla="*/ 1062 w 10000"/>
                  <a:gd name="connsiteY18" fmla="*/ 1943 h 10000"/>
                  <a:gd name="connsiteX19" fmla="*/ 1119 w 10000"/>
                  <a:gd name="connsiteY19" fmla="*/ 2002 h 10000"/>
                  <a:gd name="connsiteX20" fmla="*/ 1286 w 10000"/>
                  <a:gd name="connsiteY20" fmla="*/ 2002 h 10000"/>
                  <a:gd name="connsiteX21" fmla="*/ 1353 w 10000"/>
                  <a:gd name="connsiteY21" fmla="*/ 2069 h 10000"/>
                  <a:gd name="connsiteX22" fmla="*/ 1476 w 10000"/>
                  <a:gd name="connsiteY22" fmla="*/ 2137 h 10000"/>
                  <a:gd name="connsiteX23" fmla="*/ 1677 w 10000"/>
                  <a:gd name="connsiteY23" fmla="*/ 2128 h 10000"/>
                  <a:gd name="connsiteX24" fmla="*/ 1823 w 10000"/>
                  <a:gd name="connsiteY24" fmla="*/ 2204 h 10000"/>
                  <a:gd name="connsiteX25" fmla="*/ 2003 w 10000"/>
                  <a:gd name="connsiteY25" fmla="*/ 2187 h 10000"/>
                  <a:gd name="connsiteX26" fmla="*/ 2091 w 10000"/>
                  <a:gd name="connsiteY26" fmla="*/ 2221 h 10000"/>
                  <a:gd name="connsiteX27" fmla="*/ 2114 w 10000"/>
                  <a:gd name="connsiteY27" fmla="*/ 2280 h 10000"/>
                  <a:gd name="connsiteX28" fmla="*/ 1958 w 10000"/>
                  <a:gd name="connsiteY28" fmla="*/ 2356 h 10000"/>
                  <a:gd name="connsiteX29" fmla="*/ 1789 w 10000"/>
                  <a:gd name="connsiteY29" fmla="*/ 2322 h 10000"/>
                  <a:gd name="connsiteX30" fmla="*/ 1644 w 10000"/>
                  <a:gd name="connsiteY30" fmla="*/ 2298 h 10000"/>
                  <a:gd name="connsiteX31" fmla="*/ 1544 w 10000"/>
                  <a:gd name="connsiteY31" fmla="*/ 2314 h 10000"/>
                  <a:gd name="connsiteX32" fmla="*/ 1510 w 10000"/>
                  <a:gd name="connsiteY32" fmla="*/ 2458 h 10000"/>
                  <a:gd name="connsiteX33" fmla="*/ 1398 w 10000"/>
                  <a:gd name="connsiteY33" fmla="*/ 2559 h 10000"/>
                  <a:gd name="connsiteX34" fmla="*/ 1465 w 10000"/>
                  <a:gd name="connsiteY34" fmla="*/ 2846 h 10000"/>
                  <a:gd name="connsiteX35" fmla="*/ 1544 w 10000"/>
                  <a:gd name="connsiteY35" fmla="*/ 2897 h 10000"/>
                  <a:gd name="connsiteX36" fmla="*/ 1499 w 10000"/>
                  <a:gd name="connsiteY36" fmla="*/ 3040 h 10000"/>
                  <a:gd name="connsiteX37" fmla="*/ 2003 w 10000"/>
                  <a:gd name="connsiteY37" fmla="*/ 3074 h 10000"/>
                  <a:gd name="connsiteX38" fmla="*/ 2091 w 10000"/>
                  <a:gd name="connsiteY38" fmla="*/ 3167 h 10000"/>
                  <a:gd name="connsiteX39" fmla="*/ 2025 w 10000"/>
                  <a:gd name="connsiteY39" fmla="*/ 3268 h 10000"/>
                  <a:gd name="connsiteX40" fmla="*/ 2025 w 10000"/>
                  <a:gd name="connsiteY40" fmla="*/ 3411 h 10000"/>
                  <a:gd name="connsiteX41" fmla="*/ 1812 w 10000"/>
                  <a:gd name="connsiteY41" fmla="*/ 3639 h 10000"/>
                  <a:gd name="connsiteX42" fmla="*/ 1622 w 10000"/>
                  <a:gd name="connsiteY42" fmla="*/ 3979 h 10000"/>
                  <a:gd name="connsiteX43" fmla="*/ 1533 w 10000"/>
                  <a:gd name="connsiteY43" fmla="*/ 4020 h 10000"/>
                  <a:gd name="connsiteX44" fmla="*/ 1533 w 10000"/>
                  <a:gd name="connsiteY44" fmla="*/ 4114 h 10000"/>
                  <a:gd name="connsiteX45" fmla="*/ 1588 w 10000"/>
                  <a:gd name="connsiteY45" fmla="*/ 4171 h 10000"/>
                  <a:gd name="connsiteX46" fmla="*/ 1453 w 10000"/>
                  <a:gd name="connsiteY46" fmla="*/ 4342 h 10000"/>
                  <a:gd name="connsiteX47" fmla="*/ 1544 w 10000"/>
                  <a:gd name="connsiteY47" fmla="*/ 4544 h 10000"/>
                  <a:gd name="connsiteX48" fmla="*/ 1689 w 10000"/>
                  <a:gd name="connsiteY48" fmla="*/ 4569 h 10000"/>
                  <a:gd name="connsiteX49" fmla="*/ 1789 w 10000"/>
                  <a:gd name="connsiteY49" fmla="*/ 4638 h 10000"/>
                  <a:gd name="connsiteX50" fmla="*/ 1946 w 10000"/>
                  <a:gd name="connsiteY50" fmla="*/ 4594 h 10000"/>
                  <a:gd name="connsiteX51" fmla="*/ 2014 w 10000"/>
                  <a:gd name="connsiteY51" fmla="*/ 4695 h 10000"/>
                  <a:gd name="connsiteX52" fmla="*/ 2047 w 10000"/>
                  <a:gd name="connsiteY52" fmla="*/ 4806 h 10000"/>
                  <a:gd name="connsiteX53" fmla="*/ 2226 w 10000"/>
                  <a:gd name="connsiteY53" fmla="*/ 4932 h 10000"/>
                  <a:gd name="connsiteX54" fmla="*/ 2326 w 10000"/>
                  <a:gd name="connsiteY54" fmla="*/ 4915 h 10000"/>
                  <a:gd name="connsiteX55" fmla="*/ 2371 w 10000"/>
                  <a:gd name="connsiteY55" fmla="*/ 4949 h 10000"/>
                  <a:gd name="connsiteX56" fmla="*/ 2359 w 10000"/>
                  <a:gd name="connsiteY56" fmla="*/ 5034 h 10000"/>
                  <a:gd name="connsiteX57" fmla="*/ 2539 w 10000"/>
                  <a:gd name="connsiteY57" fmla="*/ 5110 h 10000"/>
                  <a:gd name="connsiteX58" fmla="*/ 2651 w 10000"/>
                  <a:gd name="connsiteY58" fmla="*/ 5126 h 10000"/>
                  <a:gd name="connsiteX59" fmla="*/ 2673 w 10000"/>
                  <a:gd name="connsiteY59" fmla="*/ 5237 h 10000"/>
                  <a:gd name="connsiteX60" fmla="*/ 2483 w 10000"/>
                  <a:gd name="connsiteY60" fmla="*/ 5362 h 10000"/>
                  <a:gd name="connsiteX61" fmla="*/ 2159 w 10000"/>
                  <a:gd name="connsiteY61" fmla="*/ 5379 h 10000"/>
                  <a:gd name="connsiteX62" fmla="*/ 1946 w 10000"/>
                  <a:gd name="connsiteY62" fmla="*/ 5278 h 10000"/>
                  <a:gd name="connsiteX63" fmla="*/ 1834 w 10000"/>
                  <a:gd name="connsiteY63" fmla="*/ 5278 h 10000"/>
                  <a:gd name="connsiteX64" fmla="*/ 1789 w 10000"/>
                  <a:gd name="connsiteY64" fmla="*/ 5321 h 10000"/>
                  <a:gd name="connsiteX65" fmla="*/ 1834 w 10000"/>
                  <a:gd name="connsiteY65" fmla="*/ 5398 h 10000"/>
                  <a:gd name="connsiteX66" fmla="*/ 2091 w 10000"/>
                  <a:gd name="connsiteY66" fmla="*/ 5599 h 10000"/>
                  <a:gd name="connsiteX67" fmla="*/ 2359 w 10000"/>
                  <a:gd name="connsiteY67" fmla="*/ 5878 h 10000"/>
                  <a:gd name="connsiteX68" fmla="*/ 2439 w 10000"/>
                  <a:gd name="connsiteY68" fmla="*/ 5920 h 10000"/>
                  <a:gd name="connsiteX69" fmla="*/ 2428 w 10000"/>
                  <a:gd name="connsiteY69" fmla="*/ 6158 h 10000"/>
                  <a:gd name="connsiteX70" fmla="*/ 2359 w 10000"/>
                  <a:gd name="connsiteY70" fmla="*/ 6241 h 10000"/>
                  <a:gd name="connsiteX71" fmla="*/ 2237 w 10000"/>
                  <a:gd name="connsiteY71" fmla="*/ 6283 h 10000"/>
                  <a:gd name="connsiteX72" fmla="*/ 2159 w 10000"/>
                  <a:gd name="connsiteY72" fmla="*/ 6216 h 10000"/>
                  <a:gd name="connsiteX73" fmla="*/ 1499 w 10000"/>
                  <a:gd name="connsiteY73" fmla="*/ 6461 h 10000"/>
                  <a:gd name="connsiteX74" fmla="*/ 1342 w 10000"/>
                  <a:gd name="connsiteY74" fmla="*/ 6368 h 10000"/>
                  <a:gd name="connsiteX75" fmla="*/ 1208 w 10000"/>
                  <a:gd name="connsiteY75" fmla="*/ 6377 h 10000"/>
                  <a:gd name="connsiteX76" fmla="*/ 503 w 10000"/>
                  <a:gd name="connsiteY76" fmla="*/ 7077 h 10000"/>
                  <a:gd name="connsiteX77" fmla="*/ 447 w 10000"/>
                  <a:gd name="connsiteY77" fmla="*/ 7237 h 10000"/>
                  <a:gd name="connsiteX78" fmla="*/ 380 w 10000"/>
                  <a:gd name="connsiteY78" fmla="*/ 7305 h 10000"/>
                  <a:gd name="connsiteX79" fmla="*/ 380 w 10000"/>
                  <a:gd name="connsiteY79" fmla="*/ 7542 h 10000"/>
                  <a:gd name="connsiteX80" fmla="*/ 291 w 10000"/>
                  <a:gd name="connsiteY80" fmla="*/ 7610 h 10000"/>
                  <a:gd name="connsiteX81" fmla="*/ 112 w 10000"/>
                  <a:gd name="connsiteY81" fmla="*/ 7610 h 10000"/>
                  <a:gd name="connsiteX82" fmla="*/ 0 w 10000"/>
                  <a:gd name="connsiteY82" fmla="*/ 7711 h 10000"/>
                  <a:gd name="connsiteX83" fmla="*/ 4224 w 10000"/>
                  <a:gd name="connsiteY83" fmla="*/ 8206 h 10000"/>
                  <a:gd name="connsiteX84" fmla="*/ 3993 w 10000"/>
                  <a:gd name="connsiteY84" fmla="*/ 9307 h 10000"/>
                  <a:gd name="connsiteX85" fmla="*/ 4418 w 10000"/>
                  <a:gd name="connsiteY85" fmla="*/ 9434 h 10000"/>
                  <a:gd name="connsiteX86" fmla="*/ 4899 w 10000"/>
                  <a:gd name="connsiteY86" fmla="*/ 9940 h 10000"/>
                  <a:gd name="connsiteX87" fmla="*/ 4988 w 10000"/>
                  <a:gd name="connsiteY87" fmla="*/ 9992 h 10000"/>
                  <a:gd name="connsiteX88" fmla="*/ 5157 w 10000"/>
                  <a:gd name="connsiteY88" fmla="*/ 10000 h 10000"/>
                  <a:gd name="connsiteX89" fmla="*/ 5301 w 10000"/>
                  <a:gd name="connsiteY89" fmla="*/ 9915 h 10000"/>
                  <a:gd name="connsiteX90" fmla="*/ 5336 w 10000"/>
                  <a:gd name="connsiteY90" fmla="*/ 9628 h 10000"/>
                  <a:gd name="connsiteX91" fmla="*/ 6041 w 10000"/>
                  <a:gd name="connsiteY91" fmla="*/ 9460 h 10000"/>
                  <a:gd name="connsiteX92" fmla="*/ 6185 w 10000"/>
                  <a:gd name="connsiteY92" fmla="*/ 9493 h 10000"/>
                  <a:gd name="connsiteX93" fmla="*/ 6443 w 10000"/>
                  <a:gd name="connsiteY93" fmla="*/ 9712 h 10000"/>
                  <a:gd name="connsiteX94" fmla="*/ 6544 w 10000"/>
                  <a:gd name="connsiteY94" fmla="*/ 9704 h 10000"/>
                  <a:gd name="connsiteX95" fmla="*/ 6555 w 10000"/>
                  <a:gd name="connsiteY95" fmla="*/ 9561 h 10000"/>
                  <a:gd name="connsiteX96" fmla="*/ 6879 w 10000"/>
                  <a:gd name="connsiteY96" fmla="*/ 9416 h 10000"/>
                  <a:gd name="connsiteX97" fmla="*/ 7539 w 10000"/>
                  <a:gd name="connsiteY97" fmla="*/ 9517 h 10000"/>
                  <a:gd name="connsiteX98" fmla="*/ 7696 w 10000"/>
                  <a:gd name="connsiteY98" fmla="*/ 9392 h 10000"/>
                  <a:gd name="connsiteX99" fmla="*/ 8300 w 10000"/>
                  <a:gd name="connsiteY99" fmla="*/ 9476 h 10000"/>
                  <a:gd name="connsiteX100" fmla="*/ 8748 w 10000"/>
                  <a:gd name="connsiteY100" fmla="*/ 9426 h 10000"/>
                  <a:gd name="connsiteX101" fmla="*/ 9005 w 10000"/>
                  <a:gd name="connsiteY101" fmla="*/ 9517 h 10000"/>
                  <a:gd name="connsiteX102" fmla="*/ 9005 w 10000"/>
                  <a:gd name="connsiteY102" fmla="*/ 8757 h 10000"/>
                  <a:gd name="connsiteX103" fmla="*/ 9519 w 10000"/>
                  <a:gd name="connsiteY103" fmla="*/ 7948 h 10000"/>
                  <a:gd name="connsiteX104" fmla="*/ 10000 w 10000"/>
                  <a:gd name="connsiteY104" fmla="*/ 7593 h 10000"/>
                  <a:gd name="connsiteX105" fmla="*/ 9396 w 10000"/>
                  <a:gd name="connsiteY105" fmla="*/ 7069 h 10000"/>
                  <a:gd name="connsiteX106" fmla="*/ 9005 w 10000"/>
                  <a:gd name="connsiteY106" fmla="*/ 6605 h 10000"/>
                  <a:gd name="connsiteX107" fmla="*/ 8915 w 10000"/>
                  <a:gd name="connsiteY107" fmla="*/ 5938 h 10000"/>
                  <a:gd name="connsiteX108" fmla="*/ 9038 w 10000"/>
                  <a:gd name="connsiteY108" fmla="*/ 5270 h 10000"/>
                  <a:gd name="connsiteX109" fmla="*/ 9742 w 10000"/>
                  <a:gd name="connsiteY109" fmla="*/ 5034 h 10000"/>
                  <a:gd name="connsiteX110" fmla="*/ 9339 w 10000"/>
                  <a:gd name="connsiteY110" fmla="*/ 4949 h 10000"/>
                  <a:gd name="connsiteX111" fmla="*/ 9005 w 10000"/>
                  <a:gd name="connsiteY111" fmla="*/ 4434 h 10000"/>
                  <a:gd name="connsiteX112" fmla="*/ 9441 w 10000"/>
                  <a:gd name="connsiteY112" fmla="*/ 4096 h 10000"/>
                  <a:gd name="connsiteX113" fmla="*/ 9150 w 10000"/>
                  <a:gd name="connsiteY113" fmla="*/ 3750 h 10000"/>
                  <a:gd name="connsiteX114" fmla="*/ 8658 w 10000"/>
                  <a:gd name="connsiteY114" fmla="*/ 4029 h 10000"/>
                  <a:gd name="connsiteX115" fmla="*/ 7472 w 10000"/>
                  <a:gd name="connsiteY115" fmla="*/ 3716 h 10000"/>
                  <a:gd name="connsiteX116" fmla="*/ 6835 w 10000"/>
                  <a:gd name="connsiteY116" fmla="*/ 3336 h 10000"/>
                  <a:gd name="connsiteX117" fmla="*/ 6790 w 10000"/>
                  <a:gd name="connsiteY117" fmla="*/ 2854 h 10000"/>
                  <a:gd name="connsiteX118" fmla="*/ 6688 w 10000"/>
                  <a:gd name="connsiteY118" fmla="*/ 2559 h 10000"/>
                  <a:gd name="connsiteX119" fmla="*/ 6354 w 10000"/>
                  <a:gd name="connsiteY119" fmla="*/ 2390 h 10000"/>
                  <a:gd name="connsiteX120" fmla="*/ 5906 w 10000"/>
                  <a:gd name="connsiteY120" fmla="*/ 2306 h 10000"/>
                  <a:gd name="connsiteX121" fmla="*/ 5526 w 10000"/>
                  <a:gd name="connsiteY121" fmla="*/ 1883 h 10000"/>
                  <a:gd name="connsiteX122" fmla="*/ 5347 w 10000"/>
                  <a:gd name="connsiteY122" fmla="*/ 1300 h 10000"/>
                  <a:gd name="connsiteX123" fmla="*/ 5100 w 10000"/>
                  <a:gd name="connsiteY123" fmla="*/ 937 h 10000"/>
                  <a:gd name="connsiteX124" fmla="*/ 4676 w 10000"/>
                  <a:gd name="connsiteY124" fmla="*/ 557 h 10000"/>
                  <a:gd name="connsiteX125" fmla="*/ 4060 w 10000"/>
                  <a:gd name="connsiteY125" fmla="*/ 346 h 10000"/>
                  <a:gd name="connsiteX126" fmla="*/ 3859 w 10000"/>
                  <a:gd name="connsiteY126" fmla="*/ 228 h 10000"/>
                  <a:gd name="connsiteX127" fmla="*/ 3668 w 10000"/>
                  <a:gd name="connsiteY127" fmla="*/ 0 h 10000"/>
                  <a:gd name="connsiteX128" fmla="*/ 3165 w 10000"/>
                  <a:gd name="connsiteY128" fmla="*/ 143 h 10000"/>
                  <a:gd name="connsiteX129" fmla="*/ 2662 w 10000"/>
                  <a:gd name="connsiteY129" fmla="*/ 160 h 10000"/>
                  <a:gd name="connsiteX130" fmla="*/ 1991 w 10000"/>
                  <a:gd name="connsiteY130" fmla="*/ 490 h 10000"/>
                  <a:gd name="connsiteX131" fmla="*/ 1398 w 10000"/>
                  <a:gd name="connsiteY131" fmla="*/ 507 h 10000"/>
                  <a:gd name="connsiteX132" fmla="*/ 1108 w 10000"/>
                  <a:gd name="connsiteY132" fmla="*/ 675 h 10000"/>
                  <a:gd name="connsiteX133" fmla="*/ 536 w 10000"/>
                  <a:gd name="connsiteY133" fmla="*/ 719 h 10000"/>
                  <a:gd name="connsiteX0" fmla="*/ 536 w 10000"/>
                  <a:gd name="connsiteY0" fmla="*/ 719 h 10000"/>
                  <a:gd name="connsiteX1" fmla="*/ 850 w 10000"/>
                  <a:gd name="connsiteY1" fmla="*/ 937 h 10000"/>
                  <a:gd name="connsiteX2" fmla="*/ 872 w 10000"/>
                  <a:gd name="connsiteY2" fmla="*/ 1056 h 10000"/>
                  <a:gd name="connsiteX3" fmla="*/ 817 w 10000"/>
                  <a:gd name="connsiteY3" fmla="*/ 1123 h 10000"/>
                  <a:gd name="connsiteX4" fmla="*/ 917 w 10000"/>
                  <a:gd name="connsiteY4" fmla="*/ 1191 h 10000"/>
                  <a:gd name="connsiteX5" fmla="*/ 939 w 10000"/>
                  <a:gd name="connsiteY5" fmla="*/ 1300 h 10000"/>
                  <a:gd name="connsiteX6" fmla="*/ 806 w 10000"/>
                  <a:gd name="connsiteY6" fmla="*/ 1427 h 10000"/>
                  <a:gd name="connsiteX7" fmla="*/ 828 w 10000"/>
                  <a:gd name="connsiteY7" fmla="*/ 1504 h 10000"/>
                  <a:gd name="connsiteX8" fmla="*/ 961 w 10000"/>
                  <a:gd name="connsiteY8" fmla="*/ 1554 h 10000"/>
                  <a:gd name="connsiteX9" fmla="*/ 1051 w 10000"/>
                  <a:gd name="connsiteY9" fmla="*/ 1487 h 10000"/>
                  <a:gd name="connsiteX10" fmla="*/ 1141 w 10000"/>
                  <a:gd name="connsiteY10" fmla="*/ 1487 h 10000"/>
                  <a:gd name="connsiteX11" fmla="*/ 1264 w 10000"/>
                  <a:gd name="connsiteY11" fmla="*/ 1562 h 10000"/>
                  <a:gd name="connsiteX12" fmla="*/ 1264 w 10000"/>
                  <a:gd name="connsiteY12" fmla="*/ 1613 h 10000"/>
                  <a:gd name="connsiteX13" fmla="*/ 1185 w 10000"/>
                  <a:gd name="connsiteY13" fmla="*/ 1663 h 10000"/>
                  <a:gd name="connsiteX14" fmla="*/ 1097 w 10000"/>
                  <a:gd name="connsiteY14" fmla="*/ 1663 h 10000"/>
                  <a:gd name="connsiteX15" fmla="*/ 1062 w 10000"/>
                  <a:gd name="connsiteY15" fmla="*/ 1740 h 10000"/>
                  <a:gd name="connsiteX16" fmla="*/ 1119 w 10000"/>
                  <a:gd name="connsiteY16" fmla="*/ 1800 h 10000"/>
                  <a:gd name="connsiteX17" fmla="*/ 1084 w 10000"/>
                  <a:gd name="connsiteY17" fmla="*/ 1883 h 10000"/>
                  <a:gd name="connsiteX18" fmla="*/ 1062 w 10000"/>
                  <a:gd name="connsiteY18" fmla="*/ 1943 h 10000"/>
                  <a:gd name="connsiteX19" fmla="*/ 1119 w 10000"/>
                  <a:gd name="connsiteY19" fmla="*/ 2002 h 10000"/>
                  <a:gd name="connsiteX20" fmla="*/ 1286 w 10000"/>
                  <a:gd name="connsiteY20" fmla="*/ 2002 h 10000"/>
                  <a:gd name="connsiteX21" fmla="*/ 1353 w 10000"/>
                  <a:gd name="connsiteY21" fmla="*/ 2069 h 10000"/>
                  <a:gd name="connsiteX22" fmla="*/ 1476 w 10000"/>
                  <a:gd name="connsiteY22" fmla="*/ 2137 h 10000"/>
                  <a:gd name="connsiteX23" fmla="*/ 1677 w 10000"/>
                  <a:gd name="connsiteY23" fmla="*/ 2128 h 10000"/>
                  <a:gd name="connsiteX24" fmla="*/ 1823 w 10000"/>
                  <a:gd name="connsiteY24" fmla="*/ 2204 h 10000"/>
                  <a:gd name="connsiteX25" fmla="*/ 2003 w 10000"/>
                  <a:gd name="connsiteY25" fmla="*/ 2187 h 10000"/>
                  <a:gd name="connsiteX26" fmla="*/ 2091 w 10000"/>
                  <a:gd name="connsiteY26" fmla="*/ 2221 h 10000"/>
                  <a:gd name="connsiteX27" fmla="*/ 2114 w 10000"/>
                  <a:gd name="connsiteY27" fmla="*/ 2280 h 10000"/>
                  <a:gd name="connsiteX28" fmla="*/ 1958 w 10000"/>
                  <a:gd name="connsiteY28" fmla="*/ 2356 h 10000"/>
                  <a:gd name="connsiteX29" fmla="*/ 1789 w 10000"/>
                  <a:gd name="connsiteY29" fmla="*/ 2322 h 10000"/>
                  <a:gd name="connsiteX30" fmla="*/ 1644 w 10000"/>
                  <a:gd name="connsiteY30" fmla="*/ 2298 h 10000"/>
                  <a:gd name="connsiteX31" fmla="*/ 1544 w 10000"/>
                  <a:gd name="connsiteY31" fmla="*/ 2314 h 10000"/>
                  <a:gd name="connsiteX32" fmla="*/ 1510 w 10000"/>
                  <a:gd name="connsiteY32" fmla="*/ 2458 h 10000"/>
                  <a:gd name="connsiteX33" fmla="*/ 1398 w 10000"/>
                  <a:gd name="connsiteY33" fmla="*/ 2559 h 10000"/>
                  <a:gd name="connsiteX34" fmla="*/ 1465 w 10000"/>
                  <a:gd name="connsiteY34" fmla="*/ 2846 h 10000"/>
                  <a:gd name="connsiteX35" fmla="*/ 1544 w 10000"/>
                  <a:gd name="connsiteY35" fmla="*/ 2897 h 10000"/>
                  <a:gd name="connsiteX36" fmla="*/ 1499 w 10000"/>
                  <a:gd name="connsiteY36" fmla="*/ 3040 h 10000"/>
                  <a:gd name="connsiteX37" fmla="*/ 2003 w 10000"/>
                  <a:gd name="connsiteY37" fmla="*/ 3074 h 10000"/>
                  <a:gd name="connsiteX38" fmla="*/ 2091 w 10000"/>
                  <a:gd name="connsiteY38" fmla="*/ 3167 h 10000"/>
                  <a:gd name="connsiteX39" fmla="*/ 2025 w 10000"/>
                  <a:gd name="connsiteY39" fmla="*/ 3268 h 10000"/>
                  <a:gd name="connsiteX40" fmla="*/ 2025 w 10000"/>
                  <a:gd name="connsiteY40" fmla="*/ 3411 h 10000"/>
                  <a:gd name="connsiteX41" fmla="*/ 1812 w 10000"/>
                  <a:gd name="connsiteY41" fmla="*/ 3639 h 10000"/>
                  <a:gd name="connsiteX42" fmla="*/ 1622 w 10000"/>
                  <a:gd name="connsiteY42" fmla="*/ 3979 h 10000"/>
                  <a:gd name="connsiteX43" fmla="*/ 1533 w 10000"/>
                  <a:gd name="connsiteY43" fmla="*/ 4020 h 10000"/>
                  <a:gd name="connsiteX44" fmla="*/ 1533 w 10000"/>
                  <a:gd name="connsiteY44" fmla="*/ 4114 h 10000"/>
                  <a:gd name="connsiteX45" fmla="*/ 1588 w 10000"/>
                  <a:gd name="connsiteY45" fmla="*/ 4171 h 10000"/>
                  <a:gd name="connsiteX46" fmla="*/ 1453 w 10000"/>
                  <a:gd name="connsiteY46" fmla="*/ 4342 h 10000"/>
                  <a:gd name="connsiteX47" fmla="*/ 1544 w 10000"/>
                  <a:gd name="connsiteY47" fmla="*/ 4544 h 10000"/>
                  <a:gd name="connsiteX48" fmla="*/ 1689 w 10000"/>
                  <a:gd name="connsiteY48" fmla="*/ 4569 h 10000"/>
                  <a:gd name="connsiteX49" fmla="*/ 1789 w 10000"/>
                  <a:gd name="connsiteY49" fmla="*/ 4638 h 10000"/>
                  <a:gd name="connsiteX50" fmla="*/ 1946 w 10000"/>
                  <a:gd name="connsiteY50" fmla="*/ 4594 h 10000"/>
                  <a:gd name="connsiteX51" fmla="*/ 2014 w 10000"/>
                  <a:gd name="connsiteY51" fmla="*/ 4695 h 10000"/>
                  <a:gd name="connsiteX52" fmla="*/ 2047 w 10000"/>
                  <a:gd name="connsiteY52" fmla="*/ 4806 h 10000"/>
                  <a:gd name="connsiteX53" fmla="*/ 2226 w 10000"/>
                  <a:gd name="connsiteY53" fmla="*/ 4932 h 10000"/>
                  <a:gd name="connsiteX54" fmla="*/ 2326 w 10000"/>
                  <a:gd name="connsiteY54" fmla="*/ 4915 h 10000"/>
                  <a:gd name="connsiteX55" fmla="*/ 2371 w 10000"/>
                  <a:gd name="connsiteY55" fmla="*/ 4949 h 10000"/>
                  <a:gd name="connsiteX56" fmla="*/ 2359 w 10000"/>
                  <a:gd name="connsiteY56" fmla="*/ 5034 h 10000"/>
                  <a:gd name="connsiteX57" fmla="*/ 2539 w 10000"/>
                  <a:gd name="connsiteY57" fmla="*/ 5110 h 10000"/>
                  <a:gd name="connsiteX58" fmla="*/ 2651 w 10000"/>
                  <a:gd name="connsiteY58" fmla="*/ 5126 h 10000"/>
                  <a:gd name="connsiteX59" fmla="*/ 2673 w 10000"/>
                  <a:gd name="connsiteY59" fmla="*/ 5237 h 10000"/>
                  <a:gd name="connsiteX60" fmla="*/ 2483 w 10000"/>
                  <a:gd name="connsiteY60" fmla="*/ 5362 h 10000"/>
                  <a:gd name="connsiteX61" fmla="*/ 2159 w 10000"/>
                  <a:gd name="connsiteY61" fmla="*/ 5379 h 10000"/>
                  <a:gd name="connsiteX62" fmla="*/ 1946 w 10000"/>
                  <a:gd name="connsiteY62" fmla="*/ 5278 h 10000"/>
                  <a:gd name="connsiteX63" fmla="*/ 1834 w 10000"/>
                  <a:gd name="connsiteY63" fmla="*/ 5278 h 10000"/>
                  <a:gd name="connsiteX64" fmla="*/ 1789 w 10000"/>
                  <a:gd name="connsiteY64" fmla="*/ 5321 h 10000"/>
                  <a:gd name="connsiteX65" fmla="*/ 1834 w 10000"/>
                  <a:gd name="connsiteY65" fmla="*/ 5398 h 10000"/>
                  <a:gd name="connsiteX66" fmla="*/ 2091 w 10000"/>
                  <a:gd name="connsiteY66" fmla="*/ 5599 h 10000"/>
                  <a:gd name="connsiteX67" fmla="*/ 2359 w 10000"/>
                  <a:gd name="connsiteY67" fmla="*/ 5878 h 10000"/>
                  <a:gd name="connsiteX68" fmla="*/ 2439 w 10000"/>
                  <a:gd name="connsiteY68" fmla="*/ 5920 h 10000"/>
                  <a:gd name="connsiteX69" fmla="*/ 2428 w 10000"/>
                  <a:gd name="connsiteY69" fmla="*/ 6158 h 10000"/>
                  <a:gd name="connsiteX70" fmla="*/ 2359 w 10000"/>
                  <a:gd name="connsiteY70" fmla="*/ 6241 h 10000"/>
                  <a:gd name="connsiteX71" fmla="*/ 2237 w 10000"/>
                  <a:gd name="connsiteY71" fmla="*/ 6283 h 10000"/>
                  <a:gd name="connsiteX72" fmla="*/ 2159 w 10000"/>
                  <a:gd name="connsiteY72" fmla="*/ 6216 h 10000"/>
                  <a:gd name="connsiteX73" fmla="*/ 1499 w 10000"/>
                  <a:gd name="connsiteY73" fmla="*/ 6461 h 10000"/>
                  <a:gd name="connsiteX74" fmla="*/ 1342 w 10000"/>
                  <a:gd name="connsiteY74" fmla="*/ 6368 h 10000"/>
                  <a:gd name="connsiteX75" fmla="*/ 503 w 10000"/>
                  <a:gd name="connsiteY75" fmla="*/ 7077 h 10000"/>
                  <a:gd name="connsiteX76" fmla="*/ 447 w 10000"/>
                  <a:gd name="connsiteY76" fmla="*/ 7237 h 10000"/>
                  <a:gd name="connsiteX77" fmla="*/ 380 w 10000"/>
                  <a:gd name="connsiteY77" fmla="*/ 7305 h 10000"/>
                  <a:gd name="connsiteX78" fmla="*/ 380 w 10000"/>
                  <a:gd name="connsiteY78" fmla="*/ 7542 h 10000"/>
                  <a:gd name="connsiteX79" fmla="*/ 291 w 10000"/>
                  <a:gd name="connsiteY79" fmla="*/ 7610 h 10000"/>
                  <a:gd name="connsiteX80" fmla="*/ 112 w 10000"/>
                  <a:gd name="connsiteY80" fmla="*/ 7610 h 10000"/>
                  <a:gd name="connsiteX81" fmla="*/ 0 w 10000"/>
                  <a:gd name="connsiteY81" fmla="*/ 7711 h 10000"/>
                  <a:gd name="connsiteX82" fmla="*/ 4224 w 10000"/>
                  <a:gd name="connsiteY82" fmla="*/ 8206 h 10000"/>
                  <a:gd name="connsiteX83" fmla="*/ 3993 w 10000"/>
                  <a:gd name="connsiteY83" fmla="*/ 9307 h 10000"/>
                  <a:gd name="connsiteX84" fmla="*/ 4418 w 10000"/>
                  <a:gd name="connsiteY84" fmla="*/ 9434 h 10000"/>
                  <a:gd name="connsiteX85" fmla="*/ 4899 w 10000"/>
                  <a:gd name="connsiteY85" fmla="*/ 9940 h 10000"/>
                  <a:gd name="connsiteX86" fmla="*/ 4988 w 10000"/>
                  <a:gd name="connsiteY86" fmla="*/ 9992 h 10000"/>
                  <a:gd name="connsiteX87" fmla="*/ 5157 w 10000"/>
                  <a:gd name="connsiteY87" fmla="*/ 10000 h 10000"/>
                  <a:gd name="connsiteX88" fmla="*/ 5301 w 10000"/>
                  <a:gd name="connsiteY88" fmla="*/ 9915 h 10000"/>
                  <a:gd name="connsiteX89" fmla="*/ 5336 w 10000"/>
                  <a:gd name="connsiteY89" fmla="*/ 9628 h 10000"/>
                  <a:gd name="connsiteX90" fmla="*/ 6041 w 10000"/>
                  <a:gd name="connsiteY90" fmla="*/ 9460 h 10000"/>
                  <a:gd name="connsiteX91" fmla="*/ 6185 w 10000"/>
                  <a:gd name="connsiteY91" fmla="*/ 9493 h 10000"/>
                  <a:gd name="connsiteX92" fmla="*/ 6443 w 10000"/>
                  <a:gd name="connsiteY92" fmla="*/ 9712 h 10000"/>
                  <a:gd name="connsiteX93" fmla="*/ 6544 w 10000"/>
                  <a:gd name="connsiteY93" fmla="*/ 9704 h 10000"/>
                  <a:gd name="connsiteX94" fmla="*/ 6555 w 10000"/>
                  <a:gd name="connsiteY94" fmla="*/ 9561 h 10000"/>
                  <a:gd name="connsiteX95" fmla="*/ 6879 w 10000"/>
                  <a:gd name="connsiteY95" fmla="*/ 9416 h 10000"/>
                  <a:gd name="connsiteX96" fmla="*/ 7539 w 10000"/>
                  <a:gd name="connsiteY96" fmla="*/ 9517 h 10000"/>
                  <a:gd name="connsiteX97" fmla="*/ 7696 w 10000"/>
                  <a:gd name="connsiteY97" fmla="*/ 9392 h 10000"/>
                  <a:gd name="connsiteX98" fmla="*/ 8300 w 10000"/>
                  <a:gd name="connsiteY98" fmla="*/ 9476 h 10000"/>
                  <a:gd name="connsiteX99" fmla="*/ 8748 w 10000"/>
                  <a:gd name="connsiteY99" fmla="*/ 9426 h 10000"/>
                  <a:gd name="connsiteX100" fmla="*/ 9005 w 10000"/>
                  <a:gd name="connsiteY100" fmla="*/ 9517 h 10000"/>
                  <a:gd name="connsiteX101" fmla="*/ 9005 w 10000"/>
                  <a:gd name="connsiteY101" fmla="*/ 8757 h 10000"/>
                  <a:gd name="connsiteX102" fmla="*/ 9519 w 10000"/>
                  <a:gd name="connsiteY102" fmla="*/ 7948 h 10000"/>
                  <a:gd name="connsiteX103" fmla="*/ 10000 w 10000"/>
                  <a:gd name="connsiteY103" fmla="*/ 7593 h 10000"/>
                  <a:gd name="connsiteX104" fmla="*/ 9396 w 10000"/>
                  <a:gd name="connsiteY104" fmla="*/ 7069 h 10000"/>
                  <a:gd name="connsiteX105" fmla="*/ 9005 w 10000"/>
                  <a:gd name="connsiteY105" fmla="*/ 6605 h 10000"/>
                  <a:gd name="connsiteX106" fmla="*/ 8915 w 10000"/>
                  <a:gd name="connsiteY106" fmla="*/ 5938 h 10000"/>
                  <a:gd name="connsiteX107" fmla="*/ 9038 w 10000"/>
                  <a:gd name="connsiteY107" fmla="*/ 5270 h 10000"/>
                  <a:gd name="connsiteX108" fmla="*/ 9742 w 10000"/>
                  <a:gd name="connsiteY108" fmla="*/ 5034 h 10000"/>
                  <a:gd name="connsiteX109" fmla="*/ 9339 w 10000"/>
                  <a:gd name="connsiteY109" fmla="*/ 4949 h 10000"/>
                  <a:gd name="connsiteX110" fmla="*/ 9005 w 10000"/>
                  <a:gd name="connsiteY110" fmla="*/ 4434 h 10000"/>
                  <a:gd name="connsiteX111" fmla="*/ 9441 w 10000"/>
                  <a:gd name="connsiteY111" fmla="*/ 4096 h 10000"/>
                  <a:gd name="connsiteX112" fmla="*/ 9150 w 10000"/>
                  <a:gd name="connsiteY112" fmla="*/ 3750 h 10000"/>
                  <a:gd name="connsiteX113" fmla="*/ 8658 w 10000"/>
                  <a:gd name="connsiteY113" fmla="*/ 4029 h 10000"/>
                  <a:gd name="connsiteX114" fmla="*/ 7472 w 10000"/>
                  <a:gd name="connsiteY114" fmla="*/ 3716 h 10000"/>
                  <a:gd name="connsiteX115" fmla="*/ 6835 w 10000"/>
                  <a:gd name="connsiteY115" fmla="*/ 3336 h 10000"/>
                  <a:gd name="connsiteX116" fmla="*/ 6790 w 10000"/>
                  <a:gd name="connsiteY116" fmla="*/ 2854 h 10000"/>
                  <a:gd name="connsiteX117" fmla="*/ 6688 w 10000"/>
                  <a:gd name="connsiteY117" fmla="*/ 2559 h 10000"/>
                  <a:gd name="connsiteX118" fmla="*/ 6354 w 10000"/>
                  <a:gd name="connsiteY118" fmla="*/ 2390 h 10000"/>
                  <a:gd name="connsiteX119" fmla="*/ 5906 w 10000"/>
                  <a:gd name="connsiteY119" fmla="*/ 2306 h 10000"/>
                  <a:gd name="connsiteX120" fmla="*/ 5526 w 10000"/>
                  <a:gd name="connsiteY120" fmla="*/ 1883 h 10000"/>
                  <a:gd name="connsiteX121" fmla="*/ 5347 w 10000"/>
                  <a:gd name="connsiteY121" fmla="*/ 1300 h 10000"/>
                  <a:gd name="connsiteX122" fmla="*/ 5100 w 10000"/>
                  <a:gd name="connsiteY122" fmla="*/ 937 h 10000"/>
                  <a:gd name="connsiteX123" fmla="*/ 4676 w 10000"/>
                  <a:gd name="connsiteY123" fmla="*/ 557 h 10000"/>
                  <a:gd name="connsiteX124" fmla="*/ 4060 w 10000"/>
                  <a:gd name="connsiteY124" fmla="*/ 346 h 10000"/>
                  <a:gd name="connsiteX125" fmla="*/ 3859 w 10000"/>
                  <a:gd name="connsiteY125" fmla="*/ 228 h 10000"/>
                  <a:gd name="connsiteX126" fmla="*/ 3668 w 10000"/>
                  <a:gd name="connsiteY126" fmla="*/ 0 h 10000"/>
                  <a:gd name="connsiteX127" fmla="*/ 3165 w 10000"/>
                  <a:gd name="connsiteY127" fmla="*/ 143 h 10000"/>
                  <a:gd name="connsiteX128" fmla="*/ 2662 w 10000"/>
                  <a:gd name="connsiteY128" fmla="*/ 160 h 10000"/>
                  <a:gd name="connsiteX129" fmla="*/ 1991 w 10000"/>
                  <a:gd name="connsiteY129" fmla="*/ 490 h 10000"/>
                  <a:gd name="connsiteX130" fmla="*/ 1398 w 10000"/>
                  <a:gd name="connsiteY130" fmla="*/ 507 h 10000"/>
                  <a:gd name="connsiteX131" fmla="*/ 1108 w 10000"/>
                  <a:gd name="connsiteY131" fmla="*/ 675 h 10000"/>
                  <a:gd name="connsiteX132" fmla="*/ 536 w 10000"/>
                  <a:gd name="connsiteY132" fmla="*/ 719 h 10000"/>
                  <a:gd name="connsiteX0" fmla="*/ 536 w 10000"/>
                  <a:gd name="connsiteY0" fmla="*/ 719 h 10000"/>
                  <a:gd name="connsiteX1" fmla="*/ 850 w 10000"/>
                  <a:gd name="connsiteY1" fmla="*/ 937 h 10000"/>
                  <a:gd name="connsiteX2" fmla="*/ 872 w 10000"/>
                  <a:gd name="connsiteY2" fmla="*/ 1056 h 10000"/>
                  <a:gd name="connsiteX3" fmla="*/ 817 w 10000"/>
                  <a:gd name="connsiteY3" fmla="*/ 1123 h 10000"/>
                  <a:gd name="connsiteX4" fmla="*/ 917 w 10000"/>
                  <a:gd name="connsiteY4" fmla="*/ 1191 h 10000"/>
                  <a:gd name="connsiteX5" fmla="*/ 939 w 10000"/>
                  <a:gd name="connsiteY5" fmla="*/ 1300 h 10000"/>
                  <a:gd name="connsiteX6" fmla="*/ 806 w 10000"/>
                  <a:gd name="connsiteY6" fmla="*/ 1427 h 10000"/>
                  <a:gd name="connsiteX7" fmla="*/ 828 w 10000"/>
                  <a:gd name="connsiteY7" fmla="*/ 1504 h 10000"/>
                  <a:gd name="connsiteX8" fmla="*/ 961 w 10000"/>
                  <a:gd name="connsiteY8" fmla="*/ 1554 h 10000"/>
                  <a:gd name="connsiteX9" fmla="*/ 1051 w 10000"/>
                  <a:gd name="connsiteY9" fmla="*/ 1487 h 10000"/>
                  <a:gd name="connsiteX10" fmla="*/ 1141 w 10000"/>
                  <a:gd name="connsiteY10" fmla="*/ 1487 h 10000"/>
                  <a:gd name="connsiteX11" fmla="*/ 1264 w 10000"/>
                  <a:gd name="connsiteY11" fmla="*/ 1562 h 10000"/>
                  <a:gd name="connsiteX12" fmla="*/ 1264 w 10000"/>
                  <a:gd name="connsiteY12" fmla="*/ 1613 h 10000"/>
                  <a:gd name="connsiteX13" fmla="*/ 1185 w 10000"/>
                  <a:gd name="connsiteY13" fmla="*/ 1663 h 10000"/>
                  <a:gd name="connsiteX14" fmla="*/ 1097 w 10000"/>
                  <a:gd name="connsiteY14" fmla="*/ 1663 h 10000"/>
                  <a:gd name="connsiteX15" fmla="*/ 1062 w 10000"/>
                  <a:gd name="connsiteY15" fmla="*/ 1740 h 10000"/>
                  <a:gd name="connsiteX16" fmla="*/ 1119 w 10000"/>
                  <a:gd name="connsiteY16" fmla="*/ 1800 h 10000"/>
                  <a:gd name="connsiteX17" fmla="*/ 1084 w 10000"/>
                  <a:gd name="connsiteY17" fmla="*/ 1883 h 10000"/>
                  <a:gd name="connsiteX18" fmla="*/ 1062 w 10000"/>
                  <a:gd name="connsiteY18" fmla="*/ 1943 h 10000"/>
                  <a:gd name="connsiteX19" fmla="*/ 1119 w 10000"/>
                  <a:gd name="connsiteY19" fmla="*/ 2002 h 10000"/>
                  <a:gd name="connsiteX20" fmla="*/ 1286 w 10000"/>
                  <a:gd name="connsiteY20" fmla="*/ 2002 h 10000"/>
                  <a:gd name="connsiteX21" fmla="*/ 1353 w 10000"/>
                  <a:gd name="connsiteY21" fmla="*/ 2069 h 10000"/>
                  <a:gd name="connsiteX22" fmla="*/ 1476 w 10000"/>
                  <a:gd name="connsiteY22" fmla="*/ 2137 h 10000"/>
                  <a:gd name="connsiteX23" fmla="*/ 1677 w 10000"/>
                  <a:gd name="connsiteY23" fmla="*/ 2128 h 10000"/>
                  <a:gd name="connsiteX24" fmla="*/ 1823 w 10000"/>
                  <a:gd name="connsiteY24" fmla="*/ 2204 h 10000"/>
                  <a:gd name="connsiteX25" fmla="*/ 2003 w 10000"/>
                  <a:gd name="connsiteY25" fmla="*/ 2187 h 10000"/>
                  <a:gd name="connsiteX26" fmla="*/ 2091 w 10000"/>
                  <a:gd name="connsiteY26" fmla="*/ 2221 h 10000"/>
                  <a:gd name="connsiteX27" fmla="*/ 2114 w 10000"/>
                  <a:gd name="connsiteY27" fmla="*/ 2280 h 10000"/>
                  <a:gd name="connsiteX28" fmla="*/ 1958 w 10000"/>
                  <a:gd name="connsiteY28" fmla="*/ 2356 h 10000"/>
                  <a:gd name="connsiteX29" fmla="*/ 1789 w 10000"/>
                  <a:gd name="connsiteY29" fmla="*/ 2322 h 10000"/>
                  <a:gd name="connsiteX30" fmla="*/ 1644 w 10000"/>
                  <a:gd name="connsiteY30" fmla="*/ 2298 h 10000"/>
                  <a:gd name="connsiteX31" fmla="*/ 1544 w 10000"/>
                  <a:gd name="connsiteY31" fmla="*/ 2314 h 10000"/>
                  <a:gd name="connsiteX32" fmla="*/ 1510 w 10000"/>
                  <a:gd name="connsiteY32" fmla="*/ 2458 h 10000"/>
                  <a:gd name="connsiteX33" fmla="*/ 1398 w 10000"/>
                  <a:gd name="connsiteY33" fmla="*/ 2559 h 10000"/>
                  <a:gd name="connsiteX34" fmla="*/ 1465 w 10000"/>
                  <a:gd name="connsiteY34" fmla="*/ 2846 h 10000"/>
                  <a:gd name="connsiteX35" fmla="*/ 1544 w 10000"/>
                  <a:gd name="connsiteY35" fmla="*/ 2897 h 10000"/>
                  <a:gd name="connsiteX36" fmla="*/ 1499 w 10000"/>
                  <a:gd name="connsiteY36" fmla="*/ 3040 h 10000"/>
                  <a:gd name="connsiteX37" fmla="*/ 2003 w 10000"/>
                  <a:gd name="connsiteY37" fmla="*/ 3074 h 10000"/>
                  <a:gd name="connsiteX38" fmla="*/ 2091 w 10000"/>
                  <a:gd name="connsiteY38" fmla="*/ 3167 h 10000"/>
                  <a:gd name="connsiteX39" fmla="*/ 2025 w 10000"/>
                  <a:gd name="connsiteY39" fmla="*/ 3268 h 10000"/>
                  <a:gd name="connsiteX40" fmla="*/ 2025 w 10000"/>
                  <a:gd name="connsiteY40" fmla="*/ 3411 h 10000"/>
                  <a:gd name="connsiteX41" fmla="*/ 1812 w 10000"/>
                  <a:gd name="connsiteY41" fmla="*/ 3639 h 10000"/>
                  <a:gd name="connsiteX42" fmla="*/ 1622 w 10000"/>
                  <a:gd name="connsiteY42" fmla="*/ 3979 h 10000"/>
                  <a:gd name="connsiteX43" fmla="*/ 1533 w 10000"/>
                  <a:gd name="connsiteY43" fmla="*/ 4020 h 10000"/>
                  <a:gd name="connsiteX44" fmla="*/ 1533 w 10000"/>
                  <a:gd name="connsiteY44" fmla="*/ 4114 h 10000"/>
                  <a:gd name="connsiteX45" fmla="*/ 1588 w 10000"/>
                  <a:gd name="connsiteY45" fmla="*/ 4171 h 10000"/>
                  <a:gd name="connsiteX46" fmla="*/ 1453 w 10000"/>
                  <a:gd name="connsiteY46" fmla="*/ 4342 h 10000"/>
                  <a:gd name="connsiteX47" fmla="*/ 1544 w 10000"/>
                  <a:gd name="connsiteY47" fmla="*/ 4544 h 10000"/>
                  <a:gd name="connsiteX48" fmla="*/ 1689 w 10000"/>
                  <a:gd name="connsiteY48" fmla="*/ 4569 h 10000"/>
                  <a:gd name="connsiteX49" fmla="*/ 1789 w 10000"/>
                  <a:gd name="connsiteY49" fmla="*/ 4638 h 10000"/>
                  <a:gd name="connsiteX50" fmla="*/ 1946 w 10000"/>
                  <a:gd name="connsiteY50" fmla="*/ 4594 h 10000"/>
                  <a:gd name="connsiteX51" fmla="*/ 2014 w 10000"/>
                  <a:gd name="connsiteY51" fmla="*/ 4695 h 10000"/>
                  <a:gd name="connsiteX52" fmla="*/ 2047 w 10000"/>
                  <a:gd name="connsiteY52" fmla="*/ 4806 h 10000"/>
                  <a:gd name="connsiteX53" fmla="*/ 2226 w 10000"/>
                  <a:gd name="connsiteY53" fmla="*/ 4932 h 10000"/>
                  <a:gd name="connsiteX54" fmla="*/ 2326 w 10000"/>
                  <a:gd name="connsiteY54" fmla="*/ 4915 h 10000"/>
                  <a:gd name="connsiteX55" fmla="*/ 2371 w 10000"/>
                  <a:gd name="connsiteY55" fmla="*/ 4949 h 10000"/>
                  <a:gd name="connsiteX56" fmla="*/ 2359 w 10000"/>
                  <a:gd name="connsiteY56" fmla="*/ 5034 h 10000"/>
                  <a:gd name="connsiteX57" fmla="*/ 2539 w 10000"/>
                  <a:gd name="connsiteY57" fmla="*/ 5110 h 10000"/>
                  <a:gd name="connsiteX58" fmla="*/ 2651 w 10000"/>
                  <a:gd name="connsiteY58" fmla="*/ 5126 h 10000"/>
                  <a:gd name="connsiteX59" fmla="*/ 2673 w 10000"/>
                  <a:gd name="connsiteY59" fmla="*/ 5237 h 10000"/>
                  <a:gd name="connsiteX60" fmla="*/ 2483 w 10000"/>
                  <a:gd name="connsiteY60" fmla="*/ 5362 h 10000"/>
                  <a:gd name="connsiteX61" fmla="*/ 2159 w 10000"/>
                  <a:gd name="connsiteY61" fmla="*/ 5379 h 10000"/>
                  <a:gd name="connsiteX62" fmla="*/ 1946 w 10000"/>
                  <a:gd name="connsiteY62" fmla="*/ 5278 h 10000"/>
                  <a:gd name="connsiteX63" fmla="*/ 1834 w 10000"/>
                  <a:gd name="connsiteY63" fmla="*/ 5278 h 10000"/>
                  <a:gd name="connsiteX64" fmla="*/ 1789 w 10000"/>
                  <a:gd name="connsiteY64" fmla="*/ 5321 h 10000"/>
                  <a:gd name="connsiteX65" fmla="*/ 1834 w 10000"/>
                  <a:gd name="connsiteY65" fmla="*/ 5398 h 10000"/>
                  <a:gd name="connsiteX66" fmla="*/ 2091 w 10000"/>
                  <a:gd name="connsiteY66" fmla="*/ 5599 h 10000"/>
                  <a:gd name="connsiteX67" fmla="*/ 2359 w 10000"/>
                  <a:gd name="connsiteY67" fmla="*/ 5878 h 10000"/>
                  <a:gd name="connsiteX68" fmla="*/ 2439 w 10000"/>
                  <a:gd name="connsiteY68" fmla="*/ 5920 h 10000"/>
                  <a:gd name="connsiteX69" fmla="*/ 2428 w 10000"/>
                  <a:gd name="connsiteY69" fmla="*/ 6158 h 10000"/>
                  <a:gd name="connsiteX70" fmla="*/ 2359 w 10000"/>
                  <a:gd name="connsiteY70" fmla="*/ 6241 h 10000"/>
                  <a:gd name="connsiteX71" fmla="*/ 2237 w 10000"/>
                  <a:gd name="connsiteY71" fmla="*/ 6283 h 10000"/>
                  <a:gd name="connsiteX72" fmla="*/ 2159 w 10000"/>
                  <a:gd name="connsiteY72" fmla="*/ 6216 h 10000"/>
                  <a:gd name="connsiteX73" fmla="*/ 1499 w 10000"/>
                  <a:gd name="connsiteY73" fmla="*/ 6461 h 10000"/>
                  <a:gd name="connsiteX74" fmla="*/ 503 w 10000"/>
                  <a:gd name="connsiteY74" fmla="*/ 7077 h 10000"/>
                  <a:gd name="connsiteX75" fmla="*/ 447 w 10000"/>
                  <a:gd name="connsiteY75" fmla="*/ 7237 h 10000"/>
                  <a:gd name="connsiteX76" fmla="*/ 380 w 10000"/>
                  <a:gd name="connsiteY76" fmla="*/ 7305 h 10000"/>
                  <a:gd name="connsiteX77" fmla="*/ 380 w 10000"/>
                  <a:gd name="connsiteY77" fmla="*/ 7542 h 10000"/>
                  <a:gd name="connsiteX78" fmla="*/ 291 w 10000"/>
                  <a:gd name="connsiteY78" fmla="*/ 7610 h 10000"/>
                  <a:gd name="connsiteX79" fmla="*/ 112 w 10000"/>
                  <a:gd name="connsiteY79" fmla="*/ 7610 h 10000"/>
                  <a:gd name="connsiteX80" fmla="*/ 0 w 10000"/>
                  <a:gd name="connsiteY80" fmla="*/ 7711 h 10000"/>
                  <a:gd name="connsiteX81" fmla="*/ 4224 w 10000"/>
                  <a:gd name="connsiteY81" fmla="*/ 8206 h 10000"/>
                  <a:gd name="connsiteX82" fmla="*/ 3993 w 10000"/>
                  <a:gd name="connsiteY82" fmla="*/ 9307 h 10000"/>
                  <a:gd name="connsiteX83" fmla="*/ 4418 w 10000"/>
                  <a:gd name="connsiteY83" fmla="*/ 9434 h 10000"/>
                  <a:gd name="connsiteX84" fmla="*/ 4899 w 10000"/>
                  <a:gd name="connsiteY84" fmla="*/ 9940 h 10000"/>
                  <a:gd name="connsiteX85" fmla="*/ 4988 w 10000"/>
                  <a:gd name="connsiteY85" fmla="*/ 9992 h 10000"/>
                  <a:gd name="connsiteX86" fmla="*/ 5157 w 10000"/>
                  <a:gd name="connsiteY86" fmla="*/ 10000 h 10000"/>
                  <a:gd name="connsiteX87" fmla="*/ 5301 w 10000"/>
                  <a:gd name="connsiteY87" fmla="*/ 9915 h 10000"/>
                  <a:gd name="connsiteX88" fmla="*/ 5336 w 10000"/>
                  <a:gd name="connsiteY88" fmla="*/ 9628 h 10000"/>
                  <a:gd name="connsiteX89" fmla="*/ 6041 w 10000"/>
                  <a:gd name="connsiteY89" fmla="*/ 9460 h 10000"/>
                  <a:gd name="connsiteX90" fmla="*/ 6185 w 10000"/>
                  <a:gd name="connsiteY90" fmla="*/ 9493 h 10000"/>
                  <a:gd name="connsiteX91" fmla="*/ 6443 w 10000"/>
                  <a:gd name="connsiteY91" fmla="*/ 9712 h 10000"/>
                  <a:gd name="connsiteX92" fmla="*/ 6544 w 10000"/>
                  <a:gd name="connsiteY92" fmla="*/ 9704 h 10000"/>
                  <a:gd name="connsiteX93" fmla="*/ 6555 w 10000"/>
                  <a:gd name="connsiteY93" fmla="*/ 9561 h 10000"/>
                  <a:gd name="connsiteX94" fmla="*/ 6879 w 10000"/>
                  <a:gd name="connsiteY94" fmla="*/ 9416 h 10000"/>
                  <a:gd name="connsiteX95" fmla="*/ 7539 w 10000"/>
                  <a:gd name="connsiteY95" fmla="*/ 9517 h 10000"/>
                  <a:gd name="connsiteX96" fmla="*/ 7696 w 10000"/>
                  <a:gd name="connsiteY96" fmla="*/ 9392 h 10000"/>
                  <a:gd name="connsiteX97" fmla="*/ 8300 w 10000"/>
                  <a:gd name="connsiteY97" fmla="*/ 9476 h 10000"/>
                  <a:gd name="connsiteX98" fmla="*/ 8748 w 10000"/>
                  <a:gd name="connsiteY98" fmla="*/ 9426 h 10000"/>
                  <a:gd name="connsiteX99" fmla="*/ 9005 w 10000"/>
                  <a:gd name="connsiteY99" fmla="*/ 9517 h 10000"/>
                  <a:gd name="connsiteX100" fmla="*/ 9005 w 10000"/>
                  <a:gd name="connsiteY100" fmla="*/ 8757 h 10000"/>
                  <a:gd name="connsiteX101" fmla="*/ 9519 w 10000"/>
                  <a:gd name="connsiteY101" fmla="*/ 7948 h 10000"/>
                  <a:gd name="connsiteX102" fmla="*/ 10000 w 10000"/>
                  <a:gd name="connsiteY102" fmla="*/ 7593 h 10000"/>
                  <a:gd name="connsiteX103" fmla="*/ 9396 w 10000"/>
                  <a:gd name="connsiteY103" fmla="*/ 7069 h 10000"/>
                  <a:gd name="connsiteX104" fmla="*/ 9005 w 10000"/>
                  <a:gd name="connsiteY104" fmla="*/ 6605 h 10000"/>
                  <a:gd name="connsiteX105" fmla="*/ 8915 w 10000"/>
                  <a:gd name="connsiteY105" fmla="*/ 5938 h 10000"/>
                  <a:gd name="connsiteX106" fmla="*/ 9038 w 10000"/>
                  <a:gd name="connsiteY106" fmla="*/ 5270 h 10000"/>
                  <a:gd name="connsiteX107" fmla="*/ 9742 w 10000"/>
                  <a:gd name="connsiteY107" fmla="*/ 5034 h 10000"/>
                  <a:gd name="connsiteX108" fmla="*/ 9339 w 10000"/>
                  <a:gd name="connsiteY108" fmla="*/ 4949 h 10000"/>
                  <a:gd name="connsiteX109" fmla="*/ 9005 w 10000"/>
                  <a:gd name="connsiteY109" fmla="*/ 4434 h 10000"/>
                  <a:gd name="connsiteX110" fmla="*/ 9441 w 10000"/>
                  <a:gd name="connsiteY110" fmla="*/ 4096 h 10000"/>
                  <a:gd name="connsiteX111" fmla="*/ 9150 w 10000"/>
                  <a:gd name="connsiteY111" fmla="*/ 3750 h 10000"/>
                  <a:gd name="connsiteX112" fmla="*/ 8658 w 10000"/>
                  <a:gd name="connsiteY112" fmla="*/ 4029 h 10000"/>
                  <a:gd name="connsiteX113" fmla="*/ 7472 w 10000"/>
                  <a:gd name="connsiteY113" fmla="*/ 3716 h 10000"/>
                  <a:gd name="connsiteX114" fmla="*/ 6835 w 10000"/>
                  <a:gd name="connsiteY114" fmla="*/ 3336 h 10000"/>
                  <a:gd name="connsiteX115" fmla="*/ 6790 w 10000"/>
                  <a:gd name="connsiteY115" fmla="*/ 2854 h 10000"/>
                  <a:gd name="connsiteX116" fmla="*/ 6688 w 10000"/>
                  <a:gd name="connsiteY116" fmla="*/ 2559 h 10000"/>
                  <a:gd name="connsiteX117" fmla="*/ 6354 w 10000"/>
                  <a:gd name="connsiteY117" fmla="*/ 2390 h 10000"/>
                  <a:gd name="connsiteX118" fmla="*/ 5906 w 10000"/>
                  <a:gd name="connsiteY118" fmla="*/ 2306 h 10000"/>
                  <a:gd name="connsiteX119" fmla="*/ 5526 w 10000"/>
                  <a:gd name="connsiteY119" fmla="*/ 1883 h 10000"/>
                  <a:gd name="connsiteX120" fmla="*/ 5347 w 10000"/>
                  <a:gd name="connsiteY120" fmla="*/ 1300 h 10000"/>
                  <a:gd name="connsiteX121" fmla="*/ 5100 w 10000"/>
                  <a:gd name="connsiteY121" fmla="*/ 937 h 10000"/>
                  <a:gd name="connsiteX122" fmla="*/ 4676 w 10000"/>
                  <a:gd name="connsiteY122" fmla="*/ 557 h 10000"/>
                  <a:gd name="connsiteX123" fmla="*/ 4060 w 10000"/>
                  <a:gd name="connsiteY123" fmla="*/ 346 h 10000"/>
                  <a:gd name="connsiteX124" fmla="*/ 3859 w 10000"/>
                  <a:gd name="connsiteY124" fmla="*/ 228 h 10000"/>
                  <a:gd name="connsiteX125" fmla="*/ 3668 w 10000"/>
                  <a:gd name="connsiteY125" fmla="*/ 0 h 10000"/>
                  <a:gd name="connsiteX126" fmla="*/ 3165 w 10000"/>
                  <a:gd name="connsiteY126" fmla="*/ 143 h 10000"/>
                  <a:gd name="connsiteX127" fmla="*/ 2662 w 10000"/>
                  <a:gd name="connsiteY127" fmla="*/ 160 h 10000"/>
                  <a:gd name="connsiteX128" fmla="*/ 1991 w 10000"/>
                  <a:gd name="connsiteY128" fmla="*/ 490 h 10000"/>
                  <a:gd name="connsiteX129" fmla="*/ 1398 w 10000"/>
                  <a:gd name="connsiteY129" fmla="*/ 507 h 10000"/>
                  <a:gd name="connsiteX130" fmla="*/ 1108 w 10000"/>
                  <a:gd name="connsiteY130" fmla="*/ 675 h 10000"/>
                  <a:gd name="connsiteX131" fmla="*/ 536 w 10000"/>
                  <a:gd name="connsiteY131" fmla="*/ 719 h 10000"/>
                  <a:gd name="connsiteX0" fmla="*/ 536 w 10000"/>
                  <a:gd name="connsiteY0" fmla="*/ 719 h 10000"/>
                  <a:gd name="connsiteX1" fmla="*/ 850 w 10000"/>
                  <a:gd name="connsiteY1" fmla="*/ 937 h 10000"/>
                  <a:gd name="connsiteX2" fmla="*/ 872 w 10000"/>
                  <a:gd name="connsiteY2" fmla="*/ 1056 h 10000"/>
                  <a:gd name="connsiteX3" fmla="*/ 817 w 10000"/>
                  <a:gd name="connsiteY3" fmla="*/ 1123 h 10000"/>
                  <a:gd name="connsiteX4" fmla="*/ 917 w 10000"/>
                  <a:gd name="connsiteY4" fmla="*/ 1191 h 10000"/>
                  <a:gd name="connsiteX5" fmla="*/ 939 w 10000"/>
                  <a:gd name="connsiteY5" fmla="*/ 1300 h 10000"/>
                  <a:gd name="connsiteX6" fmla="*/ 806 w 10000"/>
                  <a:gd name="connsiteY6" fmla="*/ 1427 h 10000"/>
                  <a:gd name="connsiteX7" fmla="*/ 828 w 10000"/>
                  <a:gd name="connsiteY7" fmla="*/ 1504 h 10000"/>
                  <a:gd name="connsiteX8" fmla="*/ 961 w 10000"/>
                  <a:gd name="connsiteY8" fmla="*/ 1554 h 10000"/>
                  <a:gd name="connsiteX9" fmla="*/ 1051 w 10000"/>
                  <a:gd name="connsiteY9" fmla="*/ 1487 h 10000"/>
                  <a:gd name="connsiteX10" fmla="*/ 1141 w 10000"/>
                  <a:gd name="connsiteY10" fmla="*/ 1487 h 10000"/>
                  <a:gd name="connsiteX11" fmla="*/ 1264 w 10000"/>
                  <a:gd name="connsiteY11" fmla="*/ 1562 h 10000"/>
                  <a:gd name="connsiteX12" fmla="*/ 1264 w 10000"/>
                  <a:gd name="connsiteY12" fmla="*/ 1613 h 10000"/>
                  <a:gd name="connsiteX13" fmla="*/ 1185 w 10000"/>
                  <a:gd name="connsiteY13" fmla="*/ 1663 h 10000"/>
                  <a:gd name="connsiteX14" fmla="*/ 1097 w 10000"/>
                  <a:gd name="connsiteY14" fmla="*/ 1663 h 10000"/>
                  <a:gd name="connsiteX15" fmla="*/ 1062 w 10000"/>
                  <a:gd name="connsiteY15" fmla="*/ 1740 h 10000"/>
                  <a:gd name="connsiteX16" fmla="*/ 1119 w 10000"/>
                  <a:gd name="connsiteY16" fmla="*/ 1800 h 10000"/>
                  <a:gd name="connsiteX17" fmla="*/ 1084 w 10000"/>
                  <a:gd name="connsiteY17" fmla="*/ 1883 h 10000"/>
                  <a:gd name="connsiteX18" fmla="*/ 1062 w 10000"/>
                  <a:gd name="connsiteY18" fmla="*/ 1943 h 10000"/>
                  <a:gd name="connsiteX19" fmla="*/ 1119 w 10000"/>
                  <a:gd name="connsiteY19" fmla="*/ 2002 h 10000"/>
                  <a:gd name="connsiteX20" fmla="*/ 1286 w 10000"/>
                  <a:gd name="connsiteY20" fmla="*/ 2002 h 10000"/>
                  <a:gd name="connsiteX21" fmla="*/ 1353 w 10000"/>
                  <a:gd name="connsiteY21" fmla="*/ 2069 h 10000"/>
                  <a:gd name="connsiteX22" fmla="*/ 1476 w 10000"/>
                  <a:gd name="connsiteY22" fmla="*/ 2137 h 10000"/>
                  <a:gd name="connsiteX23" fmla="*/ 1677 w 10000"/>
                  <a:gd name="connsiteY23" fmla="*/ 2128 h 10000"/>
                  <a:gd name="connsiteX24" fmla="*/ 1823 w 10000"/>
                  <a:gd name="connsiteY24" fmla="*/ 2204 h 10000"/>
                  <a:gd name="connsiteX25" fmla="*/ 2003 w 10000"/>
                  <a:gd name="connsiteY25" fmla="*/ 2187 h 10000"/>
                  <a:gd name="connsiteX26" fmla="*/ 2091 w 10000"/>
                  <a:gd name="connsiteY26" fmla="*/ 2221 h 10000"/>
                  <a:gd name="connsiteX27" fmla="*/ 2114 w 10000"/>
                  <a:gd name="connsiteY27" fmla="*/ 2280 h 10000"/>
                  <a:gd name="connsiteX28" fmla="*/ 1958 w 10000"/>
                  <a:gd name="connsiteY28" fmla="*/ 2356 h 10000"/>
                  <a:gd name="connsiteX29" fmla="*/ 1789 w 10000"/>
                  <a:gd name="connsiteY29" fmla="*/ 2322 h 10000"/>
                  <a:gd name="connsiteX30" fmla="*/ 1644 w 10000"/>
                  <a:gd name="connsiteY30" fmla="*/ 2298 h 10000"/>
                  <a:gd name="connsiteX31" fmla="*/ 1544 w 10000"/>
                  <a:gd name="connsiteY31" fmla="*/ 2314 h 10000"/>
                  <a:gd name="connsiteX32" fmla="*/ 1510 w 10000"/>
                  <a:gd name="connsiteY32" fmla="*/ 2458 h 10000"/>
                  <a:gd name="connsiteX33" fmla="*/ 1398 w 10000"/>
                  <a:gd name="connsiteY33" fmla="*/ 2559 h 10000"/>
                  <a:gd name="connsiteX34" fmla="*/ 1465 w 10000"/>
                  <a:gd name="connsiteY34" fmla="*/ 2846 h 10000"/>
                  <a:gd name="connsiteX35" fmla="*/ 1544 w 10000"/>
                  <a:gd name="connsiteY35" fmla="*/ 2897 h 10000"/>
                  <a:gd name="connsiteX36" fmla="*/ 1499 w 10000"/>
                  <a:gd name="connsiteY36" fmla="*/ 3040 h 10000"/>
                  <a:gd name="connsiteX37" fmla="*/ 2003 w 10000"/>
                  <a:gd name="connsiteY37" fmla="*/ 3074 h 10000"/>
                  <a:gd name="connsiteX38" fmla="*/ 2091 w 10000"/>
                  <a:gd name="connsiteY38" fmla="*/ 3167 h 10000"/>
                  <a:gd name="connsiteX39" fmla="*/ 2025 w 10000"/>
                  <a:gd name="connsiteY39" fmla="*/ 3268 h 10000"/>
                  <a:gd name="connsiteX40" fmla="*/ 2025 w 10000"/>
                  <a:gd name="connsiteY40" fmla="*/ 3411 h 10000"/>
                  <a:gd name="connsiteX41" fmla="*/ 1812 w 10000"/>
                  <a:gd name="connsiteY41" fmla="*/ 3639 h 10000"/>
                  <a:gd name="connsiteX42" fmla="*/ 1622 w 10000"/>
                  <a:gd name="connsiteY42" fmla="*/ 3979 h 10000"/>
                  <a:gd name="connsiteX43" fmla="*/ 1533 w 10000"/>
                  <a:gd name="connsiteY43" fmla="*/ 4020 h 10000"/>
                  <a:gd name="connsiteX44" fmla="*/ 1533 w 10000"/>
                  <a:gd name="connsiteY44" fmla="*/ 4114 h 10000"/>
                  <a:gd name="connsiteX45" fmla="*/ 1588 w 10000"/>
                  <a:gd name="connsiteY45" fmla="*/ 4171 h 10000"/>
                  <a:gd name="connsiteX46" fmla="*/ 1453 w 10000"/>
                  <a:gd name="connsiteY46" fmla="*/ 4342 h 10000"/>
                  <a:gd name="connsiteX47" fmla="*/ 1544 w 10000"/>
                  <a:gd name="connsiteY47" fmla="*/ 4544 h 10000"/>
                  <a:gd name="connsiteX48" fmla="*/ 1689 w 10000"/>
                  <a:gd name="connsiteY48" fmla="*/ 4569 h 10000"/>
                  <a:gd name="connsiteX49" fmla="*/ 1789 w 10000"/>
                  <a:gd name="connsiteY49" fmla="*/ 4638 h 10000"/>
                  <a:gd name="connsiteX50" fmla="*/ 1946 w 10000"/>
                  <a:gd name="connsiteY50" fmla="*/ 4594 h 10000"/>
                  <a:gd name="connsiteX51" fmla="*/ 2014 w 10000"/>
                  <a:gd name="connsiteY51" fmla="*/ 4695 h 10000"/>
                  <a:gd name="connsiteX52" fmla="*/ 2047 w 10000"/>
                  <a:gd name="connsiteY52" fmla="*/ 4806 h 10000"/>
                  <a:gd name="connsiteX53" fmla="*/ 2226 w 10000"/>
                  <a:gd name="connsiteY53" fmla="*/ 4932 h 10000"/>
                  <a:gd name="connsiteX54" fmla="*/ 2326 w 10000"/>
                  <a:gd name="connsiteY54" fmla="*/ 4915 h 10000"/>
                  <a:gd name="connsiteX55" fmla="*/ 2371 w 10000"/>
                  <a:gd name="connsiteY55" fmla="*/ 4949 h 10000"/>
                  <a:gd name="connsiteX56" fmla="*/ 2359 w 10000"/>
                  <a:gd name="connsiteY56" fmla="*/ 5034 h 10000"/>
                  <a:gd name="connsiteX57" fmla="*/ 2539 w 10000"/>
                  <a:gd name="connsiteY57" fmla="*/ 5110 h 10000"/>
                  <a:gd name="connsiteX58" fmla="*/ 2651 w 10000"/>
                  <a:gd name="connsiteY58" fmla="*/ 5126 h 10000"/>
                  <a:gd name="connsiteX59" fmla="*/ 2673 w 10000"/>
                  <a:gd name="connsiteY59" fmla="*/ 5237 h 10000"/>
                  <a:gd name="connsiteX60" fmla="*/ 2483 w 10000"/>
                  <a:gd name="connsiteY60" fmla="*/ 5362 h 10000"/>
                  <a:gd name="connsiteX61" fmla="*/ 2159 w 10000"/>
                  <a:gd name="connsiteY61" fmla="*/ 5379 h 10000"/>
                  <a:gd name="connsiteX62" fmla="*/ 1946 w 10000"/>
                  <a:gd name="connsiteY62" fmla="*/ 5278 h 10000"/>
                  <a:gd name="connsiteX63" fmla="*/ 1834 w 10000"/>
                  <a:gd name="connsiteY63" fmla="*/ 5278 h 10000"/>
                  <a:gd name="connsiteX64" fmla="*/ 1789 w 10000"/>
                  <a:gd name="connsiteY64" fmla="*/ 5321 h 10000"/>
                  <a:gd name="connsiteX65" fmla="*/ 1834 w 10000"/>
                  <a:gd name="connsiteY65" fmla="*/ 5398 h 10000"/>
                  <a:gd name="connsiteX66" fmla="*/ 2091 w 10000"/>
                  <a:gd name="connsiteY66" fmla="*/ 5599 h 10000"/>
                  <a:gd name="connsiteX67" fmla="*/ 2359 w 10000"/>
                  <a:gd name="connsiteY67" fmla="*/ 5878 h 10000"/>
                  <a:gd name="connsiteX68" fmla="*/ 2439 w 10000"/>
                  <a:gd name="connsiteY68" fmla="*/ 5920 h 10000"/>
                  <a:gd name="connsiteX69" fmla="*/ 2428 w 10000"/>
                  <a:gd name="connsiteY69" fmla="*/ 6158 h 10000"/>
                  <a:gd name="connsiteX70" fmla="*/ 2359 w 10000"/>
                  <a:gd name="connsiteY70" fmla="*/ 6241 h 10000"/>
                  <a:gd name="connsiteX71" fmla="*/ 2237 w 10000"/>
                  <a:gd name="connsiteY71" fmla="*/ 6283 h 10000"/>
                  <a:gd name="connsiteX72" fmla="*/ 2159 w 10000"/>
                  <a:gd name="connsiteY72" fmla="*/ 6216 h 10000"/>
                  <a:gd name="connsiteX73" fmla="*/ 503 w 10000"/>
                  <a:gd name="connsiteY73" fmla="*/ 7077 h 10000"/>
                  <a:gd name="connsiteX74" fmla="*/ 447 w 10000"/>
                  <a:gd name="connsiteY74" fmla="*/ 7237 h 10000"/>
                  <a:gd name="connsiteX75" fmla="*/ 380 w 10000"/>
                  <a:gd name="connsiteY75" fmla="*/ 7305 h 10000"/>
                  <a:gd name="connsiteX76" fmla="*/ 380 w 10000"/>
                  <a:gd name="connsiteY76" fmla="*/ 7542 h 10000"/>
                  <a:gd name="connsiteX77" fmla="*/ 291 w 10000"/>
                  <a:gd name="connsiteY77" fmla="*/ 7610 h 10000"/>
                  <a:gd name="connsiteX78" fmla="*/ 112 w 10000"/>
                  <a:gd name="connsiteY78" fmla="*/ 7610 h 10000"/>
                  <a:gd name="connsiteX79" fmla="*/ 0 w 10000"/>
                  <a:gd name="connsiteY79" fmla="*/ 7711 h 10000"/>
                  <a:gd name="connsiteX80" fmla="*/ 4224 w 10000"/>
                  <a:gd name="connsiteY80" fmla="*/ 8206 h 10000"/>
                  <a:gd name="connsiteX81" fmla="*/ 3993 w 10000"/>
                  <a:gd name="connsiteY81" fmla="*/ 9307 h 10000"/>
                  <a:gd name="connsiteX82" fmla="*/ 4418 w 10000"/>
                  <a:gd name="connsiteY82" fmla="*/ 9434 h 10000"/>
                  <a:gd name="connsiteX83" fmla="*/ 4899 w 10000"/>
                  <a:gd name="connsiteY83" fmla="*/ 9940 h 10000"/>
                  <a:gd name="connsiteX84" fmla="*/ 4988 w 10000"/>
                  <a:gd name="connsiteY84" fmla="*/ 9992 h 10000"/>
                  <a:gd name="connsiteX85" fmla="*/ 5157 w 10000"/>
                  <a:gd name="connsiteY85" fmla="*/ 10000 h 10000"/>
                  <a:gd name="connsiteX86" fmla="*/ 5301 w 10000"/>
                  <a:gd name="connsiteY86" fmla="*/ 9915 h 10000"/>
                  <a:gd name="connsiteX87" fmla="*/ 5336 w 10000"/>
                  <a:gd name="connsiteY87" fmla="*/ 9628 h 10000"/>
                  <a:gd name="connsiteX88" fmla="*/ 6041 w 10000"/>
                  <a:gd name="connsiteY88" fmla="*/ 9460 h 10000"/>
                  <a:gd name="connsiteX89" fmla="*/ 6185 w 10000"/>
                  <a:gd name="connsiteY89" fmla="*/ 9493 h 10000"/>
                  <a:gd name="connsiteX90" fmla="*/ 6443 w 10000"/>
                  <a:gd name="connsiteY90" fmla="*/ 9712 h 10000"/>
                  <a:gd name="connsiteX91" fmla="*/ 6544 w 10000"/>
                  <a:gd name="connsiteY91" fmla="*/ 9704 h 10000"/>
                  <a:gd name="connsiteX92" fmla="*/ 6555 w 10000"/>
                  <a:gd name="connsiteY92" fmla="*/ 9561 h 10000"/>
                  <a:gd name="connsiteX93" fmla="*/ 6879 w 10000"/>
                  <a:gd name="connsiteY93" fmla="*/ 9416 h 10000"/>
                  <a:gd name="connsiteX94" fmla="*/ 7539 w 10000"/>
                  <a:gd name="connsiteY94" fmla="*/ 9517 h 10000"/>
                  <a:gd name="connsiteX95" fmla="*/ 7696 w 10000"/>
                  <a:gd name="connsiteY95" fmla="*/ 9392 h 10000"/>
                  <a:gd name="connsiteX96" fmla="*/ 8300 w 10000"/>
                  <a:gd name="connsiteY96" fmla="*/ 9476 h 10000"/>
                  <a:gd name="connsiteX97" fmla="*/ 8748 w 10000"/>
                  <a:gd name="connsiteY97" fmla="*/ 9426 h 10000"/>
                  <a:gd name="connsiteX98" fmla="*/ 9005 w 10000"/>
                  <a:gd name="connsiteY98" fmla="*/ 9517 h 10000"/>
                  <a:gd name="connsiteX99" fmla="*/ 9005 w 10000"/>
                  <a:gd name="connsiteY99" fmla="*/ 8757 h 10000"/>
                  <a:gd name="connsiteX100" fmla="*/ 9519 w 10000"/>
                  <a:gd name="connsiteY100" fmla="*/ 7948 h 10000"/>
                  <a:gd name="connsiteX101" fmla="*/ 10000 w 10000"/>
                  <a:gd name="connsiteY101" fmla="*/ 7593 h 10000"/>
                  <a:gd name="connsiteX102" fmla="*/ 9396 w 10000"/>
                  <a:gd name="connsiteY102" fmla="*/ 7069 h 10000"/>
                  <a:gd name="connsiteX103" fmla="*/ 9005 w 10000"/>
                  <a:gd name="connsiteY103" fmla="*/ 6605 h 10000"/>
                  <a:gd name="connsiteX104" fmla="*/ 8915 w 10000"/>
                  <a:gd name="connsiteY104" fmla="*/ 5938 h 10000"/>
                  <a:gd name="connsiteX105" fmla="*/ 9038 w 10000"/>
                  <a:gd name="connsiteY105" fmla="*/ 5270 h 10000"/>
                  <a:gd name="connsiteX106" fmla="*/ 9742 w 10000"/>
                  <a:gd name="connsiteY106" fmla="*/ 5034 h 10000"/>
                  <a:gd name="connsiteX107" fmla="*/ 9339 w 10000"/>
                  <a:gd name="connsiteY107" fmla="*/ 4949 h 10000"/>
                  <a:gd name="connsiteX108" fmla="*/ 9005 w 10000"/>
                  <a:gd name="connsiteY108" fmla="*/ 4434 h 10000"/>
                  <a:gd name="connsiteX109" fmla="*/ 9441 w 10000"/>
                  <a:gd name="connsiteY109" fmla="*/ 4096 h 10000"/>
                  <a:gd name="connsiteX110" fmla="*/ 9150 w 10000"/>
                  <a:gd name="connsiteY110" fmla="*/ 3750 h 10000"/>
                  <a:gd name="connsiteX111" fmla="*/ 8658 w 10000"/>
                  <a:gd name="connsiteY111" fmla="*/ 4029 h 10000"/>
                  <a:gd name="connsiteX112" fmla="*/ 7472 w 10000"/>
                  <a:gd name="connsiteY112" fmla="*/ 3716 h 10000"/>
                  <a:gd name="connsiteX113" fmla="*/ 6835 w 10000"/>
                  <a:gd name="connsiteY113" fmla="*/ 3336 h 10000"/>
                  <a:gd name="connsiteX114" fmla="*/ 6790 w 10000"/>
                  <a:gd name="connsiteY114" fmla="*/ 2854 h 10000"/>
                  <a:gd name="connsiteX115" fmla="*/ 6688 w 10000"/>
                  <a:gd name="connsiteY115" fmla="*/ 2559 h 10000"/>
                  <a:gd name="connsiteX116" fmla="*/ 6354 w 10000"/>
                  <a:gd name="connsiteY116" fmla="*/ 2390 h 10000"/>
                  <a:gd name="connsiteX117" fmla="*/ 5906 w 10000"/>
                  <a:gd name="connsiteY117" fmla="*/ 2306 h 10000"/>
                  <a:gd name="connsiteX118" fmla="*/ 5526 w 10000"/>
                  <a:gd name="connsiteY118" fmla="*/ 1883 h 10000"/>
                  <a:gd name="connsiteX119" fmla="*/ 5347 w 10000"/>
                  <a:gd name="connsiteY119" fmla="*/ 1300 h 10000"/>
                  <a:gd name="connsiteX120" fmla="*/ 5100 w 10000"/>
                  <a:gd name="connsiteY120" fmla="*/ 937 h 10000"/>
                  <a:gd name="connsiteX121" fmla="*/ 4676 w 10000"/>
                  <a:gd name="connsiteY121" fmla="*/ 557 h 10000"/>
                  <a:gd name="connsiteX122" fmla="*/ 4060 w 10000"/>
                  <a:gd name="connsiteY122" fmla="*/ 346 h 10000"/>
                  <a:gd name="connsiteX123" fmla="*/ 3859 w 10000"/>
                  <a:gd name="connsiteY123" fmla="*/ 228 h 10000"/>
                  <a:gd name="connsiteX124" fmla="*/ 3668 w 10000"/>
                  <a:gd name="connsiteY124" fmla="*/ 0 h 10000"/>
                  <a:gd name="connsiteX125" fmla="*/ 3165 w 10000"/>
                  <a:gd name="connsiteY125" fmla="*/ 143 h 10000"/>
                  <a:gd name="connsiteX126" fmla="*/ 2662 w 10000"/>
                  <a:gd name="connsiteY126" fmla="*/ 160 h 10000"/>
                  <a:gd name="connsiteX127" fmla="*/ 1991 w 10000"/>
                  <a:gd name="connsiteY127" fmla="*/ 490 h 10000"/>
                  <a:gd name="connsiteX128" fmla="*/ 1398 w 10000"/>
                  <a:gd name="connsiteY128" fmla="*/ 507 h 10000"/>
                  <a:gd name="connsiteX129" fmla="*/ 1108 w 10000"/>
                  <a:gd name="connsiteY129" fmla="*/ 675 h 10000"/>
                  <a:gd name="connsiteX130" fmla="*/ 536 w 10000"/>
                  <a:gd name="connsiteY130" fmla="*/ 719 h 10000"/>
                  <a:gd name="connsiteX0" fmla="*/ 536 w 10000"/>
                  <a:gd name="connsiteY0" fmla="*/ 719 h 10000"/>
                  <a:gd name="connsiteX1" fmla="*/ 850 w 10000"/>
                  <a:gd name="connsiteY1" fmla="*/ 937 h 10000"/>
                  <a:gd name="connsiteX2" fmla="*/ 872 w 10000"/>
                  <a:gd name="connsiteY2" fmla="*/ 1056 h 10000"/>
                  <a:gd name="connsiteX3" fmla="*/ 817 w 10000"/>
                  <a:gd name="connsiteY3" fmla="*/ 1123 h 10000"/>
                  <a:gd name="connsiteX4" fmla="*/ 917 w 10000"/>
                  <a:gd name="connsiteY4" fmla="*/ 1191 h 10000"/>
                  <a:gd name="connsiteX5" fmla="*/ 939 w 10000"/>
                  <a:gd name="connsiteY5" fmla="*/ 1300 h 10000"/>
                  <a:gd name="connsiteX6" fmla="*/ 806 w 10000"/>
                  <a:gd name="connsiteY6" fmla="*/ 1427 h 10000"/>
                  <a:gd name="connsiteX7" fmla="*/ 828 w 10000"/>
                  <a:gd name="connsiteY7" fmla="*/ 1504 h 10000"/>
                  <a:gd name="connsiteX8" fmla="*/ 961 w 10000"/>
                  <a:gd name="connsiteY8" fmla="*/ 1554 h 10000"/>
                  <a:gd name="connsiteX9" fmla="*/ 1051 w 10000"/>
                  <a:gd name="connsiteY9" fmla="*/ 1487 h 10000"/>
                  <a:gd name="connsiteX10" fmla="*/ 1141 w 10000"/>
                  <a:gd name="connsiteY10" fmla="*/ 1487 h 10000"/>
                  <a:gd name="connsiteX11" fmla="*/ 1264 w 10000"/>
                  <a:gd name="connsiteY11" fmla="*/ 1562 h 10000"/>
                  <a:gd name="connsiteX12" fmla="*/ 1264 w 10000"/>
                  <a:gd name="connsiteY12" fmla="*/ 1613 h 10000"/>
                  <a:gd name="connsiteX13" fmla="*/ 1185 w 10000"/>
                  <a:gd name="connsiteY13" fmla="*/ 1663 h 10000"/>
                  <a:gd name="connsiteX14" fmla="*/ 1097 w 10000"/>
                  <a:gd name="connsiteY14" fmla="*/ 1663 h 10000"/>
                  <a:gd name="connsiteX15" fmla="*/ 1062 w 10000"/>
                  <a:gd name="connsiteY15" fmla="*/ 1740 h 10000"/>
                  <a:gd name="connsiteX16" fmla="*/ 1119 w 10000"/>
                  <a:gd name="connsiteY16" fmla="*/ 1800 h 10000"/>
                  <a:gd name="connsiteX17" fmla="*/ 1084 w 10000"/>
                  <a:gd name="connsiteY17" fmla="*/ 1883 h 10000"/>
                  <a:gd name="connsiteX18" fmla="*/ 1062 w 10000"/>
                  <a:gd name="connsiteY18" fmla="*/ 1943 h 10000"/>
                  <a:gd name="connsiteX19" fmla="*/ 1119 w 10000"/>
                  <a:gd name="connsiteY19" fmla="*/ 2002 h 10000"/>
                  <a:gd name="connsiteX20" fmla="*/ 1286 w 10000"/>
                  <a:gd name="connsiteY20" fmla="*/ 2002 h 10000"/>
                  <a:gd name="connsiteX21" fmla="*/ 1353 w 10000"/>
                  <a:gd name="connsiteY21" fmla="*/ 2069 h 10000"/>
                  <a:gd name="connsiteX22" fmla="*/ 1476 w 10000"/>
                  <a:gd name="connsiteY22" fmla="*/ 2137 h 10000"/>
                  <a:gd name="connsiteX23" fmla="*/ 1677 w 10000"/>
                  <a:gd name="connsiteY23" fmla="*/ 2128 h 10000"/>
                  <a:gd name="connsiteX24" fmla="*/ 1823 w 10000"/>
                  <a:gd name="connsiteY24" fmla="*/ 2204 h 10000"/>
                  <a:gd name="connsiteX25" fmla="*/ 2003 w 10000"/>
                  <a:gd name="connsiteY25" fmla="*/ 2187 h 10000"/>
                  <a:gd name="connsiteX26" fmla="*/ 2091 w 10000"/>
                  <a:gd name="connsiteY26" fmla="*/ 2221 h 10000"/>
                  <a:gd name="connsiteX27" fmla="*/ 2114 w 10000"/>
                  <a:gd name="connsiteY27" fmla="*/ 2280 h 10000"/>
                  <a:gd name="connsiteX28" fmla="*/ 1958 w 10000"/>
                  <a:gd name="connsiteY28" fmla="*/ 2356 h 10000"/>
                  <a:gd name="connsiteX29" fmla="*/ 1789 w 10000"/>
                  <a:gd name="connsiteY29" fmla="*/ 2322 h 10000"/>
                  <a:gd name="connsiteX30" fmla="*/ 1644 w 10000"/>
                  <a:gd name="connsiteY30" fmla="*/ 2298 h 10000"/>
                  <a:gd name="connsiteX31" fmla="*/ 1544 w 10000"/>
                  <a:gd name="connsiteY31" fmla="*/ 2314 h 10000"/>
                  <a:gd name="connsiteX32" fmla="*/ 1510 w 10000"/>
                  <a:gd name="connsiteY32" fmla="*/ 2458 h 10000"/>
                  <a:gd name="connsiteX33" fmla="*/ 1398 w 10000"/>
                  <a:gd name="connsiteY33" fmla="*/ 2559 h 10000"/>
                  <a:gd name="connsiteX34" fmla="*/ 1465 w 10000"/>
                  <a:gd name="connsiteY34" fmla="*/ 2846 h 10000"/>
                  <a:gd name="connsiteX35" fmla="*/ 1544 w 10000"/>
                  <a:gd name="connsiteY35" fmla="*/ 2897 h 10000"/>
                  <a:gd name="connsiteX36" fmla="*/ 1499 w 10000"/>
                  <a:gd name="connsiteY36" fmla="*/ 3040 h 10000"/>
                  <a:gd name="connsiteX37" fmla="*/ 2003 w 10000"/>
                  <a:gd name="connsiteY37" fmla="*/ 3074 h 10000"/>
                  <a:gd name="connsiteX38" fmla="*/ 2091 w 10000"/>
                  <a:gd name="connsiteY38" fmla="*/ 3167 h 10000"/>
                  <a:gd name="connsiteX39" fmla="*/ 2025 w 10000"/>
                  <a:gd name="connsiteY39" fmla="*/ 3268 h 10000"/>
                  <a:gd name="connsiteX40" fmla="*/ 2025 w 10000"/>
                  <a:gd name="connsiteY40" fmla="*/ 3411 h 10000"/>
                  <a:gd name="connsiteX41" fmla="*/ 1812 w 10000"/>
                  <a:gd name="connsiteY41" fmla="*/ 3639 h 10000"/>
                  <a:gd name="connsiteX42" fmla="*/ 1622 w 10000"/>
                  <a:gd name="connsiteY42" fmla="*/ 3979 h 10000"/>
                  <a:gd name="connsiteX43" fmla="*/ 1533 w 10000"/>
                  <a:gd name="connsiteY43" fmla="*/ 4020 h 10000"/>
                  <a:gd name="connsiteX44" fmla="*/ 1533 w 10000"/>
                  <a:gd name="connsiteY44" fmla="*/ 4114 h 10000"/>
                  <a:gd name="connsiteX45" fmla="*/ 1588 w 10000"/>
                  <a:gd name="connsiteY45" fmla="*/ 4171 h 10000"/>
                  <a:gd name="connsiteX46" fmla="*/ 1453 w 10000"/>
                  <a:gd name="connsiteY46" fmla="*/ 4342 h 10000"/>
                  <a:gd name="connsiteX47" fmla="*/ 1544 w 10000"/>
                  <a:gd name="connsiteY47" fmla="*/ 4544 h 10000"/>
                  <a:gd name="connsiteX48" fmla="*/ 1689 w 10000"/>
                  <a:gd name="connsiteY48" fmla="*/ 4569 h 10000"/>
                  <a:gd name="connsiteX49" fmla="*/ 1789 w 10000"/>
                  <a:gd name="connsiteY49" fmla="*/ 4638 h 10000"/>
                  <a:gd name="connsiteX50" fmla="*/ 1946 w 10000"/>
                  <a:gd name="connsiteY50" fmla="*/ 4594 h 10000"/>
                  <a:gd name="connsiteX51" fmla="*/ 2014 w 10000"/>
                  <a:gd name="connsiteY51" fmla="*/ 4695 h 10000"/>
                  <a:gd name="connsiteX52" fmla="*/ 2047 w 10000"/>
                  <a:gd name="connsiteY52" fmla="*/ 4806 h 10000"/>
                  <a:gd name="connsiteX53" fmla="*/ 2226 w 10000"/>
                  <a:gd name="connsiteY53" fmla="*/ 4932 h 10000"/>
                  <a:gd name="connsiteX54" fmla="*/ 2326 w 10000"/>
                  <a:gd name="connsiteY54" fmla="*/ 4915 h 10000"/>
                  <a:gd name="connsiteX55" fmla="*/ 2371 w 10000"/>
                  <a:gd name="connsiteY55" fmla="*/ 4949 h 10000"/>
                  <a:gd name="connsiteX56" fmla="*/ 2359 w 10000"/>
                  <a:gd name="connsiteY56" fmla="*/ 5034 h 10000"/>
                  <a:gd name="connsiteX57" fmla="*/ 2539 w 10000"/>
                  <a:gd name="connsiteY57" fmla="*/ 5110 h 10000"/>
                  <a:gd name="connsiteX58" fmla="*/ 2651 w 10000"/>
                  <a:gd name="connsiteY58" fmla="*/ 5126 h 10000"/>
                  <a:gd name="connsiteX59" fmla="*/ 2673 w 10000"/>
                  <a:gd name="connsiteY59" fmla="*/ 5237 h 10000"/>
                  <a:gd name="connsiteX60" fmla="*/ 2483 w 10000"/>
                  <a:gd name="connsiteY60" fmla="*/ 5362 h 10000"/>
                  <a:gd name="connsiteX61" fmla="*/ 2159 w 10000"/>
                  <a:gd name="connsiteY61" fmla="*/ 5379 h 10000"/>
                  <a:gd name="connsiteX62" fmla="*/ 1946 w 10000"/>
                  <a:gd name="connsiteY62" fmla="*/ 5278 h 10000"/>
                  <a:gd name="connsiteX63" fmla="*/ 1834 w 10000"/>
                  <a:gd name="connsiteY63" fmla="*/ 5278 h 10000"/>
                  <a:gd name="connsiteX64" fmla="*/ 1789 w 10000"/>
                  <a:gd name="connsiteY64" fmla="*/ 5321 h 10000"/>
                  <a:gd name="connsiteX65" fmla="*/ 1834 w 10000"/>
                  <a:gd name="connsiteY65" fmla="*/ 5398 h 10000"/>
                  <a:gd name="connsiteX66" fmla="*/ 2091 w 10000"/>
                  <a:gd name="connsiteY66" fmla="*/ 5599 h 10000"/>
                  <a:gd name="connsiteX67" fmla="*/ 2359 w 10000"/>
                  <a:gd name="connsiteY67" fmla="*/ 5878 h 10000"/>
                  <a:gd name="connsiteX68" fmla="*/ 2439 w 10000"/>
                  <a:gd name="connsiteY68" fmla="*/ 5920 h 10000"/>
                  <a:gd name="connsiteX69" fmla="*/ 2428 w 10000"/>
                  <a:gd name="connsiteY69" fmla="*/ 6158 h 10000"/>
                  <a:gd name="connsiteX70" fmla="*/ 2359 w 10000"/>
                  <a:gd name="connsiteY70" fmla="*/ 6241 h 10000"/>
                  <a:gd name="connsiteX71" fmla="*/ 2237 w 10000"/>
                  <a:gd name="connsiteY71" fmla="*/ 6283 h 10000"/>
                  <a:gd name="connsiteX72" fmla="*/ 2159 w 10000"/>
                  <a:gd name="connsiteY72" fmla="*/ 6216 h 10000"/>
                  <a:gd name="connsiteX73" fmla="*/ 503 w 10000"/>
                  <a:gd name="connsiteY73" fmla="*/ 7077 h 10000"/>
                  <a:gd name="connsiteX74" fmla="*/ 447 w 10000"/>
                  <a:gd name="connsiteY74" fmla="*/ 7237 h 10000"/>
                  <a:gd name="connsiteX75" fmla="*/ 380 w 10000"/>
                  <a:gd name="connsiteY75" fmla="*/ 7305 h 10000"/>
                  <a:gd name="connsiteX76" fmla="*/ 380 w 10000"/>
                  <a:gd name="connsiteY76" fmla="*/ 7542 h 10000"/>
                  <a:gd name="connsiteX77" fmla="*/ 112 w 10000"/>
                  <a:gd name="connsiteY77" fmla="*/ 7610 h 10000"/>
                  <a:gd name="connsiteX78" fmla="*/ 0 w 10000"/>
                  <a:gd name="connsiteY78" fmla="*/ 7711 h 10000"/>
                  <a:gd name="connsiteX79" fmla="*/ 4224 w 10000"/>
                  <a:gd name="connsiteY79" fmla="*/ 8206 h 10000"/>
                  <a:gd name="connsiteX80" fmla="*/ 3993 w 10000"/>
                  <a:gd name="connsiteY80" fmla="*/ 9307 h 10000"/>
                  <a:gd name="connsiteX81" fmla="*/ 4418 w 10000"/>
                  <a:gd name="connsiteY81" fmla="*/ 9434 h 10000"/>
                  <a:gd name="connsiteX82" fmla="*/ 4899 w 10000"/>
                  <a:gd name="connsiteY82" fmla="*/ 9940 h 10000"/>
                  <a:gd name="connsiteX83" fmla="*/ 4988 w 10000"/>
                  <a:gd name="connsiteY83" fmla="*/ 9992 h 10000"/>
                  <a:gd name="connsiteX84" fmla="*/ 5157 w 10000"/>
                  <a:gd name="connsiteY84" fmla="*/ 10000 h 10000"/>
                  <a:gd name="connsiteX85" fmla="*/ 5301 w 10000"/>
                  <a:gd name="connsiteY85" fmla="*/ 9915 h 10000"/>
                  <a:gd name="connsiteX86" fmla="*/ 5336 w 10000"/>
                  <a:gd name="connsiteY86" fmla="*/ 9628 h 10000"/>
                  <a:gd name="connsiteX87" fmla="*/ 6041 w 10000"/>
                  <a:gd name="connsiteY87" fmla="*/ 9460 h 10000"/>
                  <a:gd name="connsiteX88" fmla="*/ 6185 w 10000"/>
                  <a:gd name="connsiteY88" fmla="*/ 9493 h 10000"/>
                  <a:gd name="connsiteX89" fmla="*/ 6443 w 10000"/>
                  <a:gd name="connsiteY89" fmla="*/ 9712 h 10000"/>
                  <a:gd name="connsiteX90" fmla="*/ 6544 w 10000"/>
                  <a:gd name="connsiteY90" fmla="*/ 9704 h 10000"/>
                  <a:gd name="connsiteX91" fmla="*/ 6555 w 10000"/>
                  <a:gd name="connsiteY91" fmla="*/ 9561 h 10000"/>
                  <a:gd name="connsiteX92" fmla="*/ 6879 w 10000"/>
                  <a:gd name="connsiteY92" fmla="*/ 9416 h 10000"/>
                  <a:gd name="connsiteX93" fmla="*/ 7539 w 10000"/>
                  <a:gd name="connsiteY93" fmla="*/ 9517 h 10000"/>
                  <a:gd name="connsiteX94" fmla="*/ 7696 w 10000"/>
                  <a:gd name="connsiteY94" fmla="*/ 9392 h 10000"/>
                  <a:gd name="connsiteX95" fmla="*/ 8300 w 10000"/>
                  <a:gd name="connsiteY95" fmla="*/ 9476 h 10000"/>
                  <a:gd name="connsiteX96" fmla="*/ 8748 w 10000"/>
                  <a:gd name="connsiteY96" fmla="*/ 9426 h 10000"/>
                  <a:gd name="connsiteX97" fmla="*/ 9005 w 10000"/>
                  <a:gd name="connsiteY97" fmla="*/ 9517 h 10000"/>
                  <a:gd name="connsiteX98" fmla="*/ 9005 w 10000"/>
                  <a:gd name="connsiteY98" fmla="*/ 8757 h 10000"/>
                  <a:gd name="connsiteX99" fmla="*/ 9519 w 10000"/>
                  <a:gd name="connsiteY99" fmla="*/ 7948 h 10000"/>
                  <a:gd name="connsiteX100" fmla="*/ 10000 w 10000"/>
                  <a:gd name="connsiteY100" fmla="*/ 7593 h 10000"/>
                  <a:gd name="connsiteX101" fmla="*/ 9396 w 10000"/>
                  <a:gd name="connsiteY101" fmla="*/ 7069 h 10000"/>
                  <a:gd name="connsiteX102" fmla="*/ 9005 w 10000"/>
                  <a:gd name="connsiteY102" fmla="*/ 6605 h 10000"/>
                  <a:gd name="connsiteX103" fmla="*/ 8915 w 10000"/>
                  <a:gd name="connsiteY103" fmla="*/ 5938 h 10000"/>
                  <a:gd name="connsiteX104" fmla="*/ 9038 w 10000"/>
                  <a:gd name="connsiteY104" fmla="*/ 5270 h 10000"/>
                  <a:gd name="connsiteX105" fmla="*/ 9742 w 10000"/>
                  <a:gd name="connsiteY105" fmla="*/ 5034 h 10000"/>
                  <a:gd name="connsiteX106" fmla="*/ 9339 w 10000"/>
                  <a:gd name="connsiteY106" fmla="*/ 4949 h 10000"/>
                  <a:gd name="connsiteX107" fmla="*/ 9005 w 10000"/>
                  <a:gd name="connsiteY107" fmla="*/ 4434 h 10000"/>
                  <a:gd name="connsiteX108" fmla="*/ 9441 w 10000"/>
                  <a:gd name="connsiteY108" fmla="*/ 4096 h 10000"/>
                  <a:gd name="connsiteX109" fmla="*/ 9150 w 10000"/>
                  <a:gd name="connsiteY109" fmla="*/ 3750 h 10000"/>
                  <a:gd name="connsiteX110" fmla="*/ 8658 w 10000"/>
                  <a:gd name="connsiteY110" fmla="*/ 4029 h 10000"/>
                  <a:gd name="connsiteX111" fmla="*/ 7472 w 10000"/>
                  <a:gd name="connsiteY111" fmla="*/ 3716 h 10000"/>
                  <a:gd name="connsiteX112" fmla="*/ 6835 w 10000"/>
                  <a:gd name="connsiteY112" fmla="*/ 3336 h 10000"/>
                  <a:gd name="connsiteX113" fmla="*/ 6790 w 10000"/>
                  <a:gd name="connsiteY113" fmla="*/ 2854 h 10000"/>
                  <a:gd name="connsiteX114" fmla="*/ 6688 w 10000"/>
                  <a:gd name="connsiteY114" fmla="*/ 2559 h 10000"/>
                  <a:gd name="connsiteX115" fmla="*/ 6354 w 10000"/>
                  <a:gd name="connsiteY115" fmla="*/ 2390 h 10000"/>
                  <a:gd name="connsiteX116" fmla="*/ 5906 w 10000"/>
                  <a:gd name="connsiteY116" fmla="*/ 2306 h 10000"/>
                  <a:gd name="connsiteX117" fmla="*/ 5526 w 10000"/>
                  <a:gd name="connsiteY117" fmla="*/ 1883 h 10000"/>
                  <a:gd name="connsiteX118" fmla="*/ 5347 w 10000"/>
                  <a:gd name="connsiteY118" fmla="*/ 1300 h 10000"/>
                  <a:gd name="connsiteX119" fmla="*/ 5100 w 10000"/>
                  <a:gd name="connsiteY119" fmla="*/ 937 h 10000"/>
                  <a:gd name="connsiteX120" fmla="*/ 4676 w 10000"/>
                  <a:gd name="connsiteY120" fmla="*/ 557 h 10000"/>
                  <a:gd name="connsiteX121" fmla="*/ 4060 w 10000"/>
                  <a:gd name="connsiteY121" fmla="*/ 346 h 10000"/>
                  <a:gd name="connsiteX122" fmla="*/ 3859 w 10000"/>
                  <a:gd name="connsiteY122" fmla="*/ 228 h 10000"/>
                  <a:gd name="connsiteX123" fmla="*/ 3668 w 10000"/>
                  <a:gd name="connsiteY123" fmla="*/ 0 h 10000"/>
                  <a:gd name="connsiteX124" fmla="*/ 3165 w 10000"/>
                  <a:gd name="connsiteY124" fmla="*/ 143 h 10000"/>
                  <a:gd name="connsiteX125" fmla="*/ 2662 w 10000"/>
                  <a:gd name="connsiteY125" fmla="*/ 160 h 10000"/>
                  <a:gd name="connsiteX126" fmla="*/ 1991 w 10000"/>
                  <a:gd name="connsiteY126" fmla="*/ 490 h 10000"/>
                  <a:gd name="connsiteX127" fmla="*/ 1398 w 10000"/>
                  <a:gd name="connsiteY127" fmla="*/ 507 h 10000"/>
                  <a:gd name="connsiteX128" fmla="*/ 1108 w 10000"/>
                  <a:gd name="connsiteY128" fmla="*/ 675 h 10000"/>
                  <a:gd name="connsiteX129" fmla="*/ 536 w 10000"/>
                  <a:gd name="connsiteY129" fmla="*/ 719 h 10000"/>
                  <a:gd name="connsiteX0" fmla="*/ 536 w 10000"/>
                  <a:gd name="connsiteY0" fmla="*/ 719 h 10000"/>
                  <a:gd name="connsiteX1" fmla="*/ 850 w 10000"/>
                  <a:gd name="connsiteY1" fmla="*/ 937 h 10000"/>
                  <a:gd name="connsiteX2" fmla="*/ 872 w 10000"/>
                  <a:gd name="connsiteY2" fmla="*/ 1056 h 10000"/>
                  <a:gd name="connsiteX3" fmla="*/ 817 w 10000"/>
                  <a:gd name="connsiteY3" fmla="*/ 1123 h 10000"/>
                  <a:gd name="connsiteX4" fmla="*/ 917 w 10000"/>
                  <a:gd name="connsiteY4" fmla="*/ 1191 h 10000"/>
                  <a:gd name="connsiteX5" fmla="*/ 939 w 10000"/>
                  <a:gd name="connsiteY5" fmla="*/ 1300 h 10000"/>
                  <a:gd name="connsiteX6" fmla="*/ 806 w 10000"/>
                  <a:gd name="connsiteY6" fmla="*/ 1427 h 10000"/>
                  <a:gd name="connsiteX7" fmla="*/ 828 w 10000"/>
                  <a:gd name="connsiteY7" fmla="*/ 1504 h 10000"/>
                  <a:gd name="connsiteX8" fmla="*/ 961 w 10000"/>
                  <a:gd name="connsiteY8" fmla="*/ 1554 h 10000"/>
                  <a:gd name="connsiteX9" fmla="*/ 1051 w 10000"/>
                  <a:gd name="connsiteY9" fmla="*/ 1487 h 10000"/>
                  <a:gd name="connsiteX10" fmla="*/ 1141 w 10000"/>
                  <a:gd name="connsiteY10" fmla="*/ 1487 h 10000"/>
                  <a:gd name="connsiteX11" fmla="*/ 1264 w 10000"/>
                  <a:gd name="connsiteY11" fmla="*/ 1562 h 10000"/>
                  <a:gd name="connsiteX12" fmla="*/ 1264 w 10000"/>
                  <a:gd name="connsiteY12" fmla="*/ 1613 h 10000"/>
                  <a:gd name="connsiteX13" fmla="*/ 1185 w 10000"/>
                  <a:gd name="connsiteY13" fmla="*/ 1663 h 10000"/>
                  <a:gd name="connsiteX14" fmla="*/ 1097 w 10000"/>
                  <a:gd name="connsiteY14" fmla="*/ 1663 h 10000"/>
                  <a:gd name="connsiteX15" fmla="*/ 1062 w 10000"/>
                  <a:gd name="connsiteY15" fmla="*/ 1740 h 10000"/>
                  <a:gd name="connsiteX16" fmla="*/ 1119 w 10000"/>
                  <a:gd name="connsiteY16" fmla="*/ 1800 h 10000"/>
                  <a:gd name="connsiteX17" fmla="*/ 1084 w 10000"/>
                  <a:gd name="connsiteY17" fmla="*/ 1883 h 10000"/>
                  <a:gd name="connsiteX18" fmla="*/ 1062 w 10000"/>
                  <a:gd name="connsiteY18" fmla="*/ 1943 h 10000"/>
                  <a:gd name="connsiteX19" fmla="*/ 1119 w 10000"/>
                  <a:gd name="connsiteY19" fmla="*/ 2002 h 10000"/>
                  <a:gd name="connsiteX20" fmla="*/ 1286 w 10000"/>
                  <a:gd name="connsiteY20" fmla="*/ 2002 h 10000"/>
                  <a:gd name="connsiteX21" fmla="*/ 1353 w 10000"/>
                  <a:gd name="connsiteY21" fmla="*/ 2069 h 10000"/>
                  <a:gd name="connsiteX22" fmla="*/ 1476 w 10000"/>
                  <a:gd name="connsiteY22" fmla="*/ 2137 h 10000"/>
                  <a:gd name="connsiteX23" fmla="*/ 1677 w 10000"/>
                  <a:gd name="connsiteY23" fmla="*/ 2128 h 10000"/>
                  <a:gd name="connsiteX24" fmla="*/ 1823 w 10000"/>
                  <a:gd name="connsiteY24" fmla="*/ 2204 h 10000"/>
                  <a:gd name="connsiteX25" fmla="*/ 2003 w 10000"/>
                  <a:gd name="connsiteY25" fmla="*/ 2187 h 10000"/>
                  <a:gd name="connsiteX26" fmla="*/ 2091 w 10000"/>
                  <a:gd name="connsiteY26" fmla="*/ 2221 h 10000"/>
                  <a:gd name="connsiteX27" fmla="*/ 2114 w 10000"/>
                  <a:gd name="connsiteY27" fmla="*/ 2280 h 10000"/>
                  <a:gd name="connsiteX28" fmla="*/ 1958 w 10000"/>
                  <a:gd name="connsiteY28" fmla="*/ 2356 h 10000"/>
                  <a:gd name="connsiteX29" fmla="*/ 1789 w 10000"/>
                  <a:gd name="connsiteY29" fmla="*/ 2322 h 10000"/>
                  <a:gd name="connsiteX30" fmla="*/ 1644 w 10000"/>
                  <a:gd name="connsiteY30" fmla="*/ 2298 h 10000"/>
                  <a:gd name="connsiteX31" fmla="*/ 1544 w 10000"/>
                  <a:gd name="connsiteY31" fmla="*/ 2314 h 10000"/>
                  <a:gd name="connsiteX32" fmla="*/ 1510 w 10000"/>
                  <a:gd name="connsiteY32" fmla="*/ 2458 h 10000"/>
                  <a:gd name="connsiteX33" fmla="*/ 1398 w 10000"/>
                  <a:gd name="connsiteY33" fmla="*/ 2559 h 10000"/>
                  <a:gd name="connsiteX34" fmla="*/ 1465 w 10000"/>
                  <a:gd name="connsiteY34" fmla="*/ 2846 h 10000"/>
                  <a:gd name="connsiteX35" fmla="*/ 1544 w 10000"/>
                  <a:gd name="connsiteY35" fmla="*/ 2897 h 10000"/>
                  <a:gd name="connsiteX36" fmla="*/ 1499 w 10000"/>
                  <a:gd name="connsiteY36" fmla="*/ 3040 h 10000"/>
                  <a:gd name="connsiteX37" fmla="*/ 2003 w 10000"/>
                  <a:gd name="connsiteY37" fmla="*/ 3074 h 10000"/>
                  <a:gd name="connsiteX38" fmla="*/ 2091 w 10000"/>
                  <a:gd name="connsiteY38" fmla="*/ 3167 h 10000"/>
                  <a:gd name="connsiteX39" fmla="*/ 2025 w 10000"/>
                  <a:gd name="connsiteY39" fmla="*/ 3268 h 10000"/>
                  <a:gd name="connsiteX40" fmla="*/ 2025 w 10000"/>
                  <a:gd name="connsiteY40" fmla="*/ 3411 h 10000"/>
                  <a:gd name="connsiteX41" fmla="*/ 1812 w 10000"/>
                  <a:gd name="connsiteY41" fmla="*/ 3639 h 10000"/>
                  <a:gd name="connsiteX42" fmla="*/ 1622 w 10000"/>
                  <a:gd name="connsiteY42" fmla="*/ 3979 h 10000"/>
                  <a:gd name="connsiteX43" fmla="*/ 1533 w 10000"/>
                  <a:gd name="connsiteY43" fmla="*/ 4020 h 10000"/>
                  <a:gd name="connsiteX44" fmla="*/ 1533 w 10000"/>
                  <a:gd name="connsiteY44" fmla="*/ 4114 h 10000"/>
                  <a:gd name="connsiteX45" fmla="*/ 1588 w 10000"/>
                  <a:gd name="connsiteY45" fmla="*/ 4171 h 10000"/>
                  <a:gd name="connsiteX46" fmla="*/ 1453 w 10000"/>
                  <a:gd name="connsiteY46" fmla="*/ 4342 h 10000"/>
                  <a:gd name="connsiteX47" fmla="*/ 1544 w 10000"/>
                  <a:gd name="connsiteY47" fmla="*/ 4544 h 10000"/>
                  <a:gd name="connsiteX48" fmla="*/ 1689 w 10000"/>
                  <a:gd name="connsiteY48" fmla="*/ 4569 h 10000"/>
                  <a:gd name="connsiteX49" fmla="*/ 1789 w 10000"/>
                  <a:gd name="connsiteY49" fmla="*/ 4638 h 10000"/>
                  <a:gd name="connsiteX50" fmla="*/ 1946 w 10000"/>
                  <a:gd name="connsiteY50" fmla="*/ 4594 h 10000"/>
                  <a:gd name="connsiteX51" fmla="*/ 2014 w 10000"/>
                  <a:gd name="connsiteY51" fmla="*/ 4695 h 10000"/>
                  <a:gd name="connsiteX52" fmla="*/ 2047 w 10000"/>
                  <a:gd name="connsiteY52" fmla="*/ 4806 h 10000"/>
                  <a:gd name="connsiteX53" fmla="*/ 2226 w 10000"/>
                  <a:gd name="connsiteY53" fmla="*/ 4932 h 10000"/>
                  <a:gd name="connsiteX54" fmla="*/ 2326 w 10000"/>
                  <a:gd name="connsiteY54" fmla="*/ 4915 h 10000"/>
                  <a:gd name="connsiteX55" fmla="*/ 2371 w 10000"/>
                  <a:gd name="connsiteY55" fmla="*/ 4949 h 10000"/>
                  <a:gd name="connsiteX56" fmla="*/ 2359 w 10000"/>
                  <a:gd name="connsiteY56" fmla="*/ 5034 h 10000"/>
                  <a:gd name="connsiteX57" fmla="*/ 2539 w 10000"/>
                  <a:gd name="connsiteY57" fmla="*/ 5110 h 10000"/>
                  <a:gd name="connsiteX58" fmla="*/ 2651 w 10000"/>
                  <a:gd name="connsiteY58" fmla="*/ 5126 h 10000"/>
                  <a:gd name="connsiteX59" fmla="*/ 2673 w 10000"/>
                  <a:gd name="connsiteY59" fmla="*/ 5237 h 10000"/>
                  <a:gd name="connsiteX60" fmla="*/ 2483 w 10000"/>
                  <a:gd name="connsiteY60" fmla="*/ 5362 h 10000"/>
                  <a:gd name="connsiteX61" fmla="*/ 2159 w 10000"/>
                  <a:gd name="connsiteY61" fmla="*/ 5379 h 10000"/>
                  <a:gd name="connsiteX62" fmla="*/ 1946 w 10000"/>
                  <a:gd name="connsiteY62" fmla="*/ 5278 h 10000"/>
                  <a:gd name="connsiteX63" fmla="*/ 1834 w 10000"/>
                  <a:gd name="connsiteY63" fmla="*/ 5278 h 10000"/>
                  <a:gd name="connsiteX64" fmla="*/ 1789 w 10000"/>
                  <a:gd name="connsiteY64" fmla="*/ 5321 h 10000"/>
                  <a:gd name="connsiteX65" fmla="*/ 1834 w 10000"/>
                  <a:gd name="connsiteY65" fmla="*/ 5398 h 10000"/>
                  <a:gd name="connsiteX66" fmla="*/ 2091 w 10000"/>
                  <a:gd name="connsiteY66" fmla="*/ 5599 h 10000"/>
                  <a:gd name="connsiteX67" fmla="*/ 2359 w 10000"/>
                  <a:gd name="connsiteY67" fmla="*/ 5878 h 10000"/>
                  <a:gd name="connsiteX68" fmla="*/ 2439 w 10000"/>
                  <a:gd name="connsiteY68" fmla="*/ 5920 h 10000"/>
                  <a:gd name="connsiteX69" fmla="*/ 2428 w 10000"/>
                  <a:gd name="connsiteY69" fmla="*/ 6158 h 10000"/>
                  <a:gd name="connsiteX70" fmla="*/ 2359 w 10000"/>
                  <a:gd name="connsiteY70" fmla="*/ 6241 h 10000"/>
                  <a:gd name="connsiteX71" fmla="*/ 2237 w 10000"/>
                  <a:gd name="connsiteY71" fmla="*/ 6283 h 10000"/>
                  <a:gd name="connsiteX72" fmla="*/ 2159 w 10000"/>
                  <a:gd name="connsiteY72" fmla="*/ 6216 h 10000"/>
                  <a:gd name="connsiteX73" fmla="*/ 503 w 10000"/>
                  <a:gd name="connsiteY73" fmla="*/ 7077 h 10000"/>
                  <a:gd name="connsiteX74" fmla="*/ 447 w 10000"/>
                  <a:gd name="connsiteY74" fmla="*/ 7237 h 10000"/>
                  <a:gd name="connsiteX75" fmla="*/ 380 w 10000"/>
                  <a:gd name="connsiteY75" fmla="*/ 7305 h 10000"/>
                  <a:gd name="connsiteX76" fmla="*/ 112 w 10000"/>
                  <a:gd name="connsiteY76" fmla="*/ 7610 h 10000"/>
                  <a:gd name="connsiteX77" fmla="*/ 0 w 10000"/>
                  <a:gd name="connsiteY77" fmla="*/ 7711 h 10000"/>
                  <a:gd name="connsiteX78" fmla="*/ 4224 w 10000"/>
                  <a:gd name="connsiteY78" fmla="*/ 8206 h 10000"/>
                  <a:gd name="connsiteX79" fmla="*/ 3993 w 10000"/>
                  <a:gd name="connsiteY79" fmla="*/ 9307 h 10000"/>
                  <a:gd name="connsiteX80" fmla="*/ 4418 w 10000"/>
                  <a:gd name="connsiteY80" fmla="*/ 9434 h 10000"/>
                  <a:gd name="connsiteX81" fmla="*/ 4899 w 10000"/>
                  <a:gd name="connsiteY81" fmla="*/ 9940 h 10000"/>
                  <a:gd name="connsiteX82" fmla="*/ 4988 w 10000"/>
                  <a:gd name="connsiteY82" fmla="*/ 9992 h 10000"/>
                  <a:gd name="connsiteX83" fmla="*/ 5157 w 10000"/>
                  <a:gd name="connsiteY83" fmla="*/ 10000 h 10000"/>
                  <a:gd name="connsiteX84" fmla="*/ 5301 w 10000"/>
                  <a:gd name="connsiteY84" fmla="*/ 9915 h 10000"/>
                  <a:gd name="connsiteX85" fmla="*/ 5336 w 10000"/>
                  <a:gd name="connsiteY85" fmla="*/ 9628 h 10000"/>
                  <a:gd name="connsiteX86" fmla="*/ 6041 w 10000"/>
                  <a:gd name="connsiteY86" fmla="*/ 9460 h 10000"/>
                  <a:gd name="connsiteX87" fmla="*/ 6185 w 10000"/>
                  <a:gd name="connsiteY87" fmla="*/ 9493 h 10000"/>
                  <a:gd name="connsiteX88" fmla="*/ 6443 w 10000"/>
                  <a:gd name="connsiteY88" fmla="*/ 9712 h 10000"/>
                  <a:gd name="connsiteX89" fmla="*/ 6544 w 10000"/>
                  <a:gd name="connsiteY89" fmla="*/ 9704 h 10000"/>
                  <a:gd name="connsiteX90" fmla="*/ 6555 w 10000"/>
                  <a:gd name="connsiteY90" fmla="*/ 9561 h 10000"/>
                  <a:gd name="connsiteX91" fmla="*/ 6879 w 10000"/>
                  <a:gd name="connsiteY91" fmla="*/ 9416 h 10000"/>
                  <a:gd name="connsiteX92" fmla="*/ 7539 w 10000"/>
                  <a:gd name="connsiteY92" fmla="*/ 9517 h 10000"/>
                  <a:gd name="connsiteX93" fmla="*/ 7696 w 10000"/>
                  <a:gd name="connsiteY93" fmla="*/ 9392 h 10000"/>
                  <a:gd name="connsiteX94" fmla="*/ 8300 w 10000"/>
                  <a:gd name="connsiteY94" fmla="*/ 9476 h 10000"/>
                  <a:gd name="connsiteX95" fmla="*/ 8748 w 10000"/>
                  <a:gd name="connsiteY95" fmla="*/ 9426 h 10000"/>
                  <a:gd name="connsiteX96" fmla="*/ 9005 w 10000"/>
                  <a:gd name="connsiteY96" fmla="*/ 9517 h 10000"/>
                  <a:gd name="connsiteX97" fmla="*/ 9005 w 10000"/>
                  <a:gd name="connsiteY97" fmla="*/ 8757 h 10000"/>
                  <a:gd name="connsiteX98" fmla="*/ 9519 w 10000"/>
                  <a:gd name="connsiteY98" fmla="*/ 7948 h 10000"/>
                  <a:gd name="connsiteX99" fmla="*/ 10000 w 10000"/>
                  <a:gd name="connsiteY99" fmla="*/ 7593 h 10000"/>
                  <a:gd name="connsiteX100" fmla="*/ 9396 w 10000"/>
                  <a:gd name="connsiteY100" fmla="*/ 7069 h 10000"/>
                  <a:gd name="connsiteX101" fmla="*/ 9005 w 10000"/>
                  <a:gd name="connsiteY101" fmla="*/ 6605 h 10000"/>
                  <a:gd name="connsiteX102" fmla="*/ 8915 w 10000"/>
                  <a:gd name="connsiteY102" fmla="*/ 5938 h 10000"/>
                  <a:gd name="connsiteX103" fmla="*/ 9038 w 10000"/>
                  <a:gd name="connsiteY103" fmla="*/ 5270 h 10000"/>
                  <a:gd name="connsiteX104" fmla="*/ 9742 w 10000"/>
                  <a:gd name="connsiteY104" fmla="*/ 5034 h 10000"/>
                  <a:gd name="connsiteX105" fmla="*/ 9339 w 10000"/>
                  <a:gd name="connsiteY105" fmla="*/ 4949 h 10000"/>
                  <a:gd name="connsiteX106" fmla="*/ 9005 w 10000"/>
                  <a:gd name="connsiteY106" fmla="*/ 4434 h 10000"/>
                  <a:gd name="connsiteX107" fmla="*/ 9441 w 10000"/>
                  <a:gd name="connsiteY107" fmla="*/ 4096 h 10000"/>
                  <a:gd name="connsiteX108" fmla="*/ 9150 w 10000"/>
                  <a:gd name="connsiteY108" fmla="*/ 3750 h 10000"/>
                  <a:gd name="connsiteX109" fmla="*/ 8658 w 10000"/>
                  <a:gd name="connsiteY109" fmla="*/ 4029 h 10000"/>
                  <a:gd name="connsiteX110" fmla="*/ 7472 w 10000"/>
                  <a:gd name="connsiteY110" fmla="*/ 3716 h 10000"/>
                  <a:gd name="connsiteX111" fmla="*/ 6835 w 10000"/>
                  <a:gd name="connsiteY111" fmla="*/ 3336 h 10000"/>
                  <a:gd name="connsiteX112" fmla="*/ 6790 w 10000"/>
                  <a:gd name="connsiteY112" fmla="*/ 2854 h 10000"/>
                  <a:gd name="connsiteX113" fmla="*/ 6688 w 10000"/>
                  <a:gd name="connsiteY113" fmla="*/ 2559 h 10000"/>
                  <a:gd name="connsiteX114" fmla="*/ 6354 w 10000"/>
                  <a:gd name="connsiteY114" fmla="*/ 2390 h 10000"/>
                  <a:gd name="connsiteX115" fmla="*/ 5906 w 10000"/>
                  <a:gd name="connsiteY115" fmla="*/ 2306 h 10000"/>
                  <a:gd name="connsiteX116" fmla="*/ 5526 w 10000"/>
                  <a:gd name="connsiteY116" fmla="*/ 1883 h 10000"/>
                  <a:gd name="connsiteX117" fmla="*/ 5347 w 10000"/>
                  <a:gd name="connsiteY117" fmla="*/ 1300 h 10000"/>
                  <a:gd name="connsiteX118" fmla="*/ 5100 w 10000"/>
                  <a:gd name="connsiteY118" fmla="*/ 937 h 10000"/>
                  <a:gd name="connsiteX119" fmla="*/ 4676 w 10000"/>
                  <a:gd name="connsiteY119" fmla="*/ 557 h 10000"/>
                  <a:gd name="connsiteX120" fmla="*/ 4060 w 10000"/>
                  <a:gd name="connsiteY120" fmla="*/ 346 h 10000"/>
                  <a:gd name="connsiteX121" fmla="*/ 3859 w 10000"/>
                  <a:gd name="connsiteY121" fmla="*/ 228 h 10000"/>
                  <a:gd name="connsiteX122" fmla="*/ 3668 w 10000"/>
                  <a:gd name="connsiteY122" fmla="*/ 0 h 10000"/>
                  <a:gd name="connsiteX123" fmla="*/ 3165 w 10000"/>
                  <a:gd name="connsiteY123" fmla="*/ 143 h 10000"/>
                  <a:gd name="connsiteX124" fmla="*/ 2662 w 10000"/>
                  <a:gd name="connsiteY124" fmla="*/ 160 h 10000"/>
                  <a:gd name="connsiteX125" fmla="*/ 1991 w 10000"/>
                  <a:gd name="connsiteY125" fmla="*/ 490 h 10000"/>
                  <a:gd name="connsiteX126" fmla="*/ 1398 w 10000"/>
                  <a:gd name="connsiteY126" fmla="*/ 507 h 10000"/>
                  <a:gd name="connsiteX127" fmla="*/ 1108 w 10000"/>
                  <a:gd name="connsiteY127" fmla="*/ 675 h 10000"/>
                  <a:gd name="connsiteX128" fmla="*/ 536 w 10000"/>
                  <a:gd name="connsiteY128" fmla="*/ 719 h 10000"/>
                  <a:gd name="connsiteX0" fmla="*/ 424 w 9888"/>
                  <a:gd name="connsiteY0" fmla="*/ 719 h 10000"/>
                  <a:gd name="connsiteX1" fmla="*/ 738 w 9888"/>
                  <a:gd name="connsiteY1" fmla="*/ 937 h 10000"/>
                  <a:gd name="connsiteX2" fmla="*/ 760 w 9888"/>
                  <a:gd name="connsiteY2" fmla="*/ 1056 h 10000"/>
                  <a:gd name="connsiteX3" fmla="*/ 705 w 9888"/>
                  <a:gd name="connsiteY3" fmla="*/ 1123 h 10000"/>
                  <a:gd name="connsiteX4" fmla="*/ 805 w 9888"/>
                  <a:gd name="connsiteY4" fmla="*/ 1191 h 10000"/>
                  <a:gd name="connsiteX5" fmla="*/ 827 w 9888"/>
                  <a:gd name="connsiteY5" fmla="*/ 1300 h 10000"/>
                  <a:gd name="connsiteX6" fmla="*/ 694 w 9888"/>
                  <a:gd name="connsiteY6" fmla="*/ 1427 h 10000"/>
                  <a:gd name="connsiteX7" fmla="*/ 716 w 9888"/>
                  <a:gd name="connsiteY7" fmla="*/ 1504 h 10000"/>
                  <a:gd name="connsiteX8" fmla="*/ 849 w 9888"/>
                  <a:gd name="connsiteY8" fmla="*/ 1554 h 10000"/>
                  <a:gd name="connsiteX9" fmla="*/ 939 w 9888"/>
                  <a:gd name="connsiteY9" fmla="*/ 1487 h 10000"/>
                  <a:gd name="connsiteX10" fmla="*/ 1029 w 9888"/>
                  <a:gd name="connsiteY10" fmla="*/ 1487 h 10000"/>
                  <a:gd name="connsiteX11" fmla="*/ 1152 w 9888"/>
                  <a:gd name="connsiteY11" fmla="*/ 1562 h 10000"/>
                  <a:gd name="connsiteX12" fmla="*/ 1152 w 9888"/>
                  <a:gd name="connsiteY12" fmla="*/ 1613 h 10000"/>
                  <a:gd name="connsiteX13" fmla="*/ 1073 w 9888"/>
                  <a:gd name="connsiteY13" fmla="*/ 1663 h 10000"/>
                  <a:gd name="connsiteX14" fmla="*/ 985 w 9888"/>
                  <a:gd name="connsiteY14" fmla="*/ 1663 h 10000"/>
                  <a:gd name="connsiteX15" fmla="*/ 950 w 9888"/>
                  <a:gd name="connsiteY15" fmla="*/ 1740 h 10000"/>
                  <a:gd name="connsiteX16" fmla="*/ 1007 w 9888"/>
                  <a:gd name="connsiteY16" fmla="*/ 1800 h 10000"/>
                  <a:gd name="connsiteX17" fmla="*/ 972 w 9888"/>
                  <a:gd name="connsiteY17" fmla="*/ 1883 h 10000"/>
                  <a:gd name="connsiteX18" fmla="*/ 950 w 9888"/>
                  <a:gd name="connsiteY18" fmla="*/ 1943 h 10000"/>
                  <a:gd name="connsiteX19" fmla="*/ 1007 w 9888"/>
                  <a:gd name="connsiteY19" fmla="*/ 2002 h 10000"/>
                  <a:gd name="connsiteX20" fmla="*/ 1174 w 9888"/>
                  <a:gd name="connsiteY20" fmla="*/ 2002 h 10000"/>
                  <a:gd name="connsiteX21" fmla="*/ 1241 w 9888"/>
                  <a:gd name="connsiteY21" fmla="*/ 2069 h 10000"/>
                  <a:gd name="connsiteX22" fmla="*/ 1364 w 9888"/>
                  <a:gd name="connsiteY22" fmla="*/ 2137 h 10000"/>
                  <a:gd name="connsiteX23" fmla="*/ 1565 w 9888"/>
                  <a:gd name="connsiteY23" fmla="*/ 2128 h 10000"/>
                  <a:gd name="connsiteX24" fmla="*/ 1711 w 9888"/>
                  <a:gd name="connsiteY24" fmla="*/ 2204 h 10000"/>
                  <a:gd name="connsiteX25" fmla="*/ 1891 w 9888"/>
                  <a:gd name="connsiteY25" fmla="*/ 2187 h 10000"/>
                  <a:gd name="connsiteX26" fmla="*/ 1979 w 9888"/>
                  <a:gd name="connsiteY26" fmla="*/ 2221 h 10000"/>
                  <a:gd name="connsiteX27" fmla="*/ 2002 w 9888"/>
                  <a:gd name="connsiteY27" fmla="*/ 2280 h 10000"/>
                  <a:gd name="connsiteX28" fmla="*/ 1846 w 9888"/>
                  <a:gd name="connsiteY28" fmla="*/ 2356 h 10000"/>
                  <a:gd name="connsiteX29" fmla="*/ 1677 w 9888"/>
                  <a:gd name="connsiteY29" fmla="*/ 2322 h 10000"/>
                  <a:gd name="connsiteX30" fmla="*/ 1532 w 9888"/>
                  <a:gd name="connsiteY30" fmla="*/ 2298 h 10000"/>
                  <a:gd name="connsiteX31" fmla="*/ 1432 w 9888"/>
                  <a:gd name="connsiteY31" fmla="*/ 2314 h 10000"/>
                  <a:gd name="connsiteX32" fmla="*/ 1398 w 9888"/>
                  <a:gd name="connsiteY32" fmla="*/ 2458 h 10000"/>
                  <a:gd name="connsiteX33" fmla="*/ 1286 w 9888"/>
                  <a:gd name="connsiteY33" fmla="*/ 2559 h 10000"/>
                  <a:gd name="connsiteX34" fmla="*/ 1353 w 9888"/>
                  <a:gd name="connsiteY34" fmla="*/ 2846 h 10000"/>
                  <a:gd name="connsiteX35" fmla="*/ 1432 w 9888"/>
                  <a:gd name="connsiteY35" fmla="*/ 2897 h 10000"/>
                  <a:gd name="connsiteX36" fmla="*/ 1387 w 9888"/>
                  <a:gd name="connsiteY36" fmla="*/ 3040 h 10000"/>
                  <a:gd name="connsiteX37" fmla="*/ 1891 w 9888"/>
                  <a:gd name="connsiteY37" fmla="*/ 3074 h 10000"/>
                  <a:gd name="connsiteX38" fmla="*/ 1979 w 9888"/>
                  <a:gd name="connsiteY38" fmla="*/ 3167 h 10000"/>
                  <a:gd name="connsiteX39" fmla="*/ 1913 w 9888"/>
                  <a:gd name="connsiteY39" fmla="*/ 3268 h 10000"/>
                  <a:gd name="connsiteX40" fmla="*/ 1913 w 9888"/>
                  <a:gd name="connsiteY40" fmla="*/ 3411 h 10000"/>
                  <a:gd name="connsiteX41" fmla="*/ 1700 w 9888"/>
                  <a:gd name="connsiteY41" fmla="*/ 3639 h 10000"/>
                  <a:gd name="connsiteX42" fmla="*/ 1510 w 9888"/>
                  <a:gd name="connsiteY42" fmla="*/ 3979 h 10000"/>
                  <a:gd name="connsiteX43" fmla="*/ 1421 w 9888"/>
                  <a:gd name="connsiteY43" fmla="*/ 4020 h 10000"/>
                  <a:gd name="connsiteX44" fmla="*/ 1421 w 9888"/>
                  <a:gd name="connsiteY44" fmla="*/ 4114 h 10000"/>
                  <a:gd name="connsiteX45" fmla="*/ 1476 w 9888"/>
                  <a:gd name="connsiteY45" fmla="*/ 4171 h 10000"/>
                  <a:gd name="connsiteX46" fmla="*/ 1341 w 9888"/>
                  <a:gd name="connsiteY46" fmla="*/ 4342 h 10000"/>
                  <a:gd name="connsiteX47" fmla="*/ 1432 w 9888"/>
                  <a:gd name="connsiteY47" fmla="*/ 4544 h 10000"/>
                  <a:gd name="connsiteX48" fmla="*/ 1577 w 9888"/>
                  <a:gd name="connsiteY48" fmla="*/ 4569 h 10000"/>
                  <a:gd name="connsiteX49" fmla="*/ 1677 w 9888"/>
                  <a:gd name="connsiteY49" fmla="*/ 4638 h 10000"/>
                  <a:gd name="connsiteX50" fmla="*/ 1834 w 9888"/>
                  <a:gd name="connsiteY50" fmla="*/ 4594 h 10000"/>
                  <a:gd name="connsiteX51" fmla="*/ 1902 w 9888"/>
                  <a:gd name="connsiteY51" fmla="*/ 4695 h 10000"/>
                  <a:gd name="connsiteX52" fmla="*/ 1935 w 9888"/>
                  <a:gd name="connsiteY52" fmla="*/ 4806 h 10000"/>
                  <a:gd name="connsiteX53" fmla="*/ 2114 w 9888"/>
                  <a:gd name="connsiteY53" fmla="*/ 4932 h 10000"/>
                  <a:gd name="connsiteX54" fmla="*/ 2214 w 9888"/>
                  <a:gd name="connsiteY54" fmla="*/ 4915 h 10000"/>
                  <a:gd name="connsiteX55" fmla="*/ 2259 w 9888"/>
                  <a:gd name="connsiteY55" fmla="*/ 4949 h 10000"/>
                  <a:gd name="connsiteX56" fmla="*/ 2247 w 9888"/>
                  <a:gd name="connsiteY56" fmla="*/ 5034 h 10000"/>
                  <a:gd name="connsiteX57" fmla="*/ 2427 w 9888"/>
                  <a:gd name="connsiteY57" fmla="*/ 5110 h 10000"/>
                  <a:gd name="connsiteX58" fmla="*/ 2539 w 9888"/>
                  <a:gd name="connsiteY58" fmla="*/ 5126 h 10000"/>
                  <a:gd name="connsiteX59" fmla="*/ 2561 w 9888"/>
                  <a:gd name="connsiteY59" fmla="*/ 5237 h 10000"/>
                  <a:gd name="connsiteX60" fmla="*/ 2371 w 9888"/>
                  <a:gd name="connsiteY60" fmla="*/ 5362 h 10000"/>
                  <a:gd name="connsiteX61" fmla="*/ 2047 w 9888"/>
                  <a:gd name="connsiteY61" fmla="*/ 5379 h 10000"/>
                  <a:gd name="connsiteX62" fmla="*/ 1834 w 9888"/>
                  <a:gd name="connsiteY62" fmla="*/ 5278 h 10000"/>
                  <a:gd name="connsiteX63" fmla="*/ 1722 w 9888"/>
                  <a:gd name="connsiteY63" fmla="*/ 5278 h 10000"/>
                  <a:gd name="connsiteX64" fmla="*/ 1677 w 9888"/>
                  <a:gd name="connsiteY64" fmla="*/ 5321 h 10000"/>
                  <a:gd name="connsiteX65" fmla="*/ 1722 w 9888"/>
                  <a:gd name="connsiteY65" fmla="*/ 5398 h 10000"/>
                  <a:gd name="connsiteX66" fmla="*/ 1979 w 9888"/>
                  <a:gd name="connsiteY66" fmla="*/ 5599 h 10000"/>
                  <a:gd name="connsiteX67" fmla="*/ 2247 w 9888"/>
                  <a:gd name="connsiteY67" fmla="*/ 5878 h 10000"/>
                  <a:gd name="connsiteX68" fmla="*/ 2327 w 9888"/>
                  <a:gd name="connsiteY68" fmla="*/ 5920 h 10000"/>
                  <a:gd name="connsiteX69" fmla="*/ 2316 w 9888"/>
                  <a:gd name="connsiteY69" fmla="*/ 6158 h 10000"/>
                  <a:gd name="connsiteX70" fmla="*/ 2247 w 9888"/>
                  <a:gd name="connsiteY70" fmla="*/ 6241 h 10000"/>
                  <a:gd name="connsiteX71" fmla="*/ 2125 w 9888"/>
                  <a:gd name="connsiteY71" fmla="*/ 6283 h 10000"/>
                  <a:gd name="connsiteX72" fmla="*/ 2047 w 9888"/>
                  <a:gd name="connsiteY72" fmla="*/ 6216 h 10000"/>
                  <a:gd name="connsiteX73" fmla="*/ 391 w 9888"/>
                  <a:gd name="connsiteY73" fmla="*/ 7077 h 10000"/>
                  <a:gd name="connsiteX74" fmla="*/ 335 w 9888"/>
                  <a:gd name="connsiteY74" fmla="*/ 7237 h 10000"/>
                  <a:gd name="connsiteX75" fmla="*/ 268 w 9888"/>
                  <a:gd name="connsiteY75" fmla="*/ 7305 h 10000"/>
                  <a:gd name="connsiteX76" fmla="*/ 0 w 9888"/>
                  <a:gd name="connsiteY76" fmla="*/ 7610 h 10000"/>
                  <a:gd name="connsiteX77" fmla="*/ 4112 w 9888"/>
                  <a:gd name="connsiteY77" fmla="*/ 8206 h 10000"/>
                  <a:gd name="connsiteX78" fmla="*/ 3881 w 9888"/>
                  <a:gd name="connsiteY78" fmla="*/ 9307 h 10000"/>
                  <a:gd name="connsiteX79" fmla="*/ 4306 w 9888"/>
                  <a:gd name="connsiteY79" fmla="*/ 9434 h 10000"/>
                  <a:gd name="connsiteX80" fmla="*/ 4787 w 9888"/>
                  <a:gd name="connsiteY80" fmla="*/ 9940 h 10000"/>
                  <a:gd name="connsiteX81" fmla="*/ 4876 w 9888"/>
                  <a:gd name="connsiteY81" fmla="*/ 9992 h 10000"/>
                  <a:gd name="connsiteX82" fmla="*/ 5045 w 9888"/>
                  <a:gd name="connsiteY82" fmla="*/ 10000 h 10000"/>
                  <a:gd name="connsiteX83" fmla="*/ 5189 w 9888"/>
                  <a:gd name="connsiteY83" fmla="*/ 9915 h 10000"/>
                  <a:gd name="connsiteX84" fmla="*/ 5224 w 9888"/>
                  <a:gd name="connsiteY84" fmla="*/ 9628 h 10000"/>
                  <a:gd name="connsiteX85" fmla="*/ 5929 w 9888"/>
                  <a:gd name="connsiteY85" fmla="*/ 9460 h 10000"/>
                  <a:gd name="connsiteX86" fmla="*/ 6073 w 9888"/>
                  <a:gd name="connsiteY86" fmla="*/ 9493 h 10000"/>
                  <a:gd name="connsiteX87" fmla="*/ 6331 w 9888"/>
                  <a:gd name="connsiteY87" fmla="*/ 9712 h 10000"/>
                  <a:gd name="connsiteX88" fmla="*/ 6432 w 9888"/>
                  <a:gd name="connsiteY88" fmla="*/ 9704 h 10000"/>
                  <a:gd name="connsiteX89" fmla="*/ 6443 w 9888"/>
                  <a:gd name="connsiteY89" fmla="*/ 9561 h 10000"/>
                  <a:gd name="connsiteX90" fmla="*/ 6767 w 9888"/>
                  <a:gd name="connsiteY90" fmla="*/ 9416 h 10000"/>
                  <a:gd name="connsiteX91" fmla="*/ 7427 w 9888"/>
                  <a:gd name="connsiteY91" fmla="*/ 9517 h 10000"/>
                  <a:gd name="connsiteX92" fmla="*/ 7584 w 9888"/>
                  <a:gd name="connsiteY92" fmla="*/ 9392 h 10000"/>
                  <a:gd name="connsiteX93" fmla="*/ 8188 w 9888"/>
                  <a:gd name="connsiteY93" fmla="*/ 9476 h 10000"/>
                  <a:gd name="connsiteX94" fmla="*/ 8636 w 9888"/>
                  <a:gd name="connsiteY94" fmla="*/ 9426 h 10000"/>
                  <a:gd name="connsiteX95" fmla="*/ 8893 w 9888"/>
                  <a:gd name="connsiteY95" fmla="*/ 9517 h 10000"/>
                  <a:gd name="connsiteX96" fmla="*/ 8893 w 9888"/>
                  <a:gd name="connsiteY96" fmla="*/ 8757 h 10000"/>
                  <a:gd name="connsiteX97" fmla="*/ 9407 w 9888"/>
                  <a:gd name="connsiteY97" fmla="*/ 7948 h 10000"/>
                  <a:gd name="connsiteX98" fmla="*/ 9888 w 9888"/>
                  <a:gd name="connsiteY98" fmla="*/ 7593 h 10000"/>
                  <a:gd name="connsiteX99" fmla="*/ 9284 w 9888"/>
                  <a:gd name="connsiteY99" fmla="*/ 7069 h 10000"/>
                  <a:gd name="connsiteX100" fmla="*/ 8893 w 9888"/>
                  <a:gd name="connsiteY100" fmla="*/ 6605 h 10000"/>
                  <a:gd name="connsiteX101" fmla="*/ 8803 w 9888"/>
                  <a:gd name="connsiteY101" fmla="*/ 5938 h 10000"/>
                  <a:gd name="connsiteX102" fmla="*/ 8926 w 9888"/>
                  <a:gd name="connsiteY102" fmla="*/ 5270 h 10000"/>
                  <a:gd name="connsiteX103" fmla="*/ 9630 w 9888"/>
                  <a:gd name="connsiteY103" fmla="*/ 5034 h 10000"/>
                  <a:gd name="connsiteX104" fmla="*/ 9227 w 9888"/>
                  <a:gd name="connsiteY104" fmla="*/ 4949 h 10000"/>
                  <a:gd name="connsiteX105" fmla="*/ 8893 w 9888"/>
                  <a:gd name="connsiteY105" fmla="*/ 4434 h 10000"/>
                  <a:gd name="connsiteX106" fmla="*/ 9329 w 9888"/>
                  <a:gd name="connsiteY106" fmla="*/ 4096 h 10000"/>
                  <a:gd name="connsiteX107" fmla="*/ 9038 w 9888"/>
                  <a:gd name="connsiteY107" fmla="*/ 3750 h 10000"/>
                  <a:gd name="connsiteX108" fmla="*/ 8546 w 9888"/>
                  <a:gd name="connsiteY108" fmla="*/ 4029 h 10000"/>
                  <a:gd name="connsiteX109" fmla="*/ 7360 w 9888"/>
                  <a:gd name="connsiteY109" fmla="*/ 3716 h 10000"/>
                  <a:gd name="connsiteX110" fmla="*/ 6723 w 9888"/>
                  <a:gd name="connsiteY110" fmla="*/ 3336 h 10000"/>
                  <a:gd name="connsiteX111" fmla="*/ 6678 w 9888"/>
                  <a:gd name="connsiteY111" fmla="*/ 2854 h 10000"/>
                  <a:gd name="connsiteX112" fmla="*/ 6576 w 9888"/>
                  <a:gd name="connsiteY112" fmla="*/ 2559 h 10000"/>
                  <a:gd name="connsiteX113" fmla="*/ 6242 w 9888"/>
                  <a:gd name="connsiteY113" fmla="*/ 2390 h 10000"/>
                  <a:gd name="connsiteX114" fmla="*/ 5794 w 9888"/>
                  <a:gd name="connsiteY114" fmla="*/ 2306 h 10000"/>
                  <a:gd name="connsiteX115" fmla="*/ 5414 w 9888"/>
                  <a:gd name="connsiteY115" fmla="*/ 1883 h 10000"/>
                  <a:gd name="connsiteX116" fmla="*/ 5235 w 9888"/>
                  <a:gd name="connsiteY116" fmla="*/ 1300 h 10000"/>
                  <a:gd name="connsiteX117" fmla="*/ 4988 w 9888"/>
                  <a:gd name="connsiteY117" fmla="*/ 937 h 10000"/>
                  <a:gd name="connsiteX118" fmla="*/ 4564 w 9888"/>
                  <a:gd name="connsiteY118" fmla="*/ 557 h 10000"/>
                  <a:gd name="connsiteX119" fmla="*/ 3948 w 9888"/>
                  <a:gd name="connsiteY119" fmla="*/ 346 h 10000"/>
                  <a:gd name="connsiteX120" fmla="*/ 3747 w 9888"/>
                  <a:gd name="connsiteY120" fmla="*/ 228 h 10000"/>
                  <a:gd name="connsiteX121" fmla="*/ 3556 w 9888"/>
                  <a:gd name="connsiteY121" fmla="*/ 0 h 10000"/>
                  <a:gd name="connsiteX122" fmla="*/ 3053 w 9888"/>
                  <a:gd name="connsiteY122" fmla="*/ 143 h 10000"/>
                  <a:gd name="connsiteX123" fmla="*/ 2550 w 9888"/>
                  <a:gd name="connsiteY123" fmla="*/ 160 h 10000"/>
                  <a:gd name="connsiteX124" fmla="*/ 1879 w 9888"/>
                  <a:gd name="connsiteY124" fmla="*/ 490 h 10000"/>
                  <a:gd name="connsiteX125" fmla="*/ 1286 w 9888"/>
                  <a:gd name="connsiteY125" fmla="*/ 507 h 10000"/>
                  <a:gd name="connsiteX126" fmla="*/ 996 w 9888"/>
                  <a:gd name="connsiteY126" fmla="*/ 675 h 10000"/>
                  <a:gd name="connsiteX127" fmla="*/ 424 w 9888"/>
                  <a:gd name="connsiteY127" fmla="*/ 719 h 10000"/>
                  <a:gd name="connsiteX0" fmla="*/ 1066 w 10637"/>
                  <a:gd name="connsiteY0" fmla="*/ 719 h 10000"/>
                  <a:gd name="connsiteX1" fmla="*/ 1383 w 10637"/>
                  <a:gd name="connsiteY1" fmla="*/ 937 h 10000"/>
                  <a:gd name="connsiteX2" fmla="*/ 1406 w 10637"/>
                  <a:gd name="connsiteY2" fmla="*/ 1056 h 10000"/>
                  <a:gd name="connsiteX3" fmla="*/ 1350 w 10637"/>
                  <a:gd name="connsiteY3" fmla="*/ 1123 h 10000"/>
                  <a:gd name="connsiteX4" fmla="*/ 1451 w 10637"/>
                  <a:gd name="connsiteY4" fmla="*/ 1191 h 10000"/>
                  <a:gd name="connsiteX5" fmla="*/ 1473 w 10637"/>
                  <a:gd name="connsiteY5" fmla="*/ 1300 h 10000"/>
                  <a:gd name="connsiteX6" fmla="*/ 1339 w 10637"/>
                  <a:gd name="connsiteY6" fmla="*/ 1427 h 10000"/>
                  <a:gd name="connsiteX7" fmla="*/ 1361 w 10637"/>
                  <a:gd name="connsiteY7" fmla="*/ 1504 h 10000"/>
                  <a:gd name="connsiteX8" fmla="*/ 1496 w 10637"/>
                  <a:gd name="connsiteY8" fmla="*/ 1554 h 10000"/>
                  <a:gd name="connsiteX9" fmla="*/ 1587 w 10637"/>
                  <a:gd name="connsiteY9" fmla="*/ 1487 h 10000"/>
                  <a:gd name="connsiteX10" fmla="*/ 1678 w 10637"/>
                  <a:gd name="connsiteY10" fmla="*/ 1487 h 10000"/>
                  <a:gd name="connsiteX11" fmla="*/ 1802 w 10637"/>
                  <a:gd name="connsiteY11" fmla="*/ 1562 h 10000"/>
                  <a:gd name="connsiteX12" fmla="*/ 1802 w 10637"/>
                  <a:gd name="connsiteY12" fmla="*/ 1613 h 10000"/>
                  <a:gd name="connsiteX13" fmla="*/ 1722 w 10637"/>
                  <a:gd name="connsiteY13" fmla="*/ 1663 h 10000"/>
                  <a:gd name="connsiteX14" fmla="*/ 1633 w 10637"/>
                  <a:gd name="connsiteY14" fmla="*/ 1663 h 10000"/>
                  <a:gd name="connsiteX15" fmla="*/ 1598 w 10637"/>
                  <a:gd name="connsiteY15" fmla="*/ 1740 h 10000"/>
                  <a:gd name="connsiteX16" fmla="*/ 1655 w 10637"/>
                  <a:gd name="connsiteY16" fmla="*/ 1800 h 10000"/>
                  <a:gd name="connsiteX17" fmla="*/ 1620 w 10637"/>
                  <a:gd name="connsiteY17" fmla="*/ 1883 h 10000"/>
                  <a:gd name="connsiteX18" fmla="*/ 1598 w 10637"/>
                  <a:gd name="connsiteY18" fmla="*/ 1943 h 10000"/>
                  <a:gd name="connsiteX19" fmla="*/ 1655 w 10637"/>
                  <a:gd name="connsiteY19" fmla="*/ 2002 h 10000"/>
                  <a:gd name="connsiteX20" fmla="*/ 1824 w 10637"/>
                  <a:gd name="connsiteY20" fmla="*/ 2002 h 10000"/>
                  <a:gd name="connsiteX21" fmla="*/ 1892 w 10637"/>
                  <a:gd name="connsiteY21" fmla="*/ 2069 h 10000"/>
                  <a:gd name="connsiteX22" fmla="*/ 2016 w 10637"/>
                  <a:gd name="connsiteY22" fmla="*/ 2137 h 10000"/>
                  <a:gd name="connsiteX23" fmla="*/ 2220 w 10637"/>
                  <a:gd name="connsiteY23" fmla="*/ 2128 h 10000"/>
                  <a:gd name="connsiteX24" fmla="*/ 2367 w 10637"/>
                  <a:gd name="connsiteY24" fmla="*/ 2204 h 10000"/>
                  <a:gd name="connsiteX25" fmla="*/ 2549 w 10637"/>
                  <a:gd name="connsiteY25" fmla="*/ 2187 h 10000"/>
                  <a:gd name="connsiteX26" fmla="*/ 2638 w 10637"/>
                  <a:gd name="connsiteY26" fmla="*/ 2221 h 10000"/>
                  <a:gd name="connsiteX27" fmla="*/ 2662 w 10637"/>
                  <a:gd name="connsiteY27" fmla="*/ 2280 h 10000"/>
                  <a:gd name="connsiteX28" fmla="*/ 2504 w 10637"/>
                  <a:gd name="connsiteY28" fmla="*/ 2356 h 10000"/>
                  <a:gd name="connsiteX29" fmla="*/ 2333 w 10637"/>
                  <a:gd name="connsiteY29" fmla="*/ 2322 h 10000"/>
                  <a:gd name="connsiteX30" fmla="*/ 2186 w 10637"/>
                  <a:gd name="connsiteY30" fmla="*/ 2298 h 10000"/>
                  <a:gd name="connsiteX31" fmla="*/ 2085 w 10637"/>
                  <a:gd name="connsiteY31" fmla="*/ 2314 h 10000"/>
                  <a:gd name="connsiteX32" fmla="*/ 2051 w 10637"/>
                  <a:gd name="connsiteY32" fmla="*/ 2458 h 10000"/>
                  <a:gd name="connsiteX33" fmla="*/ 1938 w 10637"/>
                  <a:gd name="connsiteY33" fmla="*/ 2559 h 10000"/>
                  <a:gd name="connsiteX34" fmla="*/ 2005 w 10637"/>
                  <a:gd name="connsiteY34" fmla="*/ 2846 h 10000"/>
                  <a:gd name="connsiteX35" fmla="*/ 2085 w 10637"/>
                  <a:gd name="connsiteY35" fmla="*/ 2897 h 10000"/>
                  <a:gd name="connsiteX36" fmla="*/ 2040 w 10637"/>
                  <a:gd name="connsiteY36" fmla="*/ 3040 h 10000"/>
                  <a:gd name="connsiteX37" fmla="*/ 2549 w 10637"/>
                  <a:gd name="connsiteY37" fmla="*/ 3074 h 10000"/>
                  <a:gd name="connsiteX38" fmla="*/ 2638 w 10637"/>
                  <a:gd name="connsiteY38" fmla="*/ 3167 h 10000"/>
                  <a:gd name="connsiteX39" fmla="*/ 2572 w 10637"/>
                  <a:gd name="connsiteY39" fmla="*/ 3268 h 10000"/>
                  <a:gd name="connsiteX40" fmla="*/ 2572 w 10637"/>
                  <a:gd name="connsiteY40" fmla="*/ 3411 h 10000"/>
                  <a:gd name="connsiteX41" fmla="*/ 2356 w 10637"/>
                  <a:gd name="connsiteY41" fmla="*/ 3639 h 10000"/>
                  <a:gd name="connsiteX42" fmla="*/ 2164 w 10637"/>
                  <a:gd name="connsiteY42" fmla="*/ 3979 h 10000"/>
                  <a:gd name="connsiteX43" fmla="*/ 2074 w 10637"/>
                  <a:gd name="connsiteY43" fmla="*/ 4020 h 10000"/>
                  <a:gd name="connsiteX44" fmla="*/ 2074 w 10637"/>
                  <a:gd name="connsiteY44" fmla="*/ 4114 h 10000"/>
                  <a:gd name="connsiteX45" fmla="*/ 2130 w 10637"/>
                  <a:gd name="connsiteY45" fmla="*/ 4171 h 10000"/>
                  <a:gd name="connsiteX46" fmla="*/ 1993 w 10637"/>
                  <a:gd name="connsiteY46" fmla="*/ 4342 h 10000"/>
                  <a:gd name="connsiteX47" fmla="*/ 2085 w 10637"/>
                  <a:gd name="connsiteY47" fmla="*/ 4544 h 10000"/>
                  <a:gd name="connsiteX48" fmla="*/ 2232 w 10637"/>
                  <a:gd name="connsiteY48" fmla="*/ 4569 h 10000"/>
                  <a:gd name="connsiteX49" fmla="*/ 2333 w 10637"/>
                  <a:gd name="connsiteY49" fmla="*/ 4638 h 10000"/>
                  <a:gd name="connsiteX50" fmla="*/ 2492 w 10637"/>
                  <a:gd name="connsiteY50" fmla="*/ 4594 h 10000"/>
                  <a:gd name="connsiteX51" fmla="*/ 2561 w 10637"/>
                  <a:gd name="connsiteY51" fmla="*/ 4695 h 10000"/>
                  <a:gd name="connsiteX52" fmla="*/ 2594 w 10637"/>
                  <a:gd name="connsiteY52" fmla="*/ 4806 h 10000"/>
                  <a:gd name="connsiteX53" fmla="*/ 2775 w 10637"/>
                  <a:gd name="connsiteY53" fmla="*/ 4932 h 10000"/>
                  <a:gd name="connsiteX54" fmla="*/ 2876 w 10637"/>
                  <a:gd name="connsiteY54" fmla="*/ 4915 h 10000"/>
                  <a:gd name="connsiteX55" fmla="*/ 2922 w 10637"/>
                  <a:gd name="connsiteY55" fmla="*/ 4949 h 10000"/>
                  <a:gd name="connsiteX56" fmla="*/ 2909 w 10637"/>
                  <a:gd name="connsiteY56" fmla="*/ 5034 h 10000"/>
                  <a:gd name="connsiteX57" fmla="*/ 3091 w 10637"/>
                  <a:gd name="connsiteY57" fmla="*/ 5110 h 10000"/>
                  <a:gd name="connsiteX58" fmla="*/ 3205 w 10637"/>
                  <a:gd name="connsiteY58" fmla="*/ 5126 h 10000"/>
                  <a:gd name="connsiteX59" fmla="*/ 3227 w 10637"/>
                  <a:gd name="connsiteY59" fmla="*/ 5237 h 10000"/>
                  <a:gd name="connsiteX60" fmla="*/ 3035 w 10637"/>
                  <a:gd name="connsiteY60" fmla="*/ 5362 h 10000"/>
                  <a:gd name="connsiteX61" fmla="*/ 2707 w 10637"/>
                  <a:gd name="connsiteY61" fmla="*/ 5379 h 10000"/>
                  <a:gd name="connsiteX62" fmla="*/ 2492 w 10637"/>
                  <a:gd name="connsiteY62" fmla="*/ 5278 h 10000"/>
                  <a:gd name="connsiteX63" fmla="*/ 2379 w 10637"/>
                  <a:gd name="connsiteY63" fmla="*/ 5278 h 10000"/>
                  <a:gd name="connsiteX64" fmla="*/ 2333 w 10637"/>
                  <a:gd name="connsiteY64" fmla="*/ 5321 h 10000"/>
                  <a:gd name="connsiteX65" fmla="*/ 2379 w 10637"/>
                  <a:gd name="connsiteY65" fmla="*/ 5398 h 10000"/>
                  <a:gd name="connsiteX66" fmla="*/ 2638 w 10637"/>
                  <a:gd name="connsiteY66" fmla="*/ 5599 h 10000"/>
                  <a:gd name="connsiteX67" fmla="*/ 2909 w 10637"/>
                  <a:gd name="connsiteY67" fmla="*/ 5878 h 10000"/>
                  <a:gd name="connsiteX68" fmla="*/ 2990 w 10637"/>
                  <a:gd name="connsiteY68" fmla="*/ 5920 h 10000"/>
                  <a:gd name="connsiteX69" fmla="*/ 2979 w 10637"/>
                  <a:gd name="connsiteY69" fmla="*/ 6158 h 10000"/>
                  <a:gd name="connsiteX70" fmla="*/ 2909 w 10637"/>
                  <a:gd name="connsiteY70" fmla="*/ 6241 h 10000"/>
                  <a:gd name="connsiteX71" fmla="*/ 2786 w 10637"/>
                  <a:gd name="connsiteY71" fmla="*/ 6283 h 10000"/>
                  <a:gd name="connsiteX72" fmla="*/ 2707 w 10637"/>
                  <a:gd name="connsiteY72" fmla="*/ 6216 h 10000"/>
                  <a:gd name="connsiteX73" fmla="*/ 1032 w 10637"/>
                  <a:gd name="connsiteY73" fmla="*/ 7077 h 10000"/>
                  <a:gd name="connsiteX74" fmla="*/ 976 w 10637"/>
                  <a:gd name="connsiteY74" fmla="*/ 7237 h 10000"/>
                  <a:gd name="connsiteX75" fmla="*/ 637 w 10637"/>
                  <a:gd name="connsiteY75" fmla="*/ 7610 h 10000"/>
                  <a:gd name="connsiteX76" fmla="*/ 4796 w 10637"/>
                  <a:gd name="connsiteY76" fmla="*/ 8206 h 10000"/>
                  <a:gd name="connsiteX77" fmla="*/ 4562 w 10637"/>
                  <a:gd name="connsiteY77" fmla="*/ 9307 h 10000"/>
                  <a:gd name="connsiteX78" fmla="*/ 4992 w 10637"/>
                  <a:gd name="connsiteY78" fmla="*/ 9434 h 10000"/>
                  <a:gd name="connsiteX79" fmla="*/ 5478 w 10637"/>
                  <a:gd name="connsiteY79" fmla="*/ 9940 h 10000"/>
                  <a:gd name="connsiteX80" fmla="*/ 5568 w 10637"/>
                  <a:gd name="connsiteY80" fmla="*/ 9992 h 10000"/>
                  <a:gd name="connsiteX81" fmla="*/ 5739 w 10637"/>
                  <a:gd name="connsiteY81" fmla="*/ 10000 h 10000"/>
                  <a:gd name="connsiteX82" fmla="*/ 5885 w 10637"/>
                  <a:gd name="connsiteY82" fmla="*/ 9915 h 10000"/>
                  <a:gd name="connsiteX83" fmla="*/ 5920 w 10637"/>
                  <a:gd name="connsiteY83" fmla="*/ 9628 h 10000"/>
                  <a:gd name="connsiteX84" fmla="*/ 6633 w 10637"/>
                  <a:gd name="connsiteY84" fmla="*/ 9460 h 10000"/>
                  <a:gd name="connsiteX85" fmla="*/ 6779 w 10637"/>
                  <a:gd name="connsiteY85" fmla="*/ 9493 h 10000"/>
                  <a:gd name="connsiteX86" fmla="*/ 7040 w 10637"/>
                  <a:gd name="connsiteY86" fmla="*/ 9712 h 10000"/>
                  <a:gd name="connsiteX87" fmla="*/ 7142 w 10637"/>
                  <a:gd name="connsiteY87" fmla="*/ 9704 h 10000"/>
                  <a:gd name="connsiteX88" fmla="*/ 7153 w 10637"/>
                  <a:gd name="connsiteY88" fmla="*/ 9561 h 10000"/>
                  <a:gd name="connsiteX89" fmla="*/ 7481 w 10637"/>
                  <a:gd name="connsiteY89" fmla="*/ 9416 h 10000"/>
                  <a:gd name="connsiteX90" fmla="*/ 8148 w 10637"/>
                  <a:gd name="connsiteY90" fmla="*/ 9517 h 10000"/>
                  <a:gd name="connsiteX91" fmla="*/ 8307 w 10637"/>
                  <a:gd name="connsiteY91" fmla="*/ 9392 h 10000"/>
                  <a:gd name="connsiteX92" fmla="*/ 8918 w 10637"/>
                  <a:gd name="connsiteY92" fmla="*/ 9476 h 10000"/>
                  <a:gd name="connsiteX93" fmla="*/ 9371 w 10637"/>
                  <a:gd name="connsiteY93" fmla="*/ 9426 h 10000"/>
                  <a:gd name="connsiteX94" fmla="*/ 9631 w 10637"/>
                  <a:gd name="connsiteY94" fmla="*/ 9517 h 10000"/>
                  <a:gd name="connsiteX95" fmla="*/ 9631 w 10637"/>
                  <a:gd name="connsiteY95" fmla="*/ 8757 h 10000"/>
                  <a:gd name="connsiteX96" fmla="*/ 10151 w 10637"/>
                  <a:gd name="connsiteY96" fmla="*/ 7948 h 10000"/>
                  <a:gd name="connsiteX97" fmla="*/ 10637 w 10637"/>
                  <a:gd name="connsiteY97" fmla="*/ 7593 h 10000"/>
                  <a:gd name="connsiteX98" fmla="*/ 10026 w 10637"/>
                  <a:gd name="connsiteY98" fmla="*/ 7069 h 10000"/>
                  <a:gd name="connsiteX99" fmla="*/ 9631 w 10637"/>
                  <a:gd name="connsiteY99" fmla="*/ 6605 h 10000"/>
                  <a:gd name="connsiteX100" fmla="*/ 9540 w 10637"/>
                  <a:gd name="connsiteY100" fmla="*/ 5938 h 10000"/>
                  <a:gd name="connsiteX101" fmla="*/ 9664 w 10637"/>
                  <a:gd name="connsiteY101" fmla="*/ 5270 h 10000"/>
                  <a:gd name="connsiteX102" fmla="*/ 10376 w 10637"/>
                  <a:gd name="connsiteY102" fmla="*/ 5034 h 10000"/>
                  <a:gd name="connsiteX103" fmla="*/ 9969 w 10637"/>
                  <a:gd name="connsiteY103" fmla="*/ 4949 h 10000"/>
                  <a:gd name="connsiteX104" fmla="*/ 9631 w 10637"/>
                  <a:gd name="connsiteY104" fmla="*/ 4434 h 10000"/>
                  <a:gd name="connsiteX105" fmla="*/ 10072 w 10637"/>
                  <a:gd name="connsiteY105" fmla="*/ 4096 h 10000"/>
                  <a:gd name="connsiteX106" fmla="*/ 9777 w 10637"/>
                  <a:gd name="connsiteY106" fmla="*/ 3750 h 10000"/>
                  <a:gd name="connsiteX107" fmla="*/ 9280 w 10637"/>
                  <a:gd name="connsiteY107" fmla="*/ 4029 h 10000"/>
                  <a:gd name="connsiteX108" fmla="*/ 8080 w 10637"/>
                  <a:gd name="connsiteY108" fmla="*/ 3716 h 10000"/>
                  <a:gd name="connsiteX109" fmla="*/ 7436 w 10637"/>
                  <a:gd name="connsiteY109" fmla="*/ 3336 h 10000"/>
                  <a:gd name="connsiteX110" fmla="*/ 7391 w 10637"/>
                  <a:gd name="connsiteY110" fmla="*/ 2854 h 10000"/>
                  <a:gd name="connsiteX111" fmla="*/ 7287 w 10637"/>
                  <a:gd name="connsiteY111" fmla="*/ 2559 h 10000"/>
                  <a:gd name="connsiteX112" fmla="*/ 6950 w 10637"/>
                  <a:gd name="connsiteY112" fmla="*/ 2390 h 10000"/>
                  <a:gd name="connsiteX113" fmla="*/ 6497 w 10637"/>
                  <a:gd name="connsiteY113" fmla="*/ 2306 h 10000"/>
                  <a:gd name="connsiteX114" fmla="*/ 6112 w 10637"/>
                  <a:gd name="connsiteY114" fmla="*/ 1883 h 10000"/>
                  <a:gd name="connsiteX115" fmla="*/ 5931 w 10637"/>
                  <a:gd name="connsiteY115" fmla="*/ 1300 h 10000"/>
                  <a:gd name="connsiteX116" fmla="*/ 5681 w 10637"/>
                  <a:gd name="connsiteY116" fmla="*/ 937 h 10000"/>
                  <a:gd name="connsiteX117" fmla="*/ 5253 w 10637"/>
                  <a:gd name="connsiteY117" fmla="*/ 557 h 10000"/>
                  <a:gd name="connsiteX118" fmla="*/ 4630 w 10637"/>
                  <a:gd name="connsiteY118" fmla="*/ 346 h 10000"/>
                  <a:gd name="connsiteX119" fmla="*/ 4426 w 10637"/>
                  <a:gd name="connsiteY119" fmla="*/ 228 h 10000"/>
                  <a:gd name="connsiteX120" fmla="*/ 4233 w 10637"/>
                  <a:gd name="connsiteY120" fmla="*/ 0 h 10000"/>
                  <a:gd name="connsiteX121" fmla="*/ 3725 w 10637"/>
                  <a:gd name="connsiteY121" fmla="*/ 143 h 10000"/>
                  <a:gd name="connsiteX122" fmla="*/ 3216 w 10637"/>
                  <a:gd name="connsiteY122" fmla="*/ 160 h 10000"/>
                  <a:gd name="connsiteX123" fmla="*/ 2537 w 10637"/>
                  <a:gd name="connsiteY123" fmla="*/ 490 h 10000"/>
                  <a:gd name="connsiteX124" fmla="*/ 1938 w 10637"/>
                  <a:gd name="connsiteY124" fmla="*/ 507 h 10000"/>
                  <a:gd name="connsiteX125" fmla="*/ 1644 w 10637"/>
                  <a:gd name="connsiteY125" fmla="*/ 675 h 10000"/>
                  <a:gd name="connsiteX126" fmla="*/ 1066 w 10637"/>
                  <a:gd name="connsiteY126" fmla="*/ 719 h 10000"/>
                  <a:gd name="connsiteX0" fmla="*/ 1056 w 10627"/>
                  <a:gd name="connsiteY0" fmla="*/ 719 h 10000"/>
                  <a:gd name="connsiteX1" fmla="*/ 1373 w 10627"/>
                  <a:gd name="connsiteY1" fmla="*/ 937 h 10000"/>
                  <a:gd name="connsiteX2" fmla="*/ 1396 w 10627"/>
                  <a:gd name="connsiteY2" fmla="*/ 1056 h 10000"/>
                  <a:gd name="connsiteX3" fmla="*/ 1340 w 10627"/>
                  <a:gd name="connsiteY3" fmla="*/ 1123 h 10000"/>
                  <a:gd name="connsiteX4" fmla="*/ 1441 w 10627"/>
                  <a:gd name="connsiteY4" fmla="*/ 1191 h 10000"/>
                  <a:gd name="connsiteX5" fmla="*/ 1463 w 10627"/>
                  <a:gd name="connsiteY5" fmla="*/ 1300 h 10000"/>
                  <a:gd name="connsiteX6" fmla="*/ 1329 w 10627"/>
                  <a:gd name="connsiteY6" fmla="*/ 1427 h 10000"/>
                  <a:gd name="connsiteX7" fmla="*/ 1351 w 10627"/>
                  <a:gd name="connsiteY7" fmla="*/ 1504 h 10000"/>
                  <a:gd name="connsiteX8" fmla="*/ 1486 w 10627"/>
                  <a:gd name="connsiteY8" fmla="*/ 1554 h 10000"/>
                  <a:gd name="connsiteX9" fmla="*/ 1577 w 10627"/>
                  <a:gd name="connsiteY9" fmla="*/ 1487 h 10000"/>
                  <a:gd name="connsiteX10" fmla="*/ 1668 w 10627"/>
                  <a:gd name="connsiteY10" fmla="*/ 1487 h 10000"/>
                  <a:gd name="connsiteX11" fmla="*/ 1792 w 10627"/>
                  <a:gd name="connsiteY11" fmla="*/ 1562 h 10000"/>
                  <a:gd name="connsiteX12" fmla="*/ 1792 w 10627"/>
                  <a:gd name="connsiteY12" fmla="*/ 1613 h 10000"/>
                  <a:gd name="connsiteX13" fmla="*/ 1712 w 10627"/>
                  <a:gd name="connsiteY13" fmla="*/ 1663 h 10000"/>
                  <a:gd name="connsiteX14" fmla="*/ 1623 w 10627"/>
                  <a:gd name="connsiteY14" fmla="*/ 1663 h 10000"/>
                  <a:gd name="connsiteX15" fmla="*/ 1588 w 10627"/>
                  <a:gd name="connsiteY15" fmla="*/ 1740 h 10000"/>
                  <a:gd name="connsiteX16" fmla="*/ 1645 w 10627"/>
                  <a:gd name="connsiteY16" fmla="*/ 1800 h 10000"/>
                  <a:gd name="connsiteX17" fmla="*/ 1610 w 10627"/>
                  <a:gd name="connsiteY17" fmla="*/ 1883 h 10000"/>
                  <a:gd name="connsiteX18" fmla="*/ 1588 w 10627"/>
                  <a:gd name="connsiteY18" fmla="*/ 1943 h 10000"/>
                  <a:gd name="connsiteX19" fmla="*/ 1645 w 10627"/>
                  <a:gd name="connsiteY19" fmla="*/ 2002 h 10000"/>
                  <a:gd name="connsiteX20" fmla="*/ 1814 w 10627"/>
                  <a:gd name="connsiteY20" fmla="*/ 2002 h 10000"/>
                  <a:gd name="connsiteX21" fmla="*/ 1882 w 10627"/>
                  <a:gd name="connsiteY21" fmla="*/ 2069 h 10000"/>
                  <a:gd name="connsiteX22" fmla="*/ 2006 w 10627"/>
                  <a:gd name="connsiteY22" fmla="*/ 2137 h 10000"/>
                  <a:gd name="connsiteX23" fmla="*/ 2210 w 10627"/>
                  <a:gd name="connsiteY23" fmla="*/ 2128 h 10000"/>
                  <a:gd name="connsiteX24" fmla="*/ 2357 w 10627"/>
                  <a:gd name="connsiteY24" fmla="*/ 2204 h 10000"/>
                  <a:gd name="connsiteX25" fmla="*/ 2539 w 10627"/>
                  <a:gd name="connsiteY25" fmla="*/ 2187 h 10000"/>
                  <a:gd name="connsiteX26" fmla="*/ 2628 w 10627"/>
                  <a:gd name="connsiteY26" fmla="*/ 2221 h 10000"/>
                  <a:gd name="connsiteX27" fmla="*/ 2652 w 10627"/>
                  <a:gd name="connsiteY27" fmla="*/ 2280 h 10000"/>
                  <a:gd name="connsiteX28" fmla="*/ 2494 w 10627"/>
                  <a:gd name="connsiteY28" fmla="*/ 2356 h 10000"/>
                  <a:gd name="connsiteX29" fmla="*/ 2323 w 10627"/>
                  <a:gd name="connsiteY29" fmla="*/ 2322 h 10000"/>
                  <a:gd name="connsiteX30" fmla="*/ 2176 w 10627"/>
                  <a:gd name="connsiteY30" fmla="*/ 2298 h 10000"/>
                  <a:gd name="connsiteX31" fmla="*/ 2075 w 10627"/>
                  <a:gd name="connsiteY31" fmla="*/ 2314 h 10000"/>
                  <a:gd name="connsiteX32" fmla="*/ 2041 w 10627"/>
                  <a:gd name="connsiteY32" fmla="*/ 2458 h 10000"/>
                  <a:gd name="connsiteX33" fmla="*/ 1928 w 10627"/>
                  <a:gd name="connsiteY33" fmla="*/ 2559 h 10000"/>
                  <a:gd name="connsiteX34" fmla="*/ 1995 w 10627"/>
                  <a:gd name="connsiteY34" fmla="*/ 2846 h 10000"/>
                  <a:gd name="connsiteX35" fmla="*/ 2075 w 10627"/>
                  <a:gd name="connsiteY35" fmla="*/ 2897 h 10000"/>
                  <a:gd name="connsiteX36" fmla="*/ 2030 w 10627"/>
                  <a:gd name="connsiteY36" fmla="*/ 3040 h 10000"/>
                  <a:gd name="connsiteX37" fmla="*/ 2539 w 10627"/>
                  <a:gd name="connsiteY37" fmla="*/ 3074 h 10000"/>
                  <a:gd name="connsiteX38" fmla="*/ 2628 w 10627"/>
                  <a:gd name="connsiteY38" fmla="*/ 3167 h 10000"/>
                  <a:gd name="connsiteX39" fmla="*/ 2562 w 10627"/>
                  <a:gd name="connsiteY39" fmla="*/ 3268 h 10000"/>
                  <a:gd name="connsiteX40" fmla="*/ 2562 w 10627"/>
                  <a:gd name="connsiteY40" fmla="*/ 3411 h 10000"/>
                  <a:gd name="connsiteX41" fmla="*/ 2346 w 10627"/>
                  <a:gd name="connsiteY41" fmla="*/ 3639 h 10000"/>
                  <a:gd name="connsiteX42" fmla="*/ 2154 w 10627"/>
                  <a:gd name="connsiteY42" fmla="*/ 3979 h 10000"/>
                  <a:gd name="connsiteX43" fmla="*/ 2064 w 10627"/>
                  <a:gd name="connsiteY43" fmla="*/ 4020 h 10000"/>
                  <a:gd name="connsiteX44" fmla="*/ 2064 w 10627"/>
                  <a:gd name="connsiteY44" fmla="*/ 4114 h 10000"/>
                  <a:gd name="connsiteX45" fmla="*/ 2120 w 10627"/>
                  <a:gd name="connsiteY45" fmla="*/ 4171 h 10000"/>
                  <a:gd name="connsiteX46" fmla="*/ 1983 w 10627"/>
                  <a:gd name="connsiteY46" fmla="*/ 4342 h 10000"/>
                  <a:gd name="connsiteX47" fmla="*/ 2075 w 10627"/>
                  <a:gd name="connsiteY47" fmla="*/ 4544 h 10000"/>
                  <a:gd name="connsiteX48" fmla="*/ 2222 w 10627"/>
                  <a:gd name="connsiteY48" fmla="*/ 4569 h 10000"/>
                  <a:gd name="connsiteX49" fmla="*/ 2323 w 10627"/>
                  <a:gd name="connsiteY49" fmla="*/ 4638 h 10000"/>
                  <a:gd name="connsiteX50" fmla="*/ 2482 w 10627"/>
                  <a:gd name="connsiteY50" fmla="*/ 4594 h 10000"/>
                  <a:gd name="connsiteX51" fmla="*/ 2551 w 10627"/>
                  <a:gd name="connsiteY51" fmla="*/ 4695 h 10000"/>
                  <a:gd name="connsiteX52" fmla="*/ 2584 w 10627"/>
                  <a:gd name="connsiteY52" fmla="*/ 4806 h 10000"/>
                  <a:gd name="connsiteX53" fmla="*/ 2765 w 10627"/>
                  <a:gd name="connsiteY53" fmla="*/ 4932 h 10000"/>
                  <a:gd name="connsiteX54" fmla="*/ 2866 w 10627"/>
                  <a:gd name="connsiteY54" fmla="*/ 4915 h 10000"/>
                  <a:gd name="connsiteX55" fmla="*/ 2912 w 10627"/>
                  <a:gd name="connsiteY55" fmla="*/ 4949 h 10000"/>
                  <a:gd name="connsiteX56" fmla="*/ 2899 w 10627"/>
                  <a:gd name="connsiteY56" fmla="*/ 5034 h 10000"/>
                  <a:gd name="connsiteX57" fmla="*/ 3081 w 10627"/>
                  <a:gd name="connsiteY57" fmla="*/ 5110 h 10000"/>
                  <a:gd name="connsiteX58" fmla="*/ 3195 w 10627"/>
                  <a:gd name="connsiteY58" fmla="*/ 5126 h 10000"/>
                  <a:gd name="connsiteX59" fmla="*/ 3217 w 10627"/>
                  <a:gd name="connsiteY59" fmla="*/ 5237 h 10000"/>
                  <a:gd name="connsiteX60" fmla="*/ 3025 w 10627"/>
                  <a:gd name="connsiteY60" fmla="*/ 5362 h 10000"/>
                  <a:gd name="connsiteX61" fmla="*/ 2697 w 10627"/>
                  <a:gd name="connsiteY61" fmla="*/ 5379 h 10000"/>
                  <a:gd name="connsiteX62" fmla="*/ 2482 w 10627"/>
                  <a:gd name="connsiteY62" fmla="*/ 5278 h 10000"/>
                  <a:gd name="connsiteX63" fmla="*/ 2369 w 10627"/>
                  <a:gd name="connsiteY63" fmla="*/ 5278 h 10000"/>
                  <a:gd name="connsiteX64" fmla="*/ 2323 w 10627"/>
                  <a:gd name="connsiteY64" fmla="*/ 5321 h 10000"/>
                  <a:gd name="connsiteX65" fmla="*/ 2369 w 10627"/>
                  <a:gd name="connsiteY65" fmla="*/ 5398 h 10000"/>
                  <a:gd name="connsiteX66" fmla="*/ 2628 w 10627"/>
                  <a:gd name="connsiteY66" fmla="*/ 5599 h 10000"/>
                  <a:gd name="connsiteX67" fmla="*/ 2899 w 10627"/>
                  <a:gd name="connsiteY67" fmla="*/ 5878 h 10000"/>
                  <a:gd name="connsiteX68" fmla="*/ 2980 w 10627"/>
                  <a:gd name="connsiteY68" fmla="*/ 5920 h 10000"/>
                  <a:gd name="connsiteX69" fmla="*/ 2969 w 10627"/>
                  <a:gd name="connsiteY69" fmla="*/ 6158 h 10000"/>
                  <a:gd name="connsiteX70" fmla="*/ 2899 w 10627"/>
                  <a:gd name="connsiteY70" fmla="*/ 6241 h 10000"/>
                  <a:gd name="connsiteX71" fmla="*/ 2776 w 10627"/>
                  <a:gd name="connsiteY71" fmla="*/ 6283 h 10000"/>
                  <a:gd name="connsiteX72" fmla="*/ 2697 w 10627"/>
                  <a:gd name="connsiteY72" fmla="*/ 6216 h 10000"/>
                  <a:gd name="connsiteX73" fmla="*/ 1022 w 10627"/>
                  <a:gd name="connsiteY73" fmla="*/ 7077 h 10000"/>
                  <a:gd name="connsiteX74" fmla="*/ 627 w 10627"/>
                  <a:gd name="connsiteY74" fmla="*/ 7610 h 10000"/>
                  <a:gd name="connsiteX75" fmla="*/ 4786 w 10627"/>
                  <a:gd name="connsiteY75" fmla="*/ 8206 h 10000"/>
                  <a:gd name="connsiteX76" fmla="*/ 4552 w 10627"/>
                  <a:gd name="connsiteY76" fmla="*/ 9307 h 10000"/>
                  <a:gd name="connsiteX77" fmla="*/ 4982 w 10627"/>
                  <a:gd name="connsiteY77" fmla="*/ 9434 h 10000"/>
                  <a:gd name="connsiteX78" fmla="*/ 5468 w 10627"/>
                  <a:gd name="connsiteY78" fmla="*/ 9940 h 10000"/>
                  <a:gd name="connsiteX79" fmla="*/ 5558 w 10627"/>
                  <a:gd name="connsiteY79" fmla="*/ 9992 h 10000"/>
                  <a:gd name="connsiteX80" fmla="*/ 5729 w 10627"/>
                  <a:gd name="connsiteY80" fmla="*/ 10000 h 10000"/>
                  <a:gd name="connsiteX81" fmla="*/ 5875 w 10627"/>
                  <a:gd name="connsiteY81" fmla="*/ 9915 h 10000"/>
                  <a:gd name="connsiteX82" fmla="*/ 5910 w 10627"/>
                  <a:gd name="connsiteY82" fmla="*/ 9628 h 10000"/>
                  <a:gd name="connsiteX83" fmla="*/ 6623 w 10627"/>
                  <a:gd name="connsiteY83" fmla="*/ 9460 h 10000"/>
                  <a:gd name="connsiteX84" fmla="*/ 6769 w 10627"/>
                  <a:gd name="connsiteY84" fmla="*/ 9493 h 10000"/>
                  <a:gd name="connsiteX85" fmla="*/ 7030 w 10627"/>
                  <a:gd name="connsiteY85" fmla="*/ 9712 h 10000"/>
                  <a:gd name="connsiteX86" fmla="*/ 7132 w 10627"/>
                  <a:gd name="connsiteY86" fmla="*/ 9704 h 10000"/>
                  <a:gd name="connsiteX87" fmla="*/ 7143 w 10627"/>
                  <a:gd name="connsiteY87" fmla="*/ 9561 h 10000"/>
                  <a:gd name="connsiteX88" fmla="*/ 7471 w 10627"/>
                  <a:gd name="connsiteY88" fmla="*/ 9416 h 10000"/>
                  <a:gd name="connsiteX89" fmla="*/ 8138 w 10627"/>
                  <a:gd name="connsiteY89" fmla="*/ 9517 h 10000"/>
                  <a:gd name="connsiteX90" fmla="*/ 8297 w 10627"/>
                  <a:gd name="connsiteY90" fmla="*/ 9392 h 10000"/>
                  <a:gd name="connsiteX91" fmla="*/ 8908 w 10627"/>
                  <a:gd name="connsiteY91" fmla="*/ 9476 h 10000"/>
                  <a:gd name="connsiteX92" fmla="*/ 9361 w 10627"/>
                  <a:gd name="connsiteY92" fmla="*/ 9426 h 10000"/>
                  <a:gd name="connsiteX93" fmla="*/ 9621 w 10627"/>
                  <a:gd name="connsiteY93" fmla="*/ 9517 h 10000"/>
                  <a:gd name="connsiteX94" fmla="*/ 9621 w 10627"/>
                  <a:gd name="connsiteY94" fmla="*/ 8757 h 10000"/>
                  <a:gd name="connsiteX95" fmla="*/ 10141 w 10627"/>
                  <a:gd name="connsiteY95" fmla="*/ 7948 h 10000"/>
                  <a:gd name="connsiteX96" fmla="*/ 10627 w 10627"/>
                  <a:gd name="connsiteY96" fmla="*/ 7593 h 10000"/>
                  <a:gd name="connsiteX97" fmla="*/ 10016 w 10627"/>
                  <a:gd name="connsiteY97" fmla="*/ 7069 h 10000"/>
                  <a:gd name="connsiteX98" fmla="*/ 9621 w 10627"/>
                  <a:gd name="connsiteY98" fmla="*/ 6605 h 10000"/>
                  <a:gd name="connsiteX99" fmla="*/ 9530 w 10627"/>
                  <a:gd name="connsiteY99" fmla="*/ 5938 h 10000"/>
                  <a:gd name="connsiteX100" fmla="*/ 9654 w 10627"/>
                  <a:gd name="connsiteY100" fmla="*/ 5270 h 10000"/>
                  <a:gd name="connsiteX101" fmla="*/ 10366 w 10627"/>
                  <a:gd name="connsiteY101" fmla="*/ 5034 h 10000"/>
                  <a:gd name="connsiteX102" fmla="*/ 9959 w 10627"/>
                  <a:gd name="connsiteY102" fmla="*/ 4949 h 10000"/>
                  <a:gd name="connsiteX103" fmla="*/ 9621 w 10627"/>
                  <a:gd name="connsiteY103" fmla="*/ 4434 h 10000"/>
                  <a:gd name="connsiteX104" fmla="*/ 10062 w 10627"/>
                  <a:gd name="connsiteY104" fmla="*/ 4096 h 10000"/>
                  <a:gd name="connsiteX105" fmla="*/ 9767 w 10627"/>
                  <a:gd name="connsiteY105" fmla="*/ 3750 h 10000"/>
                  <a:gd name="connsiteX106" fmla="*/ 9270 w 10627"/>
                  <a:gd name="connsiteY106" fmla="*/ 4029 h 10000"/>
                  <a:gd name="connsiteX107" fmla="*/ 8070 w 10627"/>
                  <a:gd name="connsiteY107" fmla="*/ 3716 h 10000"/>
                  <a:gd name="connsiteX108" fmla="*/ 7426 w 10627"/>
                  <a:gd name="connsiteY108" fmla="*/ 3336 h 10000"/>
                  <a:gd name="connsiteX109" fmla="*/ 7381 w 10627"/>
                  <a:gd name="connsiteY109" fmla="*/ 2854 h 10000"/>
                  <a:gd name="connsiteX110" fmla="*/ 7277 w 10627"/>
                  <a:gd name="connsiteY110" fmla="*/ 2559 h 10000"/>
                  <a:gd name="connsiteX111" fmla="*/ 6940 w 10627"/>
                  <a:gd name="connsiteY111" fmla="*/ 2390 h 10000"/>
                  <a:gd name="connsiteX112" fmla="*/ 6487 w 10627"/>
                  <a:gd name="connsiteY112" fmla="*/ 2306 h 10000"/>
                  <a:gd name="connsiteX113" fmla="*/ 6102 w 10627"/>
                  <a:gd name="connsiteY113" fmla="*/ 1883 h 10000"/>
                  <a:gd name="connsiteX114" fmla="*/ 5921 w 10627"/>
                  <a:gd name="connsiteY114" fmla="*/ 1300 h 10000"/>
                  <a:gd name="connsiteX115" fmla="*/ 5671 w 10627"/>
                  <a:gd name="connsiteY115" fmla="*/ 937 h 10000"/>
                  <a:gd name="connsiteX116" fmla="*/ 5243 w 10627"/>
                  <a:gd name="connsiteY116" fmla="*/ 557 h 10000"/>
                  <a:gd name="connsiteX117" fmla="*/ 4620 w 10627"/>
                  <a:gd name="connsiteY117" fmla="*/ 346 h 10000"/>
                  <a:gd name="connsiteX118" fmla="*/ 4416 w 10627"/>
                  <a:gd name="connsiteY118" fmla="*/ 228 h 10000"/>
                  <a:gd name="connsiteX119" fmla="*/ 4223 w 10627"/>
                  <a:gd name="connsiteY119" fmla="*/ 0 h 10000"/>
                  <a:gd name="connsiteX120" fmla="*/ 3715 w 10627"/>
                  <a:gd name="connsiteY120" fmla="*/ 143 h 10000"/>
                  <a:gd name="connsiteX121" fmla="*/ 3206 w 10627"/>
                  <a:gd name="connsiteY121" fmla="*/ 160 h 10000"/>
                  <a:gd name="connsiteX122" fmla="*/ 2527 w 10627"/>
                  <a:gd name="connsiteY122" fmla="*/ 490 h 10000"/>
                  <a:gd name="connsiteX123" fmla="*/ 1928 w 10627"/>
                  <a:gd name="connsiteY123" fmla="*/ 507 h 10000"/>
                  <a:gd name="connsiteX124" fmla="*/ 1634 w 10627"/>
                  <a:gd name="connsiteY124" fmla="*/ 675 h 10000"/>
                  <a:gd name="connsiteX125" fmla="*/ 1056 w 10627"/>
                  <a:gd name="connsiteY125" fmla="*/ 719 h 10000"/>
                  <a:gd name="connsiteX0" fmla="*/ 429 w 10000"/>
                  <a:gd name="connsiteY0" fmla="*/ 719 h 10000"/>
                  <a:gd name="connsiteX1" fmla="*/ 746 w 10000"/>
                  <a:gd name="connsiteY1" fmla="*/ 937 h 10000"/>
                  <a:gd name="connsiteX2" fmla="*/ 769 w 10000"/>
                  <a:gd name="connsiteY2" fmla="*/ 1056 h 10000"/>
                  <a:gd name="connsiteX3" fmla="*/ 713 w 10000"/>
                  <a:gd name="connsiteY3" fmla="*/ 1123 h 10000"/>
                  <a:gd name="connsiteX4" fmla="*/ 814 w 10000"/>
                  <a:gd name="connsiteY4" fmla="*/ 1191 h 10000"/>
                  <a:gd name="connsiteX5" fmla="*/ 836 w 10000"/>
                  <a:gd name="connsiteY5" fmla="*/ 1300 h 10000"/>
                  <a:gd name="connsiteX6" fmla="*/ 702 w 10000"/>
                  <a:gd name="connsiteY6" fmla="*/ 1427 h 10000"/>
                  <a:gd name="connsiteX7" fmla="*/ 724 w 10000"/>
                  <a:gd name="connsiteY7" fmla="*/ 1504 h 10000"/>
                  <a:gd name="connsiteX8" fmla="*/ 859 w 10000"/>
                  <a:gd name="connsiteY8" fmla="*/ 1554 h 10000"/>
                  <a:gd name="connsiteX9" fmla="*/ 950 w 10000"/>
                  <a:gd name="connsiteY9" fmla="*/ 1487 h 10000"/>
                  <a:gd name="connsiteX10" fmla="*/ 1041 w 10000"/>
                  <a:gd name="connsiteY10" fmla="*/ 1487 h 10000"/>
                  <a:gd name="connsiteX11" fmla="*/ 1165 w 10000"/>
                  <a:gd name="connsiteY11" fmla="*/ 1562 h 10000"/>
                  <a:gd name="connsiteX12" fmla="*/ 1165 w 10000"/>
                  <a:gd name="connsiteY12" fmla="*/ 1613 h 10000"/>
                  <a:gd name="connsiteX13" fmla="*/ 1085 w 10000"/>
                  <a:gd name="connsiteY13" fmla="*/ 1663 h 10000"/>
                  <a:gd name="connsiteX14" fmla="*/ 996 w 10000"/>
                  <a:gd name="connsiteY14" fmla="*/ 1663 h 10000"/>
                  <a:gd name="connsiteX15" fmla="*/ 961 w 10000"/>
                  <a:gd name="connsiteY15" fmla="*/ 1740 h 10000"/>
                  <a:gd name="connsiteX16" fmla="*/ 1018 w 10000"/>
                  <a:gd name="connsiteY16" fmla="*/ 1800 h 10000"/>
                  <a:gd name="connsiteX17" fmla="*/ 983 w 10000"/>
                  <a:gd name="connsiteY17" fmla="*/ 1883 h 10000"/>
                  <a:gd name="connsiteX18" fmla="*/ 961 w 10000"/>
                  <a:gd name="connsiteY18" fmla="*/ 1943 h 10000"/>
                  <a:gd name="connsiteX19" fmla="*/ 1018 w 10000"/>
                  <a:gd name="connsiteY19" fmla="*/ 2002 h 10000"/>
                  <a:gd name="connsiteX20" fmla="*/ 1187 w 10000"/>
                  <a:gd name="connsiteY20" fmla="*/ 2002 h 10000"/>
                  <a:gd name="connsiteX21" fmla="*/ 1255 w 10000"/>
                  <a:gd name="connsiteY21" fmla="*/ 2069 h 10000"/>
                  <a:gd name="connsiteX22" fmla="*/ 1379 w 10000"/>
                  <a:gd name="connsiteY22" fmla="*/ 2137 h 10000"/>
                  <a:gd name="connsiteX23" fmla="*/ 1583 w 10000"/>
                  <a:gd name="connsiteY23" fmla="*/ 2128 h 10000"/>
                  <a:gd name="connsiteX24" fmla="*/ 1730 w 10000"/>
                  <a:gd name="connsiteY24" fmla="*/ 2204 h 10000"/>
                  <a:gd name="connsiteX25" fmla="*/ 1912 w 10000"/>
                  <a:gd name="connsiteY25" fmla="*/ 2187 h 10000"/>
                  <a:gd name="connsiteX26" fmla="*/ 2001 w 10000"/>
                  <a:gd name="connsiteY26" fmla="*/ 2221 h 10000"/>
                  <a:gd name="connsiteX27" fmla="*/ 2025 w 10000"/>
                  <a:gd name="connsiteY27" fmla="*/ 2280 h 10000"/>
                  <a:gd name="connsiteX28" fmla="*/ 1867 w 10000"/>
                  <a:gd name="connsiteY28" fmla="*/ 2356 h 10000"/>
                  <a:gd name="connsiteX29" fmla="*/ 1696 w 10000"/>
                  <a:gd name="connsiteY29" fmla="*/ 2322 h 10000"/>
                  <a:gd name="connsiteX30" fmla="*/ 1549 w 10000"/>
                  <a:gd name="connsiteY30" fmla="*/ 2298 h 10000"/>
                  <a:gd name="connsiteX31" fmla="*/ 1448 w 10000"/>
                  <a:gd name="connsiteY31" fmla="*/ 2314 h 10000"/>
                  <a:gd name="connsiteX32" fmla="*/ 1414 w 10000"/>
                  <a:gd name="connsiteY32" fmla="*/ 2458 h 10000"/>
                  <a:gd name="connsiteX33" fmla="*/ 1301 w 10000"/>
                  <a:gd name="connsiteY33" fmla="*/ 2559 h 10000"/>
                  <a:gd name="connsiteX34" fmla="*/ 1368 w 10000"/>
                  <a:gd name="connsiteY34" fmla="*/ 2846 h 10000"/>
                  <a:gd name="connsiteX35" fmla="*/ 1448 w 10000"/>
                  <a:gd name="connsiteY35" fmla="*/ 2897 h 10000"/>
                  <a:gd name="connsiteX36" fmla="*/ 1403 w 10000"/>
                  <a:gd name="connsiteY36" fmla="*/ 3040 h 10000"/>
                  <a:gd name="connsiteX37" fmla="*/ 1912 w 10000"/>
                  <a:gd name="connsiteY37" fmla="*/ 3074 h 10000"/>
                  <a:gd name="connsiteX38" fmla="*/ 2001 w 10000"/>
                  <a:gd name="connsiteY38" fmla="*/ 3167 h 10000"/>
                  <a:gd name="connsiteX39" fmla="*/ 1935 w 10000"/>
                  <a:gd name="connsiteY39" fmla="*/ 3268 h 10000"/>
                  <a:gd name="connsiteX40" fmla="*/ 1935 w 10000"/>
                  <a:gd name="connsiteY40" fmla="*/ 3411 h 10000"/>
                  <a:gd name="connsiteX41" fmla="*/ 1719 w 10000"/>
                  <a:gd name="connsiteY41" fmla="*/ 3639 h 10000"/>
                  <a:gd name="connsiteX42" fmla="*/ 1527 w 10000"/>
                  <a:gd name="connsiteY42" fmla="*/ 3979 h 10000"/>
                  <a:gd name="connsiteX43" fmla="*/ 1437 w 10000"/>
                  <a:gd name="connsiteY43" fmla="*/ 4020 h 10000"/>
                  <a:gd name="connsiteX44" fmla="*/ 1437 w 10000"/>
                  <a:gd name="connsiteY44" fmla="*/ 4114 h 10000"/>
                  <a:gd name="connsiteX45" fmla="*/ 1493 w 10000"/>
                  <a:gd name="connsiteY45" fmla="*/ 4171 h 10000"/>
                  <a:gd name="connsiteX46" fmla="*/ 1356 w 10000"/>
                  <a:gd name="connsiteY46" fmla="*/ 4342 h 10000"/>
                  <a:gd name="connsiteX47" fmla="*/ 1448 w 10000"/>
                  <a:gd name="connsiteY47" fmla="*/ 4544 h 10000"/>
                  <a:gd name="connsiteX48" fmla="*/ 1595 w 10000"/>
                  <a:gd name="connsiteY48" fmla="*/ 4569 h 10000"/>
                  <a:gd name="connsiteX49" fmla="*/ 1696 w 10000"/>
                  <a:gd name="connsiteY49" fmla="*/ 4638 h 10000"/>
                  <a:gd name="connsiteX50" fmla="*/ 1855 w 10000"/>
                  <a:gd name="connsiteY50" fmla="*/ 4594 h 10000"/>
                  <a:gd name="connsiteX51" fmla="*/ 1924 w 10000"/>
                  <a:gd name="connsiteY51" fmla="*/ 4695 h 10000"/>
                  <a:gd name="connsiteX52" fmla="*/ 1957 w 10000"/>
                  <a:gd name="connsiteY52" fmla="*/ 4806 h 10000"/>
                  <a:gd name="connsiteX53" fmla="*/ 2138 w 10000"/>
                  <a:gd name="connsiteY53" fmla="*/ 4932 h 10000"/>
                  <a:gd name="connsiteX54" fmla="*/ 2239 w 10000"/>
                  <a:gd name="connsiteY54" fmla="*/ 4915 h 10000"/>
                  <a:gd name="connsiteX55" fmla="*/ 2285 w 10000"/>
                  <a:gd name="connsiteY55" fmla="*/ 4949 h 10000"/>
                  <a:gd name="connsiteX56" fmla="*/ 2272 w 10000"/>
                  <a:gd name="connsiteY56" fmla="*/ 5034 h 10000"/>
                  <a:gd name="connsiteX57" fmla="*/ 2454 w 10000"/>
                  <a:gd name="connsiteY57" fmla="*/ 5110 h 10000"/>
                  <a:gd name="connsiteX58" fmla="*/ 2568 w 10000"/>
                  <a:gd name="connsiteY58" fmla="*/ 5126 h 10000"/>
                  <a:gd name="connsiteX59" fmla="*/ 2590 w 10000"/>
                  <a:gd name="connsiteY59" fmla="*/ 5237 h 10000"/>
                  <a:gd name="connsiteX60" fmla="*/ 2398 w 10000"/>
                  <a:gd name="connsiteY60" fmla="*/ 5362 h 10000"/>
                  <a:gd name="connsiteX61" fmla="*/ 2070 w 10000"/>
                  <a:gd name="connsiteY61" fmla="*/ 5379 h 10000"/>
                  <a:gd name="connsiteX62" fmla="*/ 1855 w 10000"/>
                  <a:gd name="connsiteY62" fmla="*/ 5278 h 10000"/>
                  <a:gd name="connsiteX63" fmla="*/ 1742 w 10000"/>
                  <a:gd name="connsiteY63" fmla="*/ 5278 h 10000"/>
                  <a:gd name="connsiteX64" fmla="*/ 1696 w 10000"/>
                  <a:gd name="connsiteY64" fmla="*/ 5321 h 10000"/>
                  <a:gd name="connsiteX65" fmla="*/ 1742 w 10000"/>
                  <a:gd name="connsiteY65" fmla="*/ 5398 h 10000"/>
                  <a:gd name="connsiteX66" fmla="*/ 2001 w 10000"/>
                  <a:gd name="connsiteY66" fmla="*/ 5599 h 10000"/>
                  <a:gd name="connsiteX67" fmla="*/ 2272 w 10000"/>
                  <a:gd name="connsiteY67" fmla="*/ 5878 h 10000"/>
                  <a:gd name="connsiteX68" fmla="*/ 2353 w 10000"/>
                  <a:gd name="connsiteY68" fmla="*/ 5920 h 10000"/>
                  <a:gd name="connsiteX69" fmla="*/ 2342 w 10000"/>
                  <a:gd name="connsiteY69" fmla="*/ 6158 h 10000"/>
                  <a:gd name="connsiteX70" fmla="*/ 2272 w 10000"/>
                  <a:gd name="connsiteY70" fmla="*/ 6241 h 10000"/>
                  <a:gd name="connsiteX71" fmla="*/ 2149 w 10000"/>
                  <a:gd name="connsiteY71" fmla="*/ 6283 h 10000"/>
                  <a:gd name="connsiteX72" fmla="*/ 2070 w 10000"/>
                  <a:gd name="connsiteY72" fmla="*/ 6216 h 10000"/>
                  <a:gd name="connsiteX73" fmla="*/ 0 w 10000"/>
                  <a:gd name="connsiteY73" fmla="*/ 7610 h 10000"/>
                  <a:gd name="connsiteX74" fmla="*/ 4159 w 10000"/>
                  <a:gd name="connsiteY74" fmla="*/ 8206 h 10000"/>
                  <a:gd name="connsiteX75" fmla="*/ 3925 w 10000"/>
                  <a:gd name="connsiteY75" fmla="*/ 9307 h 10000"/>
                  <a:gd name="connsiteX76" fmla="*/ 4355 w 10000"/>
                  <a:gd name="connsiteY76" fmla="*/ 9434 h 10000"/>
                  <a:gd name="connsiteX77" fmla="*/ 4841 w 10000"/>
                  <a:gd name="connsiteY77" fmla="*/ 9940 h 10000"/>
                  <a:gd name="connsiteX78" fmla="*/ 4931 w 10000"/>
                  <a:gd name="connsiteY78" fmla="*/ 9992 h 10000"/>
                  <a:gd name="connsiteX79" fmla="*/ 5102 w 10000"/>
                  <a:gd name="connsiteY79" fmla="*/ 10000 h 10000"/>
                  <a:gd name="connsiteX80" fmla="*/ 5248 w 10000"/>
                  <a:gd name="connsiteY80" fmla="*/ 9915 h 10000"/>
                  <a:gd name="connsiteX81" fmla="*/ 5283 w 10000"/>
                  <a:gd name="connsiteY81" fmla="*/ 9628 h 10000"/>
                  <a:gd name="connsiteX82" fmla="*/ 5996 w 10000"/>
                  <a:gd name="connsiteY82" fmla="*/ 9460 h 10000"/>
                  <a:gd name="connsiteX83" fmla="*/ 6142 w 10000"/>
                  <a:gd name="connsiteY83" fmla="*/ 9493 h 10000"/>
                  <a:gd name="connsiteX84" fmla="*/ 6403 w 10000"/>
                  <a:gd name="connsiteY84" fmla="*/ 9712 h 10000"/>
                  <a:gd name="connsiteX85" fmla="*/ 6505 w 10000"/>
                  <a:gd name="connsiteY85" fmla="*/ 9704 h 10000"/>
                  <a:gd name="connsiteX86" fmla="*/ 6516 w 10000"/>
                  <a:gd name="connsiteY86" fmla="*/ 9561 h 10000"/>
                  <a:gd name="connsiteX87" fmla="*/ 6844 w 10000"/>
                  <a:gd name="connsiteY87" fmla="*/ 9416 h 10000"/>
                  <a:gd name="connsiteX88" fmla="*/ 7511 w 10000"/>
                  <a:gd name="connsiteY88" fmla="*/ 9517 h 10000"/>
                  <a:gd name="connsiteX89" fmla="*/ 7670 w 10000"/>
                  <a:gd name="connsiteY89" fmla="*/ 9392 h 10000"/>
                  <a:gd name="connsiteX90" fmla="*/ 8281 w 10000"/>
                  <a:gd name="connsiteY90" fmla="*/ 9476 h 10000"/>
                  <a:gd name="connsiteX91" fmla="*/ 8734 w 10000"/>
                  <a:gd name="connsiteY91" fmla="*/ 9426 h 10000"/>
                  <a:gd name="connsiteX92" fmla="*/ 8994 w 10000"/>
                  <a:gd name="connsiteY92" fmla="*/ 9517 h 10000"/>
                  <a:gd name="connsiteX93" fmla="*/ 8994 w 10000"/>
                  <a:gd name="connsiteY93" fmla="*/ 8757 h 10000"/>
                  <a:gd name="connsiteX94" fmla="*/ 9514 w 10000"/>
                  <a:gd name="connsiteY94" fmla="*/ 7948 h 10000"/>
                  <a:gd name="connsiteX95" fmla="*/ 10000 w 10000"/>
                  <a:gd name="connsiteY95" fmla="*/ 7593 h 10000"/>
                  <a:gd name="connsiteX96" fmla="*/ 9389 w 10000"/>
                  <a:gd name="connsiteY96" fmla="*/ 7069 h 10000"/>
                  <a:gd name="connsiteX97" fmla="*/ 8994 w 10000"/>
                  <a:gd name="connsiteY97" fmla="*/ 6605 h 10000"/>
                  <a:gd name="connsiteX98" fmla="*/ 8903 w 10000"/>
                  <a:gd name="connsiteY98" fmla="*/ 5938 h 10000"/>
                  <a:gd name="connsiteX99" fmla="*/ 9027 w 10000"/>
                  <a:gd name="connsiteY99" fmla="*/ 5270 h 10000"/>
                  <a:gd name="connsiteX100" fmla="*/ 9739 w 10000"/>
                  <a:gd name="connsiteY100" fmla="*/ 5034 h 10000"/>
                  <a:gd name="connsiteX101" fmla="*/ 9332 w 10000"/>
                  <a:gd name="connsiteY101" fmla="*/ 4949 h 10000"/>
                  <a:gd name="connsiteX102" fmla="*/ 8994 w 10000"/>
                  <a:gd name="connsiteY102" fmla="*/ 4434 h 10000"/>
                  <a:gd name="connsiteX103" fmla="*/ 9435 w 10000"/>
                  <a:gd name="connsiteY103" fmla="*/ 4096 h 10000"/>
                  <a:gd name="connsiteX104" fmla="*/ 9140 w 10000"/>
                  <a:gd name="connsiteY104" fmla="*/ 3750 h 10000"/>
                  <a:gd name="connsiteX105" fmla="*/ 8643 w 10000"/>
                  <a:gd name="connsiteY105" fmla="*/ 4029 h 10000"/>
                  <a:gd name="connsiteX106" fmla="*/ 7443 w 10000"/>
                  <a:gd name="connsiteY106" fmla="*/ 3716 h 10000"/>
                  <a:gd name="connsiteX107" fmla="*/ 6799 w 10000"/>
                  <a:gd name="connsiteY107" fmla="*/ 3336 h 10000"/>
                  <a:gd name="connsiteX108" fmla="*/ 6754 w 10000"/>
                  <a:gd name="connsiteY108" fmla="*/ 2854 h 10000"/>
                  <a:gd name="connsiteX109" fmla="*/ 6650 w 10000"/>
                  <a:gd name="connsiteY109" fmla="*/ 2559 h 10000"/>
                  <a:gd name="connsiteX110" fmla="*/ 6313 w 10000"/>
                  <a:gd name="connsiteY110" fmla="*/ 2390 h 10000"/>
                  <a:gd name="connsiteX111" fmla="*/ 5860 w 10000"/>
                  <a:gd name="connsiteY111" fmla="*/ 2306 h 10000"/>
                  <a:gd name="connsiteX112" fmla="*/ 5475 w 10000"/>
                  <a:gd name="connsiteY112" fmla="*/ 1883 h 10000"/>
                  <a:gd name="connsiteX113" fmla="*/ 5294 w 10000"/>
                  <a:gd name="connsiteY113" fmla="*/ 1300 h 10000"/>
                  <a:gd name="connsiteX114" fmla="*/ 5044 w 10000"/>
                  <a:gd name="connsiteY114" fmla="*/ 937 h 10000"/>
                  <a:gd name="connsiteX115" fmla="*/ 4616 w 10000"/>
                  <a:gd name="connsiteY115" fmla="*/ 557 h 10000"/>
                  <a:gd name="connsiteX116" fmla="*/ 3993 w 10000"/>
                  <a:gd name="connsiteY116" fmla="*/ 346 h 10000"/>
                  <a:gd name="connsiteX117" fmla="*/ 3789 w 10000"/>
                  <a:gd name="connsiteY117" fmla="*/ 228 h 10000"/>
                  <a:gd name="connsiteX118" fmla="*/ 3596 w 10000"/>
                  <a:gd name="connsiteY118" fmla="*/ 0 h 10000"/>
                  <a:gd name="connsiteX119" fmla="*/ 3088 w 10000"/>
                  <a:gd name="connsiteY119" fmla="*/ 143 h 10000"/>
                  <a:gd name="connsiteX120" fmla="*/ 2579 w 10000"/>
                  <a:gd name="connsiteY120" fmla="*/ 160 h 10000"/>
                  <a:gd name="connsiteX121" fmla="*/ 1900 w 10000"/>
                  <a:gd name="connsiteY121" fmla="*/ 490 h 10000"/>
                  <a:gd name="connsiteX122" fmla="*/ 1301 w 10000"/>
                  <a:gd name="connsiteY122" fmla="*/ 507 h 10000"/>
                  <a:gd name="connsiteX123" fmla="*/ 1007 w 10000"/>
                  <a:gd name="connsiteY123" fmla="*/ 675 h 10000"/>
                  <a:gd name="connsiteX124" fmla="*/ 429 w 10000"/>
                  <a:gd name="connsiteY124" fmla="*/ 719 h 10000"/>
                  <a:gd name="connsiteX0" fmla="*/ 0 w 9571"/>
                  <a:gd name="connsiteY0" fmla="*/ 719 h 10000"/>
                  <a:gd name="connsiteX1" fmla="*/ 317 w 9571"/>
                  <a:gd name="connsiteY1" fmla="*/ 937 h 10000"/>
                  <a:gd name="connsiteX2" fmla="*/ 340 w 9571"/>
                  <a:gd name="connsiteY2" fmla="*/ 1056 h 10000"/>
                  <a:gd name="connsiteX3" fmla="*/ 284 w 9571"/>
                  <a:gd name="connsiteY3" fmla="*/ 1123 h 10000"/>
                  <a:gd name="connsiteX4" fmla="*/ 385 w 9571"/>
                  <a:gd name="connsiteY4" fmla="*/ 1191 h 10000"/>
                  <a:gd name="connsiteX5" fmla="*/ 407 w 9571"/>
                  <a:gd name="connsiteY5" fmla="*/ 1300 h 10000"/>
                  <a:gd name="connsiteX6" fmla="*/ 273 w 9571"/>
                  <a:gd name="connsiteY6" fmla="*/ 1427 h 10000"/>
                  <a:gd name="connsiteX7" fmla="*/ 295 w 9571"/>
                  <a:gd name="connsiteY7" fmla="*/ 1504 h 10000"/>
                  <a:gd name="connsiteX8" fmla="*/ 430 w 9571"/>
                  <a:gd name="connsiteY8" fmla="*/ 1554 h 10000"/>
                  <a:gd name="connsiteX9" fmla="*/ 521 w 9571"/>
                  <a:gd name="connsiteY9" fmla="*/ 1487 h 10000"/>
                  <a:gd name="connsiteX10" fmla="*/ 612 w 9571"/>
                  <a:gd name="connsiteY10" fmla="*/ 1487 h 10000"/>
                  <a:gd name="connsiteX11" fmla="*/ 736 w 9571"/>
                  <a:gd name="connsiteY11" fmla="*/ 1562 h 10000"/>
                  <a:gd name="connsiteX12" fmla="*/ 736 w 9571"/>
                  <a:gd name="connsiteY12" fmla="*/ 1613 h 10000"/>
                  <a:gd name="connsiteX13" fmla="*/ 656 w 9571"/>
                  <a:gd name="connsiteY13" fmla="*/ 1663 h 10000"/>
                  <a:gd name="connsiteX14" fmla="*/ 567 w 9571"/>
                  <a:gd name="connsiteY14" fmla="*/ 1663 h 10000"/>
                  <a:gd name="connsiteX15" fmla="*/ 532 w 9571"/>
                  <a:gd name="connsiteY15" fmla="*/ 1740 h 10000"/>
                  <a:gd name="connsiteX16" fmla="*/ 589 w 9571"/>
                  <a:gd name="connsiteY16" fmla="*/ 1800 h 10000"/>
                  <a:gd name="connsiteX17" fmla="*/ 554 w 9571"/>
                  <a:gd name="connsiteY17" fmla="*/ 1883 h 10000"/>
                  <a:gd name="connsiteX18" fmla="*/ 532 w 9571"/>
                  <a:gd name="connsiteY18" fmla="*/ 1943 h 10000"/>
                  <a:gd name="connsiteX19" fmla="*/ 589 w 9571"/>
                  <a:gd name="connsiteY19" fmla="*/ 2002 h 10000"/>
                  <a:gd name="connsiteX20" fmla="*/ 758 w 9571"/>
                  <a:gd name="connsiteY20" fmla="*/ 2002 h 10000"/>
                  <a:gd name="connsiteX21" fmla="*/ 826 w 9571"/>
                  <a:gd name="connsiteY21" fmla="*/ 2069 h 10000"/>
                  <a:gd name="connsiteX22" fmla="*/ 950 w 9571"/>
                  <a:gd name="connsiteY22" fmla="*/ 2137 h 10000"/>
                  <a:gd name="connsiteX23" fmla="*/ 1154 w 9571"/>
                  <a:gd name="connsiteY23" fmla="*/ 2128 h 10000"/>
                  <a:gd name="connsiteX24" fmla="*/ 1301 w 9571"/>
                  <a:gd name="connsiteY24" fmla="*/ 2204 h 10000"/>
                  <a:gd name="connsiteX25" fmla="*/ 1483 w 9571"/>
                  <a:gd name="connsiteY25" fmla="*/ 2187 h 10000"/>
                  <a:gd name="connsiteX26" fmla="*/ 1572 w 9571"/>
                  <a:gd name="connsiteY26" fmla="*/ 2221 h 10000"/>
                  <a:gd name="connsiteX27" fmla="*/ 1596 w 9571"/>
                  <a:gd name="connsiteY27" fmla="*/ 2280 h 10000"/>
                  <a:gd name="connsiteX28" fmla="*/ 1438 w 9571"/>
                  <a:gd name="connsiteY28" fmla="*/ 2356 h 10000"/>
                  <a:gd name="connsiteX29" fmla="*/ 1267 w 9571"/>
                  <a:gd name="connsiteY29" fmla="*/ 2322 h 10000"/>
                  <a:gd name="connsiteX30" fmla="*/ 1120 w 9571"/>
                  <a:gd name="connsiteY30" fmla="*/ 2298 h 10000"/>
                  <a:gd name="connsiteX31" fmla="*/ 1019 w 9571"/>
                  <a:gd name="connsiteY31" fmla="*/ 2314 h 10000"/>
                  <a:gd name="connsiteX32" fmla="*/ 985 w 9571"/>
                  <a:gd name="connsiteY32" fmla="*/ 2458 h 10000"/>
                  <a:gd name="connsiteX33" fmla="*/ 872 w 9571"/>
                  <a:gd name="connsiteY33" fmla="*/ 2559 h 10000"/>
                  <a:gd name="connsiteX34" fmla="*/ 939 w 9571"/>
                  <a:gd name="connsiteY34" fmla="*/ 2846 h 10000"/>
                  <a:gd name="connsiteX35" fmla="*/ 1019 w 9571"/>
                  <a:gd name="connsiteY35" fmla="*/ 2897 h 10000"/>
                  <a:gd name="connsiteX36" fmla="*/ 974 w 9571"/>
                  <a:gd name="connsiteY36" fmla="*/ 3040 h 10000"/>
                  <a:gd name="connsiteX37" fmla="*/ 1483 w 9571"/>
                  <a:gd name="connsiteY37" fmla="*/ 3074 h 10000"/>
                  <a:gd name="connsiteX38" fmla="*/ 1572 w 9571"/>
                  <a:gd name="connsiteY38" fmla="*/ 3167 h 10000"/>
                  <a:gd name="connsiteX39" fmla="*/ 1506 w 9571"/>
                  <a:gd name="connsiteY39" fmla="*/ 3268 h 10000"/>
                  <a:gd name="connsiteX40" fmla="*/ 1506 w 9571"/>
                  <a:gd name="connsiteY40" fmla="*/ 3411 h 10000"/>
                  <a:gd name="connsiteX41" fmla="*/ 1290 w 9571"/>
                  <a:gd name="connsiteY41" fmla="*/ 3639 h 10000"/>
                  <a:gd name="connsiteX42" fmla="*/ 1098 w 9571"/>
                  <a:gd name="connsiteY42" fmla="*/ 3979 h 10000"/>
                  <a:gd name="connsiteX43" fmla="*/ 1008 w 9571"/>
                  <a:gd name="connsiteY43" fmla="*/ 4020 h 10000"/>
                  <a:gd name="connsiteX44" fmla="*/ 1008 w 9571"/>
                  <a:gd name="connsiteY44" fmla="*/ 4114 h 10000"/>
                  <a:gd name="connsiteX45" fmla="*/ 1064 w 9571"/>
                  <a:gd name="connsiteY45" fmla="*/ 4171 h 10000"/>
                  <a:gd name="connsiteX46" fmla="*/ 927 w 9571"/>
                  <a:gd name="connsiteY46" fmla="*/ 4342 h 10000"/>
                  <a:gd name="connsiteX47" fmla="*/ 1019 w 9571"/>
                  <a:gd name="connsiteY47" fmla="*/ 4544 h 10000"/>
                  <a:gd name="connsiteX48" fmla="*/ 1166 w 9571"/>
                  <a:gd name="connsiteY48" fmla="*/ 4569 h 10000"/>
                  <a:gd name="connsiteX49" fmla="*/ 1267 w 9571"/>
                  <a:gd name="connsiteY49" fmla="*/ 4638 h 10000"/>
                  <a:gd name="connsiteX50" fmla="*/ 1426 w 9571"/>
                  <a:gd name="connsiteY50" fmla="*/ 4594 h 10000"/>
                  <a:gd name="connsiteX51" fmla="*/ 1495 w 9571"/>
                  <a:gd name="connsiteY51" fmla="*/ 4695 h 10000"/>
                  <a:gd name="connsiteX52" fmla="*/ 1528 w 9571"/>
                  <a:gd name="connsiteY52" fmla="*/ 4806 h 10000"/>
                  <a:gd name="connsiteX53" fmla="*/ 1709 w 9571"/>
                  <a:gd name="connsiteY53" fmla="*/ 4932 h 10000"/>
                  <a:gd name="connsiteX54" fmla="*/ 1810 w 9571"/>
                  <a:gd name="connsiteY54" fmla="*/ 4915 h 10000"/>
                  <a:gd name="connsiteX55" fmla="*/ 1856 w 9571"/>
                  <a:gd name="connsiteY55" fmla="*/ 4949 h 10000"/>
                  <a:gd name="connsiteX56" fmla="*/ 1843 w 9571"/>
                  <a:gd name="connsiteY56" fmla="*/ 5034 h 10000"/>
                  <a:gd name="connsiteX57" fmla="*/ 2025 w 9571"/>
                  <a:gd name="connsiteY57" fmla="*/ 5110 h 10000"/>
                  <a:gd name="connsiteX58" fmla="*/ 2139 w 9571"/>
                  <a:gd name="connsiteY58" fmla="*/ 5126 h 10000"/>
                  <a:gd name="connsiteX59" fmla="*/ 2161 w 9571"/>
                  <a:gd name="connsiteY59" fmla="*/ 5237 h 10000"/>
                  <a:gd name="connsiteX60" fmla="*/ 1969 w 9571"/>
                  <a:gd name="connsiteY60" fmla="*/ 5362 h 10000"/>
                  <a:gd name="connsiteX61" fmla="*/ 1641 w 9571"/>
                  <a:gd name="connsiteY61" fmla="*/ 5379 h 10000"/>
                  <a:gd name="connsiteX62" fmla="*/ 1426 w 9571"/>
                  <a:gd name="connsiteY62" fmla="*/ 5278 h 10000"/>
                  <a:gd name="connsiteX63" fmla="*/ 1313 w 9571"/>
                  <a:gd name="connsiteY63" fmla="*/ 5278 h 10000"/>
                  <a:gd name="connsiteX64" fmla="*/ 1267 w 9571"/>
                  <a:gd name="connsiteY64" fmla="*/ 5321 h 10000"/>
                  <a:gd name="connsiteX65" fmla="*/ 1313 w 9571"/>
                  <a:gd name="connsiteY65" fmla="*/ 5398 h 10000"/>
                  <a:gd name="connsiteX66" fmla="*/ 1572 w 9571"/>
                  <a:gd name="connsiteY66" fmla="*/ 5599 h 10000"/>
                  <a:gd name="connsiteX67" fmla="*/ 1843 w 9571"/>
                  <a:gd name="connsiteY67" fmla="*/ 5878 h 10000"/>
                  <a:gd name="connsiteX68" fmla="*/ 1924 w 9571"/>
                  <a:gd name="connsiteY68" fmla="*/ 5920 h 10000"/>
                  <a:gd name="connsiteX69" fmla="*/ 1913 w 9571"/>
                  <a:gd name="connsiteY69" fmla="*/ 6158 h 10000"/>
                  <a:gd name="connsiteX70" fmla="*/ 1843 w 9571"/>
                  <a:gd name="connsiteY70" fmla="*/ 6241 h 10000"/>
                  <a:gd name="connsiteX71" fmla="*/ 1720 w 9571"/>
                  <a:gd name="connsiteY71" fmla="*/ 6283 h 10000"/>
                  <a:gd name="connsiteX72" fmla="*/ 1641 w 9571"/>
                  <a:gd name="connsiteY72" fmla="*/ 6216 h 10000"/>
                  <a:gd name="connsiteX73" fmla="*/ 3730 w 9571"/>
                  <a:gd name="connsiteY73" fmla="*/ 8206 h 10000"/>
                  <a:gd name="connsiteX74" fmla="*/ 3496 w 9571"/>
                  <a:gd name="connsiteY74" fmla="*/ 9307 h 10000"/>
                  <a:gd name="connsiteX75" fmla="*/ 3926 w 9571"/>
                  <a:gd name="connsiteY75" fmla="*/ 9434 h 10000"/>
                  <a:gd name="connsiteX76" fmla="*/ 4412 w 9571"/>
                  <a:gd name="connsiteY76" fmla="*/ 9940 h 10000"/>
                  <a:gd name="connsiteX77" fmla="*/ 4502 w 9571"/>
                  <a:gd name="connsiteY77" fmla="*/ 9992 h 10000"/>
                  <a:gd name="connsiteX78" fmla="*/ 4673 w 9571"/>
                  <a:gd name="connsiteY78" fmla="*/ 10000 h 10000"/>
                  <a:gd name="connsiteX79" fmla="*/ 4819 w 9571"/>
                  <a:gd name="connsiteY79" fmla="*/ 9915 h 10000"/>
                  <a:gd name="connsiteX80" fmla="*/ 4854 w 9571"/>
                  <a:gd name="connsiteY80" fmla="*/ 9628 h 10000"/>
                  <a:gd name="connsiteX81" fmla="*/ 5567 w 9571"/>
                  <a:gd name="connsiteY81" fmla="*/ 9460 h 10000"/>
                  <a:gd name="connsiteX82" fmla="*/ 5713 w 9571"/>
                  <a:gd name="connsiteY82" fmla="*/ 9493 h 10000"/>
                  <a:gd name="connsiteX83" fmla="*/ 5974 w 9571"/>
                  <a:gd name="connsiteY83" fmla="*/ 9712 h 10000"/>
                  <a:gd name="connsiteX84" fmla="*/ 6076 w 9571"/>
                  <a:gd name="connsiteY84" fmla="*/ 9704 h 10000"/>
                  <a:gd name="connsiteX85" fmla="*/ 6087 w 9571"/>
                  <a:gd name="connsiteY85" fmla="*/ 9561 h 10000"/>
                  <a:gd name="connsiteX86" fmla="*/ 6415 w 9571"/>
                  <a:gd name="connsiteY86" fmla="*/ 9416 h 10000"/>
                  <a:gd name="connsiteX87" fmla="*/ 7082 w 9571"/>
                  <a:gd name="connsiteY87" fmla="*/ 9517 h 10000"/>
                  <a:gd name="connsiteX88" fmla="*/ 7241 w 9571"/>
                  <a:gd name="connsiteY88" fmla="*/ 9392 h 10000"/>
                  <a:gd name="connsiteX89" fmla="*/ 7852 w 9571"/>
                  <a:gd name="connsiteY89" fmla="*/ 9476 h 10000"/>
                  <a:gd name="connsiteX90" fmla="*/ 8305 w 9571"/>
                  <a:gd name="connsiteY90" fmla="*/ 9426 h 10000"/>
                  <a:gd name="connsiteX91" fmla="*/ 8565 w 9571"/>
                  <a:gd name="connsiteY91" fmla="*/ 9517 h 10000"/>
                  <a:gd name="connsiteX92" fmla="*/ 8565 w 9571"/>
                  <a:gd name="connsiteY92" fmla="*/ 8757 h 10000"/>
                  <a:gd name="connsiteX93" fmla="*/ 9085 w 9571"/>
                  <a:gd name="connsiteY93" fmla="*/ 7948 h 10000"/>
                  <a:gd name="connsiteX94" fmla="*/ 9571 w 9571"/>
                  <a:gd name="connsiteY94" fmla="*/ 7593 h 10000"/>
                  <a:gd name="connsiteX95" fmla="*/ 8960 w 9571"/>
                  <a:gd name="connsiteY95" fmla="*/ 7069 h 10000"/>
                  <a:gd name="connsiteX96" fmla="*/ 8565 w 9571"/>
                  <a:gd name="connsiteY96" fmla="*/ 6605 h 10000"/>
                  <a:gd name="connsiteX97" fmla="*/ 8474 w 9571"/>
                  <a:gd name="connsiteY97" fmla="*/ 5938 h 10000"/>
                  <a:gd name="connsiteX98" fmla="*/ 8598 w 9571"/>
                  <a:gd name="connsiteY98" fmla="*/ 5270 h 10000"/>
                  <a:gd name="connsiteX99" fmla="*/ 9310 w 9571"/>
                  <a:gd name="connsiteY99" fmla="*/ 5034 h 10000"/>
                  <a:gd name="connsiteX100" fmla="*/ 8903 w 9571"/>
                  <a:gd name="connsiteY100" fmla="*/ 4949 h 10000"/>
                  <a:gd name="connsiteX101" fmla="*/ 8565 w 9571"/>
                  <a:gd name="connsiteY101" fmla="*/ 4434 h 10000"/>
                  <a:gd name="connsiteX102" fmla="*/ 9006 w 9571"/>
                  <a:gd name="connsiteY102" fmla="*/ 4096 h 10000"/>
                  <a:gd name="connsiteX103" fmla="*/ 8711 w 9571"/>
                  <a:gd name="connsiteY103" fmla="*/ 3750 h 10000"/>
                  <a:gd name="connsiteX104" fmla="*/ 8214 w 9571"/>
                  <a:gd name="connsiteY104" fmla="*/ 4029 h 10000"/>
                  <a:gd name="connsiteX105" fmla="*/ 7014 w 9571"/>
                  <a:gd name="connsiteY105" fmla="*/ 3716 h 10000"/>
                  <a:gd name="connsiteX106" fmla="*/ 6370 w 9571"/>
                  <a:gd name="connsiteY106" fmla="*/ 3336 h 10000"/>
                  <a:gd name="connsiteX107" fmla="*/ 6325 w 9571"/>
                  <a:gd name="connsiteY107" fmla="*/ 2854 h 10000"/>
                  <a:gd name="connsiteX108" fmla="*/ 6221 w 9571"/>
                  <a:gd name="connsiteY108" fmla="*/ 2559 h 10000"/>
                  <a:gd name="connsiteX109" fmla="*/ 5884 w 9571"/>
                  <a:gd name="connsiteY109" fmla="*/ 2390 h 10000"/>
                  <a:gd name="connsiteX110" fmla="*/ 5431 w 9571"/>
                  <a:gd name="connsiteY110" fmla="*/ 2306 h 10000"/>
                  <a:gd name="connsiteX111" fmla="*/ 5046 w 9571"/>
                  <a:gd name="connsiteY111" fmla="*/ 1883 h 10000"/>
                  <a:gd name="connsiteX112" fmla="*/ 4865 w 9571"/>
                  <a:gd name="connsiteY112" fmla="*/ 1300 h 10000"/>
                  <a:gd name="connsiteX113" fmla="*/ 4615 w 9571"/>
                  <a:gd name="connsiteY113" fmla="*/ 937 h 10000"/>
                  <a:gd name="connsiteX114" fmla="*/ 4187 w 9571"/>
                  <a:gd name="connsiteY114" fmla="*/ 557 h 10000"/>
                  <a:gd name="connsiteX115" fmla="*/ 3564 w 9571"/>
                  <a:gd name="connsiteY115" fmla="*/ 346 h 10000"/>
                  <a:gd name="connsiteX116" fmla="*/ 3360 w 9571"/>
                  <a:gd name="connsiteY116" fmla="*/ 228 h 10000"/>
                  <a:gd name="connsiteX117" fmla="*/ 3167 w 9571"/>
                  <a:gd name="connsiteY117" fmla="*/ 0 h 10000"/>
                  <a:gd name="connsiteX118" fmla="*/ 2659 w 9571"/>
                  <a:gd name="connsiteY118" fmla="*/ 143 h 10000"/>
                  <a:gd name="connsiteX119" fmla="*/ 2150 w 9571"/>
                  <a:gd name="connsiteY119" fmla="*/ 160 h 10000"/>
                  <a:gd name="connsiteX120" fmla="*/ 1471 w 9571"/>
                  <a:gd name="connsiteY120" fmla="*/ 490 h 10000"/>
                  <a:gd name="connsiteX121" fmla="*/ 872 w 9571"/>
                  <a:gd name="connsiteY121" fmla="*/ 507 h 10000"/>
                  <a:gd name="connsiteX122" fmla="*/ 578 w 9571"/>
                  <a:gd name="connsiteY122" fmla="*/ 675 h 10000"/>
                  <a:gd name="connsiteX123" fmla="*/ 0 w 9571"/>
                  <a:gd name="connsiteY123" fmla="*/ 719 h 10000"/>
                  <a:gd name="connsiteX0" fmla="*/ 0 w 10000"/>
                  <a:gd name="connsiteY0" fmla="*/ 719 h 10000"/>
                  <a:gd name="connsiteX1" fmla="*/ 331 w 10000"/>
                  <a:gd name="connsiteY1" fmla="*/ 937 h 10000"/>
                  <a:gd name="connsiteX2" fmla="*/ 355 w 10000"/>
                  <a:gd name="connsiteY2" fmla="*/ 1056 h 10000"/>
                  <a:gd name="connsiteX3" fmla="*/ 297 w 10000"/>
                  <a:gd name="connsiteY3" fmla="*/ 1123 h 10000"/>
                  <a:gd name="connsiteX4" fmla="*/ 402 w 10000"/>
                  <a:gd name="connsiteY4" fmla="*/ 1191 h 10000"/>
                  <a:gd name="connsiteX5" fmla="*/ 425 w 10000"/>
                  <a:gd name="connsiteY5" fmla="*/ 1300 h 10000"/>
                  <a:gd name="connsiteX6" fmla="*/ 285 w 10000"/>
                  <a:gd name="connsiteY6" fmla="*/ 1427 h 10000"/>
                  <a:gd name="connsiteX7" fmla="*/ 308 w 10000"/>
                  <a:gd name="connsiteY7" fmla="*/ 1504 h 10000"/>
                  <a:gd name="connsiteX8" fmla="*/ 449 w 10000"/>
                  <a:gd name="connsiteY8" fmla="*/ 1554 h 10000"/>
                  <a:gd name="connsiteX9" fmla="*/ 544 w 10000"/>
                  <a:gd name="connsiteY9" fmla="*/ 1487 h 10000"/>
                  <a:gd name="connsiteX10" fmla="*/ 639 w 10000"/>
                  <a:gd name="connsiteY10" fmla="*/ 1487 h 10000"/>
                  <a:gd name="connsiteX11" fmla="*/ 769 w 10000"/>
                  <a:gd name="connsiteY11" fmla="*/ 1562 h 10000"/>
                  <a:gd name="connsiteX12" fmla="*/ 769 w 10000"/>
                  <a:gd name="connsiteY12" fmla="*/ 1613 h 10000"/>
                  <a:gd name="connsiteX13" fmla="*/ 685 w 10000"/>
                  <a:gd name="connsiteY13" fmla="*/ 1663 h 10000"/>
                  <a:gd name="connsiteX14" fmla="*/ 592 w 10000"/>
                  <a:gd name="connsiteY14" fmla="*/ 1663 h 10000"/>
                  <a:gd name="connsiteX15" fmla="*/ 556 w 10000"/>
                  <a:gd name="connsiteY15" fmla="*/ 1740 h 10000"/>
                  <a:gd name="connsiteX16" fmla="*/ 615 w 10000"/>
                  <a:gd name="connsiteY16" fmla="*/ 1800 h 10000"/>
                  <a:gd name="connsiteX17" fmla="*/ 579 w 10000"/>
                  <a:gd name="connsiteY17" fmla="*/ 1883 h 10000"/>
                  <a:gd name="connsiteX18" fmla="*/ 556 w 10000"/>
                  <a:gd name="connsiteY18" fmla="*/ 1943 h 10000"/>
                  <a:gd name="connsiteX19" fmla="*/ 615 w 10000"/>
                  <a:gd name="connsiteY19" fmla="*/ 2002 h 10000"/>
                  <a:gd name="connsiteX20" fmla="*/ 792 w 10000"/>
                  <a:gd name="connsiteY20" fmla="*/ 2002 h 10000"/>
                  <a:gd name="connsiteX21" fmla="*/ 863 w 10000"/>
                  <a:gd name="connsiteY21" fmla="*/ 2069 h 10000"/>
                  <a:gd name="connsiteX22" fmla="*/ 993 w 10000"/>
                  <a:gd name="connsiteY22" fmla="*/ 2137 h 10000"/>
                  <a:gd name="connsiteX23" fmla="*/ 1206 w 10000"/>
                  <a:gd name="connsiteY23" fmla="*/ 2128 h 10000"/>
                  <a:gd name="connsiteX24" fmla="*/ 1359 w 10000"/>
                  <a:gd name="connsiteY24" fmla="*/ 2204 h 10000"/>
                  <a:gd name="connsiteX25" fmla="*/ 1549 w 10000"/>
                  <a:gd name="connsiteY25" fmla="*/ 2187 h 10000"/>
                  <a:gd name="connsiteX26" fmla="*/ 1642 w 10000"/>
                  <a:gd name="connsiteY26" fmla="*/ 2221 h 10000"/>
                  <a:gd name="connsiteX27" fmla="*/ 1668 w 10000"/>
                  <a:gd name="connsiteY27" fmla="*/ 2280 h 10000"/>
                  <a:gd name="connsiteX28" fmla="*/ 1502 w 10000"/>
                  <a:gd name="connsiteY28" fmla="*/ 2356 h 10000"/>
                  <a:gd name="connsiteX29" fmla="*/ 1324 w 10000"/>
                  <a:gd name="connsiteY29" fmla="*/ 2322 h 10000"/>
                  <a:gd name="connsiteX30" fmla="*/ 1170 w 10000"/>
                  <a:gd name="connsiteY30" fmla="*/ 2298 h 10000"/>
                  <a:gd name="connsiteX31" fmla="*/ 1065 w 10000"/>
                  <a:gd name="connsiteY31" fmla="*/ 2314 h 10000"/>
                  <a:gd name="connsiteX32" fmla="*/ 1029 w 10000"/>
                  <a:gd name="connsiteY32" fmla="*/ 2458 h 10000"/>
                  <a:gd name="connsiteX33" fmla="*/ 911 w 10000"/>
                  <a:gd name="connsiteY33" fmla="*/ 2559 h 10000"/>
                  <a:gd name="connsiteX34" fmla="*/ 981 w 10000"/>
                  <a:gd name="connsiteY34" fmla="*/ 2846 h 10000"/>
                  <a:gd name="connsiteX35" fmla="*/ 1065 w 10000"/>
                  <a:gd name="connsiteY35" fmla="*/ 2897 h 10000"/>
                  <a:gd name="connsiteX36" fmla="*/ 1018 w 10000"/>
                  <a:gd name="connsiteY36" fmla="*/ 3040 h 10000"/>
                  <a:gd name="connsiteX37" fmla="*/ 1549 w 10000"/>
                  <a:gd name="connsiteY37" fmla="*/ 3074 h 10000"/>
                  <a:gd name="connsiteX38" fmla="*/ 1642 w 10000"/>
                  <a:gd name="connsiteY38" fmla="*/ 3167 h 10000"/>
                  <a:gd name="connsiteX39" fmla="*/ 1574 w 10000"/>
                  <a:gd name="connsiteY39" fmla="*/ 3268 h 10000"/>
                  <a:gd name="connsiteX40" fmla="*/ 1574 w 10000"/>
                  <a:gd name="connsiteY40" fmla="*/ 3411 h 10000"/>
                  <a:gd name="connsiteX41" fmla="*/ 1348 w 10000"/>
                  <a:gd name="connsiteY41" fmla="*/ 3639 h 10000"/>
                  <a:gd name="connsiteX42" fmla="*/ 1147 w 10000"/>
                  <a:gd name="connsiteY42" fmla="*/ 3979 h 10000"/>
                  <a:gd name="connsiteX43" fmla="*/ 1053 w 10000"/>
                  <a:gd name="connsiteY43" fmla="*/ 4020 h 10000"/>
                  <a:gd name="connsiteX44" fmla="*/ 1053 w 10000"/>
                  <a:gd name="connsiteY44" fmla="*/ 4114 h 10000"/>
                  <a:gd name="connsiteX45" fmla="*/ 1112 w 10000"/>
                  <a:gd name="connsiteY45" fmla="*/ 4171 h 10000"/>
                  <a:gd name="connsiteX46" fmla="*/ 969 w 10000"/>
                  <a:gd name="connsiteY46" fmla="*/ 4342 h 10000"/>
                  <a:gd name="connsiteX47" fmla="*/ 1065 w 10000"/>
                  <a:gd name="connsiteY47" fmla="*/ 4544 h 10000"/>
                  <a:gd name="connsiteX48" fmla="*/ 1218 w 10000"/>
                  <a:gd name="connsiteY48" fmla="*/ 4569 h 10000"/>
                  <a:gd name="connsiteX49" fmla="*/ 1324 w 10000"/>
                  <a:gd name="connsiteY49" fmla="*/ 4638 h 10000"/>
                  <a:gd name="connsiteX50" fmla="*/ 1490 w 10000"/>
                  <a:gd name="connsiteY50" fmla="*/ 4594 h 10000"/>
                  <a:gd name="connsiteX51" fmla="*/ 1562 w 10000"/>
                  <a:gd name="connsiteY51" fmla="*/ 4695 h 10000"/>
                  <a:gd name="connsiteX52" fmla="*/ 1596 w 10000"/>
                  <a:gd name="connsiteY52" fmla="*/ 4806 h 10000"/>
                  <a:gd name="connsiteX53" fmla="*/ 1786 w 10000"/>
                  <a:gd name="connsiteY53" fmla="*/ 4932 h 10000"/>
                  <a:gd name="connsiteX54" fmla="*/ 1891 w 10000"/>
                  <a:gd name="connsiteY54" fmla="*/ 4915 h 10000"/>
                  <a:gd name="connsiteX55" fmla="*/ 1939 w 10000"/>
                  <a:gd name="connsiteY55" fmla="*/ 4949 h 10000"/>
                  <a:gd name="connsiteX56" fmla="*/ 1926 w 10000"/>
                  <a:gd name="connsiteY56" fmla="*/ 5034 h 10000"/>
                  <a:gd name="connsiteX57" fmla="*/ 2116 w 10000"/>
                  <a:gd name="connsiteY57" fmla="*/ 5110 h 10000"/>
                  <a:gd name="connsiteX58" fmla="*/ 2235 w 10000"/>
                  <a:gd name="connsiteY58" fmla="*/ 5126 h 10000"/>
                  <a:gd name="connsiteX59" fmla="*/ 2258 w 10000"/>
                  <a:gd name="connsiteY59" fmla="*/ 5237 h 10000"/>
                  <a:gd name="connsiteX60" fmla="*/ 2057 w 10000"/>
                  <a:gd name="connsiteY60" fmla="*/ 5362 h 10000"/>
                  <a:gd name="connsiteX61" fmla="*/ 1715 w 10000"/>
                  <a:gd name="connsiteY61" fmla="*/ 5379 h 10000"/>
                  <a:gd name="connsiteX62" fmla="*/ 1490 w 10000"/>
                  <a:gd name="connsiteY62" fmla="*/ 5278 h 10000"/>
                  <a:gd name="connsiteX63" fmla="*/ 1372 w 10000"/>
                  <a:gd name="connsiteY63" fmla="*/ 5278 h 10000"/>
                  <a:gd name="connsiteX64" fmla="*/ 1324 w 10000"/>
                  <a:gd name="connsiteY64" fmla="*/ 5321 h 10000"/>
                  <a:gd name="connsiteX65" fmla="*/ 1372 w 10000"/>
                  <a:gd name="connsiteY65" fmla="*/ 5398 h 10000"/>
                  <a:gd name="connsiteX66" fmla="*/ 1642 w 10000"/>
                  <a:gd name="connsiteY66" fmla="*/ 5599 h 10000"/>
                  <a:gd name="connsiteX67" fmla="*/ 1926 w 10000"/>
                  <a:gd name="connsiteY67" fmla="*/ 5878 h 10000"/>
                  <a:gd name="connsiteX68" fmla="*/ 2010 w 10000"/>
                  <a:gd name="connsiteY68" fmla="*/ 5920 h 10000"/>
                  <a:gd name="connsiteX69" fmla="*/ 1999 w 10000"/>
                  <a:gd name="connsiteY69" fmla="*/ 6158 h 10000"/>
                  <a:gd name="connsiteX70" fmla="*/ 1926 w 10000"/>
                  <a:gd name="connsiteY70" fmla="*/ 6241 h 10000"/>
                  <a:gd name="connsiteX71" fmla="*/ 1797 w 10000"/>
                  <a:gd name="connsiteY71" fmla="*/ 6283 h 10000"/>
                  <a:gd name="connsiteX72" fmla="*/ 1715 w 10000"/>
                  <a:gd name="connsiteY72" fmla="*/ 6216 h 10000"/>
                  <a:gd name="connsiteX73" fmla="*/ 5184 w 10000"/>
                  <a:gd name="connsiteY73" fmla="*/ 8022 h 10000"/>
                  <a:gd name="connsiteX74" fmla="*/ 3653 w 10000"/>
                  <a:gd name="connsiteY74" fmla="*/ 9307 h 10000"/>
                  <a:gd name="connsiteX75" fmla="*/ 4102 w 10000"/>
                  <a:gd name="connsiteY75" fmla="*/ 9434 h 10000"/>
                  <a:gd name="connsiteX76" fmla="*/ 4610 w 10000"/>
                  <a:gd name="connsiteY76" fmla="*/ 9940 h 10000"/>
                  <a:gd name="connsiteX77" fmla="*/ 4704 w 10000"/>
                  <a:gd name="connsiteY77" fmla="*/ 9992 h 10000"/>
                  <a:gd name="connsiteX78" fmla="*/ 4882 w 10000"/>
                  <a:gd name="connsiteY78" fmla="*/ 10000 h 10000"/>
                  <a:gd name="connsiteX79" fmla="*/ 5035 w 10000"/>
                  <a:gd name="connsiteY79" fmla="*/ 9915 h 10000"/>
                  <a:gd name="connsiteX80" fmla="*/ 5072 w 10000"/>
                  <a:gd name="connsiteY80" fmla="*/ 9628 h 10000"/>
                  <a:gd name="connsiteX81" fmla="*/ 5817 w 10000"/>
                  <a:gd name="connsiteY81" fmla="*/ 9460 h 10000"/>
                  <a:gd name="connsiteX82" fmla="*/ 5969 w 10000"/>
                  <a:gd name="connsiteY82" fmla="*/ 9493 h 10000"/>
                  <a:gd name="connsiteX83" fmla="*/ 6242 w 10000"/>
                  <a:gd name="connsiteY83" fmla="*/ 9712 h 10000"/>
                  <a:gd name="connsiteX84" fmla="*/ 6348 w 10000"/>
                  <a:gd name="connsiteY84" fmla="*/ 9704 h 10000"/>
                  <a:gd name="connsiteX85" fmla="*/ 6360 w 10000"/>
                  <a:gd name="connsiteY85" fmla="*/ 9561 h 10000"/>
                  <a:gd name="connsiteX86" fmla="*/ 6703 w 10000"/>
                  <a:gd name="connsiteY86" fmla="*/ 9416 h 10000"/>
                  <a:gd name="connsiteX87" fmla="*/ 7399 w 10000"/>
                  <a:gd name="connsiteY87" fmla="*/ 9517 h 10000"/>
                  <a:gd name="connsiteX88" fmla="*/ 7566 w 10000"/>
                  <a:gd name="connsiteY88" fmla="*/ 9392 h 10000"/>
                  <a:gd name="connsiteX89" fmla="*/ 8204 w 10000"/>
                  <a:gd name="connsiteY89" fmla="*/ 9476 h 10000"/>
                  <a:gd name="connsiteX90" fmla="*/ 8677 w 10000"/>
                  <a:gd name="connsiteY90" fmla="*/ 9426 h 10000"/>
                  <a:gd name="connsiteX91" fmla="*/ 8949 w 10000"/>
                  <a:gd name="connsiteY91" fmla="*/ 9517 h 10000"/>
                  <a:gd name="connsiteX92" fmla="*/ 8949 w 10000"/>
                  <a:gd name="connsiteY92" fmla="*/ 8757 h 10000"/>
                  <a:gd name="connsiteX93" fmla="*/ 9492 w 10000"/>
                  <a:gd name="connsiteY93" fmla="*/ 7948 h 10000"/>
                  <a:gd name="connsiteX94" fmla="*/ 10000 w 10000"/>
                  <a:gd name="connsiteY94" fmla="*/ 7593 h 10000"/>
                  <a:gd name="connsiteX95" fmla="*/ 9362 w 10000"/>
                  <a:gd name="connsiteY95" fmla="*/ 7069 h 10000"/>
                  <a:gd name="connsiteX96" fmla="*/ 8949 w 10000"/>
                  <a:gd name="connsiteY96" fmla="*/ 6605 h 10000"/>
                  <a:gd name="connsiteX97" fmla="*/ 8854 w 10000"/>
                  <a:gd name="connsiteY97" fmla="*/ 5938 h 10000"/>
                  <a:gd name="connsiteX98" fmla="*/ 8983 w 10000"/>
                  <a:gd name="connsiteY98" fmla="*/ 5270 h 10000"/>
                  <a:gd name="connsiteX99" fmla="*/ 9727 w 10000"/>
                  <a:gd name="connsiteY99" fmla="*/ 5034 h 10000"/>
                  <a:gd name="connsiteX100" fmla="*/ 9302 w 10000"/>
                  <a:gd name="connsiteY100" fmla="*/ 4949 h 10000"/>
                  <a:gd name="connsiteX101" fmla="*/ 8949 w 10000"/>
                  <a:gd name="connsiteY101" fmla="*/ 4434 h 10000"/>
                  <a:gd name="connsiteX102" fmla="*/ 9410 w 10000"/>
                  <a:gd name="connsiteY102" fmla="*/ 4096 h 10000"/>
                  <a:gd name="connsiteX103" fmla="*/ 9101 w 10000"/>
                  <a:gd name="connsiteY103" fmla="*/ 3750 h 10000"/>
                  <a:gd name="connsiteX104" fmla="*/ 8582 w 10000"/>
                  <a:gd name="connsiteY104" fmla="*/ 4029 h 10000"/>
                  <a:gd name="connsiteX105" fmla="*/ 7328 w 10000"/>
                  <a:gd name="connsiteY105" fmla="*/ 3716 h 10000"/>
                  <a:gd name="connsiteX106" fmla="*/ 6656 w 10000"/>
                  <a:gd name="connsiteY106" fmla="*/ 3336 h 10000"/>
                  <a:gd name="connsiteX107" fmla="*/ 6609 w 10000"/>
                  <a:gd name="connsiteY107" fmla="*/ 2854 h 10000"/>
                  <a:gd name="connsiteX108" fmla="*/ 6500 w 10000"/>
                  <a:gd name="connsiteY108" fmla="*/ 2559 h 10000"/>
                  <a:gd name="connsiteX109" fmla="*/ 6148 w 10000"/>
                  <a:gd name="connsiteY109" fmla="*/ 2390 h 10000"/>
                  <a:gd name="connsiteX110" fmla="*/ 5674 w 10000"/>
                  <a:gd name="connsiteY110" fmla="*/ 2306 h 10000"/>
                  <a:gd name="connsiteX111" fmla="*/ 5272 w 10000"/>
                  <a:gd name="connsiteY111" fmla="*/ 1883 h 10000"/>
                  <a:gd name="connsiteX112" fmla="*/ 5083 w 10000"/>
                  <a:gd name="connsiteY112" fmla="*/ 1300 h 10000"/>
                  <a:gd name="connsiteX113" fmla="*/ 4822 w 10000"/>
                  <a:gd name="connsiteY113" fmla="*/ 937 h 10000"/>
                  <a:gd name="connsiteX114" fmla="*/ 4375 w 10000"/>
                  <a:gd name="connsiteY114" fmla="*/ 557 h 10000"/>
                  <a:gd name="connsiteX115" fmla="*/ 3724 w 10000"/>
                  <a:gd name="connsiteY115" fmla="*/ 346 h 10000"/>
                  <a:gd name="connsiteX116" fmla="*/ 3511 w 10000"/>
                  <a:gd name="connsiteY116" fmla="*/ 228 h 10000"/>
                  <a:gd name="connsiteX117" fmla="*/ 3309 w 10000"/>
                  <a:gd name="connsiteY117" fmla="*/ 0 h 10000"/>
                  <a:gd name="connsiteX118" fmla="*/ 2778 w 10000"/>
                  <a:gd name="connsiteY118" fmla="*/ 143 h 10000"/>
                  <a:gd name="connsiteX119" fmla="*/ 2246 w 10000"/>
                  <a:gd name="connsiteY119" fmla="*/ 160 h 10000"/>
                  <a:gd name="connsiteX120" fmla="*/ 1537 w 10000"/>
                  <a:gd name="connsiteY120" fmla="*/ 490 h 10000"/>
                  <a:gd name="connsiteX121" fmla="*/ 911 w 10000"/>
                  <a:gd name="connsiteY121" fmla="*/ 507 h 10000"/>
                  <a:gd name="connsiteX122" fmla="*/ 604 w 10000"/>
                  <a:gd name="connsiteY122" fmla="*/ 675 h 10000"/>
                  <a:gd name="connsiteX123" fmla="*/ 0 w 10000"/>
                  <a:gd name="connsiteY123" fmla="*/ 719 h 10000"/>
                  <a:gd name="connsiteX0" fmla="*/ 0 w 10000"/>
                  <a:gd name="connsiteY0" fmla="*/ 719 h 10000"/>
                  <a:gd name="connsiteX1" fmla="*/ 331 w 10000"/>
                  <a:gd name="connsiteY1" fmla="*/ 937 h 10000"/>
                  <a:gd name="connsiteX2" fmla="*/ 355 w 10000"/>
                  <a:gd name="connsiteY2" fmla="*/ 1056 h 10000"/>
                  <a:gd name="connsiteX3" fmla="*/ 297 w 10000"/>
                  <a:gd name="connsiteY3" fmla="*/ 1123 h 10000"/>
                  <a:gd name="connsiteX4" fmla="*/ 402 w 10000"/>
                  <a:gd name="connsiteY4" fmla="*/ 1191 h 10000"/>
                  <a:gd name="connsiteX5" fmla="*/ 425 w 10000"/>
                  <a:gd name="connsiteY5" fmla="*/ 1300 h 10000"/>
                  <a:gd name="connsiteX6" fmla="*/ 285 w 10000"/>
                  <a:gd name="connsiteY6" fmla="*/ 1427 h 10000"/>
                  <a:gd name="connsiteX7" fmla="*/ 308 w 10000"/>
                  <a:gd name="connsiteY7" fmla="*/ 1504 h 10000"/>
                  <a:gd name="connsiteX8" fmla="*/ 449 w 10000"/>
                  <a:gd name="connsiteY8" fmla="*/ 1554 h 10000"/>
                  <a:gd name="connsiteX9" fmla="*/ 544 w 10000"/>
                  <a:gd name="connsiteY9" fmla="*/ 1487 h 10000"/>
                  <a:gd name="connsiteX10" fmla="*/ 639 w 10000"/>
                  <a:gd name="connsiteY10" fmla="*/ 1487 h 10000"/>
                  <a:gd name="connsiteX11" fmla="*/ 769 w 10000"/>
                  <a:gd name="connsiteY11" fmla="*/ 1562 h 10000"/>
                  <a:gd name="connsiteX12" fmla="*/ 769 w 10000"/>
                  <a:gd name="connsiteY12" fmla="*/ 1613 h 10000"/>
                  <a:gd name="connsiteX13" fmla="*/ 685 w 10000"/>
                  <a:gd name="connsiteY13" fmla="*/ 1663 h 10000"/>
                  <a:gd name="connsiteX14" fmla="*/ 592 w 10000"/>
                  <a:gd name="connsiteY14" fmla="*/ 1663 h 10000"/>
                  <a:gd name="connsiteX15" fmla="*/ 556 w 10000"/>
                  <a:gd name="connsiteY15" fmla="*/ 1740 h 10000"/>
                  <a:gd name="connsiteX16" fmla="*/ 615 w 10000"/>
                  <a:gd name="connsiteY16" fmla="*/ 1800 h 10000"/>
                  <a:gd name="connsiteX17" fmla="*/ 579 w 10000"/>
                  <a:gd name="connsiteY17" fmla="*/ 1883 h 10000"/>
                  <a:gd name="connsiteX18" fmla="*/ 556 w 10000"/>
                  <a:gd name="connsiteY18" fmla="*/ 1943 h 10000"/>
                  <a:gd name="connsiteX19" fmla="*/ 615 w 10000"/>
                  <a:gd name="connsiteY19" fmla="*/ 2002 h 10000"/>
                  <a:gd name="connsiteX20" fmla="*/ 792 w 10000"/>
                  <a:gd name="connsiteY20" fmla="*/ 2002 h 10000"/>
                  <a:gd name="connsiteX21" fmla="*/ 863 w 10000"/>
                  <a:gd name="connsiteY21" fmla="*/ 2069 h 10000"/>
                  <a:gd name="connsiteX22" fmla="*/ 993 w 10000"/>
                  <a:gd name="connsiteY22" fmla="*/ 2137 h 10000"/>
                  <a:gd name="connsiteX23" fmla="*/ 1206 w 10000"/>
                  <a:gd name="connsiteY23" fmla="*/ 2128 h 10000"/>
                  <a:gd name="connsiteX24" fmla="*/ 1359 w 10000"/>
                  <a:gd name="connsiteY24" fmla="*/ 2204 h 10000"/>
                  <a:gd name="connsiteX25" fmla="*/ 1549 w 10000"/>
                  <a:gd name="connsiteY25" fmla="*/ 2187 h 10000"/>
                  <a:gd name="connsiteX26" fmla="*/ 1642 w 10000"/>
                  <a:gd name="connsiteY26" fmla="*/ 2221 h 10000"/>
                  <a:gd name="connsiteX27" fmla="*/ 1668 w 10000"/>
                  <a:gd name="connsiteY27" fmla="*/ 2280 h 10000"/>
                  <a:gd name="connsiteX28" fmla="*/ 1502 w 10000"/>
                  <a:gd name="connsiteY28" fmla="*/ 2356 h 10000"/>
                  <a:gd name="connsiteX29" fmla="*/ 1324 w 10000"/>
                  <a:gd name="connsiteY29" fmla="*/ 2322 h 10000"/>
                  <a:gd name="connsiteX30" fmla="*/ 1170 w 10000"/>
                  <a:gd name="connsiteY30" fmla="*/ 2298 h 10000"/>
                  <a:gd name="connsiteX31" fmla="*/ 1065 w 10000"/>
                  <a:gd name="connsiteY31" fmla="*/ 2314 h 10000"/>
                  <a:gd name="connsiteX32" fmla="*/ 1029 w 10000"/>
                  <a:gd name="connsiteY32" fmla="*/ 2458 h 10000"/>
                  <a:gd name="connsiteX33" fmla="*/ 911 w 10000"/>
                  <a:gd name="connsiteY33" fmla="*/ 2559 h 10000"/>
                  <a:gd name="connsiteX34" fmla="*/ 981 w 10000"/>
                  <a:gd name="connsiteY34" fmla="*/ 2846 h 10000"/>
                  <a:gd name="connsiteX35" fmla="*/ 1065 w 10000"/>
                  <a:gd name="connsiteY35" fmla="*/ 2897 h 10000"/>
                  <a:gd name="connsiteX36" fmla="*/ 1018 w 10000"/>
                  <a:gd name="connsiteY36" fmla="*/ 3040 h 10000"/>
                  <a:gd name="connsiteX37" fmla="*/ 1549 w 10000"/>
                  <a:gd name="connsiteY37" fmla="*/ 3074 h 10000"/>
                  <a:gd name="connsiteX38" fmla="*/ 1642 w 10000"/>
                  <a:gd name="connsiteY38" fmla="*/ 3167 h 10000"/>
                  <a:gd name="connsiteX39" fmla="*/ 1574 w 10000"/>
                  <a:gd name="connsiteY39" fmla="*/ 3268 h 10000"/>
                  <a:gd name="connsiteX40" fmla="*/ 1574 w 10000"/>
                  <a:gd name="connsiteY40" fmla="*/ 3411 h 10000"/>
                  <a:gd name="connsiteX41" fmla="*/ 1348 w 10000"/>
                  <a:gd name="connsiteY41" fmla="*/ 3639 h 10000"/>
                  <a:gd name="connsiteX42" fmla="*/ 1147 w 10000"/>
                  <a:gd name="connsiteY42" fmla="*/ 3979 h 10000"/>
                  <a:gd name="connsiteX43" fmla="*/ 1053 w 10000"/>
                  <a:gd name="connsiteY43" fmla="*/ 4020 h 10000"/>
                  <a:gd name="connsiteX44" fmla="*/ 1053 w 10000"/>
                  <a:gd name="connsiteY44" fmla="*/ 4114 h 10000"/>
                  <a:gd name="connsiteX45" fmla="*/ 1112 w 10000"/>
                  <a:gd name="connsiteY45" fmla="*/ 4171 h 10000"/>
                  <a:gd name="connsiteX46" fmla="*/ 969 w 10000"/>
                  <a:gd name="connsiteY46" fmla="*/ 4342 h 10000"/>
                  <a:gd name="connsiteX47" fmla="*/ 1065 w 10000"/>
                  <a:gd name="connsiteY47" fmla="*/ 4544 h 10000"/>
                  <a:gd name="connsiteX48" fmla="*/ 1218 w 10000"/>
                  <a:gd name="connsiteY48" fmla="*/ 4569 h 10000"/>
                  <a:gd name="connsiteX49" fmla="*/ 1324 w 10000"/>
                  <a:gd name="connsiteY49" fmla="*/ 4638 h 10000"/>
                  <a:gd name="connsiteX50" fmla="*/ 1490 w 10000"/>
                  <a:gd name="connsiteY50" fmla="*/ 4594 h 10000"/>
                  <a:gd name="connsiteX51" fmla="*/ 1562 w 10000"/>
                  <a:gd name="connsiteY51" fmla="*/ 4695 h 10000"/>
                  <a:gd name="connsiteX52" fmla="*/ 1596 w 10000"/>
                  <a:gd name="connsiteY52" fmla="*/ 4806 h 10000"/>
                  <a:gd name="connsiteX53" fmla="*/ 1786 w 10000"/>
                  <a:gd name="connsiteY53" fmla="*/ 4932 h 10000"/>
                  <a:gd name="connsiteX54" fmla="*/ 1891 w 10000"/>
                  <a:gd name="connsiteY54" fmla="*/ 4915 h 10000"/>
                  <a:gd name="connsiteX55" fmla="*/ 1939 w 10000"/>
                  <a:gd name="connsiteY55" fmla="*/ 4949 h 10000"/>
                  <a:gd name="connsiteX56" fmla="*/ 1926 w 10000"/>
                  <a:gd name="connsiteY56" fmla="*/ 5034 h 10000"/>
                  <a:gd name="connsiteX57" fmla="*/ 2116 w 10000"/>
                  <a:gd name="connsiteY57" fmla="*/ 5110 h 10000"/>
                  <a:gd name="connsiteX58" fmla="*/ 2235 w 10000"/>
                  <a:gd name="connsiteY58" fmla="*/ 5126 h 10000"/>
                  <a:gd name="connsiteX59" fmla="*/ 2258 w 10000"/>
                  <a:gd name="connsiteY59" fmla="*/ 5237 h 10000"/>
                  <a:gd name="connsiteX60" fmla="*/ 2057 w 10000"/>
                  <a:gd name="connsiteY60" fmla="*/ 5362 h 10000"/>
                  <a:gd name="connsiteX61" fmla="*/ 1715 w 10000"/>
                  <a:gd name="connsiteY61" fmla="*/ 5379 h 10000"/>
                  <a:gd name="connsiteX62" fmla="*/ 1490 w 10000"/>
                  <a:gd name="connsiteY62" fmla="*/ 5278 h 10000"/>
                  <a:gd name="connsiteX63" fmla="*/ 1372 w 10000"/>
                  <a:gd name="connsiteY63" fmla="*/ 5278 h 10000"/>
                  <a:gd name="connsiteX64" fmla="*/ 1324 w 10000"/>
                  <a:gd name="connsiteY64" fmla="*/ 5321 h 10000"/>
                  <a:gd name="connsiteX65" fmla="*/ 1372 w 10000"/>
                  <a:gd name="connsiteY65" fmla="*/ 5398 h 10000"/>
                  <a:gd name="connsiteX66" fmla="*/ 1642 w 10000"/>
                  <a:gd name="connsiteY66" fmla="*/ 5599 h 10000"/>
                  <a:gd name="connsiteX67" fmla="*/ 1926 w 10000"/>
                  <a:gd name="connsiteY67" fmla="*/ 5878 h 10000"/>
                  <a:gd name="connsiteX68" fmla="*/ 2010 w 10000"/>
                  <a:gd name="connsiteY68" fmla="*/ 5920 h 10000"/>
                  <a:gd name="connsiteX69" fmla="*/ 1999 w 10000"/>
                  <a:gd name="connsiteY69" fmla="*/ 6158 h 10000"/>
                  <a:gd name="connsiteX70" fmla="*/ 1926 w 10000"/>
                  <a:gd name="connsiteY70" fmla="*/ 6241 h 10000"/>
                  <a:gd name="connsiteX71" fmla="*/ 1797 w 10000"/>
                  <a:gd name="connsiteY71" fmla="*/ 6283 h 10000"/>
                  <a:gd name="connsiteX72" fmla="*/ 1715 w 10000"/>
                  <a:gd name="connsiteY72" fmla="*/ 6216 h 10000"/>
                  <a:gd name="connsiteX73" fmla="*/ 5012 w 10000"/>
                  <a:gd name="connsiteY73" fmla="*/ 7407 h 10000"/>
                  <a:gd name="connsiteX74" fmla="*/ 3653 w 10000"/>
                  <a:gd name="connsiteY74" fmla="*/ 9307 h 10000"/>
                  <a:gd name="connsiteX75" fmla="*/ 4102 w 10000"/>
                  <a:gd name="connsiteY75" fmla="*/ 9434 h 10000"/>
                  <a:gd name="connsiteX76" fmla="*/ 4610 w 10000"/>
                  <a:gd name="connsiteY76" fmla="*/ 9940 h 10000"/>
                  <a:gd name="connsiteX77" fmla="*/ 4704 w 10000"/>
                  <a:gd name="connsiteY77" fmla="*/ 9992 h 10000"/>
                  <a:gd name="connsiteX78" fmla="*/ 4882 w 10000"/>
                  <a:gd name="connsiteY78" fmla="*/ 10000 h 10000"/>
                  <a:gd name="connsiteX79" fmla="*/ 5035 w 10000"/>
                  <a:gd name="connsiteY79" fmla="*/ 9915 h 10000"/>
                  <a:gd name="connsiteX80" fmla="*/ 5072 w 10000"/>
                  <a:gd name="connsiteY80" fmla="*/ 9628 h 10000"/>
                  <a:gd name="connsiteX81" fmla="*/ 5817 w 10000"/>
                  <a:gd name="connsiteY81" fmla="*/ 9460 h 10000"/>
                  <a:gd name="connsiteX82" fmla="*/ 5969 w 10000"/>
                  <a:gd name="connsiteY82" fmla="*/ 9493 h 10000"/>
                  <a:gd name="connsiteX83" fmla="*/ 6242 w 10000"/>
                  <a:gd name="connsiteY83" fmla="*/ 9712 h 10000"/>
                  <a:gd name="connsiteX84" fmla="*/ 6348 w 10000"/>
                  <a:gd name="connsiteY84" fmla="*/ 9704 h 10000"/>
                  <a:gd name="connsiteX85" fmla="*/ 6360 w 10000"/>
                  <a:gd name="connsiteY85" fmla="*/ 9561 h 10000"/>
                  <a:gd name="connsiteX86" fmla="*/ 6703 w 10000"/>
                  <a:gd name="connsiteY86" fmla="*/ 9416 h 10000"/>
                  <a:gd name="connsiteX87" fmla="*/ 7399 w 10000"/>
                  <a:gd name="connsiteY87" fmla="*/ 9517 h 10000"/>
                  <a:gd name="connsiteX88" fmla="*/ 7566 w 10000"/>
                  <a:gd name="connsiteY88" fmla="*/ 9392 h 10000"/>
                  <a:gd name="connsiteX89" fmla="*/ 8204 w 10000"/>
                  <a:gd name="connsiteY89" fmla="*/ 9476 h 10000"/>
                  <a:gd name="connsiteX90" fmla="*/ 8677 w 10000"/>
                  <a:gd name="connsiteY90" fmla="*/ 9426 h 10000"/>
                  <a:gd name="connsiteX91" fmla="*/ 8949 w 10000"/>
                  <a:gd name="connsiteY91" fmla="*/ 9517 h 10000"/>
                  <a:gd name="connsiteX92" fmla="*/ 8949 w 10000"/>
                  <a:gd name="connsiteY92" fmla="*/ 8757 h 10000"/>
                  <a:gd name="connsiteX93" fmla="*/ 9492 w 10000"/>
                  <a:gd name="connsiteY93" fmla="*/ 7948 h 10000"/>
                  <a:gd name="connsiteX94" fmla="*/ 10000 w 10000"/>
                  <a:gd name="connsiteY94" fmla="*/ 7593 h 10000"/>
                  <a:gd name="connsiteX95" fmla="*/ 9362 w 10000"/>
                  <a:gd name="connsiteY95" fmla="*/ 7069 h 10000"/>
                  <a:gd name="connsiteX96" fmla="*/ 8949 w 10000"/>
                  <a:gd name="connsiteY96" fmla="*/ 6605 h 10000"/>
                  <a:gd name="connsiteX97" fmla="*/ 8854 w 10000"/>
                  <a:gd name="connsiteY97" fmla="*/ 5938 h 10000"/>
                  <a:gd name="connsiteX98" fmla="*/ 8983 w 10000"/>
                  <a:gd name="connsiteY98" fmla="*/ 5270 h 10000"/>
                  <a:gd name="connsiteX99" fmla="*/ 9727 w 10000"/>
                  <a:gd name="connsiteY99" fmla="*/ 5034 h 10000"/>
                  <a:gd name="connsiteX100" fmla="*/ 9302 w 10000"/>
                  <a:gd name="connsiteY100" fmla="*/ 4949 h 10000"/>
                  <a:gd name="connsiteX101" fmla="*/ 8949 w 10000"/>
                  <a:gd name="connsiteY101" fmla="*/ 4434 h 10000"/>
                  <a:gd name="connsiteX102" fmla="*/ 9410 w 10000"/>
                  <a:gd name="connsiteY102" fmla="*/ 4096 h 10000"/>
                  <a:gd name="connsiteX103" fmla="*/ 9101 w 10000"/>
                  <a:gd name="connsiteY103" fmla="*/ 3750 h 10000"/>
                  <a:gd name="connsiteX104" fmla="*/ 8582 w 10000"/>
                  <a:gd name="connsiteY104" fmla="*/ 4029 h 10000"/>
                  <a:gd name="connsiteX105" fmla="*/ 7328 w 10000"/>
                  <a:gd name="connsiteY105" fmla="*/ 3716 h 10000"/>
                  <a:gd name="connsiteX106" fmla="*/ 6656 w 10000"/>
                  <a:gd name="connsiteY106" fmla="*/ 3336 h 10000"/>
                  <a:gd name="connsiteX107" fmla="*/ 6609 w 10000"/>
                  <a:gd name="connsiteY107" fmla="*/ 2854 h 10000"/>
                  <a:gd name="connsiteX108" fmla="*/ 6500 w 10000"/>
                  <a:gd name="connsiteY108" fmla="*/ 2559 h 10000"/>
                  <a:gd name="connsiteX109" fmla="*/ 6148 w 10000"/>
                  <a:gd name="connsiteY109" fmla="*/ 2390 h 10000"/>
                  <a:gd name="connsiteX110" fmla="*/ 5674 w 10000"/>
                  <a:gd name="connsiteY110" fmla="*/ 2306 h 10000"/>
                  <a:gd name="connsiteX111" fmla="*/ 5272 w 10000"/>
                  <a:gd name="connsiteY111" fmla="*/ 1883 h 10000"/>
                  <a:gd name="connsiteX112" fmla="*/ 5083 w 10000"/>
                  <a:gd name="connsiteY112" fmla="*/ 1300 h 10000"/>
                  <a:gd name="connsiteX113" fmla="*/ 4822 w 10000"/>
                  <a:gd name="connsiteY113" fmla="*/ 937 h 10000"/>
                  <a:gd name="connsiteX114" fmla="*/ 4375 w 10000"/>
                  <a:gd name="connsiteY114" fmla="*/ 557 h 10000"/>
                  <a:gd name="connsiteX115" fmla="*/ 3724 w 10000"/>
                  <a:gd name="connsiteY115" fmla="*/ 346 h 10000"/>
                  <a:gd name="connsiteX116" fmla="*/ 3511 w 10000"/>
                  <a:gd name="connsiteY116" fmla="*/ 228 h 10000"/>
                  <a:gd name="connsiteX117" fmla="*/ 3309 w 10000"/>
                  <a:gd name="connsiteY117" fmla="*/ 0 h 10000"/>
                  <a:gd name="connsiteX118" fmla="*/ 2778 w 10000"/>
                  <a:gd name="connsiteY118" fmla="*/ 143 h 10000"/>
                  <a:gd name="connsiteX119" fmla="*/ 2246 w 10000"/>
                  <a:gd name="connsiteY119" fmla="*/ 160 h 10000"/>
                  <a:gd name="connsiteX120" fmla="*/ 1537 w 10000"/>
                  <a:gd name="connsiteY120" fmla="*/ 490 h 10000"/>
                  <a:gd name="connsiteX121" fmla="*/ 911 w 10000"/>
                  <a:gd name="connsiteY121" fmla="*/ 507 h 10000"/>
                  <a:gd name="connsiteX122" fmla="*/ 604 w 10000"/>
                  <a:gd name="connsiteY122" fmla="*/ 675 h 10000"/>
                  <a:gd name="connsiteX123" fmla="*/ 0 w 10000"/>
                  <a:gd name="connsiteY123" fmla="*/ 719 h 10000"/>
                  <a:gd name="connsiteX0" fmla="*/ 0 w 10000"/>
                  <a:gd name="connsiteY0" fmla="*/ 719 h 10000"/>
                  <a:gd name="connsiteX1" fmla="*/ 331 w 10000"/>
                  <a:gd name="connsiteY1" fmla="*/ 937 h 10000"/>
                  <a:gd name="connsiteX2" fmla="*/ 355 w 10000"/>
                  <a:gd name="connsiteY2" fmla="*/ 1056 h 10000"/>
                  <a:gd name="connsiteX3" fmla="*/ 297 w 10000"/>
                  <a:gd name="connsiteY3" fmla="*/ 1123 h 10000"/>
                  <a:gd name="connsiteX4" fmla="*/ 402 w 10000"/>
                  <a:gd name="connsiteY4" fmla="*/ 1191 h 10000"/>
                  <a:gd name="connsiteX5" fmla="*/ 425 w 10000"/>
                  <a:gd name="connsiteY5" fmla="*/ 1300 h 10000"/>
                  <a:gd name="connsiteX6" fmla="*/ 285 w 10000"/>
                  <a:gd name="connsiteY6" fmla="*/ 1427 h 10000"/>
                  <a:gd name="connsiteX7" fmla="*/ 308 w 10000"/>
                  <a:gd name="connsiteY7" fmla="*/ 1504 h 10000"/>
                  <a:gd name="connsiteX8" fmla="*/ 449 w 10000"/>
                  <a:gd name="connsiteY8" fmla="*/ 1554 h 10000"/>
                  <a:gd name="connsiteX9" fmla="*/ 544 w 10000"/>
                  <a:gd name="connsiteY9" fmla="*/ 1487 h 10000"/>
                  <a:gd name="connsiteX10" fmla="*/ 639 w 10000"/>
                  <a:gd name="connsiteY10" fmla="*/ 1487 h 10000"/>
                  <a:gd name="connsiteX11" fmla="*/ 769 w 10000"/>
                  <a:gd name="connsiteY11" fmla="*/ 1562 h 10000"/>
                  <a:gd name="connsiteX12" fmla="*/ 769 w 10000"/>
                  <a:gd name="connsiteY12" fmla="*/ 1613 h 10000"/>
                  <a:gd name="connsiteX13" fmla="*/ 685 w 10000"/>
                  <a:gd name="connsiteY13" fmla="*/ 1663 h 10000"/>
                  <a:gd name="connsiteX14" fmla="*/ 592 w 10000"/>
                  <a:gd name="connsiteY14" fmla="*/ 1663 h 10000"/>
                  <a:gd name="connsiteX15" fmla="*/ 556 w 10000"/>
                  <a:gd name="connsiteY15" fmla="*/ 1740 h 10000"/>
                  <a:gd name="connsiteX16" fmla="*/ 615 w 10000"/>
                  <a:gd name="connsiteY16" fmla="*/ 1800 h 10000"/>
                  <a:gd name="connsiteX17" fmla="*/ 579 w 10000"/>
                  <a:gd name="connsiteY17" fmla="*/ 1883 h 10000"/>
                  <a:gd name="connsiteX18" fmla="*/ 556 w 10000"/>
                  <a:gd name="connsiteY18" fmla="*/ 1943 h 10000"/>
                  <a:gd name="connsiteX19" fmla="*/ 615 w 10000"/>
                  <a:gd name="connsiteY19" fmla="*/ 2002 h 10000"/>
                  <a:gd name="connsiteX20" fmla="*/ 792 w 10000"/>
                  <a:gd name="connsiteY20" fmla="*/ 2002 h 10000"/>
                  <a:gd name="connsiteX21" fmla="*/ 863 w 10000"/>
                  <a:gd name="connsiteY21" fmla="*/ 2069 h 10000"/>
                  <a:gd name="connsiteX22" fmla="*/ 993 w 10000"/>
                  <a:gd name="connsiteY22" fmla="*/ 2137 h 10000"/>
                  <a:gd name="connsiteX23" fmla="*/ 1206 w 10000"/>
                  <a:gd name="connsiteY23" fmla="*/ 2128 h 10000"/>
                  <a:gd name="connsiteX24" fmla="*/ 1359 w 10000"/>
                  <a:gd name="connsiteY24" fmla="*/ 2204 h 10000"/>
                  <a:gd name="connsiteX25" fmla="*/ 1549 w 10000"/>
                  <a:gd name="connsiteY25" fmla="*/ 2187 h 10000"/>
                  <a:gd name="connsiteX26" fmla="*/ 1642 w 10000"/>
                  <a:gd name="connsiteY26" fmla="*/ 2221 h 10000"/>
                  <a:gd name="connsiteX27" fmla="*/ 1668 w 10000"/>
                  <a:gd name="connsiteY27" fmla="*/ 2280 h 10000"/>
                  <a:gd name="connsiteX28" fmla="*/ 1502 w 10000"/>
                  <a:gd name="connsiteY28" fmla="*/ 2356 h 10000"/>
                  <a:gd name="connsiteX29" fmla="*/ 1324 w 10000"/>
                  <a:gd name="connsiteY29" fmla="*/ 2322 h 10000"/>
                  <a:gd name="connsiteX30" fmla="*/ 1170 w 10000"/>
                  <a:gd name="connsiteY30" fmla="*/ 2298 h 10000"/>
                  <a:gd name="connsiteX31" fmla="*/ 1065 w 10000"/>
                  <a:gd name="connsiteY31" fmla="*/ 2314 h 10000"/>
                  <a:gd name="connsiteX32" fmla="*/ 1029 w 10000"/>
                  <a:gd name="connsiteY32" fmla="*/ 2458 h 10000"/>
                  <a:gd name="connsiteX33" fmla="*/ 911 w 10000"/>
                  <a:gd name="connsiteY33" fmla="*/ 2559 h 10000"/>
                  <a:gd name="connsiteX34" fmla="*/ 981 w 10000"/>
                  <a:gd name="connsiteY34" fmla="*/ 2846 h 10000"/>
                  <a:gd name="connsiteX35" fmla="*/ 1065 w 10000"/>
                  <a:gd name="connsiteY35" fmla="*/ 2897 h 10000"/>
                  <a:gd name="connsiteX36" fmla="*/ 1018 w 10000"/>
                  <a:gd name="connsiteY36" fmla="*/ 3040 h 10000"/>
                  <a:gd name="connsiteX37" fmla="*/ 1549 w 10000"/>
                  <a:gd name="connsiteY37" fmla="*/ 3074 h 10000"/>
                  <a:gd name="connsiteX38" fmla="*/ 1642 w 10000"/>
                  <a:gd name="connsiteY38" fmla="*/ 3167 h 10000"/>
                  <a:gd name="connsiteX39" fmla="*/ 1574 w 10000"/>
                  <a:gd name="connsiteY39" fmla="*/ 3268 h 10000"/>
                  <a:gd name="connsiteX40" fmla="*/ 1574 w 10000"/>
                  <a:gd name="connsiteY40" fmla="*/ 3411 h 10000"/>
                  <a:gd name="connsiteX41" fmla="*/ 1348 w 10000"/>
                  <a:gd name="connsiteY41" fmla="*/ 3639 h 10000"/>
                  <a:gd name="connsiteX42" fmla="*/ 1147 w 10000"/>
                  <a:gd name="connsiteY42" fmla="*/ 3979 h 10000"/>
                  <a:gd name="connsiteX43" fmla="*/ 1053 w 10000"/>
                  <a:gd name="connsiteY43" fmla="*/ 4020 h 10000"/>
                  <a:gd name="connsiteX44" fmla="*/ 1053 w 10000"/>
                  <a:gd name="connsiteY44" fmla="*/ 4114 h 10000"/>
                  <a:gd name="connsiteX45" fmla="*/ 1112 w 10000"/>
                  <a:gd name="connsiteY45" fmla="*/ 4171 h 10000"/>
                  <a:gd name="connsiteX46" fmla="*/ 969 w 10000"/>
                  <a:gd name="connsiteY46" fmla="*/ 4342 h 10000"/>
                  <a:gd name="connsiteX47" fmla="*/ 1065 w 10000"/>
                  <a:gd name="connsiteY47" fmla="*/ 4544 h 10000"/>
                  <a:gd name="connsiteX48" fmla="*/ 1218 w 10000"/>
                  <a:gd name="connsiteY48" fmla="*/ 4569 h 10000"/>
                  <a:gd name="connsiteX49" fmla="*/ 1324 w 10000"/>
                  <a:gd name="connsiteY49" fmla="*/ 4638 h 10000"/>
                  <a:gd name="connsiteX50" fmla="*/ 1490 w 10000"/>
                  <a:gd name="connsiteY50" fmla="*/ 4594 h 10000"/>
                  <a:gd name="connsiteX51" fmla="*/ 1562 w 10000"/>
                  <a:gd name="connsiteY51" fmla="*/ 4695 h 10000"/>
                  <a:gd name="connsiteX52" fmla="*/ 1596 w 10000"/>
                  <a:gd name="connsiteY52" fmla="*/ 4806 h 10000"/>
                  <a:gd name="connsiteX53" fmla="*/ 1786 w 10000"/>
                  <a:gd name="connsiteY53" fmla="*/ 4932 h 10000"/>
                  <a:gd name="connsiteX54" fmla="*/ 1891 w 10000"/>
                  <a:gd name="connsiteY54" fmla="*/ 4915 h 10000"/>
                  <a:gd name="connsiteX55" fmla="*/ 1939 w 10000"/>
                  <a:gd name="connsiteY55" fmla="*/ 4949 h 10000"/>
                  <a:gd name="connsiteX56" fmla="*/ 1926 w 10000"/>
                  <a:gd name="connsiteY56" fmla="*/ 5034 h 10000"/>
                  <a:gd name="connsiteX57" fmla="*/ 2116 w 10000"/>
                  <a:gd name="connsiteY57" fmla="*/ 5110 h 10000"/>
                  <a:gd name="connsiteX58" fmla="*/ 2235 w 10000"/>
                  <a:gd name="connsiteY58" fmla="*/ 5126 h 10000"/>
                  <a:gd name="connsiteX59" fmla="*/ 2258 w 10000"/>
                  <a:gd name="connsiteY59" fmla="*/ 5237 h 10000"/>
                  <a:gd name="connsiteX60" fmla="*/ 2057 w 10000"/>
                  <a:gd name="connsiteY60" fmla="*/ 5362 h 10000"/>
                  <a:gd name="connsiteX61" fmla="*/ 1715 w 10000"/>
                  <a:gd name="connsiteY61" fmla="*/ 5379 h 10000"/>
                  <a:gd name="connsiteX62" fmla="*/ 1490 w 10000"/>
                  <a:gd name="connsiteY62" fmla="*/ 5278 h 10000"/>
                  <a:gd name="connsiteX63" fmla="*/ 1372 w 10000"/>
                  <a:gd name="connsiteY63" fmla="*/ 5278 h 10000"/>
                  <a:gd name="connsiteX64" fmla="*/ 1324 w 10000"/>
                  <a:gd name="connsiteY64" fmla="*/ 5321 h 10000"/>
                  <a:gd name="connsiteX65" fmla="*/ 1372 w 10000"/>
                  <a:gd name="connsiteY65" fmla="*/ 5398 h 10000"/>
                  <a:gd name="connsiteX66" fmla="*/ 1642 w 10000"/>
                  <a:gd name="connsiteY66" fmla="*/ 5599 h 10000"/>
                  <a:gd name="connsiteX67" fmla="*/ 1926 w 10000"/>
                  <a:gd name="connsiteY67" fmla="*/ 5878 h 10000"/>
                  <a:gd name="connsiteX68" fmla="*/ 2010 w 10000"/>
                  <a:gd name="connsiteY68" fmla="*/ 5920 h 10000"/>
                  <a:gd name="connsiteX69" fmla="*/ 1999 w 10000"/>
                  <a:gd name="connsiteY69" fmla="*/ 6158 h 10000"/>
                  <a:gd name="connsiteX70" fmla="*/ 1926 w 10000"/>
                  <a:gd name="connsiteY70" fmla="*/ 6241 h 10000"/>
                  <a:gd name="connsiteX71" fmla="*/ 1797 w 10000"/>
                  <a:gd name="connsiteY71" fmla="*/ 6283 h 10000"/>
                  <a:gd name="connsiteX72" fmla="*/ 1715 w 10000"/>
                  <a:gd name="connsiteY72" fmla="*/ 6216 h 10000"/>
                  <a:gd name="connsiteX73" fmla="*/ 6814 w 10000"/>
                  <a:gd name="connsiteY73" fmla="*/ 6300 h 10000"/>
                  <a:gd name="connsiteX74" fmla="*/ 3653 w 10000"/>
                  <a:gd name="connsiteY74" fmla="*/ 9307 h 10000"/>
                  <a:gd name="connsiteX75" fmla="*/ 4102 w 10000"/>
                  <a:gd name="connsiteY75" fmla="*/ 9434 h 10000"/>
                  <a:gd name="connsiteX76" fmla="*/ 4610 w 10000"/>
                  <a:gd name="connsiteY76" fmla="*/ 9940 h 10000"/>
                  <a:gd name="connsiteX77" fmla="*/ 4704 w 10000"/>
                  <a:gd name="connsiteY77" fmla="*/ 9992 h 10000"/>
                  <a:gd name="connsiteX78" fmla="*/ 4882 w 10000"/>
                  <a:gd name="connsiteY78" fmla="*/ 10000 h 10000"/>
                  <a:gd name="connsiteX79" fmla="*/ 5035 w 10000"/>
                  <a:gd name="connsiteY79" fmla="*/ 9915 h 10000"/>
                  <a:gd name="connsiteX80" fmla="*/ 5072 w 10000"/>
                  <a:gd name="connsiteY80" fmla="*/ 9628 h 10000"/>
                  <a:gd name="connsiteX81" fmla="*/ 5817 w 10000"/>
                  <a:gd name="connsiteY81" fmla="*/ 9460 h 10000"/>
                  <a:gd name="connsiteX82" fmla="*/ 5969 w 10000"/>
                  <a:gd name="connsiteY82" fmla="*/ 9493 h 10000"/>
                  <a:gd name="connsiteX83" fmla="*/ 6242 w 10000"/>
                  <a:gd name="connsiteY83" fmla="*/ 9712 h 10000"/>
                  <a:gd name="connsiteX84" fmla="*/ 6348 w 10000"/>
                  <a:gd name="connsiteY84" fmla="*/ 9704 h 10000"/>
                  <a:gd name="connsiteX85" fmla="*/ 6360 w 10000"/>
                  <a:gd name="connsiteY85" fmla="*/ 9561 h 10000"/>
                  <a:gd name="connsiteX86" fmla="*/ 6703 w 10000"/>
                  <a:gd name="connsiteY86" fmla="*/ 9416 h 10000"/>
                  <a:gd name="connsiteX87" fmla="*/ 7399 w 10000"/>
                  <a:gd name="connsiteY87" fmla="*/ 9517 h 10000"/>
                  <a:gd name="connsiteX88" fmla="*/ 7566 w 10000"/>
                  <a:gd name="connsiteY88" fmla="*/ 9392 h 10000"/>
                  <a:gd name="connsiteX89" fmla="*/ 8204 w 10000"/>
                  <a:gd name="connsiteY89" fmla="*/ 9476 h 10000"/>
                  <a:gd name="connsiteX90" fmla="*/ 8677 w 10000"/>
                  <a:gd name="connsiteY90" fmla="*/ 9426 h 10000"/>
                  <a:gd name="connsiteX91" fmla="*/ 8949 w 10000"/>
                  <a:gd name="connsiteY91" fmla="*/ 9517 h 10000"/>
                  <a:gd name="connsiteX92" fmla="*/ 8949 w 10000"/>
                  <a:gd name="connsiteY92" fmla="*/ 8757 h 10000"/>
                  <a:gd name="connsiteX93" fmla="*/ 9492 w 10000"/>
                  <a:gd name="connsiteY93" fmla="*/ 7948 h 10000"/>
                  <a:gd name="connsiteX94" fmla="*/ 10000 w 10000"/>
                  <a:gd name="connsiteY94" fmla="*/ 7593 h 10000"/>
                  <a:gd name="connsiteX95" fmla="*/ 9362 w 10000"/>
                  <a:gd name="connsiteY95" fmla="*/ 7069 h 10000"/>
                  <a:gd name="connsiteX96" fmla="*/ 8949 w 10000"/>
                  <a:gd name="connsiteY96" fmla="*/ 6605 h 10000"/>
                  <a:gd name="connsiteX97" fmla="*/ 8854 w 10000"/>
                  <a:gd name="connsiteY97" fmla="*/ 5938 h 10000"/>
                  <a:gd name="connsiteX98" fmla="*/ 8983 w 10000"/>
                  <a:gd name="connsiteY98" fmla="*/ 5270 h 10000"/>
                  <a:gd name="connsiteX99" fmla="*/ 9727 w 10000"/>
                  <a:gd name="connsiteY99" fmla="*/ 5034 h 10000"/>
                  <a:gd name="connsiteX100" fmla="*/ 9302 w 10000"/>
                  <a:gd name="connsiteY100" fmla="*/ 4949 h 10000"/>
                  <a:gd name="connsiteX101" fmla="*/ 8949 w 10000"/>
                  <a:gd name="connsiteY101" fmla="*/ 4434 h 10000"/>
                  <a:gd name="connsiteX102" fmla="*/ 9410 w 10000"/>
                  <a:gd name="connsiteY102" fmla="*/ 4096 h 10000"/>
                  <a:gd name="connsiteX103" fmla="*/ 9101 w 10000"/>
                  <a:gd name="connsiteY103" fmla="*/ 3750 h 10000"/>
                  <a:gd name="connsiteX104" fmla="*/ 8582 w 10000"/>
                  <a:gd name="connsiteY104" fmla="*/ 4029 h 10000"/>
                  <a:gd name="connsiteX105" fmla="*/ 7328 w 10000"/>
                  <a:gd name="connsiteY105" fmla="*/ 3716 h 10000"/>
                  <a:gd name="connsiteX106" fmla="*/ 6656 w 10000"/>
                  <a:gd name="connsiteY106" fmla="*/ 3336 h 10000"/>
                  <a:gd name="connsiteX107" fmla="*/ 6609 w 10000"/>
                  <a:gd name="connsiteY107" fmla="*/ 2854 h 10000"/>
                  <a:gd name="connsiteX108" fmla="*/ 6500 w 10000"/>
                  <a:gd name="connsiteY108" fmla="*/ 2559 h 10000"/>
                  <a:gd name="connsiteX109" fmla="*/ 6148 w 10000"/>
                  <a:gd name="connsiteY109" fmla="*/ 2390 h 10000"/>
                  <a:gd name="connsiteX110" fmla="*/ 5674 w 10000"/>
                  <a:gd name="connsiteY110" fmla="*/ 2306 h 10000"/>
                  <a:gd name="connsiteX111" fmla="*/ 5272 w 10000"/>
                  <a:gd name="connsiteY111" fmla="*/ 1883 h 10000"/>
                  <a:gd name="connsiteX112" fmla="*/ 5083 w 10000"/>
                  <a:gd name="connsiteY112" fmla="*/ 1300 h 10000"/>
                  <a:gd name="connsiteX113" fmla="*/ 4822 w 10000"/>
                  <a:gd name="connsiteY113" fmla="*/ 937 h 10000"/>
                  <a:gd name="connsiteX114" fmla="*/ 4375 w 10000"/>
                  <a:gd name="connsiteY114" fmla="*/ 557 h 10000"/>
                  <a:gd name="connsiteX115" fmla="*/ 3724 w 10000"/>
                  <a:gd name="connsiteY115" fmla="*/ 346 h 10000"/>
                  <a:gd name="connsiteX116" fmla="*/ 3511 w 10000"/>
                  <a:gd name="connsiteY116" fmla="*/ 228 h 10000"/>
                  <a:gd name="connsiteX117" fmla="*/ 3309 w 10000"/>
                  <a:gd name="connsiteY117" fmla="*/ 0 h 10000"/>
                  <a:gd name="connsiteX118" fmla="*/ 2778 w 10000"/>
                  <a:gd name="connsiteY118" fmla="*/ 143 h 10000"/>
                  <a:gd name="connsiteX119" fmla="*/ 2246 w 10000"/>
                  <a:gd name="connsiteY119" fmla="*/ 160 h 10000"/>
                  <a:gd name="connsiteX120" fmla="*/ 1537 w 10000"/>
                  <a:gd name="connsiteY120" fmla="*/ 490 h 10000"/>
                  <a:gd name="connsiteX121" fmla="*/ 911 w 10000"/>
                  <a:gd name="connsiteY121" fmla="*/ 507 h 10000"/>
                  <a:gd name="connsiteX122" fmla="*/ 604 w 10000"/>
                  <a:gd name="connsiteY122" fmla="*/ 675 h 10000"/>
                  <a:gd name="connsiteX123" fmla="*/ 0 w 10000"/>
                  <a:gd name="connsiteY123" fmla="*/ 719 h 10000"/>
                  <a:gd name="connsiteX0" fmla="*/ 0 w 10000"/>
                  <a:gd name="connsiteY0" fmla="*/ 719 h 10000"/>
                  <a:gd name="connsiteX1" fmla="*/ 331 w 10000"/>
                  <a:gd name="connsiteY1" fmla="*/ 937 h 10000"/>
                  <a:gd name="connsiteX2" fmla="*/ 355 w 10000"/>
                  <a:gd name="connsiteY2" fmla="*/ 1056 h 10000"/>
                  <a:gd name="connsiteX3" fmla="*/ 297 w 10000"/>
                  <a:gd name="connsiteY3" fmla="*/ 1123 h 10000"/>
                  <a:gd name="connsiteX4" fmla="*/ 402 w 10000"/>
                  <a:gd name="connsiteY4" fmla="*/ 1191 h 10000"/>
                  <a:gd name="connsiteX5" fmla="*/ 425 w 10000"/>
                  <a:gd name="connsiteY5" fmla="*/ 1300 h 10000"/>
                  <a:gd name="connsiteX6" fmla="*/ 285 w 10000"/>
                  <a:gd name="connsiteY6" fmla="*/ 1427 h 10000"/>
                  <a:gd name="connsiteX7" fmla="*/ 308 w 10000"/>
                  <a:gd name="connsiteY7" fmla="*/ 1504 h 10000"/>
                  <a:gd name="connsiteX8" fmla="*/ 449 w 10000"/>
                  <a:gd name="connsiteY8" fmla="*/ 1554 h 10000"/>
                  <a:gd name="connsiteX9" fmla="*/ 544 w 10000"/>
                  <a:gd name="connsiteY9" fmla="*/ 1487 h 10000"/>
                  <a:gd name="connsiteX10" fmla="*/ 639 w 10000"/>
                  <a:gd name="connsiteY10" fmla="*/ 1487 h 10000"/>
                  <a:gd name="connsiteX11" fmla="*/ 769 w 10000"/>
                  <a:gd name="connsiteY11" fmla="*/ 1562 h 10000"/>
                  <a:gd name="connsiteX12" fmla="*/ 769 w 10000"/>
                  <a:gd name="connsiteY12" fmla="*/ 1613 h 10000"/>
                  <a:gd name="connsiteX13" fmla="*/ 685 w 10000"/>
                  <a:gd name="connsiteY13" fmla="*/ 1663 h 10000"/>
                  <a:gd name="connsiteX14" fmla="*/ 592 w 10000"/>
                  <a:gd name="connsiteY14" fmla="*/ 1663 h 10000"/>
                  <a:gd name="connsiteX15" fmla="*/ 556 w 10000"/>
                  <a:gd name="connsiteY15" fmla="*/ 1740 h 10000"/>
                  <a:gd name="connsiteX16" fmla="*/ 615 w 10000"/>
                  <a:gd name="connsiteY16" fmla="*/ 1800 h 10000"/>
                  <a:gd name="connsiteX17" fmla="*/ 579 w 10000"/>
                  <a:gd name="connsiteY17" fmla="*/ 1883 h 10000"/>
                  <a:gd name="connsiteX18" fmla="*/ 556 w 10000"/>
                  <a:gd name="connsiteY18" fmla="*/ 1943 h 10000"/>
                  <a:gd name="connsiteX19" fmla="*/ 615 w 10000"/>
                  <a:gd name="connsiteY19" fmla="*/ 2002 h 10000"/>
                  <a:gd name="connsiteX20" fmla="*/ 792 w 10000"/>
                  <a:gd name="connsiteY20" fmla="*/ 2002 h 10000"/>
                  <a:gd name="connsiteX21" fmla="*/ 863 w 10000"/>
                  <a:gd name="connsiteY21" fmla="*/ 2069 h 10000"/>
                  <a:gd name="connsiteX22" fmla="*/ 993 w 10000"/>
                  <a:gd name="connsiteY22" fmla="*/ 2137 h 10000"/>
                  <a:gd name="connsiteX23" fmla="*/ 1206 w 10000"/>
                  <a:gd name="connsiteY23" fmla="*/ 2128 h 10000"/>
                  <a:gd name="connsiteX24" fmla="*/ 1359 w 10000"/>
                  <a:gd name="connsiteY24" fmla="*/ 2204 h 10000"/>
                  <a:gd name="connsiteX25" fmla="*/ 1549 w 10000"/>
                  <a:gd name="connsiteY25" fmla="*/ 2187 h 10000"/>
                  <a:gd name="connsiteX26" fmla="*/ 1642 w 10000"/>
                  <a:gd name="connsiteY26" fmla="*/ 2221 h 10000"/>
                  <a:gd name="connsiteX27" fmla="*/ 1668 w 10000"/>
                  <a:gd name="connsiteY27" fmla="*/ 2280 h 10000"/>
                  <a:gd name="connsiteX28" fmla="*/ 1502 w 10000"/>
                  <a:gd name="connsiteY28" fmla="*/ 2356 h 10000"/>
                  <a:gd name="connsiteX29" fmla="*/ 1324 w 10000"/>
                  <a:gd name="connsiteY29" fmla="*/ 2322 h 10000"/>
                  <a:gd name="connsiteX30" fmla="*/ 1170 w 10000"/>
                  <a:gd name="connsiteY30" fmla="*/ 2298 h 10000"/>
                  <a:gd name="connsiteX31" fmla="*/ 1065 w 10000"/>
                  <a:gd name="connsiteY31" fmla="*/ 2314 h 10000"/>
                  <a:gd name="connsiteX32" fmla="*/ 1029 w 10000"/>
                  <a:gd name="connsiteY32" fmla="*/ 2458 h 10000"/>
                  <a:gd name="connsiteX33" fmla="*/ 911 w 10000"/>
                  <a:gd name="connsiteY33" fmla="*/ 2559 h 10000"/>
                  <a:gd name="connsiteX34" fmla="*/ 981 w 10000"/>
                  <a:gd name="connsiteY34" fmla="*/ 2846 h 10000"/>
                  <a:gd name="connsiteX35" fmla="*/ 1065 w 10000"/>
                  <a:gd name="connsiteY35" fmla="*/ 2897 h 10000"/>
                  <a:gd name="connsiteX36" fmla="*/ 1018 w 10000"/>
                  <a:gd name="connsiteY36" fmla="*/ 3040 h 10000"/>
                  <a:gd name="connsiteX37" fmla="*/ 1549 w 10000"/>
                  <a:gd name="connsiteY37" fmla="*/ 3074 h 10000"/>
                  <a:gd name="connsiteX38" fmla="*/ 1642 w 10000"/>
                  <a:gd name="connsiteY38" fmla="*/ 3167 h 10000"/>
                  <a:gd name="connsiteX39" fmla="*/ 1574 w 10000"/>
                  <a:gd name="connsiteY39" fmla="*/ 3268 h 10000"/>
                  <a:gd name="connsiteX40" fmla="*/ 1574 w 10000"/>
                  <a:gd name="connsiteY40" fmla="*/ 3411 h 10000"/>
                  <a:gd name="connsiteX41" fmla="*/ 1348 w 10000"/>
                  <a:gd name="connsiteY41" fmla="*/ 3639 h 10000"/>
                  <a:gd name="connsiteX42" fmla="*/ 1147 w 10000"/>
                  <a:gd name="connsiteY42" fmla="*/ 3979 h 10000"/>
                  <a:gd name="connsiteX43" fmla="*/ 1053 w 10000"/>
                  <a:gd name="connsiteY43" fmla="*/ 4020 h 10000"/>
                  <a:gd name="connsiteX44" fmla="*/ 1053 w 10000"/>
                  <a:gd name="connsiteY44" fmla="*/ 4114 h 10000"/>
                  <a:gd name="connsiteX45" fmla="*/ 1112 w 10000"/>
                  <a:gd name="connsiteY45" fmla="*/ 4171 h 10000"/>
                  <a:gd name="connsiteX46" fmla="*/ 969 w 10000"/>
                  <a:gd name="connsiteY46" fmla="*/ 4342 h 10000"/>
                  <a:gd name="connsiteX47" fmla="*/ 1065 w 10000"/>
                  <a:gd name="connsiteY47" fmla="*/ 4544 h 10000"/>
                  <a:gd name="connsiteX48" fmla="*/ 1218 w 10000"/>
                  <a:gd name="connsiteY48" fmla="*/ 4569 h 10000"/>
                  <a:gd name="connsiteX49" fmla="*/ 1324 w 10000"/>
                  <a:gd name="connsiteY49" fmla="*/ 4638 h 10000"/>
                  <a:gd name="connsiteX50" fmla="*/ 1490 w 10000"/>
                  <a:gd name="connsiteY50" fmla="*/ 4594 h 10000"/>
                  <a:gd name="connsiteX51" fmla="*/ 1562 w 10000"/>
                  <a:gd name="connsiteY51" fmla="*/ 4695 h 10000"/>
                  <a:gd name="connsiteX52" fmla="*/ 1596 w 10000"/>
                  <a:gd name="connsiteY52" fmla="*/ 4806 h 10000"/>
                  <a:gd name="connsiteX53" fmla="*/ 1786 w 10000"/>
                  <a:gd name="connsiteY53" fmla="*/ 4932 h 10000"/>
                  <a:gd name="connsiteX54" fmla="*/ 1891 w 10000"/>
                  <a:gd name="connsiteY54" fmla="*/ 4915 h 10000"/>
                  <a:gd name="connsiteX55" fmla="*/ 1939 w 10000"/>
                  <a:gd name="connsiteY55" fmla="*/ 4949 h 10000"/>
                  <a:gd name="connsiteX56" fmla="*/ 1926 w 10000"/>
                  <a:gd name="connsiteY56" fmla="*/ 5034 h 10000"/>
                  <a:gd name="connsiteX57" fmla="*/ 2116 w 10000"/>
                  <a:gd name="connsiteY57" fmla="*/ 5110 h 10000"/>
                  <a:gd name="connsiteX58" fmla="*/ 2235 w 10000"/>
                  <a:gd name="connsiteY58" fmla="*/ 5126 h 10000"/>
                  <a:gd name="connsiteX59" fmla="*/ 2258 w 10000"/>
                  <a:gd name="connsiteY59" fmla="*/ 5237 h 10000"/>
                  <a:gd name="connsiteX60" fmla="*/ 2057 w 10000"/>
                  <a:gd name="connsiteY60" fmla="*/ 5362 h 10000"/>
                  <a:gd name="connsiteX61" fmla="*/ 1715 w 10000"/>
                  <a:gd name="connsiteY61" fmla="*/ 5379 h 10000"/>
                  <a:gd name="connsiteX62" fmla="*/ 1490 w 10000"/>
                  <a:gd name="connsiteY62" fmla="*/ 5278 h 10000"/>
                  <a:gd name="connsiteX63" fmla="*/ 1372 w 10000"/>
                  <a:gd name="connsiteY63" fmla="*/ 5278 h 10000"/>
                  <a:gd name="connsiteX64" fmla="*/ 1324 w 10000"/>
                  <a:gd name="connsiteY64" fmla="*/ 5321 h 10000"/>
                  <a:gd name="connsiteX65" fmla="*/ 1372 w 10000"/>
                  <a:gd name="connsiteY65" fmla="*/ 5398 h 10000"/>
                  <a:gd name="connsiteX66" fmla="*/ 1642 w 10000"/>
                  <a:gd name="connsiteY66" fmla="*/ 5599 h 10000"/>
                  <a:gd name="connsiteX67" fmla="*/ 1926 w 10000"/>
                  <a:gd name="connsiteY67" fmla="*/ 5878 h 10000"/>
                  <a:gd name="connsiteX68" fmla="*/ 2010 w 10000"/>
                  <a:gd name="connsiteY68" fmla="*/ 5920 h 10000"/>
                  <a:gd name="connsiteX69" fmla="*/ 1999 w 10000"/>
                  <a:gd name="connsiteY69" fmla="*/ 6158 h 10000"/>
                  <a:gd name="connsiteX70" fmla="*/ 1926 w 10000"/>
                  <a:gd name="connsiteY70" fmla="*/ 6241 h 10000"/>
                  <a:gd name="connsiteX71" fmla="*/ 1797 w 10000"/>
                  <a:gd name="connsiteY71" fmla="*/ 6283 h 10000"/>
                  <a:gd name="connsiteX72" fmla="*/ 1715 w 10000"/>
                  <a:gd name="connsiteY72" fmla="*/ 6216 h 10000"/>
                  <a:gd name="connsiteX73" fmla="*/ 3652 w 10000"/>
                  <a:gd name="connsiteY73" fmla="*/ 6294 h 10000"/>
                  <a:gd name="connsiteX74" fmla="*/ 6814 w 10000"/>
                  <a:gd name="connsiteY74" fmla="*/ 6300 h 10000"/>
                  <a:gd name="connsiteX75" fmla="*/ 3653 w 10000"/>
                  <a:gd name="connsiteY75" fmla="*/ 9307 h 10000"/>
                  <a:gd name="connsiteX76" fmla="*/ 4102 w 10000"/>
                  <a:gd name="connsiteY76" fmla="*/ 9434 h 10000"/>
                  <a:gd name="connsiteX77" fmla="*/ 4610 w 10000"/>
                  <a:gd name="connsiteY77" fmla="*/ 9940 h 10000"/>
                  <a:gd name="connsiteX78" fmla="*/ 4704 w 10000"/>
                  <a:gd name="connsiteY78" fmla="*/ 9992 h 10000"/>
                  <a:gd name="connsiteX79" fmla="*/ 4882 w 10000"/>
                  <a:gd name="connsiteY79" fmla="*/ 10000 h 10000"/>
                  <a:gd name="connsiteX80" fmla="*/ 5035 w 10000"/>
                  <a:gd name="connsiteY80" fmla="*/ 9915 h 10000"/>
                  <a:gd name="connsiteX81" fmla="*/ 5072 w 10000"/>
                  <a:gd name="connsiteY81" fmla="*/ 9628 h 10000"/>
                  <a:gd name="connsiteX82" fmla="*/ 5817 w 10000"/>
                  <a:gd name="connsiteY82" fmla="*/ 9460 h 10000"/>
                  <a:gd name="connsiteX83" fmla="*/ 5969 w 10000"/>
                  <a:gd name="connsiteY83" fmla="*/ 9493 h 10000"/>
                  <a:gd name="connsiteX84" fmla="*/ 6242 w 10000"/>
                  <a:gd name="connsiteY84" fmla="*/ 9712 h 10000"/>
                  <a:gd name="connsiteX85" fmla="*/ 6348 w 10000"/>
                  <a:gd name="connsiteY85" fmla="*/ 9704 h 10000"/>
                  <a:gd name="connsiteX86" fmla="*/ 6360 w 10000"/>
                  <a:gd name="connsiteY86" fmla="*/ 9561 h 10000"/>
                  <a:gd name="connsiteX87" fmla="*/ 6703 w 10000"/>
                  <a:gd name="connsiteY87" fmla="*/ 9416 h 10000"/>
                  <a:gd name="connsiteX88" fmla="*/ 7399 w 10000"/>
                  <a:gd name="connsiteY88" fmla="*/ 9517 h 10000"/>
                  <a:gd name="connsiteX89" fmla="*/ 7566 w 10000"/>
                  <a:gd name="connsiteY89" fmla="*/ 9392 h 10000"/>
                  <a:gd name="connsiteX90" fmla="*/ 8204 w 10000"/>
                  <a:gd name="connsiteY90" fmla="*/ 9476 h 10000"/>
                  <a:gd name="connsiteX91" fmla="*/ 8677 w 10000"/>
                  <a:gd name="connsiteY91" fmla="*/ 9426 h 10000"/>
                  <a:gd name="connsiteX92" fmla="*/ 8949 w 10000"/>
                  <a:gd name="connsiteY92" fmla="*/ 9517 h 10000"/>
                  <a:gd name="connsiteX93" fmla="*/ 8949 w 10000"/>
                  <a:gd name="connsiteY93" fmla="*/ 8757 h 10000"/>
                  <a:gd name="connsiteX94" fmla="*/ 9492 w 10000"/>
                  <a:gd name="connsiteY94" fmla="*/ 7948 h 10000"/>
                  <a:gd name="connsiteX95" fmla="*/ 10000 w 10000"/>
                  <a:gd name="connsiteY95" fmla="*/ 7593 h 10000"/>
                  <a:gd name="connsiteX96" fmla="*/ 9362 w 10000"/>
                  <a:gd name="connsiteY96" fmla="*/ 7069 h 10000"/>
                  <a:gd name="connsiteX97" fmla="*/ 8949 w 10000"/>
                  <a:gd name="connsiteY97" fmla="*/ 6605 h 10000"/>
                  <a:gd name="connsiteX98" fmla="*/ 8854 w 10000"/>
                  <a:gd name="connsiteY98" fmla="*/ 5938 h 10000"/>
                  <a:gd name="connsiteX99" fmla="*/ 8983 w 10000"/>
                  <a:gd name="connsiteY99" fmla="*/ 5270 h 10000"/>
                  <a:gd name="connsiteX100" fmla="*/ 9727 w 10000"/>
                  <a:gd name="connsiteY100" fmla="*/ 5034 h 10000"/>
                  <a:gd name="connsiteX101" fmla="*/ 9302 w 10000"/>
                  <a:gd name="connsiteY101" fmla="*/ 4949 h 10000"/>
                  <a:gd name="connsiteX102" fmla="*/ 8949 w 10000"/>
                  <a:gd name="connsiteY102" fmla="*/ 4434 h 10000"/>
                  <a:gd name="connsiteX103" fmla="*/ 9410 w 10000"/>
                  <a:gd name="connsiteY103" fmla="*/ 4096 h 10000"/>
                  <a:gd name="connsiteX104" fmla="*/ 9101 w 10000"/>
                  <a:gd name="connsiteY104" fmla="*/ 3750 h 10000"/>
                  <a:gd name="connsiteX105" fmla="*/ 8582 w 10000"/>
                  <a:gd name="connsiteY105" fmla="*/ 4029 h 10000"/>
                  <a:gd name="connsiteX106" fmla="*/ 7328 w 10000"/>
                  <a:gd name="connsiteY106" fmla="*/ 3716 h 10000"/>
                  <a:gd name="connsiteX107" fmla="*/ 6656 w 10000"/>
                  <a:gd name="connsiteY107" fmla="*/ 3336 h 10000"/>
                  <a:gd name="connsiteX108" fmla="*/ 6609 w 10000"/>
                  <a:gd name="connsiteY108" fmla="*/ 2854 h 10000"/>
                  <a:gd name="connsiteX109" fmla="*/ 6500 w 10000"/>
                  <a:gd name="connsiteY109" fmla="*/ 2559 h 10000"/>
                  <a:gd name="connsiteX110" fmla="*/ 6148 w 10000"/>
                  <a:gd name="connsiteY110" fmla="*/ 2390 h 10000"/>
                  <a:gd name="connsiteX111" fmla="*/ 5674 w 10000"/>
                  <a:gd name="connsiteY111" fmla="*/ 2306 h 10000"/>
                  <a:gd name="connsiteX112" fmla="*/ 5272 w 10000"/>
                  <a:gd name="connsiteY112" fmla="*/ 1883 h 10000"/>
                  <a:gd name="connsiteX113" fmla="*/ 5083 w 10000"/>
                  <a:gd name="connsiteY113" fmla="*/ 1300 h 10000"/>
                  <a:gd name="connsiteX114" fmla="*/ 4822 w 10000"/>
                  <a:gd name="connsiteY114" fmla="*/ 937 h 10000"/>
                  <a:gd name="connsiteX115" fmla="*/ 4375 w 10000"/>
                  <a:gd name="connsiteY115" fmla="*/ 557 h 10000"/>
                  <a:gd name="connsiteX116" fmla="*/ 3724 w 10000"/>
                  <a:gd name="connsiteY116" fmla="*/ 346 h 10000"/>
                  <a:gd name="connsiteX117" fmla="*/ 3511 w 10000"/>
                  <a:gd name="connsiteY117" fmla="*/ 228 h 10000"/>
                  <a:gd name="connsiteX118" fmla="*/ 3309 w 10000"/>
                  <a:gd name="connsiteY118" fmla="*/ 0 h 10000"/>
                  <a:gd name="connsiteX119" fmla="*/ 2778 w 10000"/>
                  <a:gd name="connsiteY119" fmla="*/ 143 h 10000"/>
                  <a:gd name="connsiteX120" fmla="*/ 2246 w 10000"/>
                  <a:gd name="connsiteY120" fmla="*/ 160 h 10000"/>
                  <a:gd name="connsiteX121" fmla="*/ 1537 w 10000"/>
                  <a:gd name="connsiteY121" fmla="*/ 490 h 10000"/>
                  <a:gd name="connsiteX122" fmla="*/ 911 w 10000"/>
                  <a:gd name="connsiteY122" fmla="*/ 507 h 10000"/>
                  <a:gd name="connsiteX123" fmla="*/ 604 w 10000"/>
                  <a:gd name="connsiteY123" fmla="*/ 675 h 10000"/>
                  <a:gd name="connsiteX124" fmla="*/ 0 w 10000"/>
                  <a:gd name="connsiteY124" fmla="*/ 719 h 10000"/>
                  <a:gd name="connsiteX0" fmla="*/ 0 w 10000"/>
                  <a:gd name="connsiteY0" fmla="*/ 719 h 10000"/>
                  <a:gd name="connsiteX1" fmla="*/ 331 w 10000"/>
                  <a:gd name="connsiteY1" fmla="*/ 937 h 10000"/>
                  <a:gd name="connsiteX2" fmla="*/ 355 w 10000"/>
                  <a:gd name="connsiteY2" fmla="*/ 1056 h 10000"/>
                  <a:gd name="connsiteX3" fmla="*/ 297 w 10000"/>
                  <a:gd name="connsiteY3" fmla="*/ 1123 h 10000"/>
                  <a:gd name="connsiteX4" fmla="*/ 402 w 10000"/>
                  <a:gd name="connsiteY4" fmla="*/ 1191 h 10000"/>
                  <a:gd name="connsiteX5" fmla="*/ 425 w 10000"/>
                  <a:gd name="connsiteY5" fmla="*/ 1300 h 10000"/>
                  <a:gd name="connsiteX6" fmla="*/ 285 w 10000"/>
                  <a:gd name="connsiteY6" fmla="*/ 1427 h 10000"/>
                  <a:gd name="connsiteX7" fmla="*/ 308 w 10000"/>
                  <a:gd name="connsiteY7" fmla="*/ 1504 h 10000"/>
                  <a:gd name="connsiteX8" fmla="*/ 449 w 10000"/>
                  <a:gd name="connsiteY8" fmla="*/ 1554 h 10000"/>
                  <a:gd name="connsiteX9" fmla="*/ 544 w 10000"/>
                  <a:gd name="connsiteY9" fmla="*/ 1487 h 10000"/>
                  <a:gd name="connsiteX10" fmla="*/ 639 w 10000"/>
                  <a:gd name="connsiteY10" fmla="*/ 1487 h 10000"/>
                  <a:gd name="connsiteX11" fmla="*/ 769 w 10000"/>
                  <a:gd name="connsiteY11" fmla="*/ 1562 h 10000"/>
                  <a:gd name="connsiteX12" fmla="*/ 769 w 10000"/>
                  <a:gd name="connsiteY12" fmla="*/ 1613 h 10000"/>
                  <a:gd name="connsiteX13" fmla="*/ 685 w 10000"/>
                  <a:gd name="connsiteY13" fmla="*/ 1663 h 10000"/>
                  <a:gd name="connsiteX14" fmla="*/ 592 w 10000"/>
                  <a:gd name="connsiteY14" fmla="*/ 1663 h 10000"/>
                  <a:gd name="connsiteX15" fmla="*/ 556 w 10000"/>
                  <a:gd name="connsiteY15" fmla="*/ 1740 h 10000"/>
                  <a:gd name="connsiteX16" fmla="*/ 615 w 10000"/>
                  <a:gd name="connsiteY16" fmla="*/ 1800 h 10000"/>
                  <a:gd name="connsiteX17" fmla="*/ 579 w 10000"/>
                  <a:gd name="connsiteY17" fmla="*/ 1883 h 10000"/>
                  <a:gd name="connsiteX18" fmla="*/ 556 w 10000"/>
                  <a:gd name="connsiteY18" fmla="*/ 1943 h 10000"/>
                  <a:gd name="connsiteX19" fmla="*/ 615 w 10000"/>
                  <a:gd name="connsiteY19" fmla="*/ 2002 h 10000"/>
                  <a:gd name="connsiteX20" fmla="*/ 792 w 10000"/>
                  <a:gd name="connsiteY20" fmla="*/ 2002 h 10000"/>
                  <a:gd name="connsiteX21" fmla="*/ 863 w 10000"/>
                  <a:gd name="connsiteY21" fmla="*/ 2069 h 10000"/>
                  <a:gd name="connsiteX22" fmla="*/ 993 w 10000"/>
                  <a:gd name="connsiteY22" fmla="*/ 2137 h 10000"/>
                  <a:gd name="connsiteX23" fmla="*/ 1206 w 10000"/>
                  <a:gd name="connsiteY23" fmla="*/ 2128 h 10000"/>
                  <a:gd name="connsiteX24" fmla="*/ 1359 w 10000"/>
                  <a:gd name="connsiteY24" fmla="*/ 2204 h 10000"/>
                  <a:gd name="connsiteX25" fmla="*/ 1549 w 10000"/>
                  <a:gd name="connsiteY25" fmla="*/ 2187 h 10000"/>
                  <a:gd name="connsiteX26" fmla="*/ 1642 w 10000"/>
                  <a:gd name="connsiteY26" fmla="*/ 2221 h 10000"/>
                  <a:gd name="connsiteX27" fmla="*/ 1668 w 10000"/>
                  <a:gd name="connsiteY27" fmla="*/ 2280 h 10000"/>
                  <a:gd name="connsiteX28" fmla="*/ 1502 w 10000"/>
                  <a:gd name="connsiteY28" fmla="*/ 2356 h 10000"/>
                  <a:gd name="connsiteX29" fmla="*/ 1324 w 10000"/>
                  <a:gd name="connsiteY29" fmla="*/ 2322 h 10000"/>
                  <a:gd name="connsiteX30" fmla="*/ 1170 w 10000"/>
                  <a:gd name="connsiteY30" fmla="*/ 2298 h 10000"/>
                  <a:gd name="connsiteX31" fmla="*/ 1065 w 10000"/>
                  <a:gd name="connsiteY31" fmla="*/ 2314 h 10000"/>
                  <a:gd name="connsiteX32" fmla="*/ 1029 w 10000"/>
                  <a:gd name="connsiteY32" fmla="*/ 2458 h 10000"/>
                  <a:gd name="connsiteX33" fmla="*/ 911 w 10000"/>
                  <a:gd name="connsiteY33" fmla="*/ 2559 h 10000"/>
                  <a:gd name="connsiteX34" fmla="*/ 981 w 10000"/>
                  <a:gd name="connsiteY34" fmla="*/ 2846 h 10000"/>
                  <a:gd name="connsiteX35" fmla="*/ 1065 w 10000"/>
                  <a:gd name="connsiteY35" fmla="*/ 2897 h 10000"/>
                  <a:gd name="connsiteX36" fmla="*/ 1018 w 10000"/>
                  <a:gd name="connsiteY36" fmla="*/ 3040 h 10000"/>
                  <a:gd name="connsiteX37" fmla="*/ 1549 w 10000"/>
                  <a:gd name="connsiteY37" fmla="*/ 3074 h 10000"/>
                  <a:gd name="connsiteX38" fmla="*/ 1642 w 10000"/>
                  <a:gd name="connsiteY38" fmla="*/ 3167 h 10000"/>
                  <a:gd name="connsiteX39" fmla="*/ 1574 w 10000"/>
                  <a:gd name="connsiteY39" fmla="*/ 3268 h 10000"/>
                  <a:gd name="connsiteX40" fmla="*/ 1574 w 10000"/>
                  <a:gd name="connsiteY40" fmla="*/ 3411 h 10000"/>
                  <a:gd name="connsiteX41" fmla="*/ 1348 w 10000"/>
                  <a:gd name="connsiteY41" fmla="*/ 3639 h 10000"/>
                  <a:gd name="connsiteX42" fmla="*/ 1147 w 10000"/>
                  <a:gd name="connsiteY42" fmla="*/ 3979 h 10000"/>
                  <a:gd name="connsiteX43" fmla="*/ 1053 w 10000"/>
                  <a:gd name="connsiteY43" fmla="*/ 4020 h 10000"/>
                  <a:gd name="connsiteX44" fmla="*/ 1053 w 10000"/>
                  <a:gd name="connsiteY44" fmla="*/ 4114 h 10000"/>
                  <a:gd name="connsiteX45" fmla="*/ 1112 w 10000"/>
                  <a:gd name="connsiteY45" fmla="*/ 4171 h 10000"/>
                  <a:gd name="connsiteX46" fmla="*/ 969 w 10000"/>
                  <a:gd name="connsiteY46" fmla="*/ 4342 h 10000"/>
                  <a:gd name="connsiteX47" fmla="*/ 1065 w 10000"/>
                  <a:gd name="connsiteY47" fmla="*/ 4544 h 10000"/>
                  <a:gd name="connsiteX48" fmla="*/ 1218 w 10000"/>
                  <a:gd name="connsiteY48" fmla="*/ 4569 h 10000"/>
                  <a:gd name="connsiteX49" fmla="*/ 1324 w 10000"/>
                  <a:gd name="connsiteY49" fmla="*/ 4638 h 10000"/>
                  <a:gd name="connsiteX50" fmla="*/ 1490 w 10000"/>
                  <a:gd name="connsiteY50" fmla="*/ 4594 h 10000"/>
                  <a:gd name="connsiteX51" fmla="*/ 1562 w 10000"/>
                  <a:gd name="connsiteY51" fmla="*/ 4695 h 10000"/>
                  <a:gd name="connsiteX52" fmla="*/ 1596 w 10000"/>
                  <a:gd name="connsiteY52" fmla="*/ 4806 h 10000"/>
                  <a:gd name="connsiteX53" fmla="*/ 1786 w 10000"/>
                  <a:gd name="connsiteY53" fmla="*/ 4932 h 10000"/>
                  <a:gd name="connsiteX54" fmla="*/ 1891 w 10000"/>
                  <a:gd name="connsiteY54" fmla="*/ 4915 h 10000"/>
                  <a:gd name="connsiteX55" fmla="*/ 1939 w 10000"/>
                  <a:gd name="connsiteY55" fmla="*/ 4949 h 10000"/>
                  <a:gd name="connsiteX56" fmla="*/ 1926 w 10000"/>
                  <a:gd name="connsiteY56" fmla="*/ 5034 h 10000"/>
                  <a:gd name="connsiteX57" fmla="*/ 2116 w 10000"/>
                  <a:gd name="connsiteY57" fmla="*/ 5110 h 10000"/>
                  <a:gd name="connsiteX58" fmla="*/ 2235 w 10000"/>
                  <a:gd name="connsiteY58" fmla="*/ 5126 h 10000"/>
                  <a:gd name="connsiteX59" fmla="*/ 2258 w 10000"/>
                  <a:gd name="connsiteY59" fmla="*/ 5237 h 10000"/>
                  <a:gd name="connsiteX60" fmla="*/ 2057 w 10000"/>
                  <a:gd name="connsiteY60" fmla="*/ 5362 h 10000"/>
                  <a:gd name="connsiteX61" fmla="*/ 1715 w 10000"/>
                  <a:gd name="connsiteY61" fmla="*/ 5379 h 10000"/>
                  <a:gd name="connsiteX62" fmla="*/ 1490 w 10000"/>
                  <a:gd name="connsiteY62" fmla="*/ 5278 h 10000"/>
                  <a:gd name="connsiteX63" fmla="*/ 1372 w 10000"/>
                  <a:gd name="connsiteY63" fmla="*/ 5278 h 10000"/>
                  <a:gd name="connsiteX64" fmla="*/ 1324 w 10000"/>
                  <a:gd name="connsiteY64" fmla="*/ 5321 h 10000"/>
                  <a:gd name="connsiteX65" fmla="*/ 1372 w 10000"/>
                  <a:gd name="connsiteY65" fmla="*/ 5398 h 10000"/>
                  <a:gd name="connsiteX66" fmla="*/ 1642 w 10000"/>
                  <a:gd name="connsiteY66" fmla="*/ 5599 h 10000"/>
                  <a:gd name="connsiteX67" fmla="*/ 1926 w 10000"/>
                  <a:gd name="connsiteY67" fmla="*/ 5878 h 10000"/>
                  <a:gd name="connsiteX68" fmla="*/ 2010 w 10000"/>
                  <a:gd name="connsiteY68" fmla="*/ 5920 h 10000"/>
                  <a:gd name="connsiteX69" fmla="*/ 1999 w 10000"/>
                  <a:gd name="connsiteY69" fmla="*/ 6158 h 10000"/>
                  <a:gd name="connsiteX70" fmla="*/ 1926 w 10000"/>
                  <a:gd name="connsiteY70" fmla="*/ 6241 h 10000"/>
                  <a:gd name="connsiteX71" fmla="*/ 1797 w 10000"/>
                  <a:gd name="connsiteY71" fmla="*/ 6283 h 10000"/>
                  <a:gd name="connsiteX72" fmla="*/ 1715 w 10000"/>
                  <a:gd name="connsiteY72" fmla="*/ 6216 h 10000"/>
                  <a:gd name="connsiteX73" fmla="*/ 2537 w 10000"/>
                  <a:gd name="connsiteY73" fmla="*/ 6848 h 10000"/>
                  <a:gd name="connsiteX74" fmla="*/ 6814 w 10000"/>
                  <a:gd name="connsiteY74" fmla="*/ 6300 h 10000"/>
                  <a:gd name="connsiteX75" fmla="*/ 3653 w 10000"/>
                  <a:gd name="connsiteY75" fmla="*/ 9307 h 10000"/>
                  <a:gd name="connsiteX76" fmla="*/ 4102 w 10000"/>
                  <a:gd name="connsiteY76" fmla="*/ 9434 h 10000"/>
                  <a:gd name="connsiteX77" fmla="*/ 4610 w 10000"/>
                  <a:gd name="connsiteY77" fmla="*/ 9940 h 10000"/>
                  <a:gd name="connsiteX78" fmla="*/ 4704 w 10000"/>
                  <a:gd name="connsiteY78" fmla="*/ 9992 h 10000"/>
                  <a:gd name="connsiteX79" fmla="*/ 4882 w 10000"/>
                  <a:gd name="connsiteY79" fmla="*/ 10000 h 10000"/>
                  <a:gd name="connsiteX80" fmla="*/ 5035 w 10000"/>
                  <a:gd name="connsiteY80" fmla="*/ 9915 h 10000"/>
                  <a:gd name="connsiteX81" fmla="*/ 5072 w 10000"/>
                  <a:gd name="connsiteY81" fmla="*/ 9628 h 10000"/>
                  <a:gd name="connsiteX82" fmla="*/ 5817 w 10000"/>
                  <a:gd name="connsiteY82" fmla="*/ 9460 h 10000"/>
                  <a:gd name="connsiteX83" fmla="*/ 5969 w 10000"/>
                  <a:gd name="connsiteY83" fmla="*/ 9493 h 10000"/>
                  <a:gd name="connsiteX84" fmla="*/ 6242 w 10000"/>
                  <a:gd name="connsiteY84" fmla="*/ 9712 h 10000"/>
                  <a:gd name="connsiteX85" fmla="*/ 6348 w 10000"/>
                  <a:gd name="connsiteY85" fmla="*/ 9704 h 10000"/>
                  <a:gd name="connsiteX86" fmla="*/ 6360 w 10000"/>
                  <a:gd name="connsiteY86" fmla="*/ 9561 h 10000"/>
                  <a:gd name="connsiteX87" fmla="*/ 6703 w 10000"/>
                  <a:gd name="connsiteY87" fmla="*/ 9416 h 10000"/>
                  <a:gd name="connsiteX88" fmla="*/ 7399 w 10000"/>
                  <a:gd name="connsiteY88" fmla="*/ 9517 h 10000"/>
                  <a:gd name="connsiteX89" fmla="*/ 7566 w 10000"/>
                  <a:gd name="connsiteY89" fmla="*/ 9392 h 10000"/>
                  <a:gd name="connsiteX90" fmla="*/ 8204 w 10000"/>
                  <a:gd name="connsiteY90" fmla="*/ 9476 h 10000"/>
                  <a:gd name="connsiteX91" fmla="*/ 8677 w 10000"/>
                  <a:gd name="connsiteY91" fmla="*/ 9426 h 10000"/>
                  <a:gd name="connsiteX92" fmla="*/ 8949 w 10000"/>
                  <a:gd name="connsiteY92" fmla="*/ 9517 h 10000"/>
                  <a:gd name="connsiteX93" fmla="*/ 8949 w 10000"/>
                  <a:gd name="connsiteY93" fmla="*/ 8757 h 10000"/>
                  <a:gd name="connsiteX94" fmla="*/ 9492 w 10000"/>
                  <a:gd name="connsiteY94" fmla="*/ 7948 h 10000"/>
                  <a:gd name="connsiteX95" fmla="*/ 10000 w 10000"/>
                  <a:gd name="connsiteY95" fmla="*/ 7593 h 10000"/>
                  <a:gd name="connsiteX96" fmla="*/ 9362 w 10000"/>
                  <a:gd name="connsiteY96" fmla="*/ 7069 h 10000"/>
                  <a:gd name="connsiteX97" fmla="*/ 8949 w 10000"/>
                  <a:gd name="connsiteY97" fmla="*/ 6605 h 10000"/>
                  <a:gd name="connsiteX98" fmla="*/ 8854 w 10000"/>
                  <a:gd name="connsiteY98" fmla="*/ 5938 h 10000"/>
                  <a:gd name="connsiteX99" fmla="*/ 8983 w 10000"/>
                  <a:gd name="connsiteY99" fmla="*/ 5270 h 10000"/>
                  <a:gd name="connsiteX100" fmla="*/ 9727 w 10000"/>
                  <a:gd name="connsiteY100" fmla="*/ 5034 h 10000"/>
                  <a:gd name="connsiteX101" fmla="*/ 9302 w 10000"/>
                  <a:gd name="connsiteY101" fmla="*/ 4949 h 10000"/>
                  <a:gd name="connsiteX102" fmla="*/ 8949 w 10000"/>
                  <a:gd name="connsiteY102" fmla="*/ 4434 h 10000"/>
                  <a:gd name="connsiteX103" fmla="*/ 9410 w 10000"/>
                  <a:gd name="connsiteY103" fmla="*/ 4096 h 10000"/>
                  <a:gd name="connsiteX104" fmla="*/ 9101 w 10000"/>
                  <a:gd name="connsiteY104" fmla="*/ 3750 h 10000"/>
                  <a:gd name="connsiteX105" fmla="*/ 8582 w 10000"/>
                  <a:gd name="connsiteY105" fmla="*/ 4029 h 10000"/>
                  <a:gd name="connsiteX106" fmla="*/ 7328 w 10000"/>
                  <a:gd name="connsiteY106" fmla="*/ 3716 h 10000"/>
                  <a:gd name="connsiteX107" fmla="*/ 6656 w 10000"/>
                  <a:gd name="connsiteY107" fmla="*/ 3336 h 10000"/>
                  <a:gd name="connsiteX108" fmla="*/ 6609 w 10000"/>
                  <a:gd name="connsiteY108" fmla="*/ 2854 h 10000"/>
                  <a:gd name="connsiteX109" fmla="*/ 6500 w 10000"/>
                  <a:gd name="connsiteY109" fmla="*/ 2559 h 10000"/>
                  <a:gd name="connsiteX110" fmla="*/ 6148 w 10000"/>
                  <a:gd name="connsiteY110" fmla="*/ 2390 h 10000"/>
                  <a:gd name="connsiteX111" fmla="*/ 5674 w 10000"/>
                  <a:gd name="connsiteY111" fmla="*/ 2306 h 10000"/>
                  <a:gd name="connsiteX112" fmla="*/ 5272 w 10000"/>
                  <a:gd name="connsiteY112" fmla="*/ 1883 h 10000"/>
                  <a:gd name="connsiteX113" fmla="*/ 5083 w 10000"/>
                  <a:gd name="connsiteY113" fmla="*/ 1300 h 10000"/>
                  <a:gd name="connsiteX114" fmla="*/ 4822 w 10000"/>
                  <a:gd name="connsiteY114" fmla="*/ 937 h 10000"/>
                  <a:gd name="connsiteX115" fmla="*/ 4375 w 10000"/>
                  <a:gd name="connsiteY115" fmla="*/ 557 h 10000"/>
                  <a:gd name="connsiteX116" fmla="*/ 3724 w 10000"/>
                  <a:gd name="connsiteY116" fmla="*/ 346 h 10000"/>
                  <a:gd name="connsiteX117" fmla="*/ 3511 w 10000"/>
                  <a:gd name="connsiteY117" fmla="*/ 228 h 10000"/>
                  <a:gd name="connsiteX118" fmla="*/ 3309 w 10000"/>
                  <a:gd name="connsiteY118" fmla="*/ 0 h 10000"/>
                  <a:gd name="connsiteX119" fmla="*/ 2778 w 10000"/>
                  <a:gd name="connsiteY119" fmla="*/ 143 h 10000"/>
                  <a:gd name="connsiteX120" fmla="*/ 2246 w 10000"/>
                  <a:gd name="connsiteY120" fmla="*/ 160 h 10000"/>
                  <a:gd name="connsiteX121" fmla="*/ 1537 w 10000"/>
                  <a:gd name="connsiteY121" fmla="*/ 490 h 10000"/>
                  <a:gd name="connsiteX122" fmla="*/ 911 w 10000"/>
                  <a:gd name="connsiteY122" fmla="*/ 507 h 10000"/>
                  <a:gd name="connsiteX123" fmla="*/ 604 w 10000"/>
                  <a:gd name="connsiteY123" fmla="*/ 675 h 10000"/>
                  <a:gd name="connsiteX124" fmla="*/ 0 w 10000"/>
                  <a:gd name="connsiteY124" fmla="*/ 719 h 10000"/>
                  <a:gd name="connsiteX0" fmla="*/ 0 w 10000"/>
                  <a:gd name="connsiteY0" fmla="*/ 719 h 10000"/>
                  <a:gd name="connsiteX1" fmla="*/ 331 w 10000"/>
                  <a:gd name="connsiteY1" fmla="*/ 937 h 10000"/>
                  <a:gd name="connsiteX2" fmla="*/ 355 w 10000"/>
                  <a:gd name="connsiteY2" fmla="*/ 1056 h 10000"/>
                  <a:gd name="connsiteX3" fmla="*/ 297 w 10000"/>
                  <a:gd name="connsiteY3" fmla="*/ 1123 h 10000"/>
                  <a:gd name="connsiteX4" fmla="*/ 402 w 10000"/>
                  <a:gd name="connsiteY4" fmla="*/ 1191 h 10000"/>
                  <a:gd name="connsiteX5" fmla="*/ 425 w 10000"/>
                  <a:gd name="connsiteY5" fmla="*/ 1300 h 10000"/>
                  <a:gd name="connsiteX6" fmla="*/ 285 w 10000"/>
                  <a:gd name="connsiteY6" fmla="*/ 1427 h 10000"/>
                  <a:gd name="connsiteX7" fmla="*/ 308 w 10000"/>
                  <a:gd name="connsiteY7" fmla="*/ 1504 h 10000"/>
                  <a:gd name="connsiteX8" fmla="*/ 449 w 10000"/>
                  <a:gd name="connsiteY8" fmla="*/ 1554 h 10000"/>
                  <a:gd name="connsiteX9" fmla="*/ 544 w 10000"/>
                  <a:gd name="connsiteY9" fmla="*/ 1487 h 10000"/>
                  <a:gd name="connsiteX10" fmla="*/ 639 w 10000"/>
                  <a:gd name="connsiteY10" fmla="*/ 1487 h 10000"/>
                  <a:gd name="connsiteX11" fmla="*/ 769 w 10000"/>
                  <a:gd name="connsiteY11" fmla="*/ 1562 h 10000"/>
                  <a:gd name="connsiteX12" fmla="*/ 769 w 10000"/>
                  <a:gd name="connsiteY12" fmla="*/ 1613 h 10000"/>
                  <a:gd name="connsiteX13" fmla="*/ 685 w 10000"/>
                  <a:gd name="connsiteY13" fmla="*/ 1663 h 10000"/>
                  <a:gd name="connsiteX14" fmla="*/ 592 w 10000"/>
                  <a:gd name="connsiteY14" fmla="*/ 1663 h 10000"/>
                  <a:gd name="connsiteX15" fmla="*/ 556 w 10000"/>
                  <a:gd name="connsiteY15" fmla="*/ 1740 h 10000"/>
                  <a:gd name="connsiteX16" fmla="*/ 615 w 10000"/>
                  <a:gd name="connsiteY16" fmla="*/ 1800 h 10000"/>
                  <a:gd name="connsiteX17" fmla="*/ 579 w 10000"/>
                  <a:gd name="connsiteY17" fmla="*/ 1883 h 10000"/>
                  <a:gd name="connsiteX18" fmla="*/ 556 w 10000"/>
                  <a:gd name="connsiteY18" fmla="*/ 1943 h 10000"/>
                  <a:gd name="connsiteX19" fmla="*/ 615 w 10000"/>
                  <a:gd name="connsiteY19" fmla="*/ 2002 h 10000"/>
                  <a:gd name="connsiteX20" fmla="*/ 792 w 10000"/>
                  <a:gd name="connsiteY20" fmla="*/ 2002 h 10000"/>
                  <a:gd name="connsiteX21" fmla="*/ 863 w 10000"/>
                  <a:gd name="connsiteY21" fmla="*/ 2069 h 10000"/>
                  <a:gd name="connsiteX22" fmla="*/ 993 w 10000"/>
                  <a:gd name="connsiteY22" fmla="*/ 2137 h 10000"/>
                  <a:gd name="connsiteX23" fmla="*/ 1206 w 10000"/>
                  <a:gd name="connsiteY23" fmla="*/ 2128 h 10000"/>
                  <a:gd name="connsiteX24" fmla="*/ 1359 w 10000"/>
                  <a:gd name="connsiteY24" fmla="*/ 2204 h 10000"/>
                  <a:gd name="connsiteX25" fmla="*/ 1549 w 10000"/>
                  <a:gd name="connsiteY25" fmla="*/ 2187 h 10000"/>
                  <a:gd name="connsiteX26" fmla="*/ 1642 w 10000"/>
                  <a:gd name="connsiteY26" fmla="*/ 2221 h 10000"/>
                  <a:gd name="connsiteX27" fmla="*/ 1668 w 10000"/>
                  <a:gd name="connsiteY27" fmla="*/ 2280 h 10000"/>
                  <a:gd name="connsiteX28" fmla="*/ 1502 w 10000"/>
                  <a:gd name="connsiteY28" fmla="*/ 2356 h 10000"/>
                  <a:gd name="connsiteX29" fmla="*/ 1324 w 10000"/>
                  <a:gd name="connsiteY29" fmla="*/ 2322 h 10000"/>
                  <a:gd name="connsiteX30" fmla="*/ 1170 w 10000"/>
                  <a:gd name="connsiteY30" fmla="*/ 2298 h 10000"/>
                  <a:gd name="connsiteX31" fmla="*/ 1065 w 10000"/>
                  <a:gd name="connsiteY31" fmla="*/ 2314 h 10000"/>
                  <a:gd name="connsiteX32" fmla="*/ 1029 w 10000"/>
                  <a:gd name="connsiteY32" fmla="*/ 2458 h 10000"/>
                  <a:gd name="connsiteX33" fmla="*/ 911 w 10000"/>
                  <a:gd name="connsiteY33" fmla="*/ 2559 h 10000"/>
                  <a:gd name="connsiteX34" fmla="*/ 981 w 10000"/>
                  <a:gd name="connsiteY34" fmla="*/ 2846 h 10000"/>
                  <a:gd name="connsiteX35" fmla="*/ 1065 w 10000"/>
                  <a:gd name="connsiteY35" fmla="*/ 2897 h 10000"/>
                  <a:gd name="connsiteX36" fmla="*/ 1018 w 10000"/>
                  <a:gd name="connsiteY36" fmla="*/ 3040 h 10000"/>
                  <a:gd name="connsiteX37" fmla="*/ 1549 w 10000"/>
                  <a:gd name="connsiteY37" fmla="*/ 3074 h 10000"/>
                  <a:gd name="connsiteX38" fmla="*/ 1642 w 10000"/>
                  <a:gd name="connsiteY38" fmla="*/ 3167 h 10000"/>
                  <a:gd name="connsiteX39" fmla="*/ 1574 w 10000"/>
                  <a:gd name="connsiteY39" fmla="*/ 3268 h 10000"/>
                  <a:gd name="connsiteX40" fmla="*/ 1574 w 10000"/>
                  <a:gd name="connsiteY40" fmla="*/ 3411 h 10000"/>
                  <a:gd name="connsiteX41" fmla="*/ 1348 w 10000"/>
                  <a:gd name="connsiteY41" fmla="*/ 3639 h 10000"/>
                  <a:gd name="connsiteX42" fmla="*/ 1147 w 10000"/>
                  <a:gd name="connsiteY42" fmla="*/ 3979 h 10000"/>
                  <a:gd name="connsiteX43" fmla="*/ 1053 w 10000"/>
                  <a:gd name="connsiteY43" fmla="*/ 4020 h 10000"/>
                  <a:gd name="connsiteX44" fmla="*/ 1053 w 10000"/>
                  <a:gd name="connsiteY44" fmla="*/ 4114 h 10000"/>
                  <a:gd name="connsiteX45" fmla="*/ 1112 w 10000"/>
                  <a:gd name="connsiteY45" fmla="*/ 4171 h 10000"/>
                  <a:gd name="connsiteX46" fmla="*/ 969 w 10000"/>
                  <a:gd name="connsiteY46" fmla="*/ 4342 h 10000"/>
                  <a:gd name="connsiteX47" fmla="*/ 1065 w 10000"/>
                  <a:gd name="connsiteY47" fmla="*/ 4544 h 10000"/>
                  <a:gd name="connsiteX48" fmla="*/ 1218 w 10000"/>
                  <a:gd name="connsiteY48" fmla="*/ 4569 h 10000"/>
                  <a:gd name="connsiteX49" fmla="*/ 1324 w 10000"/>
                  <a:gd name="connsiteY49" fmla="*/ 4638 h 10000"/>
                  <a:gd name="connsiteX50" fmla="*/ 1490 w 10000"/>
                  <a:gd name="connsiteY50" fmla="*/ 4594 h 10000"/>
                  <a:gd name="connsiteX51" fmla="*/ 1562 w 10000"/>
                  <a:gd name="connsiteY51" fmla="*/ 4695 h 10000"/>
                  <a:gd name="connsiteX52" fmla="*/ 1596 w 10000"/>
                  <a:gd name="connsiteY52" fmla="*/ 4806 h 10000"/>
                  <a:gd name="connsiteX53" fmla="*/ 1786 w 10000"/>
                  <a:gd name="connsiteY53" fmla="*/ 4932 h 10000"/>
                  <a:gd name="connsiteX54" fmla="*/ 1891 w 10000"/>
                  <a:gd name="connsiteY54" fmla="*/ 4915 h 10000"/>
                  <a:gd name="connsiteX55" fmla="*/ 1939 w 10000"/>
                  <a:gd name="connsiteY55" fmla="*/ 4949 h 10000"/>
                  <a:gd name="connsiteX56" fmla="*/ 1926 w 10000"/>
                  <a:gd name="connsiteY56" fmla="*/ 5034 h 10000"/>
                  <a:gd name="connsiteX57" fmla="*/ 2116 w 10000"/>
                  <a:gd name="connsiteY57" fmla="*/ 5110 h 10000"/>
                  <a:gd name="connsiteX58" fmla="*/ 2235 w 10000"/>
                  <a:gd name="connsiteY58" fmla="*/ 5126 h 10000"/>
                  <a:gd name="connsiteX59" fmla="*/ 2258 w 10000"/>
                  <a:gd name="connsiteY59" fmla="*/ 5237 h 10000"/>
                  <a:gd name="connsiteX60" fmla="*/ 2057 w 10000"/>
                  <a:gd name="connsiteY60" fmla="*/ 5362 h 10000"/>
                  <a:gd name="connsiteX61" fmla="*/ 1715 w 10000"/>
                  <a:gd name="connsiteY61" fmla="*/ 5379 h 10000"/>
                  <a:gd name="connsiteX62" fmla="*/ 1490 w 10000"/>
                  <a:gd name="connsiteY62" fmla="*/ 5278 h 10000"/>
                  <a:gd name="connsiteX63" fmla="*/ 1372 w 10000"/>
                  <a:gd name="connsiteY63" fmla="*/ 5278 h 10000"/>
                  <a:gd name="connsiteX64" fmla="*/ 1324 w 10000"/>
                  <a:gd name="connsiteY64" fmla="*/ 5321 h 10000"/>
                  <a:gd name="connsiteX65" fmla="*/ 1372 w 10000"/>
                  <a:gd name="connsiteY65" fmla="*/ 5398 h 10000"/>
                  <a:gd name="connsiteX66" fmla="*/ 1642 w 10000"/>
                  <a:gd name="connsiteY66" fmla="*/ 5599 h 10000"/>
                  <a:gd name="connsiteX67" fmla="*/ 1926 w 10000"/>
                  <a:gd name="connsiteY67" fmla="*/ 5878 h 10000"/>
                  <a:gd name="connsiteX68" fmla="*/ 2010 w 10000"/>
                  <a:gd name="connsiteY68" fmla="*/ 5920 h 10000"/>
                  <a:gd name="connsiteX69" fmla="*/ 1999 w 10000"/>
                  <a:gd name="connsiteY69" fmla="*/ 6158 h 10000"/>
                  <a:gd name="connsiteX70" fmla="*/ 1926 w 10000"/>
                  <a:gd name="connsiteY70" fmla="*/ 6241 h 10000"/>
                  <a:gd name="connsiteX71" fmla="*/ 1797 w 10000"/>
                  <a:gd name="connsiteY71" fmla="*/ 6283 h 10000"/>
                  <a:gd name="connsiteX72" fmla="*/ 1715 w 10000"/>
                  <a:gd name="connsiteY72" fmla="*/ 6216 h 10000"/>
                  <a:gd name="connsiteX73" fmla="*/ 2537 w 10000"/>
                  <a:gd name="connsiteY73" fmla="*/ 6848 h 10000"/>
                  <a:gd name="connsiteX74" fmla="*/ 6814 w 10000"/>
                  <a:gd name="connsiteY74" fmla="*/ 6300 h 10000"/>
                  <a:gd name="connsiteX75" fmla="*/ 4081 w 10000"/>
                  <a:gd name="connsiteY75" fmla="*/ 6786 h 10000"/>
                  <a:gd name="connsiteX76" fmla="*/ 3653 w 10000"/>
                  <a:gd name="connsiteY76" fmla="*/ 9307 h 10000"/>
                  <a:gd name="connsiteX77" fmla="*/ 4102 w 10000"/>
                  <a:gd name="connsiteY77" fmla="*/ 9434 h 10000"/>
                  <a:gd name="connsiteX78" fmla="*/ 4610 w 10000"/>
                  <a:gd name="connsiteY78" fmla="*/ 9940 h 10000"/>
                  <a:gd name="connsiteX79" fmla="*/ 4704 w 10000"/>
                  <a:gd name="connsiteY79" fmla="*/ 9992 h 10000"/>
                  <a:gd name="connsiteX80" fmla="*/ 4882 w 10000"/>
                  <a:gd name="connsiteY80" fmla="*/ 10000 h 10000"/>
                  <a:gd name="connsiteX81" fmla="*/ 5035 w 10000"/>
                  <a:gd name="connsiteY81" fmla="*/ 9915 h 10000"/>
                  <a:gd name="connsiteX82" fmla="*/ 5072 w 10000"/>
                  <a:gd name="connsiteY82" fmla="*/ 9628 h 10000"/>
                  <a:gd name="connsiteX83" fmla="*/ 5817 w 10000"/>
                  <a:gd name="connsiteY83" fmla="*/ 9460 h 10000"/>
                  <a:gd name="connsiteX84" fmla="*/ 5969 w 10000"/>
                  <a:gd name="connsiteY84" fmla="*/ 9493 h 10000"/>
                  <a:gd name="connsiteX85" fmla="*/ 6242 w 10000"/>
                  <a:gd name="connsiteY85" fmla="*/ 9712 h 10000"/>
                  <a:gd name="connsiteX86" fmla="*/ 6348 w 10000"/>
                  <a:gd name="connsiteY86" fmla="*/ 9704 h 10000"/>
                  <a:gd name="connsiteX87" fmla="*/ 6360 w 10000"/>
                  <a:gd name="connsiteY87" fmla="*/ 9561 h 10000"/>
                  <a:gd name="connsiteX88" fmla="*/ 6703 w 10000"/>
                  <a:gd name="connsiteY88" fmla="*/ 9416 h 10000"/>
                  <a:gd name="connsiteX89" fmla="*/ 7399 w 10000"/>
                  <a:gd name="connsiteY89" fmla="*/ 9517 h 10000"/>
                  <a:gd name="connsiteX90" fmla="*/ 7566 w 10000"/>
                  <a:gd name="connsiteY90" fmla="*/ 9392 h 10000"/>
                  <a:gd name="connsiteX91" fmla="*/ 8204 w 10000"/>
                  <a:gd name="connsiteY91" fmla="*/ 9476 h 10000"/>
                  <a:gd name="connsiteX92" fmla="*/ 8677 w 10000"/>
                  <a:gd name="connsiteY92" fmla="*/ 9426 h 10000"/>
                  <a:gd name="connsiteX93" fmla="*/ 8949 w 10000"/>
                  <a:gd name="connsiteY93" fmla="*/ 9517 h 10000"/>
                  <a:gd name="connsiteX94" fmla="*/ 8949 w 10000"/>
                  <a:gd name="connsiteY94" fmla="*/ 8757 h 10000"/>
                  <a:gd name="connsiteX95" fmla="*/ 9492 w 10000"/>
                  <a:gd name="connsiteY95" fmla="*/ 7948 h 10000"/>
                  <a:gd name="connsiteX96" fmla="*/ 10000 w 10000"/>
                  <a:gd name="connsiteY96" fmla="*/ 7593 h 10000"/>
                  <a:gd name="connsiteX97" fmla="*/ 9362 w 10000"/>
                  <a:gd name="connsiteY97" fmla="*/ 7069 h 10000"/>
                  <a:gd name="connsiteX98" fmla="*/ 8949 w 10000"/>
                  <a:gd name="connsiteY98" fmla="*/ 6605 h 10000"/>
                  <a:gd name="connsiteX99" fmla="*/ 8854 w 10000"/>
                  <a:gd name="connsiteY99" fmla="*/ 5938 h 10000"/>
                  <a:gd name="connsiteX100" fmla="*/ 8983 w 10000"/>
                  <a:gd name="connsiteY100" fmla="*/ 5270 h 10000"/>
                  <a:gd name="connsiteX101" fmla="*/ 9727 w 10000"/>
                  <a:gd name="connsiteY101" fmla="*/ 5034 h 10000"/>
                  <a:gd name="connsiteX102" fmla="*/ 9302 w 10000"/>
                  <a:gd name="connsiteY102" fmla="*/ 4949 h 10000"/>
                  <a:gd name="connsiteX103" fmla="*/ 8949 w 10000"/>
                  <a:gd name="connsiteY103" fmla="*/ 4434 h 10000"/>
                  <a:gd name="connsiteX104" fmla="*/ 9410 w 10000"/>
                  <a:gd name="connsiteY104" fmla="*/ 4096 h 10000"/>
                  <a:gd name="connsiteX105" fmla="*/ 9101 w 10000"/>
                  <a:gd name="connsiteY105" fmla="*/ 3750 h 10000"/>
                  <a:gd name="connsiteX106" fmla="*/ 8582 w 10000"/>
                  <a:gd name="connsiteY106" fmla="*/ 4029 h 10000"/>
                  <a:gd name="connsiteX107" fmla="*/ 7328 w 10000"/>
                  <a:gd name="connsiteY107" fmla="*/ 3716 h 10000"/>
                  <a:gd name="connsiteX108" fmla="*/ 6656 w 10000"/>
                  <a:gd name="connsiteY108" fmla="*/ 3336 h 10000"/>
                  <a:gd name="connsiteX109" fmla="*/ 6609 w 10000"/>
                  <a:gd name="connsiteY109" fmla="*/ 2854 h 10000"/>
                  <a:gd name="connsiteX110" fmla="*/ 6500 w 10000"/>
                  <a:gd name="connsiteY110" fmla="*/ 2559 h 10000"/>
                  <a:gd name="connsiteX111" fmla="*/ 6148 w 10000"/>
                  <a:gd name="connsiteY111" fmla="*/ 2390 h 10000"/>
                  <a:gd name="connsiteX112" fmla="*/ 5674 w 10000"/>
                  <a:gd name="connsiteY112" fmla="*/ 2306 h 10000"/>
                  <a:gd name="connsiteX113" fmla="*/ 5272 w 10000"/>
                  <a:gd name="connsiteY113" fmla="*/ 1883 h 10000"/>
                  <a:gd name="connsiteX114" fmla="*/ 5083 w 10000"/>
                  <a:gd name="connsiteY114" fmla="*/ 1300 h 10000"/>
                  <a:gd name="connsiteX115" fmla="*/ 4822 w 10000"/>
                  <a:gd name="connsiteY115" fmla="*/ 937 h 10000"/>
                  <a:gd name="connsiteX116" fmla="*/ 4375 w 10000"/>
                  <a:gd name="connsiteY116" fmla="*/ 557 h 10000"/>
                  <a:gd name="connsiteX117" fmla="*/ 3724 w 10000"/>
                  <a:gd name="connsiteY117" fmla="*/ 346 h 10000"/>
                  <a:gd name="connsiteX118" fmla="*/ 3511 w 10000"/>
                  <a:gd name="connsiteY118" fmla="*/ 228 h 10000"/>
                  <a:gd name="connsiteX119" fmla="*/ 3309 w 10000"/>
                  <a:gd name="connsiteY119" fmla="*/ 0 h 10000"/>
                  <a:gd name="connsiteX120" fmla="*/ 2778 w 10000"/>
                  <a:gd name="connsiteY120" fmla="*/ 143 h 10000"/>
                  <a:gd name="connsiteX121" fmla="*/ 2246 w 10000"/>
                  <a:gd name="connsiteY121" fmla="*/ 160 h 10000"/>
                  <a:gd name="connsiteX122" fmla="*/ 1537 w 10000"/>
                  <a:gd name="connsiteY122" fmla="*/ 490 h 10000"/>
                  <a:gd name="connsiteX123" fmla="*/ 911 w 10000"/>
                  <a:gd name="connsiteY123" fmla="*/ 507 h 10000"/>
                  <a:gd name="connsiteX124" fmla="*/ 604 w 10000"/>
                  <a:gd name="connsiteY124" fmla="*/ 675 h 10000"/>
                  <a:gd name="connsiteX125" fmla="*/ 0 w 10000"/>
                  <a:gd name="connsiteY125" fmla="*/ 719 h 10000"/>
                  <a:gd name="connsiteX0" fmla="*/ 0 w 10000"/>
                  <a:gd name="connsiteY0" fmla="*/ 719 h 10000"/>
                  <a:gd name="connsiteX1" fmla="*/ 331 w 10000"/>
                  <a:gd name="connsiteY1" fmla="*/ 937 h 10000"/>
                  <a:gd name="connsiteX2" fmla="*/ 355 w 10000"/>
                  <a:gd name="connsiteY2" fmla="*/ 1056 h 10000"/>
                  <a:gd name="connsiteX3" fmla="*/ 297 w 10000"/>
                  <a:gd name="connsiteY3" fmla="*/ 1123 h 10000"/>
                  <a:gd name="connsiteX4" fmla="*/ 402 w 10000"/>
                  <a:gd name="connsiteY4" fmla="*/ 1191 h 10000"/>
                  <a:gd name="connsiteX5" fmla="*/ 425 w 10000"/>
                  <a:gd name="connsiteY5" fmla="*/ 1300 h 10000"/>
                  <a:gd name="connsiteX6" fmla="*/ 285 w 10000"/>
                  <a:gd name="connsiteY6" fmla="*/ 1427 h 10000"/>
                  <a:gd name="connsiteX7" fmla="*/ 308 w 10000"/>
                  <a:gd name="connsiteY7" fmla="*/ 1504 h 10000"/>
                  <a:gd name="connsiteX8" fmla="*/ 449 w 10000"/>
                  <a:gd name="connsiteY8" fmla="*/ 1554 h 10000"/>
                  <a:gd name="connsiteX9" fmla="*/ 544 w 10000"/>
                  <a:gd name="connsiteY9" fmla="*/ 1487 h 10000"/>
                  <a:gd name="connsiteX10" fmla="*/ 639 w 10000"/>
                  <a:gd name="connsiteY10" fmla="*/ 1487 h 10000"/>
                  <a:gd name="connsiteX11" fmla="*/ 769 w 10000"/>
                  <a:gd name="connsiteY11" fmla="*/ 1562 h 10000"/>
                  <a:gd name="connsiteX12" fmla="*/ 769 w 10000"/>
                  <a:gd name="connsiteY12" fmla="*/ 1613 h 10000"/>
                  <a:gd name="connsiteX13" fmla="*/ 685 w 10000"/>
                  <a:gd name="connsiteY13" fmla="*/ 1663 h 10000"/>
                  <a:gd name="connsiteX14" fmla="*/ 592 w 10000"/>
                  <a:gd name="connsiteY14" fmla="*/ 1663 h 10000"/>
                  <a:gd name="connsiteX15" fmla="*/ 556 w 10000"/>
                  <a:gd name="connsiteY15" fmla="*/ 1740 h 10000"/>
                  <a:gd name="connsiteX16" fmla="*/ 615 w 10000"/>
                  <a:gd name="connsiteY16" fmla="*/ 1800 h 10000"/>
                  <a:gd name="connsiteX17" fmla="*/ 579 w 10000"/>
                  <a:gd name="connsiteY17" fmla="*/ 1883 h 10000"/>
                  <a:gd name="connsiteX18" fmla="*/ 556 w 10000"/>
                  <a:gd name="connsiteY18" fmla="*/ 1943 h 10000"/>
                  <a:gd name="connsiteX19" fmla="*/ 615 w 10000"/>
                  <a:gd name="connsiteY19" fmla="*/ 2002 h 10000"/>
                  <a:gd name="connsiteX20" fmla="*/ 792 w 10000"/>
                  <a:gd name="connsiteY20" fmla="*/ 2002 h 10000"/>
                  <a:gd name="connsiteX21" fmla="*/ 863 w 10000"/>
                  <a:gd name="connsiteY21" fmla="*/ 2069 h 10000"/>
                  <a:gd name="connsiteX22" fmla="*/ 993 w 10000"/>
                  <a:gd name="connsiteY22" fmla="*/ 2137 h 10000"/>
                  <a:gd name="connsiteX23" fmla="*/ 1206 w 10000"/>
                  <a:gd name="connsiteY23" fmla="*/ 2128 h 10000"/>
                  <a:gd name="connsiteX24" fmla="*/ 1359 w 10000"/>
                  <a:gd name="connsiteY24" fmla="*/ 2204 h 10000"/>
                  <a:gd name="connsiteX25" fmla="*/ 1549 w 10000"/>
                  <a:gd name="connsiteY25" fmla="*/ 2187 h 10000"/>
                  <a:gd name="connsiteX26" fmla="*/ 1642 w 10000"/>
                  <a:gd name="connsiteY26" fmla="*/ 2221 h 10000"/>
                  <a:gd name="connsiteX27" fmla="*/ 1668 w 10000"/>
                  <a:gd name="connsiteY27" fmla="*/ 2280 h 10000"/>
                  <a:gd name="connsiteX28" fmla="*/ 1502 w 10000"/>
                  <a:gd name="connsiteY28" fmla="*/ 2356 h 10000"/>
                  <a:gd name="connsiteX29" fmla="*/ 1324 w 10000"/>
                  <a:gd name="connsiteY29" fmla="*/ 2322 h 10000"/>
                  <a:gd name="connsiteX30" fmla="*/ 1170 w 10000"/>
                  <a:gd name="connsiteY30" fmla="*/ 2298 h 10000"/>
                  <a:gd name="connsiteX31" fmla="*/ 1065 w 10000"/>
                  <a:gd name="connsiteY31" fmla="*/ 2314 h 10000"/>
                  <a:gd name="connsiteX32" fmla="*/ 1029 w 10000"/>
                  <a:gd name="connsiteY32" fmla="*/ 2458 h 10000"/>
                  <a:gd name="connsiteX33" fmla="*/ 911 w 10000"/>
                  <a:gd name="connsiteY33" fmla="*/ 2559 h 10000"/>
                  <a:gd name="connsiteX34" fmla="*/ 981 w 10000"/>
                  <a:gd name="connsiteY34" fmla="*/ 2846 h 10000"/>
                  <a:gd name="connsiteX35" fmla="*/ 1065 w 10000"/>
                  <a:gd name="connsiteY35" fmla="*/ 2897 h 10000"/>
                  <a:gd name="connsiteX36" fmla="*/ 1018 w 10000"/>
                  <a:gd name="connsiteY36" fmla="*/ 3040 h 10000"/>
                  <a:gd name="connsiteX37" fmla="*/ 1549 w 10000"/>
                  <a:gd name="connsiteY37" fmla="*/ 3074 h 10000"/>
                  <a:gd name="connsiteX38" fmla="*/ 1642 w 10000"/>
                  <a:gd name="connsiteY38" fmla="*/ 3167 h 10000"/>
                  <a:gd name="connsiteX39" fmla="*/ 1574 w 10000"/>
                  <a:gd name="connsiteY39" fmla="*/ 3268 h 10000"/>
                  <a:gd name="connsiteX40" fmla="*/ 1574 w 10000"/>
                  <a:gd name="connsiteY40" fmla="*/ 3411 h 10000"/>
                  <a:gd name="connsiteX41" fmla="*/ 1348 w 10000"/>
                  <a:gd name="connsiteY41" fmla="*/ 3639 h 10000"/>
                  <a:gd name="connsiteX42" fmla="*/ 1147 w 10000"/>
                  <a:gd name="connsiteY42" fmla="*/ 3979 h 10000"/>
                  <a:gd name="connsiteX43" fmla="*/ 1053 w 10000"/>
                  <a:gd name="connsiteY43" fmla="*/ 4020 h 10000"/>
                  <a:gd name="connsiteX44" fmla="*/ 1053 w 10000"/>
                  <a:gd name="connsiteY44" fmla="*/ 4114 h 10000"/>
                  <a:gd name="connsiteX45" fmla="*/ 1112 w 10000"/>
                  <a:gd name="connsiteY45" fmla="*/ 4171 h 10000"/>
                  <a:gd name="connsiteX46" fmla="*/ 969 w 10000"/>
                  <a:gd name="connsiteY46" fmla="*/ 4342 h 10000"/>
                  <a:gd name="connsiteX47" fmla="*/ 1065 w 10000"/>
                  <a:gd name="connsiteY47" fmla="*/ 4544 h 10000"/>
                  <a:gd name="connsiteX48" fmla="*/ 1218 w 10000"/>
                  <a:gd name="connsiteY48" fmla="*/ 4569 h 10000"/>
                  <a:gd name="connsiteX49" fmla="*/ 1324 w 10000"/>
                  <a:gd name="connsiteY49" fmla="*/ 4638 h 10000"/>
                  <a:gd name="connsiteX50" fmla="*/ 1490 w 10000"/>
                  <a:gd name="connsiteY50" fmla="*/ 4594 h 10000"/>
                  <a:gd name="connsiteX51" fmla="*/ 1562 w 10000"/>
                  <a:gd name="connsiteY51" fmla="*/ 4695 h 10000"/>
                  <a:gd name="connsiteX52" fmla="*/ 1596 w 10000"/>
                  <a:gd name="connsiteY52" fmla="*/ 4806 h 10000"/>
                  <a:gd name="connsiteX53" fmla="*/ 1786 w 10000"/>
                  <a:gd name="connsiteY53" fmla="*/ 4932 h 10000"/>
                  <a:gd name="connsiteX54" fmla="*/ 1891 w 10000"/>
                  <a:gd name="connsiteY54" fmla="*/ 4915 h 10000"/>
                  <a:gd name="connsiteX55" fmla="*/ 1939 w 10000"/>
                  <a:gd name="connsiteY55" fmla="*/ 4949 h 10000"/>
                  <a:gd name="connsiteX56" fmla="*/ 1926 w 10000"/>
                  <a:gd name="connsiteY56" fmla="*/ 5034 h 10000"/>
                  <a:gd name="connsiteX57" fmla="*/ 2116 w 10000"/>
                  <a:gd name="connsiteY57" fmla="*/ 5110 h 10000"/>
                  <a:gd name="connsiteX58" fmla="*/ 2235 w 10000"/>
                  <a:gd name="connsiteY58" fmla="*/ 5126 h 10000"/>
                  <a:gd name="connsiteX59" fmla="*/ 2258 w 10000"/>
                  <a:gd name="connsiteY59" fmla="*/ 5237 h 10000"/>
                  <a:gd name="connsiteX60" fmla="*/ 2057 w 10000"/>
                  <a:gd name="connsiteY60" fmla="*/ 5362 h 10000"/>
                  <a:gd name="connsiteX61" fmla="*/ 1715 w 10000"/>
                  <a:gd name="connsiteY61" fmla="*/ 5379 h 10000"/>
                  <a:gd name="connsiteX62" fmla="*/ 1490 w 10000"/>
                  <a:gd name="connsiteY62" fmla="*/ 5278 h 10000"/>
                  <a:gd name="connsiteX63" fmla="*/ 1372 w 10000"/>
                  <a:gd name="connsiteY63" fmla="*/ 5278 h 10000"/>
                  <a:gd name="connsiteX64" fmla="*/ 1324 w 10000"/>
                  <a:gd name="connsiteY64" fmla="*/ 5321 h 10000"/>
                  <a:gd name="connsiteX65" fmla="*/ 1372 w 10000"/>
                  <a:gd name="connsiteY65" fmla="*/ 5398 h 10000"/>
                  <a:gd name="connsiteX66" fmla="*/ 1642 w 10000"/>
                  <a:gd name="connsiteY66" fmla="*/ 5599 h 10000"/>
                  <a:gd name="connsiteX67" fmla="*/ 1926 w 10000"/>
                  <a:gd name="connsiteY67" fmla="*/ 5878 h 10000"/>
                  <a:gd name="connsiteX68" fmla="*/ 2010 w 10000"/>
                  <a:gd name="connsiteY68" fmla="*/ 5920 h 10000"/>
                  <a:gd name="connsiteX69" fmla="*/ 1999 w 10000"/>
                  <a:gd name="connsiteY69" fmla="*/ 6158 h 10000"/>
                  <a:gd name="connsiteX70" fmla="*/ 1926 w 10000"/>
                  <a:gd name="connsiteY70" fmla="*/ 6241 h 10000"/>
                  <a:gd name="connsiteX71" fmla="*/ 1797 w 10000"/>
                  <a:gd name="connsiteY71" fmla="*/ 6283 h 10000"/>
                  <a:gd name="connsiteX72" fmla="*/ 1715 w 10000"/>
                  <a:gd name="connsiteY72" fmla="*/ 6216 h 10000"/>
                  <a:gd name="connsiteX73" fmla="*/ 2537 w 10000"/>
                  <a:gd name="connsiteY73" fmla="*/ 6848 h 10000"/>
                  <a:gd name="connsiteX74" fmla="*/ 6814 w 10000"/>
                  <a:gd name="connsiteY74" fmla="*/ 6300 h 10000"/>
                  <a:gd name="connsiteX75" fmla="*/ 6740 w 10000"/>
                  <a:gd name="connsiteY75" fmla="*/ 8016 h 10000"/>
                  <a:gd name="connsiteX76" fmla="*/ 3653 w 10000"/>
                  <a:gd name="connsiteY76" fmla="*/ 9307 h 10000"/>
                  <a:gd name="connsiteX77" fmla="*/ 4102 w 10000"/>
                  <a:gd name="connsiteY77" fmla="*/ 9434 h 10000"/>
                  <a:gd name="connsiteX78" fmla="*/ 4610 w 10000"/>
                  <a:gd name="connsiteY78" fmla="*/ 9940 h 10000"/>
                  <a:gd name="connsiteX79" fmla="*/ 4704 w 10000"/>
                  <a:gd name="connsiteY79" fmla="*/ 9992 h 10000"/>
                  <a:gd name="connsiteX80" fmla="*/ 4882 w 10000"/>
                  <a:gd name="connsiteY80" fmla="*/ 10000 h 10000"/>
                  <a:gd name="connsiteX81" fmla="*/ 5035 w 10000"/>
                  <a:gd name="connsiteY81" fmla="*/ 9915 h 10000"/>
                  <a:gd name="connsiteX82" fmla="*/ 5072 w 10000"/>
                  <a:gd name="connsiteY82" fmla="*/ 9628 h 10000"/>
                  <a:gd name="connsiteX83" fmla="*/ 5817 w 10000"/>
                  <a:gd name="connsiteY83" fmla="*/ 9460 h 10000"/>
                  <a:gd name="connsiteX84" fmla="*/ 5969 w 10000"/>
                  <a:gd name="connsiteY84" fmla="*/ 9493 h 10000"/>
                  <a:gd name="connsiteX85" fmla="*/ 6242 w 10000"/>
                  <a:gd name="connsiteY85" fmla="*/ 9712 h 10000"/>
                  <a:gd name="connsiteX86" fmla="*/ 6348 w 10000"/>
                  <a:gd name="connsiteY86" fmla="*/ 9704 h 10000"/>
                  <a:gd name="connsiteX87" fmla="*/ 6360 w 10000"/>
                  <a:gd name="connsiteY87" fmla="*/ 9561 h 10000"/>
                  <a:gd name="connsiteX88" fmla="*/ 6703 w 10000"/>
                  <a:gd name="connsiteY88" fmla="*/ 9416 h 10000"/>
                  <a:gd name="connsiteX89" fmla="*/ 7399 w 10000"/>
                  <a:gd name="connsiteY89" fmla="*/ 9517 h 10000"/>
                  <a:gd name="connsiteX90" fmla="*/ 7566 w 10000"/>
                  <a:gd name="connsiteY90" fmla="*/ 9392 h 10000"/>
                  <a:gd name="connsiteX91" fmla="*/ 8204 w 10000"/>
                  <a:gd name="connsiteY91" fmla="*/ 9476 h 10000"/>
                  <a:gd name="connsiteX92" fmla="*/ 8677 w 10000"/>
                  <a:gd name="connsiteY92" fmla="*/ 9426 h 10000"/>
                  <a:gd name="connsiteX93" fmla="*/ 8949 w 10000"/>
                  <a:gd name="connsiteY93" fmla="*/ 9517 h 10000"/>
                  <a:gd name="connsiteX94" fmla="*/ 8949 w 10000"/>
                  <a:gd name="connsiteY94" fmla="*/ 8757 h 10000"/>
                  <a:gd name="connsiteX95" fmla="*/ 9492 w 10000"/>
                  <a:gd name="connsiteY95" fmla="*/ 7948 h 10000"/>
                  <a:gd name="connsiteX96" fmla="*/ 10000 w 10000"/>
                  <a:gd name="connsiteY96" fmla="*/ 7593 h 10000"/>
                  <a:gd name="connsiteX97" fmla="*/ 9362 w 10000"/>
                  <a:gd name="connsiteY97" fmla="*/ 7069 h 10000"/>
                  <a:gd name="connsiteX98" fmla="*/ 8949 w 10000"/>
                  <a:gd name="connsiteY98" fmla="*/ 6605 h 10000"/>
                  <a:gd name="connsiteX99" fmla="*/ 8854 w 10000"/>
                  <a:gd name="connsiteY99" fmla="*/ 5938 h 10000"/>
                  <a:gd name="connsiteX100" fmla="*/ 8983 w 10000"/>
                  <a:gd name="connsiteY100" fmla="*/ 5270 h 10000"/>
                  <a:gd name="connsiteX101" fmla="*/ 9727 w 10000"/>
                  <a:gd name="connsiteY101" fmla="*/ 5034 h 10000"/>
                  <a:gd name="connsiteX102" fmla="*/ 9302 w 10000"/>
                  <a:gd name="connsiteY102" fmla="*/ 4949 h 10000"/>
                  <a:gd name="connsiteX103" fmla="*/ 8949 w 10000"/>
                  <a:gd name="connsiteY103" fmla="*/ 4434 h 10000"/>
                  <a:gd name="connsiteX104" fmla="*/ 9410 w 10000"/>
                  <a:gd name="connsiteY104" fmla="*/ 4096 h 10000"/>
                  <a:gd name="connsiteX105" fmla="*/ 9101 w 10000"/>
                  <a:gd name="connsiteY105" fmla="*/ 3750 h 10000"/>
                  <a:gd name="connsiteX106" fmla="*/ 8582 w 10000"/>
                  <a:gd name="connsiteY106" fmla="*/ 4029 h 10000"/>
                  <a:gd name="connsiteX107" fmla="*/ 7328 w 10000"/>
                  <a:gd name="connsiteY107" fmla="*/ 3716 h 10000"/>
                  <a:gd name="connsiteX108" fmla="*/ 6656 w 10000"/>
                  <a:gd name="connsiteY108" fmla="*/ 3336 h 10000"/>
                  <a:gd name="connsiteX109" fmla="*/ 6609 w 10000"/>
                  <a:gd name="connsiteY109" fmla="*/ 2854 h 10000"/>
                  <a:gd name="connsiteX110" fmla="*/ 6500 w 10000"/>
                  <a:gd name="connsiteY110" fmla="*/ 2559 h 10000"/>
                  <a:gd name="connsiteX111" fmla="*/ 6148 w 10000"/>
                  <a:gd name="connsiteY111" fmla="*/ 2390 h 10000"/>
                  <a:gd name="connsiteX112" fmla="*/ 5674 w 10000"/>
                  <a:gd name="connsiteY112" fmla="*/ 2306 h 10000"/>
                  <a:gd name="connsiteX113" fmla="*/ 5272 w 10000"/>
                  <a:gd name="connsiteY113" fmla="*/ 1883 h 10000"/>
                  <a:gd name="connsiteX114" fmla="*/ 5083 w 10000"/>
                  <a:gd name="connsiteY114" fmla="*/ 1300 h 10000"/>
                  <a:gd name="connsiteX115" fmla="*/ 4822 w 10000"/>
                  <a:gd name="connsiteY115" fmla="*/ 937 h 10000"/>
                  <a:gd name="connsiteX116" fmla="*/ 4375 w 10000"/>
                  <a:gd name="connsiteY116" fmla="*/ 557 h 10000"/>
                  <a:gd name="connsiteX117" fmla="*/ 3724 w 10000"/>
                  <a:gd name="connsiteY117" fmla="*/ 346 h 10000"/>
                  <a:gd name="connsiteX118" fmla="*/ 3511 w 10000"/>
                  <a:gd name="connsiteY118" fmla="*/ 228 h 10000"/>
                  <a:gd name="connsiteX119" fmla="*/ 3309 w 10000"/>
                  <a:gd name="connsiteY119" fmla="*/ 0 h 10000"/>
                  <a:gd name="connsiteX120" fmla="*/ 2778 w 10000"/>
                  <a:gd name="connsiteY120" fmla="*/ 143 h 10000"/>
                  <a:gd name="connsiteX121" fmla="*/ 2246 w 10000"/>
                  <a:gd name="connsiteY121" fmla="*/ 160 h 10000"/>
                  <a:gd name="connsiteX122" fmla="*/ 1537 w 10000"/>
                  <a:gd name="connsiteY122" fmla="*/ 490 h 10000"/>
                  <a:gd name="connsiteX123" fmla="*/ 911 w 10000"/>
                  <a:gd name="connsiteY123" fmla="*/ 507 h 10000"/>
                  <a:gd name="connsiteX124" fmla="*/ 604 w 10000"/>
                  <a:gd name="connsiteY124" fmla="*/ 675 h 10000"/>
                  <a:gd name="connsiteX125" fmla="*/ 0 w 10000"/>
                  <a:gd name="connsiteY125" fmla="*/ 719 h 10000"/>
                  <a:gd name="connsiteX0" fmla="*/ 0 w 10000"/>
                  <a:gd name="connsiteY0" fmla="*/ 719 h 10000"/>
                  <a:gd name="connsiteX1" fmla="*/ 331 w 10000"/>
                  <a:gd name="connsiteY1" fmla="*/ 937 h 10000"/>
                  <a:gd name="connsiteX2" fmla="*/ 355 w 10000"/>
                  <a:gd name="connsiteY2" fmla="*/ 1056 h 10000"/>
                  <a:gd name="connsiteX3" fmla="*/ 297 w 10000"/>
                  <a:gd name="connsiteY3" fmla="*/ 1123 h 10000"/>
                  <a:gd name="connsiteX4" fmla="*/ 402 w 10000"/>
                  <a:gd name="connsiteY4" fmla="*/ 1191 h 10000"/>
                  <a:gd name="connsiteX5" fmla="*/ 425 w 10000"/>
                  <a:gd name="connsiteY5" fmla="*/ 1300 h 10000"/>
                  <a:gd name="connsiteX6" fmla="*/ 285 w 10000"/>
                  <a:gd name="connsiteY6" fmla="*/ 1427 h 10000"/>
                  <a:gd name="connsiteX7" fmla="*/ 308 w 10000"/>
                  <a:gd name="connsiteY7" fmla="*/ 1504 h 10000"/>
                  <a:gd name="connsiteX8" fmla="*/ 449 w 10000"/>
                  <a:gd name="connsiteY8" fmla="*/ 1554 h 10000"/>
                  <a:gd name="connsiteX9" fmla="*/ 544 w 10000"/>
                  <a:gd name="connsiteY9" fmla="*/ 1487 h 10000"/>
                  <a:gd name="connsiteX10" fmla="*/ 639 w 10000"/>
                  <a:gd name="connsiteY10" fmla="*/ 1487 h 10000"/>
                  <a:gd name="connsiteX11" fmla="*/ 769 w 10000"/>
                  <a:gd name="connsiteY11" fmla="*/ 1562 h 10000"/>
                  <a:gd name="connsiteX12" fmla="*/ 769 w 10000"/>
                  <a:gd name="connsiteY12" fmla="*/ 1613 h 10000"/>
                  <a:gd name="connsiteX13" fmla="*/ 685 w 10000"/>
                  <a:gd name="connsiteY13" fmla="*/ 1663 h 10000"/>
                  <a:gd name="connsiteX14" fmla="*/ 592 w 10000"/>
                  <a:gd name="connsiteY14" fmla="*/ 1663 h 10000"/>
                  <a:gd name="connsiteX15" fmla="*/ 556 w 10000"/>
                  <a:gd name="connsiteY15" fmla="*/ 1740 h 10000"/>
                  <a:gd name="connsiteX16" fmla="*/ 615 w 10000"/>
                  <a:gd name="connsiteY16" fmla="*/ 1800 h 10000"/>
                  <a:gd name="connsiteX17" fmla="*/ 579 w 10000"/>
                  <a:gd name="connsiteY17" fmla="*/ 1883 h 10000"/>
                  <a:gd name="connsiteX18" fmla="*/ 556 w 10000"/>
                  <a:gd name="connsiteY18" fmla="*/ 1943 h 10000"/>
                  <a:gd name="connsiteX19" fmla="*/ 615 w 10000"/>
                  <a:gd name="connsiteY19" fmla="*/ 2002 h 10000"/>
                  <a:gd name="connsiteX20" fmla="*/ 792 w 10000"/>
                  <a:gd name="connsiteY20" fmla="*/ 2002 h 10000"/>
                  <a:gd name="connsiteX21" fmla="*/ 863 w 10000"/>
                  <a:gd name="connsiteY21" fmla="*/ 2069 h 10000"/>
                  <a:gd name="connsiteX22" fmla="*/ 993 w 10000"/>
                  <a:gd name="connsiteY22" fmla="*/ 2137 h 10000"/>
                  <a:gd name="connsiteX23" fmla="*/ 1206 w 10000"/>
                  <a:gd name="connsiteY23" fmla="*/ 2128 h 10000"/>
                  <a:gd name="connsiteX24" fmla="*/ 1359 w 10000"/>
                  <a:gd name="connsiteY24" fmla="*/ 2204 h 10000"/>
                  <a:gd name="connsiteX25" fmla="*/ 1549 w 10000"/>
                  <a:gd name="connsiteY25" fmla="*/ 2187 h 10000"/>
                  <a:gd name="connsiteX26" fmla="*/ 1642 w 10000"/>
                  <a:gd name="connsiteY26" fmla="*/ 2221 h 10000"/>
                  <a:gd name="connsiteX27" fmla="*/ 1668 w 10000"/>
                  <a:gd name="connsiteY27" fmla="*/ 2280 h 10000"/>
                  <a:gd name="connsiteX28" fmla="*/ 1502 w 10000"/>
                  <a:gd name="connsiteY28" fmla="*/ 2356 h 10000"/>
                  <a:gd name="connsiteX29" fmla="*/ 1324 w 10000"/>
                  <a:gd name="connsiteY29" fmla="*/ 2322 h 10000"/>
                  <a:gd name="connsiteX30" fmla="*/ 1170 w 10000"/>
                  <a:gd name="connsiteY30" fmla="*/ 2298 h 10000"/>
                  <a:gd name="connsiteX31" fmla="*/ 1065 w 10000"/>
                  <a:gd name="connsiteY31" fmla="*/ 2314 h 10000"/>
                  <a:gd name="connsiteX32" fmla="*/ 1029 w 10000"/>
                  <a:gd name="connsiteY32" fmla="*/ 2458 h 10000"/>
                  <a:gd name="connsiteX33" fmla="*/ 911 w 10000"/>
                  <a:gd name="connsiteY33" fmla="*/ 2559 h 10000"/>
                  <a:gd name="connsiteX34" fmla="*/ 981 w 10000"/>
                  <a:gd name="connsiteY34" fmla="*/ 2846 h 10000"/>
                  <a:gd name="connsiteX35" fmla="*/ 1065 w 10000"/>
                  <a:gd name="connsiteY35" fmla="*/ 2897 h 10000"/>
                  <a:gd name="connsiteX36" fmla="*/ 1018 w 10000"/>
                  <a:gd name="connsiteY36" fmla="*/ 3040 h 10000"/>
                  <a:gd name="connsiteX37" fmla="*/ 1549 w 10000"/>
                  <a:gd name="connsiteY37" fmla="*/ 3074 h 10000"/>
                  <a:gd name="connsiteX38" fmla="*/ 1642 w 10000"/>
                  <a:gd name="connsiteY38" fmla="*/ 3167 h 10000"/>
                  <a:gd name="connsiteX39" fmla="*/ 1574 w 10000"/>
                  <a:gd name="connsiteY39" fmla="*/ 3268 h 10000"/>
                  <a:gd name="connsiteX40" fmla="*/ 1574 w 10000"/>
                  <a:gd name="connsiteY40" fmla="*/ 3411 h 10000"/>
                  <a:gd name="connsiteX41" fmla="*/ 1348 w 10000"/>
                  <a:gd name="connsiteY41" fmla="*/ 3639 h 10000"/>
                  <a:gd name="connsiteX42" fmla="*/ 1147 w 10000"/>
                  <a:gd name="connsiteY42" fmla="*/ 3979 h 10000"/>
                  <a:gd name="connsiteX43" fmla="*/ 1053 w 10000"/>
                  <a:gd name="connsiteY43" fmla="*/ 4020 h 10000"/>
                  <a:gd name="connsiteX44" fmla="*/ 1053 w 10000"/>
                  <a:gd name="connsiteY44" fmla="*/ 4114 h 10000"/>
                  <a:gd name="connsiteX45" fmla="*/ 1112 w 10000"/>
                  <a:gd name="connsiteY45" fmla="*/ 4171 h 10000"/>
                  <a:gd name="connsiteX46" fmla="*/ 969 w 10000"/>
                  <a:gd name="connsiteY46" fmla="*/ 4342 h 10000"/>
                  <a:gd name="connsiteX47" fmla="*/ 1065 w 10000"/>
                  <a:gd name="connsiteY47" fmla="*/ 4544 h 10000"/>
                  <a:gd name="connsiteX48" fmla="*/ 1218 w 10000"/>
                  <a:gd name="connsiteY48" fmla="*/ 4569 h 10000"/>
                  <a:gd name="connsiteX49" fmla="*/ 1324 w 10000"/>
                  <a:gd name="connsiteY49" fmla="*/ 4638 h 10000"/>
                  <a:gd name="connsiteX50" fmla="*/ 1490 w 10000"/>
                  <a:gd name="connsiteY50" fmla="*/ 4594 h 10000"/>
                  <a:gd name="connsiteX51" fmla="*/ 1562 w 10000"/>
                  <a:gd name="connsiteY51" fmla="*/ 4695 h 10000"/>
                  <a:gd name="connsiteX52" fmla="*/ 1596 w 10000"/>
                  <a:gd name="connsiteY52" fmla="*/ 4806 h 10000"/>
                  <a:gd name="connsiteX53" fmla="*/ 1786 w 10000"/>
                  <a:gd name="connsiteY53" fmla="*/ 4932 h 10000"/>
                  <a:gd name="connsiteX54" fmla="*/ 1891 w 10000"/>
                  <a:gd name="connsiteY54" fmla="*/ 4915 h 10000"/>
                  <a:gd name="connsiteX55" fmla="*/ 1939 w 10000"/>
                  <a:gd name="connsiteY55" fmla="*/ 4949 h 10000"/>
                  <a:gd name="connsiteX56" fmla="*/ 1926 w 10000"/>
                  <a:gd name="connsiteY56" fmla="*/ 5034 h 10000"/>
                  <a:gd name="connsiteX57" fmla="*/ 2116 w 10000"/>
                  <a:gd name="connsiteY57" fmla="*/ 5110 h 10000"/>
                  <a:gd name="connsiteX58" fmla="*/ 2235 w 10000"/>
                  <a:gd name="connsiteY58" fmla="*/ 5126 h 10000"/>
                  <a:gd name="connsiteX59" fmla="*/ 2258 w 10000"/>
                  <a:gd name="connsiteY59" fmla="*/ 5237 h 10000"/>
                  <a:gd name="connsiteX60" fmla="*/ 2057 w 10000"/>
                  <a:gd name="connsiteY60" fmla="*/ 5362 h 10000"/>
                  <a:gd name="connsiteX61" fmla="*/ 1715 w 10000"/>
                  <a:gd name="connsiteY61" fmla="*/ 5379 h 10000"/>
                  <a:gd name="connsiteX62" fmla="*/ 1490 w 10000"/>
                  <a:gd name="connsiteY62" fmla="*/ 5278 h 10000"/>
                  <a:gd name="connsiteX63" fmla="*/ 1372 w 10000"/>
                  <a:gd name="connsiteY63" fmla="*/ 5278 h 10000"/>
                  <a:gd name="connsiteX64" fmla="*/ 1324 w 10000"/>
                  <a:gd name="connsiteY64" fmla="*/ 5321 h 10000"/>
                  <a:gd name="connsiteX65" fmla="*/ 1372 w 10000"/>
                  <a:gd name="connsiteY65" fmla="*/ 5398 h 10000"/>
                  <a:gd name="connsiteX66" fmla="*/ 1642 w 10000"/>
                  <a:gd name="connsiteY66" fmla="*/ 5599 h 10000"/>
                  <a:gd name="connsiteX67" fmla="*/ 1926 w 10000"/>
                  <a:gd name="connsiteY67" fmla="*/ 5878 h 10000"/>
                  <a:gd name="connsiteX68" fmla="*/ 2010 w 10000"/>
                  <a:gd name="connsiteY68" fmla="*/ 5920 h 10000"/>
                  <a:gd name="connsiteX69" fmla="*/ 1999 w 10000"/>
                  <a:gd name="connsiteY69" fmla="*/ 6158 h 10000"/>
                  <a:gd name="connsiteX70" fmla="*/ 1926 w 10000"/>
                  <a:gd name="connsiteY70" fmla="*/ 6241 h 10000"/>
                  <a:gd name="connsiteX71" fmla="*/ 1797 w 10000"/>
                  <a:gd name="connsiteY71" fmla="*/ 6283 h 10000"/>
                  <a:gd name="connsiteX72" fmla="*/ 1715 w 10000"/>
                  <a:gd name="connsiteY72" fmla="*/ 6216 h 10000"/>
                  <a:gd name="connsiteX73" fmla="*/ 2537 w 10000"/>
                  <a:gd name="connsiteY73" fmla="*/ 6848 h 10000"/>
                  <a:gd name="connsiteX74" fmla="*/ 6814 w 10000"/>
                  <a:gd name="connsiteY74" fmla="*/ 6300 h 10000"/>
                  <a:gd name="connsiteX75" fmla="*/ 6740 w 10000"/>
                  <a:gd name="connsiteY75" fmla="*/ 8016 h 10000"/>
                  <a:gd name="connsiteX76" fmla="*/ 3653 w 10000"/>
                  <a:gd name="connsiteY76" fmla="*/ 9307 h 10000"/>
                  <a:gd name="connsiteX77" fmla="*/ 4102 w 10000"/>
                  <a:gd name="connsiteY77" fmla="*/ 9434 h 10000"/>
                  <a:gd name="connsiteX78" fmla="*/ 4610 w 10000"/>
                  <a:gd name="connsiteY78" fmla="*/ 9940 h 10000"/>
                  <a:gd name="connsiteX79" fmla="*/ 4704 w 10000"/>
                  <a:gd name="connsiteY79" fmla="*/ 9992 h 10000"/>
                  <a:gd name="connsiteX80" fmla="*/ 4882 w 10000"/>
                  <a:gd name="connsiteY80" fmla="*/ 10000 h 10000"/>
                  <a:gd name="connsiteX81" fmla="*/ 5035 w 10000"/>
                  <a:gd name="connsiteY81" fmla="*/ 9915 h 10000"/>
                  <a:gd name="connsiteX82" fmla="*/ 5072 w 10000"/>
                  <a:gd name="connsiteY82" fmla="*/ 9628 h 10000"/>
                  <a:gd name="connsiteX83" fmla="*/ 5817 w 10000"/>
                  <a:gd name="connsiteY83" fmla="*/ 9460 h 10000"/>
                  <a:gd name="connsiteX84" fmla="*/ 5969 w 10000"/>
                  <a:gd name="connsiteY84" fmla="*/ 9493 h 10000"/>
                  <a:gd name="connsiteX85" fmla="*/ 6242 w 10000"/>
                  <a:gd name="connsiteY85" fmla="*/ 9712 h 10000"/>
                  <a:gd name="connsiteX86" fmla="*/ 6348 w 10000"/>
                  <a:gd name="connsiteY86" fmla="*/ 9704 h 10000"/>
                  <a:gd name="connsiteX87" fmla="*/ 6360 w 10000"/>
                  <a:gd name="connsiteY87" fmla="*/ 9561 h 10000"/>
                  <a:gd name="connsiteX88" fmla="*/ 6703 w 10000"/>
                  <a:gd name="connsiteY88" fmla="*/ 9416 h 10000"/>
                  <a:gd name="connsiteX89" fmla="*/ 7399 w 10000"/>
                  <a:gd name="connsiteY89" fmla="*/ 9517 h 10000"/>
                  <a:gd name="connsiteX90" fmla="*/ 7566 w 10000"/>
                  <a:gd name="connsiteY90" fmla="*/ 9392 h 10000"/>
                  <a:gd name="connsiteX91" fmla="*/ 8204 w 10000"/>
                  <a:gd name="connsiteY91" fmla="*/ 9476 h 10000"/>
                  <a:gd name="connsiteX92" fmla="*/ 8677 w 10000"/>
                  <a:gd name="connsiteY92" fmla="*/ 9426 h 10000"/>
                  <a:gd name="connsiteX93" fmla="*/ 8949 w 10000"/>
                  <a:gd name="connsiteY93" fmla="*/ 9517 h 10000"/>
                  <a:gd name="connsiteX94" fmla="*/ 8949 w 10000"/>
                  <a:gd name="connsiteY94" fmla="*/ 8757 h 10000"/>
                  <a:gd name="connsiteX95" fmla="*/ 9492 w 10000"/>
                  <a:gd name="connsiteY95" fmla="*/ 7948 h 10000"/>
                  <a:gd name="connsiteX96" fmla="*/ 10000 w 10000"/>
                  <a:gd name="connsiteY96" fmla="*/ 7593 h 10000"/>
                  <a:gd name="connsiteX97" fmla="*/ 9362 w 10000"/>
                  <a:gd name="connsiteY97" fmla="*/ 7069 h 10000"/>
                  <a:gd name="connsiteX98" fmla="*/ 8949 w 10000"/>
                  <a:gd name="connsiteY98" fmla="*/ 6605 h 10000"/>
                  <a:gd name="connsiteX99" fmla="*/ 8854 w 10000"/>
                  <a:gd name="connsiteY99" fmla="*/ 5938 h 10000"/>
                  <a:gd name="connsiteX100" fmla="*/ 8983 w 10000"/>
                  <a:gd name="connsiteY100" fmla="*/ 5270 h 10000"/>
                  <a:gd name="connsiteX101" fmla="*/ 9727 w 10000"/>
                  <a:gd name="connsiteY101" fmla="*/ 5034 h 10000"/>
                  <a:gd name="connsiteX102" fmla="*/ 9302 w 10000"/>
                  <a:gd name="connsiteY102" fmla="*/ 4949 h 10000"/>
                  <a:gd name="connsiteX103" fmla="*/ 8949 w 10000"/>
                  <a:gd name="connsiteY103" fmla="*/ 4434 h 10000"/>
                  <a:gd name="connsiteX104" fmla="*/ 9410 w 10000"/>
                  <a:gd name="connsiteY104" fmla="*/ 4096 h 10000"/>
                  <a:gd name="connsiteX105" fmla="*/ 9101 w 10000"/>
                  <a:gd name="connsiteY105" fmla="*/ 3750 h 10000"/>
                  <a:gd name="connsiteX106" fmla="*/ 8582 w 10000"/>
                  <a:gd name="connsiteY106" fmla="*/ 4029 h 10000"/>
                  <a:gd name="connsiteX107" fmla="*/ 7328 w 10000"/>
                  <a:gd name="connsiteY107" fmla="*/ 3716 h 10000"/>
                  <a:gd name="connsiteX108" fmla="*/ 6656 w 10000"/>
                  <a:gd name="connsiteY108" fmla="*/ 3336 h 10000"/>
                  <a:gd name="connsiteX109" fmla="*/ 6609 w 10000"/>
                  <a:gd name="connsiteY109" fmla="*/ 2854 h 10000"/>
                  <a:gd name="connsiteX110" fmla="*/ 6500 w 10000"/>
                  <a:gd name="connsiteY110" fmla="*/ 2559 h 10000"/>
                  <a:gd name="connsiteX111" fmla="*/ 6148 w 10000"/>
                  <a:gd name="connsiteY111" fmla="*/ 2390 h 10000"/>
                  <a:gd name="connsiteX112" fmla="*/ 5674 w 10000"/>
                  <a:gd name="connsiteY112" fmla="*/ 2306 h 10000"/>
                  <a:gd name="connsiteX113" fmla="*/ 5272 w 10000"/>
                  <a:gd name="connsiteY113" fmla="*/ 1883 h 10000"/>
                  <a:gd name="connsiteX114" fmla="*/ 5083 w 10000"/>
                  <a:gd name="connsiteY114" fmla="*/ 1300 h 10000"/>
                  <a:gd name="connsiteX115" fmla="*/ 4822 w 10000"/>
                  <a:gd name="connsiteY115" fmla="*/ 937 h 10000"/>
                  <a:gd name="connsiteX116" fmla="*/ 4375 w 10000"/>
                  <a:gd name="connsiteY116" fmla="*/ 557 h 10000"/>
                  <a:gd name="connsiteX117" fmla="*/ 3724 w 10000"/>
                  <a:gd name="connsiteY117" fmla="*/ 346 h 10000"/>
                  <a:gd name="connsiteX118" fmla="*/ 3511 w 10000"/>
                  <a:gd name="connsiteY118" fmla="*/ 228 h 10000"/>
                  <a:gd name="connsiteX119" fmla="*/ 3309 w 10000"/>
                  <a:gd name="connsiteY119" fmla="*/ 0 h 10000"/>
                  <a:gd name="connsiteX120" fmla="*/ 2778 w 10000"/>
                  <a:gd name="connsiteY120" fmla="*/ 143 h 10000"/>
                  <a:gd name="connsiteX121" fmla="*/ 2246 w 10000"/>
                  <a:gd name="connsiteY121" fmla="*/ 160 h 10000"/>
                  <a:gd name="connsiteX122" fmla="*/ 1537 w 10000"/>
                  <a:gd name="connsiteY122" fmla="*/ 490 h 10000"/>
                  <a:gd name="connsiteX123" fmla="*/ 911 w 10000"/>
                  <a:gd name="connsiteY123" fmla="*/ 507 h 10000"/>
                  <a:gd name="connsiteX124" fmla="*/ 604 w 10000"/>
                  <a:gd name="connsiteY124" fmla="*/ 675 h 10000"/>
                  <a:gd name="connsiteX125" fmla="*/ 0 w 10000"/>
                  <a:gd name="connsiteY125" fmla="*/ 719 h 10000"/>
                  <a:gd name="connsiteX0" fmla="*/ 0 w 10000"/>
                  <a:gd name="connsiteY0" fmla="*/ 719 h 10000"/>
                  <a:gd name="connsiteX1" fmla="*/ 331 w 10000"/>
                  <a:gd name="connsiteY1" fmla="*/ 937 h 10000"/>
                  <a:gd name="connsiteX2" fmla="*/ 355 w 10000"/>
                  <a:gd name="connsiteY2" fmla="*/ 1056 h 10000"/>
                  <a:gd name="connsiteX3" fmla="*/ 297 w 10000"/>
                  <a:gd name="connsiteY3" fmla="*/ 1123 h 10000"/>
                  <a:gd name="connsiteX4" fmla="*/ 402 w 10000"/>
                  <a:gd name="connsiteY4" fmla="*/ 1191 h 10000"/>
                  <a:gd name="connsiteX5" fmla="*/ 425 w 10000"/>
                  <a:gd name="connsiteY5" fmla="*/ 1300 h 10000"/>
                  <a:gd name="connsiteX6" fmla="*/ 285 w 10000"/>
                  <a:gd name="connsiteY6" fmla="*/ 1427 h 10000"/>
                  <a:gd name="connsiteX7" fmla="*/ 308 w 10000"/>
                  <a:gd name="connsiteY7" fmla="*/ 1504 h 10000"/>
                  <a:gd name="connsiteX8" fmla="*/ 449 w 10000"/>
                  <a:gd name="connsiteY8" fmla="*/ 1554 h 10000"/>
                  <a:gd name="connsiteX9" fmla="*/ 544 w 10000"/>
                  <a:gd name="connsiteY9" fmla="*/ 1487 h 10000"/>
                  <a:gd name="connsiteX10" fmla="*/ 639 w 10000"/>
                  <a:gd name="connsiteY10" fmla="*/ 1487 h 10000"/>
                  <a:gd name="connsiteX11" fmla="*/ 769 w 10000"/>
                  <a:gd name="connsiteY11" fmla="*/ 1562 h 10000"/>
                  <a:gd name="connsiteX12" fmla="*/ 769 w 10000"/>
                  <a:gd name="connsiteY12" fmla="*/ 1613 h 10000"/>
                  <a:gd name="connsiteX13" fmla="*/ 685 w 10000"/>
                  <a:gd name="connsiteY13" fmla="*/ 1663 h 10000"/>
                  <a:gd name="connsiteX14" fmla="*/ 592 w 10000"/>
                  <a:gd name="connsiteY14" fmla="*/ 1663 h 10000"/>
                  <a:gd name="connsiteX15" fmla="*/ 556 w 10000"/>
                  <a:gd name="connsiteY15" fmla="*/ 1740 h 10000"/>
                  <a:gd name="connsiteX16" fmla="*/ 615 w 10000"/>
                  <a:gd name="connsiteY16" fmla="*/ 1800 h 10000"/>
                  <a:gd name="connsiteX17" fmla="*/ 579 w 10000"/>
                  <a:gd name="connsiteY17" fmla="*/ 1883 h 10000"/>
                  <a:gd name="connsiteX18" fmla="*/ 556 w 10000"/>
                  <a:gd name="connsiteY18" fmla="*/ 1943 h 10000"/>
                  <a:gd name="connsiteX19" fmla="*/ 615 w 10000"/>
                  <a:gd name="connsiteY19" fmla="*/ 2002 h 10000"/>
                  <a:gd name="connsiteX20" fmla="*/ 792 w 10000"/>
                  <a:gd name="connsiteY20" fmla="*/ 2002 h 10000"/>
                  <a:gd name="connsiteX21" fmla="*/ 863 w 10000"/>
                  <a:gd name="connsiteY21" fmla="*/ 2069 h 10000"/>
                  <a:gd name="connsiteX22" fmla="*/ 993 w 10000"/>
                  <a:gd name="connsiteY22" fmla="*/ 2137 h 10000"/>
                  <a:gd name="connsiteX23" fmla="*/ 1206 w 10000"/>
                  <a:gd name="connsiteY23" fmla="*/ 2128 h 10000"/>
                  <a:gd name="connsiteX24" fmla="*/ 1359 w 10000"/>
                  <a:gd name="connsiteY24" fmla="*/ 2204 h 10000"/>
                  <a:gd name="connsiteX25" fmla="*/ 1549 w 10000"/>
                  <a:gd name="connsiteY25" fmla="*/ 2187 h 10000"/>
                  <a:gd name="connsiteX26" fmla="*/ 1642 w 10000"/>
                  <a:gd name="connsiteY26" fmla="*/ 2221 h 10000"/>
                  <a:gd name="connsiteX27" fmla="*/ 1668 w 10000"/>
                  <a:gd name="connsiteY27" fmla="*/ 2280 h 10000"/>
                  <a:gd name="connsiteX28" fmla="*/ 1502 w 10000"/>
                  <a:gd name="connsiteY28" fmla="*/ 2356 h 10000"/>
                  <a:gd name="connsiteX29" fmla="*/ 1324 w 10000"/>
                  <a:gd name="connsiteY29" fmla="*/ 2322 h 10000"/>
                  <a:gd name="connsiteX30" fmla="*/ 1170 w 10000"/>
                  <a:gd name="connsiteY30" fmla="*/ 2298 h 10000"/>
                  <a:gd name="connsiteX31" fmla="*/ 1065 w 10000"/>
                  <a:gd name="connsiteY31" fmla="*/ 2314 h 10000"/>
                  <a:gd name="connsiteX32" fmla="*/ 1029 w 10000"/>
                  <a:gd name="connsiteY32" fmla="*/ 2458 h 10000"/>
                  <a:gd name="connsiteX33" fmla="*/ 911 w 10000"/>
                  <a:gd name="connsiteY33" fmla="*/ 2559 h 10000"/>
                  <a:gd name="connsiteX34" fmla="*/ 981 w 10000"/>
                  <a:gd name="connsiteY34" fmla="*/ 2846 h 10000"/>
                  <a:gd name="connsiteX35" fmla="*/ 1065 w 10000"/>
                  <a:gd name="connsiteY35" fmla="*/ 2897 h 10000"/>
                  <a:gd name="connsiteX36" fmla="*/ 1018 w 10000"/>
                  <a:gd name="connsiteY36" fmla="*/ 3040 h 10000"/>
                  <a:gd name="connsiteX37" fmla="*/ 1549 w 10000"/>
                  <a:gd name="connsiteY37" fmla="*/ 3074 h 10000"/>
                  <a:gd name="connsiteX38" fmla="*/ 1642 w 10000"/>
                  <a:gd name="connsiteY38" fmla="*/ 3167 h 10000"/>
                  <a:gd name="connsiteX39" fmla="*/ 1574 w 10000"/>
                  <a:gd name="connsiteY39" fmla="*/ 3268 h 10000"/>
                  <a:gd name="connsiteX40" fmla="*/ 1574 w 10000"/>
                  <a:gd name="connsiteY40" fmla="*/ 3411 h 10000"/>
                  <a:gd name="connsiteX41" fmla="*/ 1348 w 10000"/>
                  <a:gd name="connsiteY41" fmla="*/ 3639 h 10000"/>
                  <a:gd name="connsiteX42" fmla="*/ 1147 w 10000"/>
                  <a:gd name="connsiteY42" fmla="*/ 3979 h 10000"/>
                  <a:gd name="connsiteX43" fmla="*/ 1053 w 10000"/>
                  <a:gd name="connsiteY43" fmla="*/ 4020 h 10000"/>
                  <a:gd name="connsiteX44" fmla="*/ 1053 w 10000"/>
                  <a:gd name="connsiteY44" fmla="*/ 4114 h 10000"/>
                  <a:gd name="connsiteX45" fmla="*/ 1112 w 10000"/>
                  <a:gd name="connsiteY45" fmla="*/ 4171 h 10000"/>
                  <a:gd name="connsiteX46" fmla="*/ 969 w 10000"/>
                  <a:gd name="connsiteY46" fmla="*/ 4342 h 10000"/>
                  <a:gd name="connsiteX47" fmla="*/ 1065 w 10000"/>
                  <a:gd name="connsiteY47" fmla="*/ 4544 h 10000"/>
                  <a:gd name="connsiteX48" fmla="*/ 1218 w 10000"/>
                  <a:gd name="connsiteY48" fmla="*/ 4569 h 10000"/>
                  <a:gd name="connsiteX49" fmla="*/ 1324 w 10000"/>
                  <a:gd name="connsiteY49" fmla="*/ 4638 h 10000"/>
                  <a:gd name="connsiteX50" fmla="*/ 1490 w 10000"/>
                  <a:gd name="connsiteY50" fmla="*/ 4594 h 10000"/>
                  <a:gd name="connsiteX51" fmla="*/ 1562 w 10000"/>
                  <a:gd name="connsiteY51" fmla="*/ 4695 h 10000"/>
                  <a:gd name="connsiteX52" fmla="*/ 1596 w 10000"/>
                  <a:gd name="connsiteY52" fmla="*/ 4806 h 10000"/>
                  <a:gd name="connsiteX53" fmla="*/ 1786 w 10000"/>
                  <a:gd name="connsiteY53" fmla="*/ 4932 h 10000"/>
                  <a:gd name="connsiteX54" fmla="*/ 1891 w 10000"/>
                  <a:gd name="connsiteY54" fmla="*/ 4915 h 10000"/>
                  <a:gd name="connsiteX55" fmla="*/ 1939 w 10000"/>
                  <a:gd name="connsiteY55" fmla="*/ 4949 h 10000"/>
                  <a:gd name="connsiteX56" fmla="*/ 1926 w 10000"/>
                  <a:gd name="connsiteY56" fmla="*/ 5034 h 10000"/>
                  <a:gd name="connsiteX57" fmla="*/ 2116 w 10000"/>
                  <a:gd name="connsiteY57" fmla="*/ 5110 h 10000"/>
                  <a:gd name="connsiteX58" fmla="*/ 2235 w 10000"/>
                  <a:gd name="connsiteY58" fmla="*/ 5126 h 10000"/>
                  <a:gd name="connsiteX59" fmla="*/ 2258 w 10000"/>
                  <a:gd name="connsiteY59" fmla="*/ 5237 h 10000"/>
                  <a:gd name="connsiteX60" fmla="*/ 2057 w 10000"/>
                  <a:gd name="connsiteY60" fmla="*/ 5362 h 10000"/>
                  <a:gd name="connsiteX61" fmla="*/ 1715 w 10000"/>
                  <a:gd name="connsiteY61" fmla="*/ 5379 h 10000"/>
                  <a:gd name="connsiteX62" fmla="*/ 1490 w 10000"/>
                  <a:gd name="connsiteY62" fmla="*/ 5278 h 10000"/>
                  <a:gd name="connsiteX63" fmla="*/ 1372 w 10000"/>
                  <a:gd name="connsiteY63" fmla="*/ 5278 h 10000"/>
                  <a:gd name="connsiteX64" fmla="*/ 1324 w 10000"/>
                  <a:gd name="connsiteY64" fmla="*/ 5321 h 10000"/>
                  <a:gd name="connsiteX65" fmla="*/ 1372 w 10000"/>
                  <a:gd name="connsiteY65" fmla="*/ 5398 h 10000"/>
                  <a:gd name="connsiteX66" fmla="*/ 1642 w 10000"/>
                  <a:gd name="connsiteY66" fmla="*/ 5599 h 10000"/>
                  <a:gd name="connsiteX67" fmla="*/ 1926 w 10000"/>
                  <a:gd name="connsiteY67" fmla="*/ 5878 h 10000"/>
                  <a:gd name="connsiteX68" fmla="*/ 2010 w 10000"/>
                  <a:gd name="connsiteY68" fmla="*/ 5920 h 10000"/>
                  <a:gd name="connsiteX69" fmla="*/ 1999 w 10000"/>
                  <a:gd name="connsiteY69" fmla="*/ 6158 h 10000"/>
                  <a:gd name="connsiteX70" fmla="*/ 1926 w 10000"/>
                  <a:gd name="connsiteY70" fmla="*/ 6241 h 10000"/>
                  <a:gd name="connsiteX71" fmla="*/ 1797 w 10000"/>
                  <a:gd name="connsiteY71" fmla="*/ 6283 h 10000"/>
                  <a:gd name="connsiteX72" fmla="*/ 1715 w 10000"/>
                  <a:gd name="connsiteY72" fmla="*/ 6216 h 10000"/>
                  <a:gd name="connsiteX73" fmla="*/ 2537 w 10000"/>
                  <a:gd name="connsiteY73" fmla="*/ 6848 h 10000"/>
                  <a:gd name="connsiteX74" fmla="*/ 6814 w 10000"/>
                  <a:gd name="connsiteY74" fmla="*/ 6300 h 10000"/>
                  <a:gd name="connsiteX75" fmla="*/ 6740 w 10000"/>
                  <a:gd name="connsiteY75" fmla="*/ 8016 h 10000"/>
                  <a:gd name="connsiteX76" fmla="*/ 3653 w 10000"/>
                  <a:gd name="connsiteY76" fmla="*/ 9307 h 10000"/>
                  <a:gd name="connsiteX77" fmla="*/ 4102 w 10000"/>
                  <a:gd name="connsiteY77" fmla="*/ 9434 h 10000"/>
                  <a:gd name="connsiteX78" fmla="*/ 4610 w 10000"/>
                  <a:gd name="connsiteY78" fmla="*/ 9940 h 10000"/>
                  <a:gd name="connsiteX79" fmla="*/ 4704 w 10000"/>
                  <a:gd name="connsiteY79" fmla="*/ 9992 h 10000"/>
                  <a:gd name="connsiteX80" fmla="*/ 4882 w 10000"/>
                  <a:gd name="connsiteY80" fmla="*/ 10000 h 10000"/>
                  <a:gd name="connsiteX81" fmla="*/ 5035 w 10000"/>
                  <a:gd name="connsiteY81" fmla="*/ 9915 h 10000"/>
                  <a:gd name="connsiteX82" fmla="*/ 5072 w 10000"/>
                  <a:gd name="connsiteY82" fmla="*/ 9628 h 10000"/>
                  <a:gd name="connsiteX83" fmla="*/ 5817 w 10000"/>
                  <a:gd name="connsiteY83" fmla="*/ 9460 h 10000"/>
                  <a:gd name="connsiteX84" fmla="*/ 5969 w 10000"/>
                  <a:gd name="connsiteY84" fmla="*/ 9493 h 10000"/>
                  <a:gd name="connsiteX85" fmla="*/ 6242 w 10000"/>
                  <a:gd name="connsiteY85" fmla="*/ 9712 h 10000"/>
                  <a:gd name="connsiteX86" fmla="*/ 6348 w 10000"/>
                  <a:gd name="connsiteY86" fmla="*/ 9704 h 10000"/>
                  <a:gd name="connsiteX87" fmla="*/ 6360 w 10000"/>
                  <a:gd name="connsiteY87" fmla="*/ 9561 h 10000"/>
                  <a:gd name="connsiteX88" fmla="*/ 6703 w 10000"/>
                  <a:gd name="connsiteY88" fmla="*/ 9416 h 10000"/>
                  <a:gd name="connsiteX89" fmla="*/ 7399 w 10000"/>
                  <a:gd name="connsiteY89" fmla="*/ 9517 h 10000"/>
                  <a:gd name="connsiteX90" fmla="*/ 7566 w 10000"/>
                  <a:gd name="connsiteY90" fmla="*/ 9392 h 10000"/>
                  <a:gd name="connsiteX91" fmla="*/ 8204 w 10000"/>
                  <a:gd name="connsiteY91" fmla="*/ 9476 h 10000"/>
                  <a:gd name="connsiteX92" fmla="*/ 8677 w 10000"/>
                  <a:gd name="connsiteY92" fmla="*/ 9426 h 10000"/>
                  <a:gd name="connsiteX93" fmla="*/ 8949 w 10000"/>
                  <a:gd name="connsiteY93" fmla="*/ 9517 h 10000"/>
                  <a:gd name="connsiteX94" fmla="*/ 8949 w 10000"/>
                  <a:gd name="connsiteY94" fmla="*/ 8757 h 10000"/>
                  <a:gd name="connsiteX95" fmla="*/ 9492 w 10000"/>
                  <a:gd name="connsiteY95" fmla="*/ 7948 h 10000"/>
                  <a:gd name="connsiteX96" fmla="*/ 10000 w 10000"/>
                  <a:gd name="connsiteY96" fmla="*/ 7593 h 10000"/>
                  <a:gd name="connsiteX97" fmla="*/ 9362 w 10000"/>
                  <a:gd name="connsiteY97" fmla="*/ 7069 h 10000"/>
                  <a:gd name="connsiteX98" fmla="*/ 8949 w 10000"/>
                  <a:gd name="connsiteY98" fmla="*/ 6605 h 10000"/>
                  <a:gd name="connsiteX99" fmla="*/ 8854 w 10000"/>
                  <a:gd name="connsiteY99" fmla="*/ 5938 h 10000"/>
                  <a:gd name="connsiteX100" fmla="*/ 8983 w 10000"/>
                  <a:gd name="connsiteY100" fmla="*/ 5270 h 10000"/>
                  <a:gd name="connsiteX101" fmla="*/ 9727 w 10000"/>
                  <a:gd name="connsiteY101" fmla="*/ 5034 h 10000"/>
                  <a:gd name="connsiteX102" fmla="*/ 9302 w 10000"/>
                  <a:gd name="connsiteY102" fmla="*/ 4949 h 10000"/>
                  <a:gd name="connsiteX103" fmla="*/ 8949 w 10000"/>
                  <a:gd name="connsiteY103" fmla="*/ 4434 h 10000"/>
                  <a:gd name="connsiteX104" fmla="*/ 9410 w 10000"/>
                  <a:gd name="connsiteY104" fmla="*/ 4096 h 10000"/>
                  <a:gd name="connsiteX105" fmla="*/ 9101 w 10000"/>
                  <a:gd name="connsiteY105" fmla="*/ 3750 h 10000"/>
                  <a:gd name="connsiteX106" fmla="*/ 8582 w 10000"/>
                  <a:gd name="connsiteY106" fmla="*/ 4029 h 10000"/>
                  <a:gd name="connsiteX107" fmla="*/ 7328 w 10000"/>
                  <a:gd name="connsiteY107" fmla="*/ 3716 h 10000"/>
                  <a:gd name="connsiteX108" fmla="*/ 6656 w 10000"/>
                  <a:gd name="connsiteY108" fmla="*/ 3336 h 10000"/>
                  <a:gd name="connsiteX109" fmla="*/ 6609 w 10000"/>
                  <a:gd name="connsiteY109" fmla="*/ 2854 h 10000"/>
                  <a:gd name="connsiteX110" fmla="*/ 6500 w 10000"/>
                  <a:gd name="connsiteY110" fmla="*/ 2559 h 10000"/>
                  <a:gd name="connsiteX111" fmla="*/ 6148 w 10000"/>
                  <a:gd name="connsiteY111" fmla="*/ 2390 h 10000"/>
                  <a:gd name="connsiteX112" fmla="*/ 5674 w 10000"/>
                  <a:gd name="connsiteY112" fmla="*/ 2306 h 10000"/>
                  <a:gd name="connsiteX113" fmla="*/ 5272 w 10000"/>
                  <a:gd name="connsiteY113" fmla="*/ 1883 h 10000"/>
                  <a:gd name="connsiteX114" fmla="*/ 5083 w 10000"/>
                  <a:gd name="connsiteY114" fmla="*/ 1300 h 10000"/>
                  <a:gd name="connsiteX115" fmla="*/ 4822 w 10000"/>
                  <a:gd name="connsiteY115" fmla="*/ 937 h 10000"/>
                  <a:gd name="connsiteX116" fmla="*/ 4375 w 10000"/>
                  <a:gd name="connsiteY116" fmla="*/ 557 h 10000"/>
                  <a:gd name="connsiteX117" fmla="*/ 3724 w 10000"/>
                  <a:gd name="connsiteY117" fmla="*/ 346 h 10000"/>
                  <a:gd name="connsiteX118" fmla="*/ 3511 w 10000"/>
                  <a:gd name="connsiteY118" fmla="*/ 228 h 10000"/>
                  <a:gd name="connsiteX119" fmla="*/ 3309 w 10000"/>
                  <a:gd name="connsiteY119" fmla="*/ 0 h 10000"/>
                  <a:gd name="connsiteX120" fmla="*/ 2778 w 10000"/>
                  <a:gd name="connsiteY120" fmla="*/ 143 h 10000"/>
                  <a:gd name="connsiteX121" fmla="*/ 2246 w 10000"/>
                  <a:gd name="connsiteY121" fmla="*/ 160 h 10000"/>
                  <a:gd name="connsiteX122" fmla="*/ 1537 w 10000"/>
                  <a:gd name="connsiteY122" fmla="*/ 490 h 10000"/>
                  <a:gd name="connsiteX123" fmla="*/ 911 w 10000"/>
                  <a:gd name="connsiteY123" fmla="*/ 507 h 10000"/>
                  <a:gd name="connsiteX124" fmla="*/ 604 w 10000"/>
                  <a:gd name="connsiteY124" fmla="*/ 675 h 10000"/>
                  <a:gd name="connsiteX125" fmla="*/ 0 w 10000"/>
                  <a:gd name="connsiteY125" fmla="*/ 719 h 10000"/>
                  <a:gd name="connsiteX0" fmla="*/ 0 w 10000"/>
                  <a:gd name="connsiteY0" fmla="*/ 719 h 10000"/>
                  <a:gd name="connsiteX1" fmla="*/ 331 w 10000"/>
                  <a:gd name="connsiteY1" fmla="*/ 937 h 10000"/>
                  <a:gd name="connsiteX2" fmla="*/ 355 w 10000"/>
                  <a:gd name="connsiteY2" fmla="*/ 1056 h 10000"/>
                  <a:gd name="connsiteX3" fmla="*/ 297 w 10000"/>
                  <a:gd name="connsiteY3" fmla="*/ 1123 h 10000"/>
                  <a:gd name="connsiteX4" fmla="*/ 402 w 10000"/>
                  <a:gd name="connsiteY4" fmla="*/ 1191 h 10000"/>
                  <a:gd name="connsiteX5" fmla="*/ 425 w 10000"/>
                  <a:gd name="connsiteY5" fmla="*/ 1300 h 10000"/>
                  <a:gd name="connsiteX6" fmla="*/ 285 w 10000"/>
                  <a:gd name="connsiteY6" fmla="*/ 1427 h 10000"/>
                  <a:gd name="connsiteX7" fmla="*/ 308 w 10000"/>
                  <a:gd name="connsiteY7" fmla="*/ 1504 h 10000"/>
                  <a:gd name="connsiteX8" fmla="*/ 449 w 10000"/>
                  <a:gd name="connsiteY8" fmla="*/ 1554 h 10000"/>
                  <a:gd name="connsiteX9" fmla="*/ 544 w 10000"/>
                  <a:gd name="connsiteY9" fmla="*/ 1487 h 10000"/>
                  <a:gd name="connsiteX10" fmla="*/ 639 w 10000"/>
                  <a:gd name="connsiteY10" fmla="*/ 1487 h 10000"/>
                  <a:gd name="connsiteX11" fmla="*/ 769 w 10000"/>
                  <a:gd name="connsiteY11" fmla="*/ 1562 h 10000"/>
                  <a:gd name="connsiteX12" fmla="*/ 769 w 10000"/>
                  <a:gd name="connsiteY12" fmla="*/ 1613 h 10000"/>
                  <a:gd name="connsiteX13" fmla="*/ 685 w 10000"/>
                  <a:gd name="connsiteY13" fmla="*/ 1663 h 10000"/>
                  <a:gd name="connsiteX14" fmla="*/ 592 w 10000"/>
                  <a:gd name="connsiteY14" fmla="*/ 1663 h 10000"/>
                  <a:gd name="connsiteX15" fmla="*/ 556 w 10000"/>
                  <a:gd name="connsiteY15" fmla="*/ 1740 h 10000"/>
                  <a:gd name="connsiteX16" fmla="*/ 615 w 10000"/>
                  <a:gd name="connsiteY16" fmla="*/ 1800 h 10000"/>
                  <a:gd name="connsiteX17" fmla="*/ 579 w 10000"/>
                  <a:gd name="connsiteY17" fmla="*/ 1883 h 10000"/>
                  <a:gd name="connsiteX18" fmla="*/ 556 w 10000"/>
                  <a:gd name="connsiteY18" fmla="*/ 1943 h 10000"/>
                  <a:gd name="connsiteX19" fmla="*/ 615 w 10000"/>
                  <a:gd name="connsiteY19" fmla="*/ 2002 h 10000"/>
                  <a:gd name="connsiteX20" fmla="*/ 792 w 10000"/>
                  <a:gd name="connsiteY20" fmla="*/ 2002 h 10000"/>
                  <a:gd name="connsiteX21" fmla="*/ 863 w 10000"/>
                  <a:gd name="connsiteY21" fmla="*/ 2069 h 10000"/>
                  <a:gd name="connsiteX22" fmla="*/ 993 w 10000"/>
                  <a:gd name="connsiteY22" fmla="*/ 2137 h 10000"/>
                  <a:gd name="connsiteX23" fmla="*/ 1206 w 10000"/>
                  <a:gd name="connsiteY23" fmla="*/ 2128 h 10000"/>
                  <a:gd name="connsiteX24" fmla="*/ 1359 w 10000"/>
                  <a:gd name="connsiteY24" fmla="*/ 2204 h 10000"/>
                  <a:gd name="connsiteX25" fmla="*/ 1549 w 10000"/>
                  <a:gd name="connsiteY25" fmla="*/ 2187 h 10000"/>
                  <a:gd name="connsiteX26" fmla="*/ 1642 w 10000"/>
                  <a:gd name="connsiteY26" fmla="*/ 2221 h 10000"/>
                  <a:gd name="connsiteX27" fmla="*/ 1668 w 10000"/>
                  <a:gd name="connsiteY27" fmla="*/ 2280 h 10000"/>
                  <a:gd name="connsiteX28" fmla="*/ 1502 w 10000"/>
                  <a:gd name="connsiteY28" fmla="*/ 2356 h 10000"/>
                  <a:gd name="connsiteX29" fmla="*/ 1324 w 10000"/>
                  <a:gd name="connsiteY29" fmla="*/ 2322 h 10000"/>
                  <a:gd name="connsiteX30" fmla="*/ 1170 w 10000"/>
                  <a:gd name="connsiteY30" fmla="*/ 2298 h 10000"/>
                  <a:gd name="connsiteX31" fmla="*/ 1065 w 10000"/>
                  <a:gd name="connsiteY31" fmla="*/ 2314 h 10000"/>
                  <a:gd name="connsiteX32" fmla="*/ 1029 w 10000"/>
                  <a:gd name="connsiteY32" fmla="*/ 2458 h 10000"/>
                  <a:gd name="connsiteX33" fmla="*/ 911 w 10000"/>
                  <a:gd name="connsiteY33" fmla="*/ 2559 h 10000"/>
                  <a:gd name="connsiteX34" fmla="*/ 981 w 10000"/>
                  <a:gd name="connsiteY34" fmla="*/ 2846 h 10000"/>
                  <a:gd name="connsiteX35" fmla="*/ 1065 w 10000"/>
                  <a:gd name="connsiteY35" fmla="*/ 2897 h 10000"/>
                  <a:gd name="connsiteX36" fmla="*/ 1018 w 10000"/>
                  <a:gd name="connsiteY36" fmla="*/ 3040 h 10000"/>
                  <a:gd name="connsiteX37" fmla="*/ 1549 w 10000"/>
                  <a:gd name="connsiteY37" fmla="*/ 3074 h 10000"/>
                  <a:gd name="connsiteX38" fmla="*/ 1642 w 10000"/>
                  <a:gd name="connsiteY38" fmla="*/ 3167 h 10000"/>
                  <a:gd name="connsiteX39" fmla="*/ 1574 w 10000"/>
                  <a:gd name="connsiteY39" fmla="*/ 3268 h 10000"/>
                  <a:gd name="connsiteX40" fmla="*/ 1574 w 10000"/>
                  <a:gd name="connsiteY40" fmla="*/ 3411 h 10000"/>
                  <a:gd name="connsiteX41" fmla="*/ 1348 w 10000"/>
                  <a:gd name="connsiteY41" fmla="*/ 3639 h 10000"/>
                  <a:gd name="connsiteX42" fmla="*/ 1147 w 10000"/>
                  <a:gd name="connsiteY42" fmla="*/ 3979 h 10000"/>
                  <a:gd name="connsiteX43" fmla="*/ 1053 w 10000"/>
                  <a:gd name="connsiteY43" fmla="*/ 4020 h 10000"/>
                  <a:gd name="connsiteX44" fmla="*/ 1053 w 10000"/>
                  <a:gd name="connsiteY44" fmla="*/ 4114 h 10000"/>
                  <a:gd name="connsiteX45" fmla="*/ 1112 w 10000"/>
                  <a:gd name="connsiteY45" fmla="*/ 4171 h 10000"/>
                  <a:gd name="connsiteX46" fmla="*/ 969 w 10000"/>
                  <a:gd name="connsiteY46" fmla="*/ 4342 h 10000"/>
                  <a:gd name="connsiteX47" fmla="*/ 1065 w 10000"/>
                  <a:gd name="connsiteY47" fmla="*/ 4544 h 10000"/>
                  <a:gd name="connsiteX48" fmla="*/ 1218 w 10000"/>
                  <a:gd name="connsiteY48" fmla="*/ 4569 h 10000"/>
                  <a:gd name="connsiteX49" fmla="*/ 1324 w 10000"/>
                  <a:gd name="connsiteY49" fmla="*/ 4638 h 10000"/>
                  <a:gd name="connsiteX50" fmla="*/ 1490 w 10000"/>
                  <a:gd name="connsiteY50" fmla="*/ 4594 h 10000"/>
                  <a:gd name="connsiteX51" fmla="*/ 1562 w 10000"/>
                  <a:gd name="connsiteY51" fmla="*/ 4695 h 10000"/>
                  <a:gd name="connsiteX52" fmla="*/ 1596 w 10000"/>
                  <a:gd name="connsiteY52" fmla="*/ 4806 h 10000"/>
                  <a:gd name="connsiteX53" fmla="*/ 1786 w 10000"/>
                  <a:gd name="connsiteY53" fmla="*/ 4932 h 10000"/>
                  <a:gd name="connsiteX54" fmla="*/ 1891 w 10000"/>
                  <a:gd name="connsiteY54" fmla="*/ 4915 h 10000"/>
                  <a:gd name="connsiteX55" fmla="*/ 1939 w 10000"/>
                  <a:gd name="connsiteY55" fmla="*/ 4949 h 10000"/>
                  <a:gd name="connsiteX56" fmla="*/ 1926 w 10000"/>
                  <a:gd name="connsiteY56" fmla="*/ 5034 h 10000"/>
                  <a:gd name="connsiteX57" fmla="*/ 2116 w 10000"/>
                  <a:gd name="connsiteY57" fmla="*/ 5110 h 10000"/>
                  <a:gd name="connsiteX58" fmla="*/ 2235 w 10000"/>
                  <a:gd name="connsiteY58" fmla="*/ 5126 h 10000"/>
                  <a:gd name="connsiteX59" fmla="*/ 2258 w 10000"/>
                  <a:gd name="connsiteY59" fmla="*/ 5237 h 10000"/>
                  <a:gd name="connsiteX60" fmla="*/ 2057 w 10000"/>
                  <a:gd name="connsiteY60" fmla="*/ 5362 h 10000"/>
                  <a:gd name="connsiteX61" fmla="*/ 1715 w 10000"/>
                  <a:gd name="connsiteY61" fmla="*/ 5379 h 10000"/>
                  <a:gd name="connsiteX62" fmla="*/ 1490 w 10000"/>
                  <a:gd name="connsiteY62" fmla="*/ 5278 h 10000"/>
                  <a:gd name="connsiteX63" fmla="*/ 1372 w 10000"/>
                  <a:gd name="connsiteY63" fmla="*/ 5278 h 10000"/>
                  <a:gd name="connsiteX64" fmla="*/ 1324 w 10000"/>
                  <a:gd name="connsiteY64" fmla="*/ 5321 h 10000"/>
                  <a:gd name="connsiteX65" fmla="*/ 1372 w 10000"/>
                  <a:gd name="connsiteY65" fmla="*/ 5398 h 10000"/>
                  <a:gd name="connsiteX66" fmla="*/ 1642 w 10000"/>
                  <a:gd name="connsiteY66" fmla="*/ 5599 h 10000"/>
                  <a:gd name="connsiteX67" fmla="*/ 1926 w 10000"/>
                  <a:gd name="connsiteY67" fmla="*/ 5878 h 10000"/>
                  <a:gd name="connsiteX68" fmla="*/ 2010 w 10000"/>
                  <a:gd name="connsiteY68" fmla="*/ 5920 h 10000"/>
                  <a:gd name="connsiteX69" fmla="*/ 1999 w 10000"/>
                  <a:gd name="connsiteY69" fmla="*/ 6158 h 10000"/>
                  <a:gd name="connsiteX70" fmla="*/ 1926 w 10000"/>
                  <a:gd name="connsiteY70" fmla="*/ 6241 h 10000"/>
                  <a:gd name="connsiteX71" fmla="*/ 1797 w 10000"/>
                  <a:gd name="connsiteY71" fmla="*/ 6283 h 10000"/>
                  <a:gd name="connsiteX72" fmla="*/ 1715 w 10000"/>
                  <a:gd name="connsiteY72" fmla="*/ 6216 h 10000"/>
                  <a:gd name="connsiteX73" fmla="*/ 2537 w 10000"/>
                  <a:gd name="connsiteY73" fmla="*/ 6848 h 10000"/>
                  <a:gd name="connsiteX74" fmla="*/ 3640 w 10000"/>
                  <a:gd name="connsiteY74" fmla="*/ 7284 h 10000"/>
                  <a:gd name="connsiteX75" fmla="*/ 6740 w 10000"/>
                  <a:gd name="connsiteY75" fmla="*/ 8016 h 10000"/>
                  <a:gd name="connsiteX76" fmla="*/ 3653 w 10000"/>
                  <a:gd name="connsiteY76" fmla="*/ 9307 h 10000"/>
                  <a:gd name="connsiteX77" fmla="*/ 4102 w 10000"/>
                  <a:gd name="connsiteY77" fmla="*/ 9434 h 10000"/>
                  <a:gd name="connsiteX78" fmla="*/ 4610 w 10000"/>
                  <a:gd name="connsiteY78" fmla="*/ 9940 h 10000"/>
                  <a:gd name="connsiteX79" fmla="*/ 4704 w 10000"/>
                  <a:gd name="connsiteY79" fmla="*/ 9992 h 10000"/>
                  <a:gd name="connsiteX80" fmla="*/ 4882 w 10000"/>
                  <a:gd name="connsiteY80" fmla="*/ 10000 h 10000"/>
                  <a:gd name="connsiteX81" fmla="*/ 5035 w 10000"/>
                  <a:gd name="connsiteY81" fmla="*/ 9915 h 10000"/>
                  <a:gd name="connsiteX82" fmla="*/ 5072 w 10000"/>
                  <a:gd name="connsiteY82" fmla="*/ 9628 h 10000"/>
                  <a:gd name="connsiteX83" fmla="*/ 5817 w 10000"/>
                  <a:gd name="connsiteY83" fmla="*/ 9460 h 10000"/>
                  <a:gd name="connsiteX84" fmla="*/ 5969 w 10000"/>
                  <a:gd name="connsiteY84" fmla="*/ 9493 h 10000"/>
                  <a:gd name="connsiteX85" fmla="*/ 6242 w 10000"/>
                  <a:gd name="connsiteY85" fmla="*/ 9712 h 10000"/>
                  <a:gd name="connsiteX86" fmla="*/ 6348 w 10000"/>
                  <a:gd name="connsiteY86" fmla="*/ 9704 h 10000"/>
                  <a:gd name="connsiteX87" fmla="*/ 6360 w 10000"/>
                  <a:gd name="connsiteY87" fmla="*/ 9561 h 10000"/>
                  <a:gd name="connsiteX88" fmla="*/ 6703 w 10000"/>
                  <a:gd name="connsiteY88" fmla="*/ 9416 h 10000"/>
                  <a:gd name="connsiteX89" fmla="*/ 7399 w 10000"/>
                  <a:gd name="connsiteY89" fmla="*/ 9517 h 10000"/>
                  <a:gd name="connsiteX90" fmla="*/ 7566 w 10000"/>
                  <a:gd name="connsiteY90" fmla="*/ 9392 h 10000"/>
                  <a:gd name="connsiteX91" fmla="*/ 8204 w 10000"/>
                  <a:gd name="connsiteY91" fmla="*/ 9476 h 10000"/>
                  <a:gd name="connsiteX92" fmla="*/ 8677 w 10000"/>
                  <a:gd name="connsiteY92" fmla="*/ 9426 h 10000"/>
                  <a:gd name="connsiteX93" fmla="*/ 8949 w 10000"/>
                  <a:gd name="connsiteY93" fmla="*/ 9517 h 10000"/>
                  <a:gd name="connsiteX94" fmla="*/ 8949 w 10000"/>
                  <a:gd name="connsiteY94" fmla="*/ 8757 h 10000"/>
                  <a:gd name="connsiteX95" fmla="*/ 9492 w 10000"/>
                  <a:gd name="connsiteY95" fmla="*/ 7948 h 10000"/>
                  <a:gd name="connsiteX96" fmla="*/ 10000 w 10000"/>
                  <a:gd name="connsiteY96" fmla="*/ 7593 h 10000"/>
                  <a:gd name="connsiteX97" fmla="*/ 9362 w 10000"/>
                  <a:gd name="connsiteY97" fmla="*/ 7069 h 10000"/>
                  <a:gd name="connsiteX98" fmla="*/ 8949 w 10000"/>
                  <a:gd name="connsiteY98" fmla="*/ 6605 h 10000"/>
                  <a:gd name="connsiteX99" fmla="*/ 8854 w 10000"/>
                  <a:gd name="connsiteY99" fmla="*/ 5938 h 10000"/>
                  <a:gd name="connsiteX100" fmla="*/ 8983 w 10000"/>
                  <a:gd name="connsiteY100" fmla="*/ 5270 h 10000"/>
                  <a:gd name="connsiteX101" fmla="*/ 9727 w 10000"/>
                  <a:gd name="connsiteY101" fmla="*/ 5034 h 10000"/>
                  <a:gd name="connsiteX102" fmla="*/ 9302 w 10000"/>
                  <a:gd name="connsiteY102" fmla="*/ 4949 h 10000"/>
                  <a:gd name="connsiteX103" fmla="*/ 8949 w 10000"/>
                  <a:gd name="connsiteY103" fmla="*/ 4434 h 10000"/>
                  <a:gd name="connsiteX104" fmla="*/ 9410 w 10000"/>
                  <a:gd name="connsiteY104" fmla="*/ 4096 h 10000"/>
                  <a:gd name="connsiteX105" fmla="*/ 9101 w 10000"/>
                  <a:gd name="connsiteY105" fmla="*/ 3750 h 10000"/>
                  <a:gd name="connsiteX106" fmla="*/ 8582 w 10000"/>
                  <a:gd name="connsiteY106" fmla="*/ 4029 h 10000"/>
                  <a:gd name="connsiteX107" fmla="*/ 7328 w 10000"/>
                  <a:gd name="connsiteY107" fmla="*/ 3716 h 10000"/>
                  <a:gd name="connsiteX108" fmla="*/ 6656 w 10000"/>
                  <a:gd name="connsiteY108" fmla="*/ 3336 h 10000"/>
                  <a:gd name="connsiteX109" fmla="*/ 6609 w 10000"/>
                  <a:gd name="connsiteY109" fmla="*/ 2854 h 10000"/>
                  <a:gd name="connsiteX110" fmla="*/ 6500 w 10000"/>
                  <a:gd name="connsiteY110" fmla="*/ 2559 h 10000"/>
                  <a:gd name="connsiteX111" fmla="*/ 6148 w 10000"/>
                  <a:gd name="connsiteY111" fmla="*/ 2390 h 10000"/>
                  <a:gd name="connsiteX112" fmla="*/ 5674 w 10000"/>
                  <a:gd name="connsiteY112" fmla="*/ 2306 h 10000"/>
                  <a:gd name="connsiteX113" fmla="*/ 5272 w 10000"/>
                  <a:gd name="connsiteY113" fmla="*/ 1883 h 10000"/>
                  <a:gd name="connsiteX114" fmla="*/ 5083 w 10000"/>
                  <a:gd name="connsiteY114" fmla="*/ 1300 h 10000"/>
                  <a:gd name="connsiteX115" fmla="*/ 4822 w 10000"/>
                  <a:gd name="connsiteY115" fmla="*/ 937 h 10000"/>
                  <a:gd name="connsiteX116" fmla="*/ 4375 w 10000"/>
                  <a:gd name="connsiteY116" fmla="*/ 557 h 10000"/>
                  <a:gd name="connsiteX117" fmla="*/ 3724 w 10000"/>
                  <a:gd name="connsiteY117" fmla="*/ 346 h 10000"/>
                  <a:gd name="connsiteX118" fmla="*/ 3511 w 10000"/>
                  <a:gd name="connsiteY118" fmla="*/ 228 h 10000"/>
                  <a:gd name="connsiteX119" fmla="*/ 3309 w 10000"/>
                  <a:gd name="connsiteY119" fmla="*/ 0 h 10000"/>
                  <a:gd name="connsiteX120" fmla="*/ 2778 w 10000"/>
                  <a:gd name="connsiteY120" fmla="*/ 143 h 10000"/>
                  <a:gd name="connsiteX121" fmla="*/ 2246 w 10000"/>
                  <a:gd name="connsiteY121" fmla="*/ 160 h 10000"/>
                  <a:gd name="connsiteX122" fmla="*/ 1537 w 10000"/>
                  <a:gd name="connsiteY122" fmla="*/ 490 h 10000"/>
                  <a:gd name="connsiteX123" fmla="*/ 911 w 10000"/>
                  <a:gd name="connsiteY123" fmla="*/ 507 h 10000"/>
                  <a:gd name="connsiteX124" fmla="*/ 604 w 10000"/>
                  <a:gd name="connsiteY124" fmla="*/ 675 h 10000"/>
                  <a:gd name="connsiteX125" fmla="*/ 0 w 10000"/>
                  <a:gd name="connsiteY125" fmla="*/ 719 h 10000"/>
                  <a:gd name="connsiteX0" fmla="*/ 0 w 10000"/>
                  <a:gd name="connsiteY0" fmla="*/ 719 h 10000"/>
                  <a:gd name="connsiteX1" fmla="*/ 331 w 10000"/>
                  <a:gd name="connsiteY1" fmla="*/ 937 h 10000"/>
                  <a:gd name="connsiteX2" fmla="*/ 355 w 10000"/>
                  <a:gd name="connsiteY2" fmla="*/ 1056 h 10000"/>
                  <a:gd name="connsiteX3" fmla="*/ 297 w 10000"/>
                  <a:gd name="connsiteY3" fmla="*/ 1123 h 10000"/>
                  <a:gd name="connsiteX4" fmla="*/ 402 w 10000"/>
                  <a:gd name="connsiteY4" fmla="*/ 1191 h 10000"/>
                  <a:gd name="connsiteX5" fmla="*/ 425 w 10000"/>
                  <a:gd name="connsiteY5" fmla="*/ 1300 h 10000"/>
                  <a:gd name="connsiteX6" fmla="*/ 285 w 10000"/>
                  <a:gd name="connsiteY6" fmla="*/ 1427 h 10000"/>
                  <a:gd name="connsiteX7" fmla="*/ 308 w 10000"/>
                  <a:gd name="connsiteY7" fmla="*/ 1504 h 10000"/>
                  <a:gd name="connsiteX8" fmla="*/ 449 w 10000"/>
                  <a:gd name="connsiteY8" fmla="*/ 1554 h 10000"/>
                  <a:gd name="connsiteX9" fmla="*/ 544 w 10000"/>
                  <a:gd name="connsiteY9" fmla="*/ 1487 h 10000"/>
                  <a:gd name="connsiteX10" fmla="*/ 639 w 10000"/>
                  <a:gd name="connsiteY10" fmla="*/ 1487 h 10000"/>
                  <a:gd name="connsiteX11" fmla="*/ 769 w 10000"/>
                  <a:gd name="connsiteY11" fmla="*/ 1562 h 10000"/>
                  <a:gd name="connsiteX12" fmla="*/ 769 w 10000"/>
                  <a:gd name="connsiteY12" fmla="*/ 1613 h 10000"/>
                  <a:gd name="connsiteX13" fmla="*/ 685 w 10000"/>
                  <a:gd name="connsiteY13" fmla="*/ 1663 h 10000"/>
                  <a:gd name="connsiteX14" fmla="*/ 592 w 10000"/>
                  <a:gd name="connsiteY14" fmla="*/ 1663 h 10000"/>
                  <a:gd name="connsiteX15" fmla="*/ 556 w 10000"/>
                  <a:gd name="connsiteY15" fmla="*/ 1740 h 10000"/>
                  <a:gd name="connsiteX16" fmla="*/ 615 w 10000"/>
                  <a:gd name="connsiteY16" fmla="*/ 1800 h 10000"/>
                  <a:gd name="connsiteX17" fmla="*/ 579 w 10000"/>
                  <a:gd name="connsiteY17" fmla="*/ 1883 h 10000"/>
                  <a:gd name="connsiteX18" fmla="*/ 556 w 10000"/>
                  <a:gd name="connsiteY18" fmla="*/ 1943 h 10000"/>
                  <a:gd name="connsiteX19" fmla="*/ 615 w 10000"/>
                  <a:gd name="connsiteY19" fmla="*/ 2002 h 10000"/>
                  <a:gd name="connsiteX20" fmla="*/ 792 w 10000"/>
                  <a:gd name="connsiteY20" fmla="*/ 2002 h 10000"/>
                  <a:gd name="connsiteX21" fmla="*/ 863 w 10000"/>
                  <a:gd name="connsiteY21" fmla="*/ 2069 h 10000"/>
                  <a:gd name="connsiteX22" fmla="*/ 993 w 10000"/>
                  <a:gd name="connsiteY22" fmla="*/ 2137 h 10000"/>
                  <a:gd name="connsiteX23" fmla="*/ 1206 w 10000"/>
                  <a:gd name="connsiteY23" fmla="*/ 2128 h 10000"/>
                  <a:gd name="connsiteX24" fmla="*/ 1359 w 10000"/>
                  <a:gd name="connsiteY24" fmla="*/ 2204 h 10000"/>
                  <a:gd name="connsiteX25" fmla="*/ 1549 w 10000"/>
                  <a:gd name="connsiteY25" fmla="*/ 2187 h 10000"/>
                  <a:gd name="connsiteX26" fmla="*/ 1642 w 10000"/>
                  <a:gd name="connsiteY26" fmla="*/ 2221 h 10000"/>
                  <a:gd name="connsiteX27" fmla="*/ 1668 w 10000"/>
                  <a:gd name="connsiteY27" fmla="*/ 2280 h 10000"/>
                  <a:gd name="connsiteX28" fmla="*/ 1502 w 10000"/>
                  <a:gd name="connsiteY28" fmla="*/ 2356 h 10000"/>
                  <a:gd name="connsiteX29" fmla="*/ 1324 w 10000"/>
                  <a:gd name="connsiteY29" fmla="*/ 2322 h 10000"/>
                  <a:gd name="connsiteX30" fmla="*/ 1170 w 10000"/>
                  <a:gd name="connsiteY30" fmla="*/ 2298 h 10000"/>
                  <a:gd name="connsiteX31" fmla="*/ 1065 w 10000"/>
                  <a:gd name="connsiteY31" fmla="*/ 2314 h 10000"/>
                  <a:gd name="connsiteX32" fmla="*/ 1029 w 10000"/>
                  <a:gd name="connsiteY32" fmla="*/ 2458 h 10000"/>
                  <a:gd name="connsiteX33" fmla="*/ 911 w 10000"/>
                  <a:gd name="connsiteY33" fmla="*/ 2559 h 10000"/>
                  <a:gd name="connsiteX34" fmla="*/ 981 w 10000"/>
                  <a:gd name="connsiteY34" fmla="*/ 2846 h 10000"/>
                  <a:gd name="connsiteX35" fmla="*/ 1065 w 10000"/>
                  <a:gd name="connsiteY35" fmla="*/ 2897 h 10000"/>
                  <a:gd name="connsiteX36" fmla="*/ 1018 w 10000"/>
                  <a:gd name="connsiteY36" fmla="*/ 3040 h 10000"/>
                  <a:gd name="connsiteX37" fmla="*/ 1549 w 10000"/>
                  <a:gd name="connsiteY37" fmla="*/ 3074 h 10000"/>
                  <a:gd name="connsiteX38" fmla="*/ 1642 w 10000"/>
                  <a:gd name="connsiteY38" fmla="*/ 3167 h 10000"/>
                  <a:gd name="connsiteX39" fmla="*/ 1574 w 10000"/>
                  <a:gd name="connsiteY39" fmla="*/ 3268 h 10000"/>
                  <a:gd name="connsiteX40" fmla="*/ 1574 w 10000"/>
                  <a:gd name="connsiteY40" fmla="*/ 3411 h 10000"/>
                  <a:gd name="connsiteX41" fmla="*/ 1348 w 10000"/>
                  <a:gd name="connsiteY41" fmla="*/ 3639 h 10000"/>
                  <a:gd name="connsiteX42" fmla="*/ 1147 w 10000"/>
                  <a:gd name="connsiteY42" fmla="*/ 3979 h 10000"/>
                  <a:gd name="connsiteX43" fmla="*/ 1053 w 10000"/>
                  <a:gd name="connsiteY43" fmla="*/ 4020 h 10000"/>
                  <a:gd name="connsiteX44" fmla="*/ 1053 w 10000"/>
                  <a:gd name="connsiteY44" fmla="*/ 4114 h 10000"/>
                  <a:gd name="connsiteX45" fmla="*/ 1112 w 10000"/>
                  <a:gd name="connsiteY45" fmla="*/ 4171 h 10000"/>
                  <a:gd name="connsiteX46" fmla="*/ 969 w 10000"/>
                  <a:gd name="connsiteY46" fmla="*/ 4342 h 10000"/>
                  <a:gd name="connsiteX47" fmla="*/ 1065 w 10000"/>
                  <a:gd name="connsiteY47" fmla="*/ 4544 h 10000"/>
                  <a:gd name="connsiteX48" fmla="*/ 1218 w 10000"/>
                  <a:gd name="connsiteY48" fmla="*/ 4569 h 10000"/>
                  <a:gd name="connsiteX49" fmla="*/ 1324 w 10000"/>
                  <a:gd name="connsiteY49" fmla="*/ 4638 h 10000"/>
                  <a:gd name="connsiteX50" fmla="*/ 1490 w 10000"/>
                  <a:gd name="connsiteY50" fmla="*/ 4594 h 10000"/>
                  <a:gd name="connsiteX51" fmla="*/ 1562 w 10000"/>
                  <a:gd name="connsiteY51" fmla="*/ 4695 h 10000"/>
                  <a:gd name="connsiteX52" fmla="*/ 1596 w 10000"/>
                  <a:gd name="connsiteY52" fmla="*/ 4806 h 10000"/>
                  <a:gd name="connsiteX53" fmla="*/ 1786 w 10000"/>
                  <a:gd name="connsiteY53" fmla="*/ 4932 h 10000"/>
                  <a:gd name="connsiteX54" fmla="*/ 1891 w 10000"/>
                  <a:gd name="connsiteY54" fmla="*/ 4915 h 10000"/>
                  <a:gd name="connsiteX55" fmla="*/ 1939 w 10000"/>
                  <a:gd name="connsiteY55" fmla="*/ 4949 h 10000"/>
                  <a:gd name="connsiteX56" fmla="*/ 1926 w 10000"/>
                  <a:gd name="connsiteY56" fmla="*/ 5034 h 10000"/>
                  <a:gd name="connsiteX57" fmla="*/ 2116 w 10000"/>
                  <a:gd name="connsiteY57" fmla="*/ 5110 h 10000"/>
                  <a:gd name="connsiteX58" fmla="*/ 2235 w 10000"/>
                  <a:gd name="connsiteY58" fmla="*/ 5126 h 10000"/>
                  <a:gd name="connsiteX59" fmla="*/ 2258 w 10000"/>
                  <a:gd name="connsiteY59" fmla="*/ 5237 h 10000"/>
                  <a:gd name="connsiteX60" fmla="*/ 2057 w 10000"/>
                  <a:gd name="connsiteY60" fmla="*/ 5362 h 10000"/>
                  <a:gd name="connsiteX61" fmla="*/ 1715 w 10000"/>
                  <a:gd name="connsiteY61" fmla="*/ 5379 h 10000"/>
                  <a:gd name="connsiteX62" fmla="*/ 1490 w 10000"/>
                  <a:gd name="connsiteY62" fmla="*/ 5278 h 10000"/>
                  <a:gd name="connsiteX63" fmla="*/ 1372 w 10000"/>
                  <a:gd name="connsiteY63" fmla="*/ 5278 h 10000"/>
                  <a:gd name="connsiteX64" fmla="*/ 1324 w 10000"/>
                  <a:gd name="connsiteY64" fmla="*/ 5321 h 10000"/>
                  <a:gd name="connsiteX65" fmla="*/ 1372 w 10000"/>
                  <a:gd name="connsiteY65" fmla="*/ 5398 h 10000"/>
                  <a:gd name="connsiteX66" fmla="*/ 1642 w 10000"/>
                  <a:gd name="connsiteY66" fmla="*/ 5599 h 10000"/>
                  <a:gd name="connsiteX67" fmla="*/ 1926 w 10000"/>
                  <a:gd name="connsiteY67" fmla="*/ 5878 h 10000"/>
                  <a:gd name="connsiteX68" fmla="*/ 2010 w 10000"/>
                  <a:gd name="connsiteY68" fmla="*/ 5920 h 10000"/>
                  <a:gd name="connsiteX69" fmla="*/ 1999 w 10000"/>
                  <a:gd name="connsiteY69" fmla="*/ 6158 h 10000"/>
                  <a:gd name="connsiteX70" fmla="*/ 1926 w 10000"/>
                  <a:gd name="connsiteY70" fmla="*/ 6241 h 10000"/>
                  <a:gd name="connsiteX71" fmla="*/ 1797 w 10000"/>
                  <a:gd name="connsiteY71" fmla="*/ 6283 h 10000"/>
                  <a:gd name="connsiteX72" fmla="*/ 1715 w 10000"/>
                  <a:gd name="connsiteY72" fmla="*/ 6216 h 10000"/>
                  <a:gd name="connsiteX73" fmla="*/ 2537 w 10000"/>
                  <a:gd name="connsiteY73" fmla="*/ 6848 h 10000"/>
                  <a:gd name="connsiteX74" fmla="*/ 3640 w 10000"/>
                  <a:gd name="connsiteY74" fmla="*/ 7284 h 10000"/>
                  <a:gd name="connsiteX75" fmla="*/ 4681 w 10000"/>
                  <a:gd name="connsiteY75" fmla="*/ 7770 h 10000"/>
                  <a:gd name="connsiteX76" fmla="*/ 3653 w 10000"/>
                  <a:gd name="connsiteY76" fmla="*/ 9307 h 10000"/>
                  <a:gd name="connsiteX77" fmla="*/ 4102 w 10000"/>
                  <a:gd name="connsiteY77" fmla="*/ 9434 h 10000"/>
                  <a:gd name="connsiteX78" fmla="*/ 4610 w 10000"/>
                  <a:gd name="connsiteY78" fmla="*/ 9940 h 10000"/>
                  <a:gd name="connsiteX79" fmla="*/ 4704 w 10000"/>
                  <a:gd name="connsiteY79" fmla="*/ 9992 h 10000"/>
                  <a:gd name="connsiteX80" fmla="*/ 4882 w 10000"/>
                  <a:gd name="connsiteY80" fmla="*/ 10000 h 10000"/>
                  <a:gd name="connsiteX81" fmla="*/ 5035 w 10000"/>
                  <a:gd name="connsiteY81" fmla="*/ 9915 h 10000"/>
                  <a:gd name="connsiteX82" fmla="*/ 5072 w 10000"/>
                  <a:gd name="connsiteY82" fmla="*/ 9628 h 10000"/>
                  <a:gd name="connsiteX83" fmla="*/ 5817 w 10000"/>
                  <a:gd name="connsiteY83" fmla="*/ 9460 h 10000"/>
                  <a:gd name="connsiteX84" fmla="*/ 5969 w 10000"/>
                  <a:gd name="connsiteY84" fmla="*/ 9493 h 10000"/>
                  <a:gd name="connsiteX85" fmla="*/ 6242 w 10000"/>
                  <a:gd name="connsiteY85" fmla="*/ 9712 h 10000"/>
                  <a:gd name="connsiteX86" fmla="*/ 6348 w 10000"/>
                  <a:gd name="connsiteY86" fmla="*/ 9704 h 10000"/>
                  <a:gd name="connsiteX87" fmla="*/ 6360 w 10000"/>
                  <a:gd name="connsiteY87" fmla="*/ 9561 h 10000"/>
                  <a:gd name="connsiteX88" fmla="*/ 6703 w 10000"/>
                  <a:gd name="connsiteY88" fmla="*/ 9416 h 10000"/>
                  <a:gd name="connsiteX89" fmla="*/ 7399 w 10000"/>
                  <a:gd name="connsiteY89" fmla="*/ 9517 h 10000"/>
                  <a:gd name="connsiteX90" fmla="*/ 7566 w 10000"/>
                  <a:gd name="connsiteY90" fmla="*/ 9392 h 10000"/>
                  <a:gd name="connsiteX91" fmla="*/ 8204 w 10000"/>
                  <a:gd name="connsiteY91" fmla="*/ 9476 h 10000"/>
                  <a:gd name="connsiteX92" fmla="*/ 8677 w 10000"/>
                  <a:gd name="connsiteY92" fmla="*/ 9426 h 10000"/>
                  <a:gd name="connsiteX93" fmla="*/ 8949 w 10000"/>
                  <a:gd name="connsiteY93" fmla="*/ 9517 h 10000"/>
                  <a:gd name="connsiteX94" fmla="*/ 8949 w 10000"/>
                  <a:gd name="connsiteY94" fmla="*/ 8757 h 10000"/>
                  <a:gd name="connsiteX95" fmla="*/ 9492 w 10000"/>
                  <a:gd name="connsiteY95" fmla="*/ 7948 h 10000"/>
                  <a:gd name="connsiteX96" fmla="*/ 10000 w 10000"/>
                  <a:gd name="connsiteY96" fmla="*/ 7593 h 10000"/>
                  <a:gd name="connsiteX97" fmla="*/ 9362 w 10000"/>
                  <a:gd name="connsiteY97" fmla="*/ 7069 h 10000"/>
                  <a:gd name="connsiteX98" fmla="*/ 8949 w 10000"/>
                  <a:gd name="connsiteY98" fmla="*/ 6605 h 10000"/>
                  <a:gd name="connsiteX99" fmla="*/ 8854 w 10000"/>
                  <a:gd name="connsiteY99" fmla="*/ 5938 h 10000"/>
                  <a:gd name="connsiteX100" fmla="*/ 8983 w 10000"/>
                  <a:gd name="connsiteY100" fmla="*/ 5270 h 10000"/>
                  <a:gd name="connsiteX101" fmla="*/ 9727 w 10000"/>
                  <a:gd name="connsiteY101" fmla="*/ 5034 h 10000"/>
                  <a:gd name="connsiteX102" fmla="*/ 9302 w 10000"/>
                  <a:gd name="connsiteY102" fmla="*/ 4949 h 10000"/>
                  <a:gd name="connsiteX103" fmla="*/ 8949 w 10000"/>
                  <a:gd name="connsiteY103" fmla="*/ 4434 h 10000"/>
                  <a:gd name="connsiteX104" fmla="*/ 9410 w 10000"/>
                  <a:gd name="connsiteY104" fmla="*/ 4096 h 10000"/>
                  <a:gd name="connsiteX105" fmla="*/ 9101 w 10000"/>
                  <a:gd name="connsiteY105" fmla="*/ 3750 h 10000"/>
                  <a:gd name="connsiteX106" fmla="*/ 8582 w 10000"/>
                  <a:gd name="connsiteY106" fmla="*/ 4029 h 10000"/>
                  <a:gd name="connsiteX107" fmla="*/ 7328 w 10000"/>
                  <a:gd name="connsiteY107" fmla="*/ 3716 h 10000"/>
                  <a:gd name="connsiteX108" fmla="*/ 6656 w 10000"/>
                  <a:gd name="connsiteY108" fmla="*/ 3336 h 10000"/>
                  <a:gd name="connsiteX109" fmla="*/ 6609 w 10000"/>
                  <a:gd name="connsiteY109" fmla="*/ 2854 h 10000"/>
                  <a:gd name="connsiteX110" fmla="*/ 6500 w 10000"/>
                  <a:gd name="connsiteY110" fmla="*/ 2559 h 10000"/>
                  <a:gd name="connsiteX111" fmla="*/ 6148 w 10000"/>
                  <a:gd name="connsiteY111" fmla="*/ 2390 h 10000"/>
                  <a:gd name="connsiteX112" fmla="*/ 5674 w 10000"/>
                  <a:gd name="connsiteY112" fmla="*/ 2306 h 10000"/>
                  <a:gd name="connsiteX113" fmla="*/ 5272 w 10000"/>
                  <a:gd name="connsiteY113" fmla="*/ 1883 h 10000"/>
                  <a:gd name="connsiteX114" fmla="*/ 5083 w 10000"/>
                  <a:gd name="connsiteY114" fmla="*/ 1300 h 10000"/>
                  <a:gd name="connsiteX115" fmla="*/ 4822 w 10000"/>
                  <a:gd name="connsiteY115" fmla="*/ 937 h 10000"/>
                  <a:gd name="connsiteX116" fmla="*/ 4375 w 10000"/>
                  <a:gd name="connsiteY116" fmla="*/ 557 h 10000"/>
                  <a:gd name="connsiteX117" fmla="*/ 3724 w 10000"/>
                  <a:gd name="connsiteY117" fmla="*/ 346 h 10000"/>
                  <a:gd name="connsiteX118" fmla="*/ 3511 w 10000"/>
                  <a:gd name="connsiteY118" fmla="*/ 228 h 10000"/>
                  <a:gd name="connsiteX119" fmla="*/ 3309 w 10000"/>
                  <a:gd name="connsiteY119" fmla="*/ 0 h 10000"/>
                  <a:gd name="connsiteX120" fmla="*/ 2778 w 10000"/>
                  <a:gd name="connsiteY120" fmla="*/ 143 h 10000"/>
                  <a:gd name="connsiteX121" fmla="*/ 2246 w 10000"/>
                  <a:gd name="connsiteY121" fmla="*/ 160 h 10000"/>
                  <a:gd name="connsiteX122" fmla="*/ 1537 w 10000"/>
                  <a:gd name="connsiteY122" fmla="*/ 490 h 10000"/>
                  <a:gd name="connsiteX123" fmla="*/ 911 w 10000"/>
                  <a:gd name="connsiteY123" fmla="*/ 507 h 10000"/>
                  <a:gd name="connsiteX124" fmla="*/ 604 w 10000"/>
                  <a:gd name="connsiteY124" fmla="*/ 675 h 10000"/>
                  <a:gd name="connsiteX125" fmla="*/ 0 w 10000"/>
                  <a:gd name="connsiteY125" fmla="*/ 719 h 10000"/>
                  <a:gd name="connsiteX0" fmla="*/ 0 w 10000"/>
                  <a:gd name="connsiteY0" fmla="*/ 719 h 10000"/>
                  <a:gd name="connsiteX1" fmla="*/ 331 w 10000"/>
                  <a:gd name="connsiteY1" fmla="*/ 937 h 10000"/>
                  <a:gd name="connsiteX2" fmla="*/ 355 w 10000"/>
                  <a:gd name="connsiteY2" fmla="*/ 1056 h 10000"/>
                  <a:gd name="connsiteX3" fmla="*/ 297 w 10000"/>
                  <a:gd name="connsiteY3" fmla="*/ 1123 h 10000"/>
                  <a:gd name="connsiteX4" fmla="*/ 402 w 10000"/>
                  <a:gd name="connsiteY4" fmla="*/ 1191 h 10000"/>
                  <a:gd name="connsiteX5" fmla="*/ 425 w 10000"/>
                  <a:gd name="connsiteY5" fmla="*/ 1300 h 10000"/>
                  <a:gd name="connsiteX6" fmla="*/ 285 w 10000"/>
                  <a:gd name="connsiteY6" fmla="*/ 1427 h 10000"/>
                  <a:gd name="connsiteX7" fmla="*/ 308 w 10000"/>
                  <a:gd name="connsiteY7" fmla="*/ 1504 h 10000"/>
                  <a:gd name="connsiteX8" fmla="*/ 449 w 10000"/>
                  <a:gd name="connsiteY8" fmla="*/ 1554 h 10000"/>
                  <a:gd name="connsiteX9" fmla="*/ 544 w 10000"/>
                  <a:gd name="connsiteY9" fmla="*/ 1487 h 10000"/>
                  <a:gd name="connsiteX10" fmla="*/ 639 w 10000"/>
                  <a:gd name="connsiteY10" fmla="*/ 1487 h 10000"/>
                  <a:gd name="connsiteX11" fmla="*/ 769 w 10000"/>
                  <a:gd name="connsiteY11" fmla="*/ 1562 h 10000"/>
                  <a:gd name="connsiteX12" fmla="*/ 769 w 10000"/>
                  <a:gd name="connsiteY12" fmla="*/ 1613 h 10000"/>
                  <a:gd name="connsiteX13" fmla="*/ 685 w 10000"/>
                  <a:gd name="connsiteY13" fmla="*/ 1663 h 10000"/>
                  <a:gd name="connsiteX14" fmla="*/ 592 w 10000"/>
                  <a:gd name="connsiteY14" fmla="*/ 1663 h 10000"/>
                  <a:gd name="connsiteX15" fmla="*/ 556 w 10000"/>
                  <a:gd name="connsiteY15" fmla="*/ 1740 h 10000"/>
                  <a:gd name="connsiteX16" fmla="*/ 615 w 10000"/>
                  <a:gd name="connsiteY16" fmla="*/ 1800 h 10000"/>
                  <a:gd name="connsiteX17" fmla="*/ 579 w 10000"/>
                  <a:gd name="connsiteY17" fmla="*/ 1883 h 10000"/>
                  <a:gd name="connsiteX18" fmla="*/ 556 w 10000"/>
                  <a:gd name="connsiteY18" fmla="*/ 1943 h 10000"/>
                  <a:gd name="connsiteX19" fmla="*/ 615 w 10000"/>
                  <a:gd name="connsiteY19" fmla="*/ 2002 h 10000"/>
                  <a:gd name="connsiteX20" fmla="*/ 792 w 10000"/>
                  <a:gd name="connsiteY20" fmla="*/ 2002 h 10000"/>
                  <a:gd name="connsiteX21" fmla="*/ 863 w 10000"/>
                  <a:gd name="connsiteY21" fmla="*/ 2069 h 10000"/>
                  <a:gd name="connsiteX22" fmla="*/ 993 w 10000"/>
                  <a:gd name="connsiteY22" fmla="*/ 2137 h 10000"/>
                  <a:gd name="connsiteX23" fmla="*/ 1206 w 10000"/>
                  <a:gd name="connsiteY23" fmla="*/ 2128 h 10000"/>
                  <a:gd name="connsiteX24" fmla="*/ 1359 w 10000"/>
                  <a:gd name="connsiteY24" fmla="*/ 2204 h 10000"/>
                  <a:gd name="connsiteX25" fmla="*/ 1549 w 10000"/>
                  <a:gd name="connsiteY25" fmla="*/ 2187 h 10000"/>
                  <a:gd name="connsiteX26" fmla="*/ 1642 w 10000"/>
                  <a:gd name="connsiteY26" fmla="*/ 2221 h 10000"/>
                  <a:gd name="connsiteX27" fmla="*/ 1668 w 10000"/>
                  <a:gd name="connsiteY27" fmla="*/ 2280 h 10000"/>
                  <a:gd name="connsiteX28" fmla="*/ 1502 w 10000"/>
                  <a:gd name="connsiteY28" fmla="*/ 2356 h 10000"/>
                  <a:gd name="connsiteX29" fmla="*/ 1324 w 10000"/>
                  <a:gd name="connsiteY29" fmla="*/ 2322 h 10000"/>
                  <a:gd name="connsiteX30" fmla="*/ 1170 w 10000"/>
                  <a:gd name="connsiteY30" fmla="*/ 2298 h 10000"/>
                  <a:gd name="connsiteX31" fmla="*/ 1065 w 10000"/>
                  <a:gd name="connsiteY31" fmla="*/ 2314 h 10000"/>
                  <a:gd name="connsiteX32" fmla="*/ 1029 w 10000"/>
                  <a:gd name="connsiteY32" fmla="*/ 2458 h 10000"/>
                  <a:gd name="connsiteX33" fmla="*/ 911 w 10000"/>
                  <a:gd name="connsiteY33" fmla="*/ 2559 h 10000"/>
                  <a:gd name="connsiteX34" fmla="*/ 981 w 10000"/>
                  <a:gd name="connsiteY34" fmla="*/ 2846 h 10000"/>
                  <a:gd name="connsiteX35" fmla="*/ 1065 w 10000"/>
                  <a:gd name="connsiteY35" fmla="*/ 2897 h 10000"/>
                  <a:gd name="connsiteX36" fmla="*/ 1018 w 10000"/>
                  <a:gd name="connsiteY36" fmla="*/ 3040 h 10000"/>
                  <a:gd name="connsiteX37" fmla="*/ 1549 w 10000"/>
                  <a:gd name="connsiteY37" fmla="*/ 3074 h 10000"/>
                  <a:gd name="connsiteX38" fmla="*/ 1642 w 10000"/>
                  <a:gd name="connsiteY38" fmla="*/ 3167 h 10000"/>
                  <a:gd name="connsiteX39" fmla="*/ 1574 w 10000"/>
                  <a:gd name="connsiteY39" fmla="*/ 3268 h 10000"/>
                  <a:gd name="connsiteX40" fmla="*/ 1574 w 10000"/>
                  <a:gd name="connsiteY40" fmla="*/ 3411 h 10000"/>
                  <a:gd name="connsiteX41" fmla="*/ 1348 w 10000"/>
                  <a:gd name="connsiteY41" fmla="*/ 3639 h 10000"/>
                  <a:gd name="connsiteX42" fmla="*/ 1147 w 10000"/>
                  <a:gd name="connsiteY42" fmla="*/ 3979 h 10000"/>
                  <a:gd name="connsiteX43" fmla="*/ 1053 w 10000"/>
                  <a:gd name="connsiteY43" fmla="*/ 4020 h 10000"/>
                  <a:gd name="connsiteX44" fmla="*/ 1053 w 10000"/>
                  <a:gd name="connsiteY44" fmla="*/ 4114 h 10000"/>
                  <a:gd name="connsiteX45" fmla="*/ 1112 w 10000"/>
                  <a:gd name="connsiteY45" fmla="*/ 4171 h 10000"/>
                  <a:gd name="connsiteX46" fmla="*/ 969 w 10000"/>
                  <a:gd name="connsiteY46" fmla="*/ 4342 h 10000"/>
                  <a:gd name="connsiteX47" fmla="*/ 1065 w 10000"/>
                  <a:gd name="connsiteY47" fmla="*/ 4544 h 10000"/>
                  <a:gd name="connsiteX48" fmla="*/ 1218 w 10000"/>
                  <a:gd name="connsiteY48" fmla="*/ 4569 h 10000"/>
                  <a:gd name="connsiteX49" fmla="*/ 1324 w 10000"/>
                  <a:gd name="connsiteY49" fmla="*/ 4638 h 10000"/>
                  <a:gd name="connsiteX50" fmla="*/ 1490 w 10000"/>
                  <a:gd name="connsiteY50" fmla="*/ 4594 h 10000"/>
                  <a:gd name="connsiteX51" fmla="*/ 1562 w 10000"/>
                  <a:gd name="connsiteY51" fmla="*/ 4695 h 10000"/>
                  <a:gd name="connsiteX52" fmla="*/ 1596 w 10000"/>
                  <a:gd name="connsiteY52" fmla="*/ 4806 h 10000"/>
                  <a:gd name="connsiteX53" fmla="*/ 1786 w 10000"/>
                  <a:gd name="connsiteY53" fmla="*/ 4932 h 10000"/>
                  <a:gd name="connsiteX54" fmla="*/ 1891 w 10000"/>
                  <a:gd name="connsiteY54" fmla="*/ 4915 h 10000"/>
                  <a:gd name="connsiteX55" fmla="*/ 1939 w 10000"/>
                  <a:gd name="connsiteY55" fmla="*/ 4949 h 10000"/>
                  <a:gd name="connsiteX56" fmla="*/ 1926 w 10000"/>
                  <a:gd name="connsiteY56" fmla="*/ 5034 h 10000"/>
                  <a:gd name="connsiteX57" fmla="*/ 2116 w 10000"/>
                  <a:gd name="connsiteY57" fmla="*/ 5110 h 10000"/>
                  <a:gd name="connsiteX58" fmla="*/ 2235 w 10000"/>
                  <a:gd name="connsiteY58" fmla="*/ 5126 h 10000"/>
                  <a:gd name="connsiteX59" fmla="*/ 2258 w 10000"/>
                  <a:gd name="connsiteY59" fmla="*/ 5237 h 10000"/>
                  <a:gd name="connsiteX60" fmla="*/ 2057 w 10000"/>
                  <a:gd name="connsiteY60" fmla="*/ 5362 h 10000"/>
                  <a:gd name="connsiteX61" fmla="*/ 1715 w 10000"/>
                  <a:gd name="connsiteY61" fmla="*/ 5379 h 10000"/>
                  <a:gd name="connsiteX62" fmla="*/ 1490 w 10000"/>
                  <a:gd name="connsiteY62" fmla="*/ 5278 h 10000"/>
                  <a:gd name="connsiteX63" fmla="*/ 1372 w 10000"/>
                  <a:gd name="connsiteY63" fmla="*/ 5278 h 10000"/>
                  <a:gd name="connsiteX64" fmla="*/ 1324 w 10000"/>
                  <a:gd name="connsiteY64" fmla="*/ 5321 h 10000"/>
                  <a:gd name="connsiteX65" fmla="*/ 1372 w 10000"/>
                  <a:gd name="connsiteY65" fmla="*/ 5398 h 10000"/>
                  <a:gd name="connsiteX66" fmla="*/ 1642 w 10000"/>
                  <a:gd name="connsiteY66" fmla="*/ 5599 h 10000"/>
                  <a:gd name="connsiteX67" fmla="*/ 1926 w 10000"/>
                  <a:gd name="connsiteY67" fmla="*/ 5878 h 10000"/>
                  <a:gd name="connsiteX68" fmla="*/ 2010 w 10000"/>
                  <a:gd name="connsiteY68" fmla="*/ 5920 h 10000"/>
                  <a:gd name="connsiteX69" fmla="*/ 1999 w 10000"/>
                  <a:gd name="connsiteY69" fmla="*/ 6158 h 10000"/>
                  <a:gd name="connsiteX70" fmla="*/ 1926 w 10000"/>
                  <a:gd name="connsiteY70" fmla="*/ 6241 h 10000"/>
                  <a:gd name="connsiteX71" fmla="*/ 1797 w 10000"/>
                  <a:gd name="connsiteY71" fmla="*/ 6283 h 10000"/>
                  <a:gd name="connsiteX72" fmla="*/ 1715 w 10000"/>
                  <a:gd name="connsiteY72" fmla="*/ 6216 h 10000"/>
                  <a:gd name="connsiteX73" fmla="*/ 2537 w 10000"/>
                  <a:gd name="connsiteY73" fmla="*/ 6848 h 10000"/>
                  <a:gd name="connsiteX74" fmla="*/ 3640 w 10000"/>
                  <a:gd name="connsiteY74" fmla="*/ 7284 h 10000"/>
                  <a:gd name="connsiteX75" fmla="*/ 4681 w 10000"/>
                  <a:gd name="connsiteY75" fmla="*/ 7770 h 10000"/>
                  <a:gd name="connsiteX76" fmla="*/ 4252 w 10000"/>
                  <a:gd name="connsiteY76" fmla="*/ 8324 h 10000"/>
                  <a:gd name="connsiteX77" fmla="*/ 3653 w 10000"/>
                  <a:gd name="connsiteY77" fmla="*/ 9307 h 10000"/>
                  <a:gd name="connsiteX78" fmla="*/ 4102 w 10000"/>
                  <a:gd name="connsiteY78" fmla="*/ 9434 h 10000"/>
                  <a:gd name="connsiteX79" fmla="*/ 4610 w 10000"/>
                  <a:gd name="connsiteY79" fmla="*/ 9940 h 10000"/>
                  <a:gd name="connsiteX80" fmla="*/ 4704 w 10000"/>
                  <a:gd name="connsiteY80" fmla="*/ 9992 h 10000"/>
                  <a:gd name="connsiteX81" fmla="*/ 4882 w 10000"/>
                  <a:gd name="connsiteY81" fmla="*/ 10000 h 10000"/>
                  <a:gd name="connsiteX82" fmla="*/ 5035 w 10000"/>
                  <a:gd name="connsiteY82" fmla="*/ 9915 h 10000"/>
                  <a:gd name="connsiteX83" fmla="*/ 5072 w 10000"/>
                  <a:gd name="connsiteY83" fmla="*/ 9628 h 10000"/>
                  <a:gd name="connsiteX84" fmla="*/ 5817 w 10000"/>
                  <a:gd name="connsiteY84" fmla="*/ 9460 h 10000"/>
                  <a:gd name="connsiteX85" fmla="*/ 5969 w 10000"/>
                  <a:gd name="connsiteY85" fmla="*/ 9493 h 10000"/>
                  <a:gd name="connsiteX86" fmla="*/ 6242 w 10000"/>
                  <a:gd name="connsiteY86" fmla="*/ 9712 h 10000"/>
                  <a:gd name="connsiteX87" fmla="*/ 6348 w 10000"/>
                  <a:gd name="connsiteY87" fmla="*/ 9704 h 10000"/>
                  <a:gd name="connsiteX88" fmla="*/ 6360 w 10000"/>
                  <a:gd name="connsiteY88" fmla="*/ 9561 h 10000"/>
                  <a:gd name="connsiteX89" fmla="*/ 6703 w 10000"/>
                  <a:gd name="connsiteY89" fmla="*/ 9416 h 10000"/>
                  <a:gd name="connsiteX90" fmla="*/ 7399 w 10000"/>
                  <a:gd name="connsiteY90" fmla="*/ 9517 h 10000"/>
                  <a:gd name="connsiteX91" fmla="*/ 7566 w 10000"/>
                  <a:gd name="connsiteY91" fmla="*/ 9392 h 10000"/>
                  <a:gd name="connsiteX92" fmla="*/ 8204 w 10000"/>
                  <a:gd name="connsiteY92" fmla="*/ 9476 h 10000"/>
                  <a:gd name="connsiteX93" fmla="*/ 8677 w 10000"/>
                  <a:gd name="connsiteY93" fmla="*/ 9426 h 10000"/>
                  <a:gd name="connsiteX94" fmla="*/ 8949 w 10000"/>
                  <a:gd name="connsiteY94" fmla="*/ 9517 h 10000"/>
                  <a:gd name="connsiteX95" fmla="*/ 8949 w 10000"/>
                  <a:gd name="connsiteY95" fmla="*/ 8757 h 10000"/>
                  <a:gd name="connsiteX96" fmla="*/ 9492 w 10000"/>
                  <a:gd name="connsiteY96" fmla="*/ 7948 h 10000"/>
                  <a:gd name="connsiteX97" fmla="*/ 10000 w 10000"/>
                  <a:gd name="connsiteY97" fmla="*/ 7593 h 10000"/>
                  <a:gd name="connsiteX98" fmla="*/ 9362 w 10000"/>
                  <a:gd name="connsiteY98" fmla="*/ 7069 h 10000"/>
                  <a:gd name="connsiteX99" fmla="*/ 8949 w 10000"/>
                  <a:gd name="connsiteY99" fmla="*/ 6605 h 10000"/>
                  <a:gd name="connsiteX100" fmla="*/ 8854 w 10000"/>
                  <a:gd name="connsiteY100" fmla="*/ 5938 h 10000"/>
                  <a:gd name="connsiteX101" fmla="*/ 8983 w 10000"/>
                  <a:gd name="connsiteY101" fmla="*/ 5270 h 10000"/>
                  <a:gd name="connsiteX102" fmla="*/ 9727 w 10000"/>
                  <a:gd name="connsiteY102" fmla="*/ 5034 h 10000"/>
                  <a:gd name="connsiteX103" fmla="*/ 9302 w 10000"/>
                  <a:gd name="connsiteY103" fmla="*/ 4949 h 10000"/>
                  <a:gd name="connsiteX104" fmla="*/ 8949 w 10000"/>
                  <a:gd name="connsiteY104" fmla="*/ 4434 h 10000"/>
                  <a:gd name="connsiteX105" fmla="*/ 9410 w 10000"/>
                  <a:gd name="connsiteY105" fmla="*/ 4096 h 10000"/>
                  <a:gd name="connsiteX106" fmla="*/ 9101 w 10000"/>
                  <a:gd name="connsiteY106" fmla="*/ 3750 h 10000"/>
                  <a:gd name="connsiteX107" fmla="*/ 8582 w 10000"/>
                  <a:gd name="connsiteY107" fmla="*/ 4029 h 10000"/>
                  <a:gd name="connsiteX108" fmla="*/ 7328 w 10000"/>
                  <a:gd name="connsiteY108" fmla="*/ 3716 h 10000"/>
                  <a:gd name="connsiteX109" fmla="*/ 6656 w 10000"/>
                  <a:gd name="connsiteY109" fmla="*/ 3336 h 10000"/>
                  <a:gd name="connsiteX110" fmla="*/ 6609 w 10000"/>
                  <a:gd name="connsiteY110" fmla="*/ 2854 h 10000"/>
                  <a:gd name="connsiteX111" fmla="*/ 6500 w 10000"/>
                  <a:gd name="connsiteY111" fmla="*/ 2559 h 10000"/>
                  <a:gd name="connsiteX112" fmla="*/ 6148 w 10000"/>
                  <a:gd name="connsiteY112" fmla="*/ 2390 h 10000"/>
                  <a:gd name="connsiteX113" fmla="*/ 5674 w 10000"/>
                  <a:gd name="connsiteY113" fmla="*/ 2306 h 10000"/>
                  <a:gd name="connsiteX114" fmla="*/ 5272 w 10000"/>
                  <a:gd name="connsiteY114" fmla="*/ 1883 h 10000"/>
                  <a:gd name="connsiteX115" fmla="*/ 5083 w 10000"/>
                  <a:gd name="connsiteY115" fmla="*/ 1300 h 10000"/>
                  <a:gd name="connsiteX116" fmla="*/ 4822 w 10000"/>
                  <a:gd name="connsiteY116" fmla="*/ 937 h 10000"/>
                  <a:gd name="connsiteX117" fmla="*/ 4375 w 10000"/>
                  <a:gd name="connsiteY117" fmla="*/ 557 h 10000"/>
                  <a:gd name="connsiteX118" fmla="*/ 3724 w 10000"/>
                  <a:gd name="connsiteY118" fmla="*/ 346 h 10000"/>
                  <a:gd name="connsiteX119" fmla="*/ 3511 w 10000"/>
                  <a:gd name="connsiteY119" fmla="*/ 228 h 10000"/>
                  <a:gd name="connsiteX120" fmla="*/ 3309 w 10000"/>
                  <a:gd name="connsiteY120" fmla="*/ 0 h 10000"/>
                  <a:gd name="connsiteX121" fmla="*/ 2778 w 10000"/>
                  <a:gd name="connsiteY121" fmla="*/ 143 h 10000"/>
                  <a:gd name="connsiteX122" fmla="*/ 2246 w 10000"/>
                  <a:gd name="connsiteY122" fmla="*/ 160 h 10000"/>
                  <a:gd name="connsiteX123" fmla="*/ 1537 w 10000"/>
                  <a:gd name="connsiteY123" fmla="*/ 490 h 10000"/>
                  <a:gd name="connsiteX124" fmla="*/ 911 w 10000"/>
                  <a:gd name="connsiteY124" fmla="*/ 507 h 10000"/>
                  <a:gd name="connsiteX125" fmla="*/ 604 w 10000"/>
                  <a:gd name="connsiteY125" fmla="*/ 675 h 10000"/>
                  <a:gd name="connsiteX126" fmla="*/ 0 w 10000"/>
                  <a:gd name="connsiteY126" fmla="*/ 719 h 10000"/>
                  <a:gd name="connsiteX0" fmla="*/ 0 w 10000"/>
                  <a:gd name="connsiteY0" fmla="*/ 719 h 10000"/>
                  <a:gd name="connsiteX1" fmla="*/ 331 w 10000"/>
                  <a:gd name="connsiteY1" fmla="*/ 937 h 10000"/>
                  <a:gd name="connsiteX2" fmla="*/ 355 w 10000"/>
                  <a:gd name="connsiteY2" fmla="*/ 1056 h 10000"/>
                  <a:gd name="connsiteX3" fmla="*/ 297 w 10000"/>
                  <a:gd name="connsiteY3" fmla="*/ 1123 h 10000"/>
                  <a:gd name="connsiteX4" fmla="*/ 402 w 10000"/>
                  <a:gd name="connsiteY4" fmla="*/ 1191 h 10000"/>
                  <a:gd name="connsiteX5" fmla="*/ 425 w 10000"/>
                  <a:gd name="connsiteY5" fmla="*/ 1300 h 10000"/>
                  <a:gd name="connsiteX6" fmla="*/ 285 w 10000"/>
                  <a:gd name="connsiteY6" fmla="*/ 1427 h 10000"/>
                  <a:gd name="connsiteX7" fmla="*/ 308 w 10000"/>
                  <a:gd name="connsiteY7" fmla="*/ 1504 h 10000"/>
                  <a:gd name="connsiteX8" fmla="*/ 449 w 10000"/>
                  <a:gd name="connsiteY8" fmla="*/ 1554 h 10000"/>
                  <a:gd name="connsiteX9" fmla="*/ 544 w 10000"/>
                  <a:gd name="connsiteY9" fmla="*/ 1487 h 10000"/>
                  <a:gd name="connsiteX10" fmla="*/ 639 w 10000"/>
                  <a:gd name="connsiteY10" fmla="*/ 1487 h 10000"/>
                  <a:gd name="connsiteX11" fmla="*/ 769 w 10000"/>
                  <a:gd name="connsiteY11" fmla="*/ 1562 h 10000"/>
                  <a:gd name="connsiteX12" fmla="*/ 769 w 10000"/>
                  <a:gd name="connsiteY12" fmla="*/ 1613 h 10000"/>
                  <a:gd name="connsiteX13" fmla="*/ 685 w 10000"/>
                  <a:gd name="connsiteY13" fmla="*/ 1663 h 10000"/>
                  <a:gd name="connsiteX14" fmla="*/ 592 w 10000"/>
                  <a:gd name="connsiteY14" fmla="*/ 1663 h 10000"/>
                  <a:gd name="connsiteX15" fmla="*/ 556 w 10000"/>
                  <a:gd name="connsiteY15" fmla="*/ 1740 h 10000"/>
                  <a:gd name="connsiteX16" fmla="*/ 615 w 10000"/>
                  <a:gd name="connsiteY16" fmla="*/ 1800 h 10000"/>
                  <a:gd name="connsiteX17" fmla="*/ 579 w 10000"/>
                  <a:gd name="connsiteY17" fmla="*/ 1883 h 10000"/>
                  <a:gd name="connsiteX18" fmla="*/ 556 w 10000"/>
                  <a:gd name="connsiteY18" fmla="*/ 1943 h 10000"/>
                  <a:gd name="connsiteX19" fmla="*/ 615 w 10000"/>
                  <a:gd name="connsiteY19" fmla="*/ 2002 h 10000"/>
                  <a:gd name="connsiteX20" fmla="*/ 792 w 10000"/>
                  <a:gd name="connsiteY20" fmla="*/ 2002 h 10000"/>
                  <a:gd name="connsiteX21" fmla="*/ 863 w 10000"/>
                  <a:gd name="connsiteY21" fmla="*/ 2069 h 10000"/>
                  <a:gd name="connsiteX22" fmla="*/ 993 w 10000"/>
                  <a:gd name="connsiteY22" fmla="*/ 2137 h 10000"/>
                  <a:gd name="connsiteX23" fmla="*/ 1206 w 10000"/>
                  <a:gd name="connsiteY23" fmla="*/ 2128 h 10000"/>
                  <a:gd name="connsiteX24" fmla="*/ 1359 w 10000"/>
                  <a:gd name="connsiteY24" fmla="*/ 2204 h 10000"/>
                  <a:gd name="connsiteX25" fmla="*/ 1549 w 10000"/>
                  <a:gd name="connsiteY25" fmla="*/ 2187 h 10000"/>
                  <a:gd name="connsiteX26" fmla="*/ 1642 w 10000"/>
                  <a:gd name="connsiteY26" fmla="*/ 2221 h 10000"/>
                  <a:gd name="connsiteX27" fmla="*/ 1668 w 10000"/>
                  <a:gd name="connsiteY27" fmla="*/ 2280 h 10000"/>
                  <a:gd name="connsiteX28" fmla="*/ 1502 w 10000"/>
                  <a:gd name="connsiteY28" fmla="*/ 2356 h 10000"/>
                  <a:gd name="connsiteX29" fmla="*/ 1324 w 10000"/>
                  <a:gd name="connsiteY29" fmla="*/ 2322 h 10000"/>
                  <a:gd name="connsiteX30" fmla="*/ 1170 w 10000"/>
                  <a:gd name="connsiteY30" fmla="*/ 2298 h 10000"/>
                  <a:gd name="connsiteX31" fmla="*/ 1065 w 10000"/>
                  <a:gd name="connsiteY31" fmla="*/ 2314 h 10000"/>
                  <a:gd name="connsiteX32" fmla="*/ 1029 w 10000"/>
                  <a:gd name="connsiteY32" fmla="*/ 2458 h 10000"/>
                  <a:gd name="connsiteX33" fmla="*/ 911 w 10000"/>
                  <a:gd name="connsiteY33" fmla="*/ 2559 h 10000"/>
                  <a:gd name="connsiteX34" fmla="*/ 981 w 10000"/>
                  <a:gd name="connsiteY34" fmla="*/ 2846 h 10000"/>
                  <a:gd name="connsiteX35" fmla="*/ 1065 w 10000"/>
                  <a:gd name="connsiteY35" fmla="*/ 2897 h 10000"/>
                  <a:gd name="connsiteX36" fmla="*/ 1018 w 10000"/>
                  <a:gd name="connsiteY36" fmla="*/ 3040 h 10000"/>
                  <a:gd name="connsiteX37" fmla="*/ 1549 w 10000"/>
                  <a:gd name="connsiteY37" fmla="*/ 3074 h 10000"/>
                  <a:gd name="connsiteX38" fmla="*/ 1642 w 10000"/>
                  <a:gd name="connsiteY38" fmla="*/ 3167 h 10000"/>
                  <a:gd name="connsiteX39" fmla="*/ 1574 w 10000"/>
                  <a:gd name="connsiteY39" fmla="*/ 3268 h 10000"/>
                  <a:gd name="connsiteX40" fmla="*/ 1574 w 10000"/>
                  <a:gd name="connsiteY40" fmla="*/ 3411 h 10000"/>
                  <a:gd name="connsiteX41" fmla="*/ 1348 w 10000"/>
                  <a:gd name="connsiteY41" fmla="*/ 3639 h 10000"/>
                  <a:gd name="connsiteX42" fmla="*/ 1147 w 10000"/>
                  <a:gd name="connsiteY42" fmla="*/ 3979 h 10000"/>
                  <a:gd name="connsiteX43" fmla="*/ 1053 w 10000"/>
                  <a:gd name="connsiteY43" fmla="*/ 4020 h 10000"/>
                  <a:gd name="connsiteX44" fmla="*/ 1053 w 10000"/>
                  <a:gd name="connsiteY44" fmla="*/ 4114 h 10000"/>
                  <a:gd name="connsiteX45" fmla="*/ 1112 w 10000"/>
                  <a:gd name="connsiteY45" fmla="*/ 4171 h 10000"/>
                  <a:gd name="connsiteX46" fmla="*/ 969 w 10000"/>
                  <a:gd name="connsiteY46" fmla="*/ 4342 h 10000"/>
                  <a:gd name="connsiteX47" fmla="*/ 1065 w 10000"/>
                  <a:gd name="connsiteY47" fmla="*/ 4544 h 10000"/>
                  <a:gd name="connsiteX48" fmla="*/ 1218 w 10000"/>
                  <a:gd name="connsiteY48" fmla="*/ 4569 h 10000"/>
                  <a:gd name="connsiteX49" fmla="*/ 1324 w 10000"/>
                  <a:gd name="connsiteY49" fmla="*/ 4638 h 10000"/>
                  <a:gd name="connsiteX50" fmla="*/ 1490 w 10000"/>
                  <a:gd name="connsiteY50" fmla="*/ 4594 h 10000"/>
                  <a:gd name="connsiteX51" fmla="*/ 1562 w 10000"/>
                  <a:gd name="connsiteY51" fmla="*/ 4695 h 10000"/>
                  <a:gd name="connsiteX52" fmla="*/ 1596 w 10000"/>
                  <a:gd name="connsiteY52" fmla="*/ 4806 h 10000"/>
                  <a:gd name="connsiteX53" fmla="*/ 1786 w 10000"/>
                  <a:gd name="connsiteY53" fmla="*/ 4932 h 10000"/>
                  <a:gd name="connsiteX54" fmla="*/ 1891 w 10000"/>
                  <a:gd name="connsiteY54" fmla="*/ 4915 h 10000"/>
                  <a:gd name="connsiteX55" fmla="*/ 1939 w 10000"/>
                  <a:gd name="connsiteY55" fmla="*/ 4949 h 10000"/>
                  <a:gd name="connsiteX56" fmla="*/ 1926 w 10000"/>
                  <a:gd name="connsiteY56" fmla="*/ 5034 h 10000"/>
                  <a:gd name="connsiteX57" fmla="*/ 2116 w 10000"/>
                  <a:gd name="connsiteY57" fmla="*/ 5110 h 10000"/>
                  <a:gd name="connsiteX58" fmla="*/ 2235 w 10000"/>
                  <a:gd name="connsiteY58" fmla="*/ 5126 h 10000"/>
                  <a:gd name="connsiteX59" fmla="*/ 2258 w 10000"/>
                  <a:gd name="connsiteY59" fmla="*/ 5237 h 10000"/>
                  <a:gd name="connsiteX60" fmla="*/ 2057 w 10000"/>
                  <a:gd name="connsiteY60" fmla="*/ 5362 h 10000"/>
                  <a:gd name="connsiteX61" fmla="*/ 1715 w 10000"/>
                  <a:gd name="connsiteY61" fmla="*/ 5379 h 10000"/>
                  <a:gd name="connsiteX62" fmla="*/ 1490 w 10000"/>
                  <a:gd name="connsiteY62" fmla="*/ 5278 h 10000"/>
                  <a:gd name="connsiteX63" fmla="*/ 1372 w 10000"/>
                  <a:gd name="connsiteY63" fmla="*/ 5278 h 10000"/>
                  <a:gd name="connsiteX64" fmla="*/ 1324 w 10000"/>
                  <a:gd name="connsiteY64" fmla="*/ 5321 h 10000"/>
                  <a:gd name="connsiteX65" fmla="*/ 1372 w 10000"/>
                  <a:gd name="connsiteY65" fmla="*/ 5398 h 10000"/>
                  <a:gd name="connsiteX66" fmla="*/ 1642 w 10000"/>
                  <a:gd name="connsiteY66" fmla="*/ 5599 h 10000"/>
                  <a:gd name="connsiteX67" fmla="*/ 1926 w 10000"/>
                  <a:gd name="connsiteY67" fmla="*/ 5878 h 10000"/>
                  <a:gd name="connsiteX68" fmla="*/ 2010 w 10000"/>
                  <a:gd name="connsiteY68" fmla="*/ 5920 h 10000"/>
                  <a:gd name="connsiteX69" fmla="*/ 1999 w 10000"/>
                  <a:gd name="connsiteY69" fmla="*/ 6158 h 10000"/>
                  <a:gd name="connsiteX70" fmla="*/ 1926 w 10000"/>
                  <a:gd name="connsiteY70" fmla="*/ 6241 h 10000"/>
                  <a:gd name="connsiteX71" fmla="*/ 1797 w 10000"/>
                  <a:gd name="connsiteY71" fmla="*/ 6283 h 10000"/>
                  <a:gd name="connsiteX72" fmla="*/ 1715 w 10000"/>
                  <a:gd name="connsiteY72" fmla="*/ 6216 h 10000"/>
                  <a:gd name="connsiteX73" fmla="*/ 2537 w 10000"/>
                  <a:gd name="connsiteY73" fmla="*/ 6848 h 10000"/>
                  <a:gd name="connsiteX74" fmla="*/ 3640 w 10000"/>
                  <a:gd name="connsiteY74" fmla="*/ 7284 h 10000"/>
                  <a:gd name="connsiteX75" fmla="*/ 4681 w 10000"/>
                  <a:gd name="connsiteY75" fmla="*/ 7770 h 10000"/>
                  <a:gd name="connsiteX76" fmla="*/ 3737 w 10000"/>
                  <a:gd name="connsiteY76" fmla="*/ 8078 h 10000"/>
                  <a:gd name="connsiteX77" fmla="*/ 3653 w 10000"/>
                  <a:gd name="connsiteY77" fmla="*/ 9307 h 10000"/>
                  <a:gd name="connsiteX78" fmla="*/ 4102 w 10000"/>
                  <a:gd name="connsiteY78" fmla="*/ 9434 h 10000"/>
                  <a:gd name="connsiteX79" fmla="*/ 4610 w 10000"/>
                  <a:gd name="connsiteY79" fmla="*/ 9940 h 10000"/>
                  <a:gd name="connsiteX80" fmla="*/ 4704 w 10000"/>
                  <a:gd name="connsiteY80" fmla="*/ 9992 h 10000"/>
                  <a:gd name="connsiteX81" fmla="*/ 4882 w 10000"/>
                  <a:gd name="connsiteY81" fmla="*/ 10000 h 10000"/>
                  <a:gd name="connsiteX82" fmla="*/ 5035 w 10000"/>
                  <a:gd name="connsiteY82" fmla="*/ 9915 h 10000"/>
                  <a:gd name="connsiteX83" fmla="*/ 5072 w 10000"/>
                  <a:gd name="connsiteY83" fmla="*/ 9628 h 10000"/>
                  <a:gd name="connsiteX84" fmla="*/ 5817 w 10000"/>
                  <a:gd name="connsiteY84" fmla="*/ 9460 h 10000"/>
                  <a:gd name="connsiteX85" fmla="*/ 5969 w 10000"/>
                  <a:gd name="connsiteY85" fmla="*/ 9493 h 10000"/>
                  <a:gd name="connsiteX86" fmla="*/ 6242 w 10000"/>
                  <a:gd name="connsiteY86" fmla="*/ 9712 h 10000"/>
                  <a:gd name="connsiteX87" fmla="*/ 6348 w 10000"/>
                  <a:gd name="connsiteY87" fmla="*/ 9704 h 10000"/>
                  <a:gd name="connsiteX88" fmla="*/ 6360 w 10000"/>
                  <a:gd name="connsiteY88" fmla="*/ 9561 h 10000"/>
                  <a:gd name="connsiteX89" fmla="*/ 6703 w 10000"/>
                  <a:gd name="connsiteY89" fmla="*/ 9416 h 10000"/>
                  <a:gd name="connsiteX90" fmla="*/ 7399 w 10000"/>
                  <a:gd name="connsiteY90" fmla="*/ 9517 h 10000"/>
                  <a:gd name="connsiteX91" fmla="*/ 7566 w 10000"/>
                  <a:gd name="connsiteY91" fmla="*/ 9392 h 10000"/>
                  <a:gd name="connsiteX92" fmla="*/ 8204 w 10000"/>
                  <a:gd name="connsiteY92" fmla="*/ 9476 h 10000"/>
                  <a:gd name="connsiteX93" fmla="*/ 8677 w 10000"/>
                  <a:gd name="connsiteY93" fmla="*/ 9426 h 10000"/>
                  <a:gd name="connsiteX94" fmla="*/ 8949 w 10000"/>
                  <a:gd name="connsiteY94" fmla="*/ 9517 h 10000"/>
                  <a:gd name="connsiteX95" fmla="*/ 8949 w 10000"/>
                  <a:gd name="connsiteY95" fmla="*/ 8757 h 10000"/>
                  <a:gd name="connsiteX96" fmla="*/ 9492 w 10000"/>
                  <a:gd name="connsiteY96" fmla="*/ 7948 h 10000"/>
                  <a:gd name="connsiteX97" fmla="*/ 10000 w 10000"/>
                  <a:gd name="connsiteY97" fmla="*/ 7593 h 10000"/>
                  <a:gd name="connsiteX98" fmla="*/ 9362 w 10000"/>
                  <a:gd name="connsiteY98" fmla="*/ 7069 h 10000"/>
                  <a:gd name="connsiteX99" fmla="*/ 8949 w 10000"/>
                  <a:gd name="connsiteY99" fmla="*/ 6605 h 10000"/>
                  <a:gd name="connsiteX100" fmla="*/ 8854 w 10000"/>
                  <a:gd name="connsiteY100" fmla="*/ 5938 h 10000"/>
                  <a:gd name="connsiteX101" fmla="*/ 8983 w 10000"/>
                  <a:gd name="connsiteY101" fmla="*/ 5270 h 10000"/>
                  <a:gd name="connsiteX102" fmla="*/ 9727 w 10000"/>
                  <a:gd name="connsiteY102" fmla="*/ 5034 h 10000"/>
                  <a:gd name="connsiteX103" fmla="*/ 9302 w 10000"/>
                  <a:gd name="connsiteY103" fmla="*/ 4949 h 10000"/>
                  <a:gd name="connsiteX104" fmla="*/ 8949 w 10000"/>
                  <a:gd name="connsiteY104" fmla="*/ 4434 h 10000"/>
                  <a:gd name="connsiteX105" fmla="*/ 9410 w 10000"/>
                  <a:gd name="connsiteY105" fmla="*/ 4096 h 10000"/>
                  <a:gd name="connsiteX106" fmla="*/ 9101 w 10000"/>
                  <a:gd name="connsiteY106" fmla="*/ 3750 h 10000"/>
                  <a:gd name="connsiteX107" fmla="*/ 8582 w 10000"/>
                  <a:gd name="connsiteY107" fmla="*/ 4029 h 10000"/>
                  <a:gd name="connsiteX108" fmla="*/ 7328 w 10000"/>
                  <a:gd name="connsiteY108" fmla="*/ 3716 h 10000"/>
                  <a:gd name="connsiteX109" fmla="*/ 6656 w 10000"/>
                  <a:gd name="connsiteY109" fmla="*/ 3336 h 10000"/>
                  <a:gd name="connsiteX110" fmla="*/ 6609 w 10000"/>
                  <a:gd name="connsiteY110" fmla="*/ 2854 h 10000"/>
                  <a:gd name="connsiteX111" fmla="*/ 6500 w 10000"/>
                  <a:gd name="connsiteY111" fmla="*/ 2559 h 10000"/>
                  <a:gd name="connsiteX112" fmla="*/ 6148 w 10000"/>
                  <a:gd name="connsiteY112" fmla="*/ 2390 h 10000"/>
                  <a:gd name="connsiteX113" fmla="*/ 5674 w 10000"/>
                  <a:gd name="connsiteY113" fmla="*/ 2306 h 10000"/>
                  <a:gd name="connsiteX114" fmla="*/ 5272 w 10000"/>
                  <a:gd name="connsiteY114" fmla="*/ 1883 h 10000"/>
                  <a:gd name="connsiteX115" fmla="*/ 5083 w 10000"/>
                  <a:gd name="connsiteY115" fmla="*/ 1300 h 10000"/>
                  <a:gd name="connsiteX116" fmla="*/ 4822 w 10000"/>
                  <a:gd name="connsiteY116" fmla="*/ 937 h 10000"/>
                  <a:gd name="connsiteX117" fmla="*/ 4375 w 10000"/>
                  <a:gd name="connsiteY117" fmla="*/ 557 h 10000"/>
                  <a:gd name="connsiteX118" fmla="*/ 3724 w 10000"/>
                  <a:gd name="connsiteY118" fmla="*/ 346 h 10000"/>
                  <a:gd name="connsiteX119" fmla="*/ 3511 w 10000"/>
                  <a:gd name="connsiteY119" fmla="*/ 228 h 10000"/>
                  <a:gd name="connsiteX120" fmla="*/ 3309 w 10000"/>
                  <a:gd name="connsiteY120" fmla="*/ 0 h 10000"/>
                  <a:gd name="connsiteX121" fmla="*/ 2778 w 10000"/>
                  <a:gd name="connsiteY121" fmla="*/ 143 h 10000"/>
                  <a:gd name="connsiteX122" fmla="*/ 2246 w 10000"/>
                  <a:gd name="connsiteY122" fmla="*/ 160 h 10000"/>
                  <a:gd name="connsiteX123" fmla="*/ 1537 w 10000"/>
                  <a:gd name="connsiteY123" fmla="*/ 490 h 10000"/>
                  <a:gd name="connsiteX124" fmla="*/ 911 w 10000"/>
                  <a:gd name="connsiteY124" fmla="*/ 507 h 10000"/>
                  <a:gd name="connsiteX125" fmla="*/ 604 w 10000"/>
                  <a:gd name="connsiteY125" fmla="*/ 675 h 10000"/>
                  <a:gd name="connsiteX126" fmla="*/ 0 w 10000"/>
                  <a:gd name="connsiteY126" fmla="*/ 719 h 10000"/>
                  <a:gd name="connsiteX0" fmla="*/ 0 w 10000"/>
                  <a:gd name="connsiteY0" fmla="*/ 719 h 10000"/>
                  <a:gd name="connsiteX1" fmla="*/ 331 w 10000"/>
                  <a:gd name="connsiteY1" fmla="*/ 937 h 10000"/>
                  <a:gd name="connsiteX2" fmla="*/ 355 w 10000"/>
                  <a:gd name="connsiteY2" fmla="*/ 1056 h 10000"/>
                  <a:gd name="connsiteX3" fmla="*/ 297 w 10000"/>
                  <a:gd name="connsiteY3" fmla="*/ 1123 h 10000"/>
                  <a:gd name="connsiteX4" fmla="*/ 402 w 10000"/>
                  <a:gd name="connsiteY4" fmla="*/ 1191 h 10000"/>
                  <a:gd name="connsiteX5" fmla="*/ 425 w 10000"/>
                  <a:gd name="connsiteY5" fmla="*/ 1300 h 10000"/>
                  <a:gd name="connsiteX6" fmla="*/ 285 w 10000"/>
                  <a:gd name="connsiteY6" fmla="*/ 1427 h 10000"/>
                  <a:gd name="connsiteX7" fmla="*/ 308 w 10000"/>
                  <a:gd name="connsiteY7" fmla="*/ 1504 h 10000"/>
                  <a:gd name="connsiteX8" fmla="*/ 449 w 10000"/>
                  <a:gd name="connsiteY8" fmla="*/ 1554 h 10000"/>
                  <a:gd name="connsiteX9" fmla="*/ 544 w 10000"/>
                  <a:gd name="connsiteY9" fmla="*/ 1487 h 10000"/>
                  <a:gd name="connsiteX10" fmla="*/ 639 w 10000"/>
                  <a:gd name="connsiteY10" fmla="*/ 1487 h 10000"/>
                  <a:gd name="connsiteX11" fmla="*/ 769 w 10000"/>
                  <a:gd name="connsiteY11" fmla="*/ 1562 h 10000"/>
                  <a:gd name="connsiteX12" fmla="*/ 769 w 10000"/>
                  <a:gd name="connsiteY12" fmla="*/ 1613 h 10000"/>
                  <a:gd name="connsiteX13" fmla="*/ 685 w 10000"/>
                  <a:gd name="connsiteY13" fmla="*/ 1663 h 10000"/>
                  <a:gd name="connsiteX14" fmla="*/ 592 w 10000"/>
                  <a:gd name="connsiteY14" fmla="*/ 1663 h 10000"/>
                  <a:gd name="connsiteX15" fmla="*/ 556 w 10000"/>
                  <a:gd name="connsiteY15" fmla="*/ 1740 h 10000"/>
                  <a:gd name="connsiteX16" fmla="*/ 615 w 10000"/>
                  <a:gd name="connsiteY16" fmla="*/ 1800 h 10000"/>
                  <a:gd name="connsiteX17" fmla="*/ 579 w 10000"/>
                  <a:gd name="connsiteY17" fmla="*/ 1883 h 10000"/>
                  <a:gd name="connsiteX18" fmla="*/ 556 w 10000"/>
                  <a:gd name="connsiteY18" fmla="*/ 1943 h 10000"/>
                  <a:gd name="connsiteX19" fmla="*/ 615 w 10000"/>
                  <a:gd name="connsiteY19" fmla="*/ 2002 h 10000"/>
                  <a:gd name="connsiteX20" fmla="*/ 792 w 10000"/>
                  <a:gd name="connsiteY20" fmla="*/ 2002 h 10000"/>
                  <a:gd name="connsiteX21" fmla="*/ 863 w 10000"/>
                  <a:gd name="connsiteY21" fmla="*/ 2069 h 10000"/>
                  <a:gd name="connsiteX22" fmla="*/ 993 w 10000"/>
                  <a:gd name="connsiteY22" fmla="*/ 2137 h 10000"/>
                  <a:gd name="connsiteX23" fmla="*/ 1206 w 10000"/>
                  <a:gd name="connsiteY23" fmla="*/ 2128 h 10000"/>
                  <a:gd name="connsiteX24" fmla="*/ 1359 w 10000"/>
                  <a:gd name="connsiteY24" fmla="*/ 2204 h 10000"/>
                  <a:gd name="connsiteX25" fmla="*/ 1549 w 10000"/>
                  <a:gd name="connsiteY25" fmla="*/ 2187 h 10000"/>
                  <a:gd name="connsiteX26" fmla="*/ 1642 w 10000"/>
                  <a:gd name="connsiteY26" fmla="*/ 2221 h 10000"/>
                  <a:gd name="connsiteX27" fmla="*/ 1668 w 10000"/>
                  <a:gd name="connsiteY27" fmla="*/ 2280 h 10000"/>
                  <a:gd name="connsiteX28" fmla="*/ 1502 w 10000"/>
                  <a:gd name="connsiteY28" fmla="*/ 2356 h 10000"/>
                  <a:gd name="connsiteX29" fmla="*/ 1324 w 10000"/>
                  <a:gd name="connsiteY29" fmla="*/ 2322 h 10000"/>
                  <a:gd name="connsiteX30" fmla="*/ 1170 w 10000"/>
                  <a:gd name="connsiteY30" fmla="*/ 2298 h 10000"/>
                  <a:gd name="connsiteX31" fmla="*/ 1065 w 10000"/>
                  <a:gd name="connsiteY31" fmla="*/ 2314 h 10000"/>
                  <a:gd name="connsiteX32" fmla="*/ 1029 w 10000"/>
                  <a:gd name="connsiteY32" fmla="*/ 2458 h 10000"/>
                  <a:gd name="connsiteX33" fmla="*/ 911 w 10000"/>
                  <a:gd name="connsiteY33" fmla="*/ 2559 h 10000"/>
                  <a:gd name="connsiteX34" fmla="*/ 981 w 10000"/>
                  <a:gd name="connsiteY34" fmla="*/ 2846 h 10000"/>
                  <a:gd name="connsiteX35" fmla="*/ 1065 w 10000"/>
                  <a:gd name="connsiteY35" fmla="*/ 2897 h 10000"/>
                  <a:gd name="connsiteX36" fmla="*/ 1018 w 10000"/>
                  <a:gd name="connsiteY36" fmla="*/ 3040 h 10000"/>
                  <a:gd name="connsiteX37" fmla="*/ 1549 w 10000"/>
                  <a:gd name="connsiteY37" fmla="*/ 3074 h 10000"/>
                  <a:gd name="connsiteX38" fmla="*/ 1642 w 10000"/>
                  <a:gd name="connsiteY38" fmla="*/ 3167 h 10000"/>
                  <a:gd name="connsiteX39" fmla="*/ 1574 w 10000"/>
                  <a:gd name="connsiteY39" fmla="*/ 3268 h 10000"/>
                  <a:gd name="connsiteX40" fmla="*/ 1574 w 10000"/>
                  <a:gd name="connsiteY40" fmla="*/ 3411 h 10000"/>
                  <a:gd name="connsiteX41" fmla="*/ 1348 w 10000"/>
                  <a:gd name="connsiteY41" fmla="*/ 3639 h 10000"/>
                  <a:gd name="connsiteX42" fmla="*/ 1147 w 10000"/>
                  <a:gd name="connsiteY42" fmla="*/ 3979 h 10000"/>
                  <a:gd name="connsiteX43" fmla="*/ 1053 w 10000"/>
                  <a:gd name="connsiteY43" fmla="*/ 4020 h 10000"/>
                  <a:gd name="connsiteX44" fmla="*/ 1053 w 10000"/>
                  <a:gd name="connsiteY44" fmla="*/ 4114 h 10000"/>
                  <a:gd name="connsiteX45" fmla="*/ 1112 w 10000"/>
                  <a:gd name="connsiteY45" fmla="*/ 4171 h 10000"/>
                  <a:gd name="connsiteX46" fmla="*/ 969 w 10000"/>
                  <a:gd name="connsiteY46" fmla="*/ 4342 h 10000"/>
                  <a:gd name="connsiteX47" fmla="*/ 1065 w 10000"/>
                  <a:gd name="connsiteY47" fmla="*/ 4544 h 10000"/>
                  <a:gd name="connsiteX48" fmla="*/ 1218 w 10000"/>
                  <a:gd name="connsiteY48" fmla="*/ 4569 h 10000"/>
                  <a:gd name="connsiteX49" fmla="*/ 1324 w 10000"/>
                  <a:gd name="connsiteY49" fmla="*/ 4638 h 10000"/>
                  <a:gd name="connsiteX50" fmla="*/ 1490 w 10000"/>
                  <a:gd name="connsiteY50" fmla="*/ 4594 h 10000"/>
                  <a:gd name="connsiteX51" fmla="*/ 1562 w 10000"/>
                  <a:gd name="connsiteY51" fmla="*/ 4695 h 10000"/>
                  <a:gd name="connsiteX52" fmla="*/ 1596 w 10000"/>
                  <a:gd name="connsiteY52" fmla="*/ 4806 h 10000"/>
                  <a:gd name="connsiteX53" fmla="*/ 1786 w 10000"/>
                  <a:gd name="connsiteY53" fmla="*/ 4932 h 10000"/>
                  <a:gd name="connsiteX54" fmla="*/ 1891 w 10000"/>
                  <a:gd name="connsiteY54" fmla="*/ 4915 h 10000"/>
                  <a:gd name="connsiteX55" fmla="*/ 1939 w 10000"/>
                  <a:gd name="connsiteY55" fmla="*/ 4949 h 10000"/>
                  <a:gd name="connsiteX56" fmla="*/ 1926 w 10000"/>
                  <a:gd name="connsiteY56" fmla="*/ 5034 h 10000"/>
                  <a:gd name="connsiteX57" fmla="*/ 2116 w 10000"/>
                  <a:gd name="connsiteY57" fmla="*/ 5110 h 10000"/>
                  <a:gd name="connsiteX58" fmla="*/ 2235 w 10000"/>
                  <a:gd name="connsiteY58" fmla="*/ 5126 h 10000"/>
                  <a:gd name="connsiteX59" fmla="*/ 2258 w 10000"/>
                  <a:gd name="connsiteY59" fmla="*/ 5237 h 10000"/>
                  <a:gd name="connsiteX60" fmla="*/ 2057 w 10000"/>
                  <a:gd name="connsiteY60" fmla="*/ 5362 h 10000"/>
                  <a:gd name="connsiteX61" fmla="*/ 1715 w 10000"/>
                  <a:gd name="connsiteY61" fmla="*/ 5379 h 10000"/>
                  <a:gd name="connsiteX62" fmla="*/ 1490 w 10000"/>
                  <a:gd name="connsiteY62" fmla="*/ 5278 h 10000"/>
                  <a:gd name="connsiteX63" fmla="*/ 1372 w 10000"/>
                  <a:gd name="connsiteY63" fmla="*/ 5278 h 10000"/>
                  <a:gd name="connsiteX64" fmla="*/ 1324 w 10000"/>
                  <a:gd name="connsiteY64" fmla="*/ 5321 h 10000"/>
                  <a:gd name="connsiteX65" fmla="*/ 1372 w 10000"/>
                  <a:gd name="connsiteY65" fmla="*/ 5398 h 10000"/>
                  <a:gd name="connsiteX66" fmla="*/ 1642 w 10000"/>
                  <a:gd name="connsiteY66" fmla="*/ 5599 h 10000"/>
                  <a:gd name="connsiteX67" fmla="*/ 1926 w 10000"/>
                  <a:gd name="connsiteY67" fmla="*/ 5878 h 10000"/>
                  <a:gd name="connsiteX68" fmla="*/ 2010 w 10000"/>
                  <a:gd name="connsiteY68" fmla="*/ 5920 h 10000"/>
                  <a:gd name="connsiteX69" fmla="*/ 1999 w 10000"/>
                  <a:gd name="connsiteY69" fmla="*/ 6158 h 10000"/>
                  <a:gd name="connsiteX70" fmla="*/ 1926 w 10000"/>
                  <a:gd name="connsiteY70" fmla="*/ 6241 h 10000"/>
                  <a:gd name="connsiteX71" fmla="*/ 1797 w 10000"/>
                  <a:gd name="connsiteY71" fmla="*/ 6283 h 10000"/>
                  <a:gd name="connsiteX72" fmla="*/ 1715 w 10000"/>
                  <a:gd name="connsiteY72" fmla="*/ 6216 h 10000"/>
                  <a:gd name="connsiteX73" fmla="*/ 2537 w 10000"/>
                  <a:gd name="connsiteY73" fmla="*/ 6848 h 10000"/>
                  <a:gd name="connsiteX74" fmla="*/ 3640 w 10000"/>
                  <a:gd name="connsiteY74" fmla="*/ 7284 h 10000"/>
                  <a:gd name="connsiteX75" fmla="*/ 4681 w 10000"/>
                  <a:gd name="connsiteY75" fmla="*/ 7770 h 10000"/>
                  <a:gd name="connsiteX76" fmla="*/ 3737 w 10000"/>
                  <a:gd name="connsiteY76" fmla="*/ 8078 h 10000"/>
                  <a:gd name="connsiteX77" fmla="*/ 3775 w 10000"/>
                  <a:gd name="connsiteY77" fmla="*/ 8690 h 10000"/>
                  <a:gd name="connsiteX78" fmla="*/ 3653 w 10000"/>
                  <a:gd name="connsiteY78" fmla="*/ 9307 h 10000"/>
                  <a:gd name="connsiteX79" fmla="*/ 4102 w 10000"/>
                  <a:gd name="connsiteY79" fmla="*/ 9434 h 10000"/>
                  <a:gd name="connsiteX80" fmla="*/ 4610 w 10000"/>
                  <a:gd name="connsiteY80" fmla="*/ 9940 h 10000"/>
                  <a:gd name="connsiteX81" fmla="*/ 4704 w 10000"/>
                  <a:gd name="connsiteY81" fmla="*/ 9992 h 10000"/>
                  <a:gd name="connsiteX82" fmla="*/ 4882 w 10000"/>
                  <a:gd name="connsiteY82" fmla="*/ 10000 h 10000"/>
                  <a:gd name="connsiteX83" fmla="*/ 5035 w 10000"/>
                  <a:gd name="connsiteY83" fmla="*/ 9915 h 10000"/>
                  <a:gd name="connsiteX84" fmla="*/ 5072 w 10000"/>
                  <a:gd name="connsiteY84" fmla="*/ 9628 h 10000"/>
                  <a:gd name="connsiteX85" fmla="*/ 5817 w 10000"/>
                  <a:gd name="connsiteY85" fmla="*/ 9460 h 10000"/>
                  <a:gd name="connsiteX86" fmla="*/ 5969 w 10000"/>
                  <a:gd name="connsiteY86" fmla="*/ 9493 h 10000"/>
                  <a:gd name="connsiteX87" fmla="*/ 6242 w 10000"/>
                  <a:gd name="connsiteY87" fmla="*/ 9712 h 10000"/>
                  <a:gd name="connsiteX88" fmla="*/ 6348 w 10000"/>
                  <a:gd name="connsiteY88" fmla="*/ 9704 h 10000"/>
                  <a:gd name="connsiteX89" fmla="*/ 6360 w 10000"/>
                  <a:gd name="connsiteY89" fmla="*/ 9561 h 10000"/>
                  <a:gd name="connsiteX90" fmla="*/ 6703 w 10000"/>
                  <a:gd name="connsiteY90" fmla="*/ 9416 h 10000"/>
                  <a:gd name="connsiteX91" fmla="*/ 7399 w 10000"/>
                  <a:gd name="connsiteY91" fmla="*/ 9517 h 10000"/>
                  <a:gd name="connsiteX92" fmla="*/ 7566 w 10000"/>
                  <a:gd name="connsiteY92" fmla="*/ 9392 h 10000"/>
                  <a:gd name="connsiteX93" fmla="*/ 8204 w 10000"/>
                  <a:gd name="connsiteY93" fmla="*/ 9476 h 10000"/>
                  <a:gd name="connsiteX94" fmla="*/ 8677 w 10000"/>
                  <a:gd name="connsiteY94" fmla="*/ 9426 h 10000"/>
                  <a:gd name="connsiteX95" fmla="*/ 8949 w 10000"/>
                  <a:gd name="connsiteY95" fmla="*/ 9517 h 10000"/>
                  <a:gd name="connsiteX96" fmla="*/ 8949 w 10000"/>
                  <a:gd name="connsiteY96" fmla="*/ 8757 h 10000"/>
                  <a:gd name="connsiteX97" fmla="*/ 9492 w 10000"/>
                  <a:gd name="connsiteY97" fmla="*/ 7948 h 10000"/>
                  <a:gd name="connsiteX98" fmla="*/ 10000 w 10000"/>
                  <a:gd name="connsiteY98" fmla="*/ 7593 h 10000"/>
                  <a:gd name="connsiteX99" fmla="*/ 9362 w 10000"/>
                  <a:gd name="connsiteY99" fmla="*/ 7069 h 10000"/>
                  <a:gd name="connsiteX100" fmla="*/ 8949 w 10000"/>
                  <a:gd name="connsiteY100" fmla="*/ 6605 h 10000"/>
                  <a:gd name="connsiteX101" fmla="*/ 8854 w 10000"/>
                  <a:gd name="connsiteY101" fmla="*/ 5938 h 10000"/>
                  <a:gd name="connsiteX102" fmla="*/ 8983 w 10000"/>
                  <a:gd name="connsiteY102" fmla="*/ 5270 h 10000"/>
                  <a:gd name="connsiteX103" fmla="*/ 9727 w 10000"/>
                  <a:gd name="connsiteY103" fmla="*/ 5034 h 10000"/>
                  <a:gd name="connsiteX104" fmla="*/ 9302 w 10000"/>
                  <a:gd name="connsiteY104" fmla="*/ 4949 h 10000"/>
                  <a:gd name="connsiteX105" fmla="*/ 8949 w 10000"/>
                  <a:gd name="connsiteY105" fmla="*/ 4434 h 10000"/>
                  <a:gd name="connsiteX106" fmla="*/ 9410 w 10000"/>
                  <a:gd name="connsiteY106" fmla="*/ 4096 h 10000"/>
                  <a:gd name="connsiteX107" fmla="*/ 9101 w 10000"/>
                  <a:gd name="connsiteY107" fmla="*/ 3750 h 10000"/>
                  <a:gd name="connsiteX108" fmla="*/ 8582 w 10000"/>
                  <a:gd name="connsiteY108" fmla="*/ 4029 h 10000"/>
                  <a:gd name="connsiteX109" fmla="*/ 7328 w 10000"/>
                  <a:gd name="connsiteY109" fmla="*/ 3716 h 10000"/>
                  <a:gd name="connsiteX110" fmla="*/ 6656 w 10000"/>
                  <a:gd name="connsiteY110" fmla="*/ 3336 h 10000"/>
                  <a:gd name="connsiteX111" fmla="*/ 6609 w 10000"/>
                  <a:gd name="connsiteY111" fmla="*/ 2854 h 10000"/>
                  <a:gd name="connsiteX112" fmla="*/ 6500 w 10000"/>
                  <a:gd name="connsiteY112" fmla="*/ 2559 h 10000"/>
                  <a:gd name="connsiteX113" fmla="*/ 6148 w 10000"/>
                  <a:gd name="connsiteY113" fmla="*/ 2390 h 10000"/>
                  <a:gd name="connsiteX114" fmla="*/ 5674 w 10000"/>
                  <a:gd name="connsiteY114" fmla="*/ 2306 h 10000"/>
                  <a:gd name="connsiteX115" fmla="*/ 5272 w 10000"/>
                  <a:gd name="connsiteY115" fmla="*/ 1883 h 10000"/>
                  <a:gd name="connsiteX116" fmla="*/ 5083 w 10000"/>
                  <a:gd name="connsiteY116" fmla="*/ 1300 h 10000"/>
                  <a:gd name="connsiteX117" fmla="*/ 4822 w 10000"/>
                  <a:gd name="connsiteY117" fmla="*/ 937 h 10000"/>
                  <a:gd name="connsiteX118" fmla="*/ 4375 w 10000"/>
                  <a:gd name="connsiteY118" fmla="*/ 557 h 10000"/>
                  <a:gd name="connsiteX119" fmla="*/ 3724 w 10000"/>
                  <a:gd name="connsiteY119" fmla="*/ 346 h 10000"/>
                  <a:gd name="connsiteX120" fmla="*/ 3511 w 10000"/>
                  <a:gd name="connsiteY120" fmla="*/ 228 h 10000"/>
                  <a:gd name="connsiteX121" fmla="*/ 3309 w 10000"/>
                  <a:gd name="connsiteY121" fmla="*/ 0 h 10000"/>
                  <a:gd name="connsiteX122" fmla="*/ 2778 w 10000"/>
                  <a:gd name="connsiteY122" fmla="*/ 143 h 10000"/>
                  <a:gd name="connsiteX123" fmla="*/ 2246 w 10000"/>
                  <a:gd name="connsiteY123" fmla="*/ 160 h 10000"/>
                  <a:gd name="connsiteX124" fmla="*/ 1537 w 10000"/>
                  <a:gd name="connsiteY124" fmla="*/ 490 h 10000"/>
                  <a:gd name="connsiteX125" fmla="*/ 911 w 10000"/>
                  <a:gd name="connsiteY125" fmla="*/ 507 h 10000"/>
                  <a:gd name="connsiteX126" fmla="*/ 604 w 10000"/>
                  <a:gd name="connsiteY126" fmla="*/ 675 h 10000"/>
                  <a:gd name="connsiteX127" fmla="*/ 0 w 10000"/>
                  <a:gd name="connsiteY127" fmla="*/ 719 h 10000"/>
                  <a:gd name="connsiteX0" fmla="*/ 0 w 10000"/>
                  <a:gd name="connsiteY0" fmla="*/ 719 h 10000"/>
                  <a:gd name="connsiteX1" fmla="*/ 331 w 10000"/>
                  <a:gd name="connsiteY1" fmla="*/ 937 h 10000"/>
                  <a:gd name="connsiteX2" fmla="*/ 355 w 10000"/>
                  <a:gd name="connsiteY2" fmla="*/ 1056 h 10000"/>
                  <a:gd name="connsiteX3" fmla="*/ 297 w 10000"/>
                  <a:gd name="connsiteY3" fmla="*/ 1123 h 10000"/>
                  <a:gd name="connsiteX4" fmla="*/ 402 w 10000"/>
                  <a:gd name="connsiteY4" fmla="*/ 1191 h 10000"/>
                  <a:gd name="connsiteX5" fmla="*/ 425 w 10000"/>
                  <a:gd name="connsiteY5" fmla="*/ 1300 h 10000"/>
                  <a:gd name="connsiteX6" fmla="*/ 285 w 10000"/>
                  <a:gd name="connsiteY6" fmla="*/ 1427 h 10000"/>
                  <a:gd name="connsiteX7" fmla="*/ 308 w 10000"/>
                  <a:gd name="connsiteY7" fmla="*/ 1504 h 10000"/>
                  <a:gd name="connsiteX8" fmla="*/ 449 w 10000"/>
                  <a:gd name="connsiteY8" fmla="*/ 1554 h 10000"/>
                  <a:gd name="connsiteX9" fmla="*/ 544 w 10000"/>
                  <a:gd name="connsiteY9" fmla="*/ 1487 h 10000"/>
                  <a:gd name="connsiteX10" fmla="*/ 639 w 10000"/>
                  <a:gd name="connsiteY10" fmla="*/ 1487 h 10000"/>
                  <a:gd name="connsiteX11" fmla="*/ 769 w 10000"/>
                  <a:gd name="connsiteY11" fmla="*/ 1562 h 10000"/>
                  <a:gd name="connsiteX12" fmla="*/ 769 w 10000"/>
                  <a:gd name="connsiteY12" fmla="*/ 1613 h 10000"/>
                  <a:gd name="connsiteX13" fmla="*/ 685 w 10000"/>
                  <a:gd name="connsiteY13" fmla="*/ 1663 h 10000"/>
                  <a:gd name="connsiteX14" fmla="*/ 592 w 10000"/>
                  <a:gd name="connsiteY14" fmla="*/ 1663 h 10000"/>
                  <a:gd name="connsiteX15" fmla="*/ 556 w 10000"/>
                  <a:gd name="connsiteY15" fmla="*/ 1740 h 10000"/>
                  <a:gd name="connsiteX16" fmla="*/ 615 w 10000"/>
                  <a:gd name="connsiteY16" fmla="*/ 1800 h 10000"/>
                  <a:gd name="connsiteX17" fmla="*/ 579 w 10000"/>
                  <a:gd name="connsiteY17" fmla="*/ 1883 h 10000"/>
                  <a:gd name="connsiteX18" fmla="*/ 556 w 10000"/>
                  <a:gd name="connsiteY18" fmla="*/ 1943 h 10000"/>
                  <a:gd name="connsiteX19" fmla="*/ 615 w 10000"/>
                  <a:gd name="connsiteY19" fmla="*/ 2002 h 10000"/>
                  <a:gd name="connsiteX20" fmla="*/ 792 w 10000"/>
                  <a:gd name="connsiteY20" fmla="*/ 2002 h 10000"/>
                  <a:gd name="connsiteX21" fmla="*/ 863 w 10000"/>
                  <a:gd name="connsiteY21" fmla="*/ 2069 h 10000"/>
                  <a:gd name="connsiteX22" fmla="*/ 993 w 10000"/>
                  <a:gd name="connsiteY22" fmla="*/ 2137 h 10000"/>
                  <a:gd name="connsiteX23" fmla="*/ 1206 w 10000"/>
                  <a:gd name="connsiteY23" fmla="*/ 2128 h 10000"/>
                  <a:gd name="connsiteX24" fmla="*/ 1359 w 10000"/>
                  <a:gd name="connsiteY24" fmla="*/ 2204 h 10000"/>
                  <a:gd name="connsiteX25" fmla="*/ 1549 w 10000"/>
                  <a:gd name="connsiteY25" fmla="*/ 2187 h 10000"/>
                  <a:gd name="connsiteX26" fmla="*/ 1642 w 10000"/>
                  <a:gd name="connsiteY26" fmla="*/ 2221 h 10000"/>
                  <a:gd name="connsiteX27" fmla="*/ 1668 w 10000"/>
                  <a:gd name="connsiteY27" fmla="*/ 2280 h 10000"/>
                  <a:gd name="connsiteX28" fmla="*/ 1502 w 10000"/>
                  <a:gd name="connsiteY28" fmla="*/ 2356 h 10000"/>
                  <a:gd name="connsiteX29" fmla="*/ 1324 w 10000"/>
                  <a:gd name="connsiteY29" fmla="*/ 2322 h 10000"/>
                  <a:gd name="connsiteX30" fmla="*/ 1170 w 10000"/>
                  <a:gd name="connsiteY30" fmla="*/ 2298 h 10000"/>
                  <a:gd name="connsiteX31" fmla="*/ 1065 w 10000"/>
                  <a:gd name="connsiteY31" fmla="*/ 2314 h 10000"/>
                  <a:gd name="connsiteX32" fmla="*/ 1029 w 10000"/>
                  <a:gd name="connsiteY32" fmla="*/ 2458 h 10000"/>
                  <a:gd name="connsiteX33" fmla="*/ 911 w 10000"/>
                  <a:gd name="connsiteY33" fmla="*/ 2559 h 10000"/>
                  <a:gd name="connsiteX34" fmla="*/ 981 w 10000"/>
                  <a:gd name="connsiteY34" fmla="*/ 2846 h 10000"/>
                  <a:gd name="connsiteX35" fmla="*/ 1065 w 10000"/>
                  <a:gd name="connsiteY35" fmla="*/ 2897 h 10000"/>
                  <a:gd name="connsiteX36" fmla="*/ 1018 w 10000"/>
                  <a:gd name="connsiteY36" fmla="*/ 3040 h 10000"/>
                  <a:gd name="connsiteX37" fmla="*/ 1549 w 10000"/>
                  <a:gd name="connsiteY37" fmla="*/ 3074 h 10000"/>
                  <a:gd name="connsiteX38" fmla="*/ 1642 w 10000"/>
                  <a:gd name="connsiteY38" fmla="*/ 3167 h 10000"/>
                  <a:gd name="connsiteX39" fmla="*/ 1574 w 10000"/>
                  <a:gd name="connsiteY39" fmla="*/ 3268 h 10000"/>
                  <a:gd name="connsiteX40" fmla="*/ 1574 w 10000"/>
                  <a:gd name="connsiteY40" fmla="*/ 3411 h 10000"/>
                  <a:gd name="connsiteX41" fmla="*/ 1348 w 10000"/>
                  <a:gd name="connsiteY41" fmla="*/ 3639 h 10000"/>
                  <a:gd name="connsiteX42" fmla="*/ 1147 w 10000"/>
                  <a:gd name="connsiteY42" fmla="*/ 3979 h 10000"/>
                  <a:gd name="connsiteX43" fmla="*/ 1053 w 10000"/>
                  <a:gd name="connsiteY43" fmla="*/ 4020 h 10000"/>
                  <a:gd name="connsiteX44" fmla="*/ 1053 w 10000"/>
                  <a:gd name="connsiteY44" fmla="*/ 4114 h 10000"/>
                  <a:gd name="connsiteX45" fmla="*/ 1112 w 10000"/>
                  <a:gd name="connsiteY45" fmla="*/ 4171 h 10000"/>
                  <a:gd name="connsiteX46" fmla="*/ 969 w 10000"/>
                  <a:gd name="connsiteY46" fmla="*/ 4342 h 10000"/>
                  <a:gd name="connsiteX47" fmla="*/ 1065 w 10000"/>
                  <a:gd name="connsiteY47" fmla="*/ 4544 h 10000"/>
                  <a:gd name="connsiteX48" fmla="*/ 1218 w 10000"/>
                  <a:gd name="connsiteY48" fmla="*/ 4569 h 10000"/>
                  <a:gd name="connsiteX49" fmla="*/ 1324 w 10000"/>
                  <a:gd name="connsiteY49" fmla="*/ 4638 h 10000"/>
                  <a:gd name="connsiteX50" fmla="*/ 1490 w 10000"/>
                  <a:gd name="connsiteY50" fmla="*/ 4594 h 10000"/>
                  <a:gd name="connsiteX51" fmla="*/ 1562 w 10000"/>
                  <a:gd name="connsiteY51" fmla="*/ 4695 h 10000"/>
                  <a:gd name="connsiteX52" fmla="*/ 1596 w 10000"/>
                  <a:gd name="connsiteY52" fmla="*/ 4806 h 10000"/>
                  <a:gd name="connsiteX53" fmla="*/ 1786 w 10000"/>
                  <a:gd name="connsiteY53" fmla="*/ 4932 h 10000"/>
                  <a:gd name="connsiteX54" fmla="*/ 1891 w 10000"/>
                  <a:gd name="connsiteY54" fmla="*/ 4915 h 10000"/>
                  <a:gd name="connsiteX55" fmla="*/ 1939 w 10000"/>
                  <a:gd name="connsiteY55" fmla="*/ 4949 h 10000"/>
                  <a:gd name="connsiteX56" fmla="*/ 1926 w 10000"/>
                  <a:gd name="connsiteY56" fmla="*/ 5034 h 10000"/>
                  <a:gd name="connsiteX57" fmla="*/ 2116 w 10000"/>
                  <a:gd name="connsiteY57" fmla="*/ 5110 h 10000"/>
                  <a:gd name="connsiteX58" fmla="*/ 2235 w 10000"/>
                  <a:gd name="connsiteY58" fmla="*/ 5126 h 10000"/>
                  <a:gd name="connsiteX59" fmla="*/ 2258 w 10000"/>
                  <a:gd name="connsiteY59" fmla="*/ 5237 h 10000"/>
                  <a:gd name="connsiteX60" fmla="*/ 2057 w 10000"/>
                  <a:gd name="connsiteY60" fmla="*/ 5362 h 10000"/>
                  <a:gd name="connsiteX61" fmla="*/ 1715 w 10000"/>
                  <a:gd name="connsiteY61" fmla="*/ 5379 h 10000"/>
                  <a:gd name="connsiteX62" fmla="*/ 1490 w 10000"/>
                  <a:gd name="connsiteY62" fmla="*/ 5278 h 10000"/>
                  <a:gd name="connsiteX63" fmla="*/ 1372 w 10000"/>
                  <a:gd name="connsiteY63" fmla="*/ 5278 h 10000"/>
                  <a:gd name="connsiteX64" fmla="*/ 1324 w 10000"/>
                  <a:gd name="connsiteY64" fmla="*/ 5321 h 10000"/>
                  <a:gd name="connsiteX65" fmla="*/ 1372 w 10000"/>
                  <a:gd name="connsiteY65" fmla="*/ 5398 h 10000"/>
                  <a:gd name="connsiteX66" fmla="*/ 1642 w 10000"/>
                  <a:gd name="connsiteY66" fmla="*/ 5599 h 10000"/>
                  <a:gd name="connsiteX67" fmla="*/ 1926 w 10000"/>
                  <a:gd name="connsiteY67" fmla="*/ 5878 h 10000"/>
                  <a:gd name="connsiteX68" fmla="*/ 2010 w 10000"/>
                  <a:gd name="connsiteY68" fmla="*/ 5920 h 10000"/>
                  <a:gd name="connsiteX69" fmla="*/ 1999 w 10000"/>
                  <a:gd name="connsiteY69" fmla="*/ 6158 h 10000"/>
                  <a:gd name="connsiteX70" fmla="*/ 1926 w 10000"/>
                  <a:gd name="connsiteY70" fmla="*/ 6241 h 10000"/>
                  <a:gd name="connsiteX71" fmla="*/ 1797 w 10000"/>
                  <a:gd name="connsiteY71" fmla="*/ 6283 h 10000"/>
                  <a:gd name="connsiteX72" fmla="*/ 1715 w 10000"/>
                  <a:gd name="connsiteY72" fmla="*/ 6216 h 10000"/>
                  <a:gd name="connsiteX73" fmla="*/ 2537 w 10000"/>
                  <a:gd name="connsiteY73" fmla="*/ 6848 h 10000"/>
                  <a:gd name="connsiteX74" fmla="*/ 3640 w 10000"/>
                  <a:gd name="connsiteY74" fmla="*/ 7284 h 10000"/>
                  <a:gd name="connsiteX75" fmla="*/ 4681 w 10000"/>
                  <a:gd name="connsiteY75" fmla="*/ 7770 h 10000"/>
                  <a:gd name="connsiteX76" fmla="*/ 3480 w 10000"/>
                  <a:gd name="connsiteY76" fmla="*/ 8324 h 10000"/>
                  <a:gd name="connsiteX77" fmla="*/ 3775 w 10000"/>
                  <a:gd name="connsiteY77" fmla="*/ 8690 h 10000"/>
                  <a:gd name="connsiteX78" fmla="*/ 3653 w 10000"/>
                  <a:gd name="connsiteY78" fmla="*/ 9307 h 10000"/>
                  <a:gd name="connsiteX79" fmla="*/ 4102 w 10000"/>
                  <a:gd name="connsiteY79" fmla="*/ 9434 h 10000"/>
                  <a:gd name="connsiteX80" fmla="*/ 4610 w 10000"/>
                  <a:gd name="connsiteY80" fmla="*/ 9940 h 10000"/>
                  <a:gd name="connsiteX81" fmla="*/ 4704 w 10000"/>
                  <a:gd name="connsiteY81" fmla="*/ 9992 h 10000"/>
                  <a:gd name="connsiteX82" fmla="*/ 4882 w 10000"/>
                  <a:gd name="connsiteY82" fmla="*/ 10000 h 10000"/>
                  <a:gd name="connsiteX83" fmla="*/ 5035 w 10000"/>
                  <a:gd name="connsiteY83" fmla="*/ 9915 h 10000"/>
                  <a:gd name="connsiteX84" fmla="*/ 5072 w 10000"/>
                  <a:gd name="connsiteY84" fmla="*/ 9628 h 10000"/>
                  <a:gd name="connsiteX85" fmla="*/ 5817 w 10000"/>
                  <a:gd name="connsiteY85" fmla="*/ 9460 h 10000"/>
                  <a:gd name="connsiteX86" fmla="*/ 5969 w 10000"/>
                  <a:gd name="connsiteY86" fmla="*/ 9493 h 10000"/>
                  <a:gd name="connsiteX87" fmla="*/ 6242 w 10000"/>
                  <a:gd name="connsiteY87" fmla="*/ 9712 h 10000"/>
                  <a:gd name="connsiteX88" fmla="*/ 6348 w 10000"/>
                  <a:gd name="connsiteY88" fmla="*/ 9704 h 10000"/>
                  <a:gd name="connsiteX89" fmla="*/ 6360 w 10000"/>
                  <a:gd name="connsiteY89" fmla="*/ 9561 h 10000"/>
                  <a:gd name="connsiteX90" fmla="*/ 6703 w 10000"/>
                  <a:gd name="connsiteY90" fmla="*/ 9416 h 10000"/>
                  <a:gd name="connsiteX91" fmla="*/ 7399 w 10000"/>
                  <a:gd name="connsiteY91" fmla="*/ 9517 h 10000"/>
                  <a:gd name="connsiteX92" fmla="*/ 7566 w 10000"/>
                  <a:gd name="connsiteY92" fmla="*/ 9392 h 10000"/>
                  <a:gd name="connsiteX93" fmla="*/ 8204 w 10000"/>
                  <a:gd name="connsiteY93" fmla="*/ 9476 h 10000"/>
                  <a:gd name="connsiteX94" fmla="*/ 8677 w 10000"/>
                  <a:gd name="connsiteY94" fmla="*/ 9426 h 10000"/>
                  <a:gd name="connsiteX95" fmla="*/ 8949 w 10000"/>
                  <a:gd name="connsiteY95" fmla="*/ 9517 h 10000"/>
                  <a:gd name="connsiteX96" fmla="*/ 8949 w 10000"/>
                  <a:gd name="connsiteY96" fmla="*/ 8757 h 10000"/>
                  <a:gd name="connsiteX97" fmla="*/ 9492 w 10000"/>
                  <a:gd name="connsiteY97" fmla="*/ 7948 h 10000"/>
                  <a:gd name="connsiteX98" fmla="*/ 10000 w 10000"/>
                  <a:gd name="connsiteY98" fmla="*/ 7593 h 10000"/>
                  <a:gd name="connsiteX99" fmla="*/ 9362 w 10000"/>
                  <a:gd name="connsiteY99" fmla="*/ 7069 h 10000"/>
                  <a:gd name="connsiteX100" fmla="*/ 8949 w 10000"/>
                  <a:gd name="connsiteY100" fmla="*/ 6605 h 10000"/>
                  <a:gd name="connsiteX101" fmla="*/ 8854 w 10000"/>
                  <a:gd name="connsiteY101" fmla="*/ 5938 h 10000"/>
                  <a:gd name="connsiteX102" fmla="*/ 8983 w 10000"/>
                  <a:gd name="connsiteY102" fmla="*/ 5270 h 10000"/>
                  <a:gd name="connsiteX103" fmla="*/ 9727 w 10000"/>
                  <a:gd name="connsiteY103" fmla="*/ 5034 h 10000"/>
                  <a:gd name="connsiteX104" fmla="*/ 9302 w 10000"/>
                  <a:gd name="connsiteY104" fmla="*/ 4949 h 10000"/>
                  <a:gd name="connsiteX105" fmla="*/ 8949 w 10000"/>
                  <a:gd name="connsiteY105" fmla="*/ 4434 h 10000"/>
                  <a:gd name="connsiteX106" fmla="*/ 9410 w 10000"/>
                  <a:gd name="connsiteY106" fmla="*/ 4096 h 10000"/>
                  <a:gd name="connsiteX107" fmla="*/ 9101 w 10000"/>
                  <a:gd name="connsiteY107" fmla="*/ 3750 h 10000"/>
                  <a:gd name="connsiteX108" fmla="*/ 8582 w 10000"/>
                  <a:gd name="connsiteY108" fmla="*/ 4029 h 10000"/>
                  <a:gd name="connsiteX109" fmla="*/ 7328 w 10000"/>
                  <a:gd name="connsiteY109" fmla="*/ 3716 h 10000"/>
                  <a:gd name="connsiteX110" fmla="*/ 6656 w 10000"/>
                  <a:gd name="connsiteY110" fmla="*/ 3336 h 10000"/>
                  <a:gd name="connsiteX111" fmla="*/ 6609 w 10000"/>
                  <a:gd name="connsiteY111" fmla="*/ 2854 h 10000"/>
                  <a:gd name="connsiteX112" fmla="*/ 6500 w 10000"/>
                  <a:gd name="connsiteY112" fmla="*/ 2559 h 10000"/>
                  <a:gd name="connsiteX113" fmla="*/ 6148 w 10000"/>
                  <a:gd name="connsiteY113" fmla="*/ 2390 h 10000"/>
                  <a:gd name="connsiteX114" fmla="*/ 5674 w 10000"/>
                  <a:gd name="connsiteY114" fmla="*/ 2306 h 10000"/>
                  <a:gd name="connsiteX115" fmla="*/ 5272 w 10000"/>
                  <a:gd name="connsiteY115" fmla="*/ 1883 h 10000"/>
                  <a:gd name="connsiteX116" fmla="*/ 5083 w 10000"/>
                  <a:gd name="connsiteY116" fmla="*/ 1300 h 10000"/>
                  <a:gd name="connsiteX117" fmla="*/ 4822 w 10000"/>
                  <a:gd name="connsiteY117" fmla="*/ 937 h 10000"/>
                  <a:gd name="connsiteX118" fmla="*/ 4375 w 10000"/>
                  <a:gd name="connsiteY118" fmla="*/ 557 h 10000"/>
                  <a:gd name="connsiteX119" fmla="*/ 3724 w 10000"/>
                  <a:gd name="connsiteY119" fmla="*/ 346 h 10000"/>
                  <a:gd name="connsiteX120" fmla="*/ 3511 w 10000"/>
                  <a:gd name="connsiteY120" fmla="*/ 228 h 10000"/>
                  <a:gd name="connsiteX121" fmla="*/ 3309 w 10000"/>
                  <a:gd name="connsiteY121" fmla="*/ 0 h 10000"/>
                  <a:gd name="connsiteX122" fmla="*/ 2778 w 10000"/>
                  <a:gd name="connsiteY122" fmla="*/ 143 h 10000"/>
                  <a:gd name="connsiteX123" fmla="*/ 2246 w 10000"/>
                  <a:gd name="connsiteY123" fmla="*/ 160 h 10000"/>
                  <a:gd name="connsiteX124" fmla="*/ 1537 w 10000"/>
                  <a:gd name="connsiteY124" fmla="*/ 490 h 10000"/>
                  <a:gd name="connsiteX125" fmla="*/ 911 w 10000"/>
                  <a:gd name="connsiteY125" fmla="*/ 507 h 10000"/>
                  <a:gd name="connsiteX126" fmla="*/ 604 w 10000"/>
                  <a:gd name="connsiteY126" fmla="*/ 675 h 10000"/>
                  <a:gd name="connsiteX127" fmla="*/ 0 w 10000"/>
                  <a:gd name="connsiteY127" fmla="*/ 719 h 10000"/>
                  <a:gd name="connsiteX0" fmla="*/ 0 w 10000"/>
                  <a:gd name="connsiteY0" fmla="*/ 719 h 10000"/>
                  <a:gd name="connsiteX1" fmla="*/ 331 w 10000"/>
                  <a:gd name="connsiteY1" fmla="*/ 937 h 10000"/>
                  <a:gd name="connsiteX2" fmla="*/ 355 w 10000"/>
                  <a:gd name="connsiteY2" fmla="*/ 1056 h 10000"/>
                  <a:gd name="connsiteX3" fmla="*/ 297 w 10000"/>
                  <a:gd name="connsiteY3" fmla="*/ 1123 h 10000"/>
                  <a:gd name="connsiteX4" fmla="*/ 402 w 10000"/>
                  <a:gd name="connsiteY4" fmla="*/ 1191 h 10000"/>
                  <a:gd name="connsiteX5" fmla="*/ 425 w 10000"/>
                  <a:gd name="connsiteY5" fmla="*/ 1300 h 10000"/>
                  <a:gd name="connsiteX6" fmla="*/ 285 w 10000"/>
                  <a:gd name="connsiteY6" fmla="*/ 1427 h 10000"/>
                  <a:gd name="connsiteX7" fmla="*/ 308 w 10000"/>
                  <a:gd name="connsiteY7" fmla="*/ 1504 h 10000"/>
                  <a:gd name="connsiteX8" fmla="*/ 449 w 10000"/>
                  <a:gd name="connsiteY8" fmla="*/ 1554 h 10000"/>
                  <a:gd name="connsiteX9" fmla="*/ 544 w 10000"/>
                  <a:gd name="connsiteY9" fmla="*/ 1487 h 10000"/>
                  <a:gd name="connsiteX10" fmla="*/ 639 w 10000"/>
                  <a:gd name="connsiteY10" fmla="*/ 1487 h 10000"/>
                  <a:gd name="connsiteX11" fmla="*/ 769 w 10000"/>
                  <a:gd name="connsiteY11" fmla="*/ 1562 h 10000"/>
                  <a:gd name="connsiteX12" fmla="*/ 769 w 10000"/>
                  <a:gd name="connsiteY12" fmla="*/ 1613 h 10000"/>
                  <a:gd name="connsiteX13" fmla="*/ 685 w 10000"/>
                  <a:gd name="connsiteY13" fmla="*/ 1663 h 10000"/>
                  <a:gd name="connsiteX14" fmla="*/ 592 w 10000"/>
                  <a:gd name="connsiteY14" fmla="*/ 1663 h 10000"/>
                  <a:gd name="connsiteX15" fmla="*/ 556 w 10000"/>
                  <a:gd name="connsiteY15" fmla="*/ 1740 h 10000"/>
                  <a:gd name="connsiteX16" fmla="*/ 615 w 10000"/>
                  <a:gd name="connsiteY16" fmla="*/ 1800 h 10000"/>
                  <a:gd name="connsiteX17" fmla="*/ 579 w 10000"/>
                  <a:gd name="connsiteY17" fmla="*/ 1883 h 10000"/>
                  <a:gd name="connsiteX18" fmla="*/ 556 w 10000"/>
                  <a:gd name="connsiteY18" fmla="*/ 1943 h 10000"/>
                  <a:gd name="connsiteX19" fmla="*/ 615 w 10000"/>
                  <a:gd name="connsiteY19" fmla="*/ 2002 h 10000"/>
                  <a:gd name="connsiteX20" fmla="*/ 792 w 10000"/>
                  <a:gd name="connsiteY20" fmla="*/ 2002 h 10000"/>
                  <a:gd name="connsiteX21" fmla="*/ 863 w 10000"/>
                  <a:gd name="connsiteY21" fmla="*/ 2069 h 10000"/>
                  <a:gd name="connsiteX22" fmla="*/ 993 w 10000"/>
                  <a:gd name="connsiteY22" fmla="*/ 2137 h 10000"/>
                  <a:gd name="connsiteX23" fmla="*/ 1206 w 10000"/>
                  <a:gd name="connsiteY23" fmla="*/ 2128 h 10000"/>
                  <a:gd name="connsiteX24" fmla="*/ 1359 w 10000"/>
                  <a:gd name="connsiteY24" fmla="*/ 2204 h 10000"/>
                  <a:gd name="connsiteX25" fmla="*/ 1549 w 10000"/>
                  <a:gd name="connsiteY25" fmla="*/ 2187 h 10000"/>
                  <a:gd name="connsiteX26" fmla="*/ 1642 w 10000"/>
                  <a:gd name="connsiteY26" fmla="*/ 2221 h 10000"/>
                  <a:gd name="connsiteX27" fmla="*/ 1668 w 10000"/>
                  <a:gd name="connsiteY27" fmla="*/ 2280 h 10000"/>
                  <a:gd name="connsiteX28" fmla="*/ 1502 w 10000"/>
                  <a:gd name="connsiteY28" fmla="*/ 2356 h 10000"/>
                  <a:gd name="connsiteX29" fmla="*/ 1324 w 10000"/>
                  <a:gd name="connsiteY29" fmla="*/ 2322 h 10000"/>
                  <a:gd name="connsiteX30" fmla="*/ 1170 w 10000"/>
                  <a:gd name="connsiteY30" fmla="*/ 2298 h 10000"/>
                  <a:gd name="connsiteX31" fmla="*/ 1065 w 10000"/>
                  <a:gd name="connsiteY31" fmla="*/ 2314 h 10000"/>
                  <a:gd name="connsiteX32" fmla="*/ 1029 w 10000"/>
                  <a:gd name="connsiteY32" fmla="*/ 2458 h 10000"/>
                  <a:gd name="connsiteX33" fmla="*/ 911 w 10000"/>
                  <a:gd name="connsiteY33" fmla="*/ 2559 h 10000"/>
                  <a:gd name="connsiteX34" fmla="*/ 981 w 10000"/>
                  <a:gd name="connsiteY34" fmla="*/ 2846 h 10000"/>
                  <a:gd name="connsiteX35" fmla="*/ 1065 w 10000"/>
                  <a:gd name="connsiteY35" fmla="*/ 2897 h 10000"/>
                  <a:gd name="connsiteX36" fmla="*/ 1018 w 10000"/>
                  <a:gd name="connsiteY36" fmla="*/ 3040 h 10000"/>
                  <a:gd name="connsiteX37" fmla="*/ 1549 w 10000"/>
                  <a:gd name="connsiteY37" fmla="*/ 3074 h 10000"/>
                  <a:gd name="connsiteX38" fmla="*/ 1642 w 10000"/>
                  <a:gd name="connsiteY38" fmla="*/ 3167 h 10000"/>
                  <a:gd name="connsiteX39" fmla="*/ 1574 w 10000"/>
                  <a:gd name="connsiteY39" fmla="*/ 3268 h 10000"/>
                  <a:gd name="connsiteX40" fmla="*/ 1574 w 10000"/>
                  <a:gd name="connsiteY40" fmla="*/ 3411 h 10000"/>
                  <a:gd name="connsiteX41" fmla="*/ 1348 w 10000"/>
                  <a:gd name="connsiteY41" fmla="*/ 3639 h 10000"/>
                  <a:gd name="connsiteX42" fmla="*/ 1147 w 10000"/>
                  <a:gd name="connsiteY42" fmla="*/ 3979 h 10000"/>
                  <a:gd name="connsiteX43" fmla="*/ 1053 w 10000"/>
                  <a:gd name="connsiteY43" fmla="*/ 4020 h 10000"/>
                  <a:gd name="connsiteX44" fmla="*/ 1053 w 10000"/>
                  <a:gd name="connsiteY44" fmla="*/ 4114 h 10000"/>
                  <a:gd name="connsiteX45" fmla="*/ 1112 w 10000"/>
                  <a:gd name="connsiteY45" fmla="*/ 4171 h 10000"/>
                  <a:gd name="connsiteX46" fmla="*/ 969 w 10000"/>
                  <a:gd name="connsiteY46" fmla="*/ 4342 h 10000"/>
                  <a:gd name="connsiteX47" fmla="*/ 1065 w 10000"/>
                  <a:gd name="connsiteY47" fmla="*/ 4544 h 10000"/>
                  <a:gd name="connsiteX48" fmla="*/ 1218 w 10000"/>
                  <a:gd name="connsiteY48" fmla="*/ 4569 h 10000"/>
                  <a:gd name="connsiteX49" fmla="*/ 1324 w 10000"/>
                  <a:gd name="connsiteY49" fmla="*/ 4638 h 10000"/>
                  <a:gd name="connsiteX50" fmla="*/ 1490 w 10000"/>
                  <a:gd name="connsiteY50" fmla="*/ 4594 h 10000"/>
                  <a:gd name="connsiteX51" fmla="*/ 1562 w 10000"/>
                  <a:gd name="connsiteY51" fmla="*/ 4695 h 10000"/>
                  <a:gd name="connsiteX52" fmla="*/ 1596 w 10000"/>
                  <a:gd name="connsiteY52" fmla="*/ 4806 h 10000"/>
                  <a:gd name="connsiteX53" fmla="*/ 1786 w 10000"/>
                  <a:gd name="connsiteY53" fmla="*/ 4932 h 10000"/>
                  <a:gd name="connsiteX54" fmla="*/ 1891 w 10000"/>
                  <a:gd name="connsiteY54" fmla="*/ 4915 h 10000"/>
                  <a:gd name="connsiteX55" fmla="*/ 1939 w 10000"/>
                  <a:gd name="connsiteY55" fmla="*/ 4949 h 10000"/>
                  <a:gd name="connsiteX56" fmla="*/ 1926 w 10000"/>
                  <a:gd name="connsiteY56" fmla="*/ 5034 h 10000"/>
                  <a:gd name="connsiteX57" fmla="*/ 2116 w 10000"/>
                  <a:gd name="connsiteY57" fmla="*/ 5110 h 10000"/>
                  <a:gd name="connsiteX58" fmla="*/ 2235 w 10000"/>
                  <a:gd name="connsiteY58" fmla="*/ 5126 h 10000"/>
                  <a:gd name="connsiteX59" fmla="*/ 2258 w 10000"/>
                  <a:gd name="connsiteY59" fmla="*/ 5237 h 10000"/>
                  <a:gd name="connsiteX60" fmla="*/ 2057 w 10000"/>
                  <a:gd name="connsiteY60" fmla="*/ 5362 h 10000"/>
                  <a:gd name="connsiteX61" fmla="*/ 1715 w 10000"/>
                  <a:gd name="connsiteY61" fmla="*/ 5379 h 10000"/>
                  <a:gd name="connsiteX62" fmla="*/ 1490 w 10000"/>
                  <a:gd name="connsiteY62" fmla="*/ 5278 h 10000"/>
                  <a:gd name="connsiteX63" fmla="*/ 1372 w 10000"/>
                  <a:gd name="connsiteY63" fmla="*/ 5278 h 10000"/>
                  <a:gd name="connsiteX64" fmla="*/ 1324 w 10000"/>
                  <a:gd name="connsiteY64" fmla="*/ 5321 h 10000"/>
                  <a:gd name="connsiteX65" fmla="*/ 1372 w 10000"/>
                  <a:gd name="connsiteY65" fmla="*/ 5398 h 10000"/>
                  <a:gd name="connsiteX66" fmla="*/ 1642 w 10000"/>
                  <a:gd name="connsiteY66" fmla="*/ 5599 h 10000"/>
                  <a:gd name="connsiteX67" fmla="*/ 1926 w 10000"/>
                  <a:gd name="connsiteY67" fmla="*/ 5878 h 10000"/>
                  <a:gd name="connsiteX68" fmla="*/ 2010 w 10000"/>
                  <a:gd name="connsiteY68" fmla="*/ 5920 h 10000"/>
                  <a:gd name="connsiteX69" fmla="*/ 1999 w 10000"/>
                  <a:gd name="connsiteY69" fmla="*/ 6158 h 10000"/>
                  <a:gd name="connsiteX70" fmla="*/ 1926 w 10000"/>
                  <a:gd name="connsiteY70" fmla="*/ 6241 h 10000"/>
                  <a:gd name="connsiteX71" fmla="*/ 1797 w 10000"/>
                  <a:gd name="connsiteY71" fmla="*/ 6283 h 10000"/>
                  <a:gd name="connsiteX72" fmla="*/ 1200 w 10000"/>
                  <a:gd name="connsiteY72" fmla="*/ 6339 h 10000"/>
                  <a:gd name="connsiteX73" fmla="*/ 2537 w 10000"/>
                  <a:gd name="connsiteY73" fmla="*/ 6848 h 10000"/>
                  <a:gd name="connsiteX74" fmla="*/ 3640 w 10000"/>
                  <a:gd name="connsiteY74" fmla="*/ 7284 h 10000"/>
                  <a:gd name="connsiteX75" fmla="*/ 4681 w 10000"/>
                  <a:gd name="connsiteY75" fmla="*/ 7770 h 10000"/>
                  <a:gd name="connsiteX76" fmla="*/ 3480 w 10000"/>
                  <a:gd name="connsiteY76" fmla="*/ 8324 h 10000"/>
                  <a:gd name="connsiteX77" fmla="*/ 3775 w 10000"/>
                  <a:gd name="connsiteY77" fmla="*/ 8690 h 10000"/>
                  <a:gd name="connsiteX78" fmla="*/ 3653 w 10000"/>
                  <a:gd name="connsiteY78" fmla="*/ 9307 h 10000"/>
                  <a:gd name="connsiteX79" fmla="*/ 4102 w 10000"/>
                  <a:gd name="connsiteY79" fmla="*/ 9434 h 10000"/>
                  <a:gd name="connsiteX80" fmla="*/ 4610 w 10000"/>
                  <a:gd name="connsiteY80" fmla="*/ 9940 h 10000"/>
                  <a:gd name="connsiteX81" fmla="*/ 4704 w 10000"/>
                  <a:gd name="connsiteY81" fmla="*/ 9992 h 10000"/>
                  <a:gd name="connsiteX82" fmla="*/ 4882 w 10000"/>
                  <a:gd name="connsiteY82" fmla="*/ 10000 h 10000"/>
                  <a:gd name="connsiteX83" fmla="*/ 5035 w 10000"/>
                  <a:gd name="connsiteY83" fmla="*/ 9915 h 10000"/>
                  <a:gd name="connsiteX84" fmla="*/ 5072 w 10000"/>
                  <a:gd name="connsiteY84" fmla="*/ 9628 h 10000"/>
                  <a:gd name="connsiteX85" fmla="*/ 5817 w 10000"/>
                  <a:gd name="connsiteY85" fmla="*/ 9460 h 10000"/>
                  <a:gd name="connsiteX86" fmla="*/ 5969 w 10000"/>
                  <a:gd name="connsiteY86" fmla="*/ 9493 h 10000"/>
                  <a:gd name="connsiteX87" fmla="*/ 6242 w 10000"/>
                  <a:gd name="connsiteY87" fmla="*/ 9712 h 10000"/>
                  <a:gd name="connsiteX88" fmla="*/ 6348 w 10000"/>
                  <a:gd name="connsiteY88" fmla="*/ 9704 h 10000"/>
                  <a:gd name="connsiteX89" fmla="*/ 6360 w 10000"/>
                  <a:gd name="connsiteY89" fmla="*/ 9561 h 10000"/>
                  <a:gd name="connsiteX90" fmla="*/ 6703 w 10000"/>
                  <a:gd name="connsiteY90" fmla="*/ 9416 h 10000"/>
                  <a:gd name="connsiteX91" fmla="*/ 7399 w 10000"/>
                  <a:gd name="connsiteY91" fmla="*/ 9517 h 10000"/>
                  <a:gd name="connsiteX92" fmla="*/ 7566 w 10000"/>
                  <a:gd name="connsiteY92" fmla="*/ 9392 h 10000"/>
                  <a:gd name="connsiteX93" fmla="*/ 8204 w 10000"/>
                  <a:gd name="connsiteY93" fmla="*/ 9476 h 10000"/>
                  <a:gd name="connsiteX94" fmla="*/ 8677 w 10000"/>
                  <a:gd name="connsiteY94" fmla="*/ 9426 h 10000"/>
                  <a:gd name="connsiteX95" fmla="*/ 8949 w 10000"/>
                  <a:gd name="connsiteY95" fmla="*/ 9517 h 10000"/>
                  <a:gd name="connsiteX96" fmla="*/ 8949 w 10000"/>
                  <a:gd name="connsiteY96" fmla="*/ 8757 h 10000"/>
                  <a:gd name="connsiteX97" fmla="*/ 9492 w 10000"/>
                  <a:gd name="connsiteY97" fmla="*/ 7948 h 10000"/>
                  <a:gd name="connsiteX98" fmla="*/ 10000 w 10000"/>
                  <a:gd name="connsiteY98" fmla="*/ 7593 h 10000"/>
                  <a:gd name="connsiteX99" fmla="*/ 9362 w 10000"/>
                  <a:gd name="connsiteY99" fmla="*/ 7069 h 10000"/>
                  <a:gd name="connsiteX100" fmla="*/ 8949 w 10000"/>
                  <a:gd name="connsiteY100" fmla="*/ 6605 h 10000"/>
                  <a:gd name="connsiteX101" fmla="*/ 8854 w 10000"/>
                  <a:gd name="connsiteY101" fmla="*/ 5938 h 10000"/>
                  <a:gd name="connsiteX102" fmla="*/ 8983 w 10000"/>
                  <a:gd name="connsiteY102" fmla="*/ 5270 h 10000"/>
                  <a:gd name="connsiteX103" fmla="*/ 9727 w 10000"/>
                  <a:gd name="connsiteY103" fmla="*/ 5034 h 10000"/>
                  <a:gd name="connsiteX104" fmla="*/ 9302 w 10000"/>
                  <a:gd name="connsiteY104" fmla="*/ 4949 h 10000"/>
                  <a:gd name="connsiteX105" fmla="*/ 8949 w 10000"/>
                  <a:gd name="connsiteY105" fmla="*/ 4434 h 10000"/>
                  <a:gd name="connsiteX106" fmla="*/ 9410 w 10000"/>
                  <a:gd name="connsiteY106" fmla="*/ 4096 h 10000"/>
                  <a:gd name="connsiteX107" fmla="*/ 9101 w 10000"/>
                  <a:gd name="connsiteY107" fmla="*/ 3750 h 10000"/>
                  <a:gd name="connsiteX108" fmla="*/ 8582 w 10000"/>
                  <a:gd name="connsiteY108" fmla="*/ 4029 h 10000"/>
                  <a:gd name="connsiteX109" fmla="*/ 7328 w 10000"/>
                  <a:gd name="connsiteY109" fmla="*/ 3716 h 10000"/>
                  <a:gd name="connsiteX110" fmla="*/ 6656 w 10000"/>
                  <a:gd name="connsiteY110" fmla="*/ 3336 h 10000"/>
                  <a:gd name="connsiteX111" fmla="*/ 6609 w 10000"/>
                  <a:gd name="connsiteY111" fmla="*/ 2854 h 10000"/>
                  <a:gd name="connsiteX112" fmla="*/ 6500 w 10000"/>
                  <a:gd name="connsiteY112" fmla="*/ 2559 h 10000"/>
                  <a:gd name="connsiteX113" fmla="*/ 6148 w 10000"/>
                  <a:gd name="connsiteY113" fmla="*/ 2390 h 10000"/>
                  <a:gd name="connsiteX114" fmla="*/ 5674 w 10000"/>
                  <a:gd name="connsiteY114" fmla="*/ 2306 h 10000"/>
                  <a:gd name="connsiteX115" fmla="*/ 5272 w 10000"/>
                  <a:gd name="connsiteY115" fmla="*/ 1883 h 10000"/>
                  <a:gd name="connsiteX116" fmla="*/ 5083 w 10000"/>
                  <a:gd name="connsiteY116" fmla="*/ 1300 h 10000"/>
                  <a:gd name="connsiteX117" fmla="*/ 4822 w 10000"/>
                  <a:gd name="connsiteY117" fmla="*/ 937 h 10000"/>
                  <a:gd name="connsiteX118" fmla="*/ 4375 w 10000"/>
                  <a:gd name="connsiteY118" fmla="*/ 557 h 10000"/>
                  <a:gd name="connsiteX119" fmla="*/ 3724 w 10000"/>
                  <a:gd name="connsiteY119" fmla="*/ 346 h 10000"/>
                  <a:gd name="connsiteX120" fmla="*/ 3511 w 10000"/>
                  <a:gd name="connsiteY120" fmla="*/ 228 h 10000"/>
                  <a:gd name="connsiteX121" fmla="*/ 3309 w 10000"/>
                  <a:gd name="connsiteY121" fmla="*/ 0 h 10000"/>
                  <a:gd name="connsiteX122" fmla="*/ 2778 w 10000"/>
                  <a:gd name="connsiteY122" fmla="*/ 143 h 10000"/>
                  <a:gd name="connsiteX123" fmla="*/ 2246 w 10000"/>
                  <a:gd name="connsiteY123" fmla="*/ 160 h 10000"/>
                  <a:gd name="connsiteX124" fmla="*/ 1537 w 10000"/>
                  <a:gd name="connsiteY124" fmla="*/ 490 h 10000"/>
                  <a:gd name="connsiteX125" fmla="*/ 911 w 10000"/>
                  <a:gd name="connsiteY125" fmla="*/ 507 h 10000"/>
                  <a:gd name="connsiteX126" fmla="*/ 604 w 10000"/>
                  <a:gd name="connsiteY126" fmla="*/ 675 h 10000"/>
                  <a:gd name="connsiteX127" fmla="*/ 0 w 10000"/>
                  <a:gd name="connsiteY127" fmla="*/ 719 h 10000"/>
                  <a:gd name="connsiteX0" fmla="*/ 0 w 10000"/>
                  <a:gd name="connsiteY0" fmla="*/ 719 h 10000"/>
                  <a:gd name="connsiteX1" fmla="*/ 331 w 10000"/>
                  <a:gd name="connsiteY1" fmla="*/ 937 h 10000"/>
                  <a:gd name="connsiteX2" fmla="*/ 355 w 10000"/>
                  <a:gd name="connsiteY2" fmla="*/ 1056 h 10000"/>
                  <a:gd name="connsiteX3" fmla="*/ 297 w 10000"/>
                  <a:gd name="connsiteY3" fmla="*/ 1123 h 10000"/>
                  <a:gd name="connsiteX4" fmla="*/ 402 w 10000"/>
                  <a:gd name="connsiteY4" fmla="*/ 1191 h 10000"/>
                  <a:gd name="connsiteX5" fmla="*/ 425 w 10000"/>
                  <a:gd name="connsiteY5" fmla="*/ 1300 h 10000"/>
                  <a:gd name="connsiteX6" fmla="*/ 285 w 10000"/>
                  <a:gd name="connsiteY6" fmla="*/ 1427 h 10000"/>
                  <a:gd name="connsiteX7" fmla="*/ 308 w 10000"/>
                  <a:gd name="connsiteY7" fmla="*/ 1504 h 10000"/>
                  <a:gd name="connsiteX8" fmla="*/ 449 w 10000"/>
                  <a:gd name="connsiteY8" fmla="*/ 1554 h 10000"/>
                  <a:gd name="connsiteX9" fmla="*/ 544 w 10000"/>
                  <a:gd name="connsiteY9" fmla="*/ 1487 h 10000"/>
                  <a:gd name="connsiteX10" fmla="*/ 639 w 10000"/>
                  <a:gd name="connsiteY10" fmla="*/ 1487 h 10000"/>
                  <a:gd name="connsiteX11" fmla="*/ 769 w 10000"/>
                  <a:gd name="connsiteY11" fmla="*/ 1562 h 10000"/>
                  <a:gd name="connsiteX12" fmla="*/ 769 w 10000"/>
                  <a:gd name="connsiteY12" fmla="*/ 1613 h 10000"/>
                  <a:gd name="connsiteX13" fmla="*/ 685 w 10000"/>
                  <a:gd name="connsiteY13" fmla="*/ 1663 h 10000"/>
                  <a:gd name="connsiteX14" fmla="*/ 592 w 10000"/>
                  <a:gd name="connsiteY14" fmla="*/ 1663 h 10000"/>
                  <a:gd name="connsiteX15" fmla="*/ 556 w 10000"/>
                  <a:gd name="connsiteY15" fmla="*/ 1740 h 10000"/>
                  <a:gd name="connsiteX16" fmla="*/ 615 w 10000"/>
                  <a:gd name="connsiteY16" fmla="*/ 1800 h 10000"/>
                  <a:gd name="connsiteX17" fmla="*/ 579 w 10000"/>
                  <a:gd name="connsiteY17" fmla="*/ 1883 h 10000"/>
                  <a:gd name="connsiteX18" fmla="*/ 556 w 10000"/>
                  <a:gd name="connsiteY18" fmla="*/ 1943 h 10000"/>
                  <a:gd name="connsiteX19" fmla="*/ 615 w 10000"/>
                  <a:gd name="connsiteY19" fmla="*/ 2002 h 10000"/>
                  <a:gd name="connsiteX20" fmla="*/ 792 w 10000"/>
                  <a:gd name="connsiteY20" fmla="*/ 2002 h 10000"/>
                  <a:gd name="connsiteX21" fmla="*/ 863 w 10000"/>
                  <a:gd name="connsiteY21" fmla="*/ 2069 h 10000"/>
                  <a:gd name="connsiteX22" fmla="*/ 993 w 10000"/>
                  <a:gd name="connsiteY22" fmla="*/ 2137 h 10000"/>
                  <a:gd name="connsiteX23" fmla="*/ 1206 w 10000"/>
                  <a:gd name="connsiteY23" fmla="*/ 2128 h 10000"/>
                  <a:gd name="connsiteX24" fmla="*/ 1359 w 10000"/>
                  <a:gd name="connsiteY24" fmla="*/ 2204 h 10000"/>
                  <a:gd name="connsiteX25" fmla="*/ 1549 w 10000"/>
                  <a:gd name="connsiteY25" fmla="*/ 2187 h 10000"/>
                  <a:gd name="connsiteX26" fmla="*/ 1642 w 10000"/>
                  <a:gd name="connsiteY26" fmla="*/ 2221 h 10000"/>
                  <a:gd name="connsiteX27" fmla="*/ 1668 w 10000"/>
                  <a:gd name="connsiteY27" fmla="*/ 2280 h 10000"/>
                  <a:gd name="connsiteX28" fmla="*/ 1502 w 10000"/>
                  <a:gd name="connsiteY28" fmla="*/ 2356 h 10000"/>
                  <a:gd name="connsiteX29" fmla="*/ 1324 w 10000"/>
                  <a:gd name="connsiteY29" fmla="*/ 2322 h 10000"/>
                  <a:gd name="connsiteX30" fmla="*/ 1170 w 10000"/>
                  <a:gd name="connsiteY30" fmla="*/ 2298 h 10000"/>
                  <a:gd name="connsiteX31" fmla="*/ 1065 w 10000"/>
                  <a:gd name="connsiteY31" fmla="*/ 2314 h 10000"/>
                  <a:gd name="connsiteX32" fmla="*/ 1029 w 10000"/>
                  <a:gd name="connsiteY32" fmla="*/ 2458 h 10000"/>
                  <a:gd name="connsiteX33" fmla="*/ 911 w 10000"/>
                  <a:gd name="connsiteY33" fmla="*/ 2559 h 10000"/>
                  <a:gd name="connsiteX34" fmla="*/ 981 w 10000"/>
                  <a:gd name="connsiteY34" fmla="*/ 2846 h 10000"/>
                  <a:gd name="connsiteX35" fmla="*/ 1065 w 10000"/>
                  <a:gd name="connsiteY35" fmla="*/ 2897 h 10000"/>
                  <a:gd name="connsiteX36" fmla="*/ 1018 w 10000"/>
                  <a:gd name="connsiteY36" fmla="*/ 3040 h 10000"/>
                  <a:gd name="connsiteX37" fmla="*/ 1549 w 10000"/>
                  <a:gd name="connsiteY37" fmla="*/ 3074 h 10000"/>
                  <a:gd name="connsiteX38" fmla="*/ 1642 w 10000"/>
                  <a:gd name="connsiteY38" fmla="*/ 3167 h 10000"/>
                  <a:gd name="connsiteX39" fmla="*/ 1574 w 10000"/>
                  <a:gd name="connsiteY39" fmla="*/ 3268 h 10000"/>
                  <a:gd name="connsiteX40" fmla="*/ 1574 w 10000"/>
                  <a:gd name="connsiteY40" fmla="*/ 3411 h 10000"/>
                  <a:gd name="connsiteX41" fmla="*/ 1348 w 10000"/>
                  <a:gd name="connsiteY41" fmla="*/ 3639 h 10000"/>
                  <a:gd name="connsiteX42" fmla="*/ 1147 w 10000"/>
                  <a:gd name="connsiteY42" fmla="*/ 3979 h 10000"/>
                  <a:gd name="connsiteX43" fmla="*/ 1053 w 10000"/>
                  <a:gd name="connsiteY43" fmla="*/ 4020 h 10000"/>
                  <a:gd name="connsiteX44" fmla="*/ 1053 w 10000"/>
                  <a:gd name="connsiteY44" fmla="*/ 4114 h 10000"/>
                  <a:gd name="connsiteX45" fmla="*/ 1112 w 10000"/>
                  <a:gd name="connsiteY45" fmla="*/ 4171 h 10000"/>
                  <a:gd name="connsiteX46" fmla="*/ 969 w 10000"/>
                  <a:gd name="connsiteY46" fmla="*/ 4342 h 10000"/>
                  <a:gd name="connsiteX47" fmla="*/ 1065 w 10000"/>
                  <a:gd name="connsiteY47" fmla="*/ 4544 h 10000"/>
                  <a:gd name="connsiteX48" fmla="*/ 1218 w 10000"/>
                  <a:gd name="connsiteY48" fmla="*/ 4569 h 10000"/>
                  <a:gd name="connsiteX49" fmla="*/ 1324 w 10000"/>
                  <a:gd name="connsiteY49" fmla="*/ 4638 h 10000"/>
                  <a:gd name="connsiteX50" fmla="*/ 1490 w 10000"/>
                  <a:gd name="connsiteY50" fmla="*/ 4594 h 10000"/>
                  <a:gd name="connsiteX51" fmla="*/ 1562 w 10000"/>
                  <a:gd name="connsiteY51" fmla="*/ 4695 h 10000"/>
                  <a:gd name="connsiteX52" fmla="*/ 1596 w 10000"/>
                  <a:gd name="connsiteY52" fmla="*/ 4806 h 10000"/>
                  <a:gd name="connsiteX53" fmla="*/ 1786 w 10000"/>
                  <a:gd name="connsiteY53" fmla="*/ 4932 h 10000"/>
                  <a:gd name="connsiteX54" fmla="*/ 1891 w 10000"/>
                  <a:gd name="connsiteY54" fmla="*/ 4915 h 10000"/>
                  <a:gd name="connsiteX55" fmla="*/ 1939 w 10000"/>
                  <a:gd name="connsiteY55" fmla="*/ 4949 h 10000"/>
                  <a:gd name="connsiteX56" fmla="*/ 1926 w 10000"/>
                  <a:gd name="connsiteY56" fmla="*/ 5034 h 10000"/>
                  <a:gd name="connsiteX57" fmla="*/ 2116 w 10000"/>
                  <a:gd name="connsiteY57" fmla="*/ 5110 h 10000"/>
                  <a:gd name="connsiteX58" fmla="*/ 2235 w 10000"/>
                  <a:gd name="connsiteY58" fmla="*/ 5126 h 10000"/>
                  <a:gd name="connsiteX59" fmla="*/ 2258 w 10000"/>
                  <a:gd name="connsiteY59" fmla="*/ 5237 h 10000"/>
                  <a:gd name="connsiteX60" fmla="*/ 2057 w 10000"/>
                  <a:gd name="connsiteY60" fmla="*/ 5362 h 10000"/>
                  <a:gd name="connsiteX61" fmla="*/ 1715 w 10000"/>
                  <a:gd name="connsiteY61" fmla="*/ 5379 h 10000"/>
                  <a:gd name="connsiteX62" fmla="*/ 1490 w 10000"/>
                  <a:gd name="connsiteY62" fmla="*/ 5278 h 10000"/>
                  <a:gd name="connsiteX63" fmla="*/ 1372 w 10000"/>
                  <a:gd name="connsiteY63" fmla="*/ 5278 h 10000"/>
                  <a:gd name="connsiteX64" fmla="*/ 1324 w 10000"/>
                  <a:gd name="connsiteY64" fmla="*/ 5321 h 10000"/>
                  <a:gd name="connsiteX65" fmla="*/ 1372 w 10000"/>
                  <a:gd name="connsiteY65" fmla="*/ 5398 h 10000"/>
                  <a:gd name="connsiteX66" fmla="*/ 1642 w 10000"/>
                  <a:gd name="connsiteY66" fmla="*/ 5599 h 10000"/>
                  <a:gd name="connsiteX67" fmla="*/ 1926 w 10000"/>
                  <a:gd name="connsiteY67" fmla="*/ 5878 h 10000"/>
                  <a:gd name="connsiteX68" fmla="*/ 2010 w 10000"/>
                  <a:gd name="connsiteY68" fmla="*/ 5920 h 10000"/>
                  <a:gd name="connsiteX69" fmla="*/ 1999 w 10000"/>
                  <a:gd name="connsiteY69" fmla="*/ 6158 h 10000"/>
                  <a:gd name="connsiteX70" fmla="*/ 1926 w 10000"/>
                  <a:gd name="connsiteY70" fmla="*/ 6241 h 10000"/>
                  <a:gd name="connsiteX71" fmla="*/ 1797 w 10000"/>
                  <a:gd name="connsiteY71" fmla="*/ 6283 h 10000"/>
                  <a:gd name="connsiteX72" fmla="*/ 1200 w 10000"/>
                  <a:gd name="connsiteY72" fmla="*/ 6339 h 10000"/>
                  <a:gd name="connsiteX73" fmla="*/ 1851 w 10000"/>
                  <a:gd name="connsiteY73" fmla="*/ 6848 h 10000"/>
                  <a:gd name="connsiteX74" fmla="*/ 3640 w 10000"/>
                  <a:gd name="connsiteY74" fmla="*/ 7284 h 10000"/>
                  <a:gd name="connsiteX75" fmla="*/ 4681 w 10000"/>
                  <a:gd name="connsiteY75" fmla="*/ 7770 h 10000"/>
                  <a:gd name="connsiteX76" fmla="*/ 3480 w 10000"/>
                  <a:gd name="connsiteY76" fmla="*/ 8324 h 10000"/>
                  <a:gd name="connsiteX77" fmla="*/ 3775 w 10000"/>
                  <a:gd name="connsiteY77" fmla="*/ 8690 h 10000"/>
                  <a:gd name="connsiteX78" fmla="*/ 3653 w 10000"/>
                  <a:gd name="connsiteY78" fmla="*/ 9307 h 10000"/>
                  <a:gd name="connsiteX79" fmla="*/ 4102 w 10000"/>
                  <a:gd name="connsiteY79" fmla="*/ 9434 h 10000"/>
                  <a:gd name="connsiteX80" fmla="*/ 4610 w 10000"/>
                  <a:gd name="connsiteY80" fmla="*/ 9940 h 10000"/>
                  <a:gd name="connsiteX81" fmla="*/ 4704 w 10000"/>
                  <a:gd name="connsiteY81" fmla="*/ 9992 h 10000"/>
                  <a:gd name="connsiteX82" fmla="*/ 4882 w 10000"/>
                  <a:gd name="connsiteY82" fmla="*/ 10000 h 10000"/>
                  <a:gd name="connsiteX83" fmla="*/ 5035 w 10000"/>
                  <a:gd name="connsiteY83" fmla="*/ 9915 h 10000"/>
                  <a:gd name="connsiteX84" fmla="*/ 5072 w 10000"/>
                  <a:gd name="connsiteY84" fmla="*/ 9628 h 10000"/>
                  <a:gd name="connsiteX85" fmla="*/ 5817 w 10000"/>
                  <a:gd name="connsiteY85" fmla="*/ 9460 h 10000"/>
                  <a:gd name="connsiteX86" fmla="*/ 5969 w 10000"/>
                  <a:gd name="connsiteY86" fmla="*/ 9493 h 10000"/>
                  <a:gd name="connsiteX87" fmla="*/ 6242 w 10000"/>
                  <a:gd name="connsiteY87" fmla="*/ 9712 h 10000"/>
                  <a:gd name="connsiteX88" fmla="*/ 6348 w 10000"/>
                  <a:gd name="connsiteY88" fmla="*/ 9704 h 10000"/>
                  <a:gd name="connsiteX89" fmla="*/ 6360 w 10000"/>
                  <a:gd name="connsiteY89" fmla="*/ 9561 h 10000"/>
                  <a:gd name="connsiteX90" fmla="*/ 6703 w 10000"/>
                  <a:gd name="connsiteY90" fmla="*/ 9416 h 10000"/>
                  <a:gd name="connsiteX91" fmla="*/ 7399 w 10000"/>
                  <a:gd name="connsiteY91" fmla="*/ 9517 h 10000"/>
                  <a:gd name="connsiteX92" fmla="*/ 7566 w 10000"/>
                  <a:gd name="connsiteY92" fmla="*/ 9392 h 10000"/>
                  <a:gd name="connsiteX93" fmla="*/ 8204 w 10000"/>
                  <a:gd name="connsiteY93" fmla="*/ 9476 h 10000"/>
                  <a:gd name="connsiteX94" fmla="*/ 8677 w 10000"/>
                  <a:gd name="connsiteY94" fmla="*/ 9426 h 10000"/>
                  <a:gd name="connsiteX95" fmla="*/ 8949 w 10000"/>
                  <a:gd name="connsiteY95" fmla="*/ 9517 h 10000"/>
                  <a:gd name="connsiteX96" fmla="*/ 8949 w 10000"/>
                  <a:gd name="connsiteY96" fmla="*/ 8757 h 10000"/>
                  <a:gd name="connsiteX97" fmla="*/ 9492 w 10000"/>
                  <a:gd name="connsiteY97" fmla="*/ 7948 h 10000"/>
                  <a:gd name="connsiteX98" fmla="*/ 10000 w 10000"/>
                  <a:gd name="connsiteY98" fmla="*/ 7593 h 10000"/>
                  <a:gd name="connsiteX99" fmla="*/ 9362 w 10000"/>
                  <a:gd name="connsiteY99" fmla="*/ 7069 h 10000"/>
                  <a:gd name="connsiteX100" fmla="*/ 8949 w 10000"/>
                  <a:gd name="connsiteY100" fmla="*/ 6605 h 10000"/>
                  <a:gd name="connsiteX101" fmla="*/ 8854 w 10000"/>
                  <a:gd name="connsiteY101" fmla="*/ 5938 h 10000"/>
                  <a:gd name="connsiteX102" fmla="*/ 8983 w 10000"/>
                  <a:gd name="connsiteY102" fmla="*/ 5270 h 10000"/>
                  <a:gd name="connsiteX103" fmla="*/ 9727 w 10000"/>
                  <a:gd name="connsiteY103" fmla="*/ 5034 h 10000"/>
                  <a:gd name="connsiteX104" fmla="*/ 9302 w 10000"/>
                  <a:gd name="connsiteY104" fmla="*/ 4949 h 10000"/>
                  <a:gd name="connsiteX105" fmla="*/ 8949 w 10000"/>
                  <a:gd name="connsiteY105" fmla="*/ 4434 h 10000"/>
                  <a:gd name="connsiteX106" fmla="*/ 9410 w 10000"/>
                  <a:gd name="connsiteY106" fmla="*/ 4096 h 10000"/>
                  <a:gd name="connsiteX107" fmla="*/ 9101 w 10000"/>
                  <a:gd name="connsiteY107" fmla="*/ 3750 h 10000"/>
                  <a:gd name="connsiteX108" fmla="*/ 8582 w 10000"/>
                  <a:gd name="connsiteY108" fmla="*/ 4029 h 10000"/>
                  <a:gd name="connsiteX109" fmla="*/ 7328 w 10000"/>
                  <a:gd name="connsiteY109" fmla="*/ 3716 h 10000"/>
                  <a:gd name="connsiteX110" fmla="*/ 6656 w 10000"/>
                  <a:gd name="connsiteY110" fmla="*/ 3336 h 10000"/>
                  <a:gd name="connsiteX111" fmla="*/ 6609 w 10000"/>
                  <a:gd name="connsiteY111" fmla="*/ 2854 h 10000"/>
                  <a:gd name="connsiteX112" fmla="*/ 6500 w 10000"/>
                  <a:gd name="connsiteY112" fmla="*/ 2559 h 10000"/>
                  <a:gd name="connsiteX113" fmla="*/ 6148 w 10000"/>
                  <a:gd name="connsiteY113" fmla="*/ 2390 h 10000"/>
                  <a:gd name="connsiteX114" fmla="*/ 5674 w 10000"/>
                  <a:gd name="connsiteY114" fmla="*/ 2306 h 10000"/>
                  <a:gd name="connsiteX115" fmla="*/ 5272 w 10000"/>
                  <a:gd name="connsiteY115" fmla="*/ 1883 h 10000"/>
                  <a:gd name="connsiteX116" fmla="*/ 5083 w 10000"/>
                  <a:gd name="connsiteY116" fmla="*/ 1300 h 10000"/>
                  <a:gd name="connsiteX117" fmla="*/ 4822 w 10000"/>
                  <a:gd name="connsiteY117" fmla="*/ 937 h 10000"/>
                  <a:gd name="connsiteX118" fmla="*/ 4375 w 10000"/>
                  <a:gd name="connsiteY118" fmla="*/ 557 h 10000"/>
                  <a:gd name="connsiteX119" fmla="*/ 3724 w 10000"/>
                  <a:gd name="connsiteY119" fmla="*/ 346 h 10000"/>
                  <a:gd name="connsiteX120" fmla="*/ 3511 w 10000"/>
                  <a:gd name="connsiteY120" fmla="*/ 228 h 10000"/>
                  <a:gd name="connsiteX121" fmla="*/ 3309 w 10000"/>
                  <a:gd name="connsiteY121" fmla="*/ 0 h 10000"/>
                  <a:gd name="connsiteX122" fmla="*/ 2778 w 10000"/>
                  <a:gd name="connsiteY122" fmla="*/ 143 h 10000"/>
                  <a:gd name="connsiteX123" fmla="*/ 2246 w 10000"/>
                  <a:gd name="connsiteY123" fmla="*/ 160 h 10000"/>
                  <a:gd name="connsiteX124" fmla="*/ 1537 w 10000"/>
                  <a:gd name="connsiteY124" fmla="*/ 490 h 10000"/>
                  <a:gd name="connsiteX125" fmla="*/ 911 w 10000"/>
                  <a:gd name="connsiteY125" fmla="*/ 507 h 10000"/>
                  <a:gd name="connsiteX126" fmla="*/ 604 w 10000"/>
                  <a:gd name="connsiteY126" fmla="*/ 675 h 10000"/>
                  <a:gd name="connsiteX127" fmla="*/ 0 w 10000"/>
                  <a:gd name="connsiteY127" fmla="*/ 719 h 10000"/>
                  <a:gd name="connsiteX0" fmla="*/ 0 w 10000"/>
                  <a:gd name="connsiteY0" fmla="*/ 719 h 10000"/>
                  <a:gd name="connsiteX1" fmla="*/ 331 w 10000"/>
                  <a:gd name="connsiteY1" fmla="*/ 937 h 10000"/>
                  <a:gd name="connsiteX2" fmla="*/ 355 w 10000"/>
                  <a:gd name="connsiteY2" fmla="*/ 1056 h 10000"/>
                  <a:gd name="connsiteX3" fmla="*/ 297 w 10000"/>
                  <a:gd name="connsiteY3" fmla="*/ 1123 h 10000"/>
                  <a:gd name="connsiteX4" fmla="*/ 402 w 10000"/>
                  <a:gd name="connsiteY4" fmla="*/ 1191 h 10000"/>
                  <a:gd name="connsiteX5" fmla="*/ 425 w 10000"/>
                  <a:gd name="connsiteY5" fmla="*/ 1300 h 10000"/>
                  <a:gd name="connsiteX6" fmla="*/ 285 w 10000"/>
                  <a:gd name="connsiteY6" fmla="*/ 1427 h 10000"/>
                  <a:gd name="connsiteX7" fmla="*/ 308 w 10000"/>
                  <a:gd name="connsiteY7" fmla="*/ 1504 h 10000"/>
                  <a:gd name="connsiteX8" fmla="*/ 449 w 10000"/>
                  <a:gd name="connsiteY8" fmla="*/ 1554 h 10000"/>
                  <a:gd name="connsiteX9" fmla="*/ 544 w 10000"/>
                  <a:gd name="connsiteY9" fmla="*/ 1487 h 10000"/>
                  <a:gd name="connsiteX10" fmla="*/ 639 w 10000"/>
                  <a:gd name="connsiteY10" fmla="*/ 1487 h 10000"/>
                  <a:gd name="connsiteX11" fmla="*/ 769 w 10000"/>
                  <a:gd name="connsiteY11" fmla="*/ 1562 h 10000"/>
                  <a:gd name="connsiteX12" fmla="*/ 769 w 10000"/>
                  <a:gd name="connsiteY12" fmla="*/ 1613 h 10000"/>
                  <a:gd name="connsiteX13" fmla="*/ 685 w 10000"/>
                  <a:gd name="connsiteY13" fmla="*/ 1663 h 10000"/>
                  <a:gd name="connsiteX14" fmla="*/ 592 w 10000"/>
                  <a:gd name="connsiteY14" fmla="*/ 1663 h 10000"/>
                  <a:gd name="connsiteX15" fmla="*/ 556 w 10000"/>
                  <a:gd name="connsiteY15" fmla="*/ 1740 h 10000"/>
                  <a:gd name="connsiteX16" fmla="*/ 615 w 10000"/>
                  <a:gd name="connsiteY16" fmla="*/ 1800 h 10000"/>
                  <a:gd name="connsiteX17" fmla="*/ 579 w 10000"/>
                  <a:gd name="connsiteY17" fmla="*/ 1883 h 10000"/>
                  <a:gd name="connsiteX18" fmla="*/ 556 w 10000"/>
                  <a:gd name="connsiteY18" fmla="*/ 1943 h 10000"/>
                  <a:gd name="connsiteX19" fmla="*/ 615 w 10000"/>
                  <a:gd name="connsiteY19" fmla="*/ 2002 h 10000"/>
                  <a:gd name="connsiteX20" fmla="*/ 792 w 10000"/>
                  <a:gd name="connsiteY20" fmla="*/ 2002 h 10000"/>
                  <a:gd name="connsiteX21" fmla="*/ 863 w 10000"/>
                  <a:gd name="connsiteY21" fmla="*/ 2069 h 10000"/>
                  <a:gd name="connsiteX22" fmla="*/ 993 w 10000"/>
                  <a:gd name="connsiteY22" fmla="*/ 2137 h 10000"/>
                  <a:gd name="connsiteX23" fmla="*/ 1206 w 10000"/>
                  <a:gd name="connsiteY23" fmla="*/ 2128 h 10000"/>
                  <a:gd name="connsiteX24" fmla="*/ 1359 w 10000"/>
                  <a:gd name="connsiteY24" fmla="*/ 2204 h 10000"/>
                  <a:gd name="connsiteX25" fmla="*/ 1549 w 10000"/>
                  <a:gd name="connsiteY25" fmla="*/ 2187 h 10000"/>
                  <a:gd name="connsiteX26" fmla="*/ 1642 w 10000"/>
                  <a:gd name="connsiteY26" fmla="*/ 2221 h 10000"/>
                  <a:gd name="connsiteX27" fmla="*/ 1668 w 10000"/>
                  <a:gd name="connsiteY27" fmla="*/ 2280 h 10000"/>
                  <a:gd name="connsiteX28" fmla="*/ 1502 w 10000"/>
                  <a:gd name="connsiteY28" fmla="*/ 2356 h 10000"/>
                  <a:gd name="connsiteX29" fmla="*/ 1324 w 10000"/>
                  <a:gd name="connsiteY29" fmla="*/ 2322 h 10000"/>
                  <a:gd name="connsiteX30" fmla="*/ 1170 w 10000"/>
                  <a:gd name="connsiteY30" fmla="*/ 2298 h 10000"/>
                  <a:gd name="connsiteX31" fmla="*/ 1065 w 10000"/>
                  <a:gd name="connsiteY31" fmla="*/ 2314 h 10000"/>
                  <a:gd name="connsiteX32" fmla="*/ 1029 w 10000"/>
                  <a:gd name="connsiteY32" fmla="*/ 2458 h 10000"/>
                  <a:gd name="connsiteX33" fmla="*/ 911 w 10000"/>
                  <a:gd name="connsiteY33" fmla="*/ 2559 h 10000"/>
                  <a:gd name="connsiteX34" fmla="*/ 981 w 10000"/>
                  <a:gd name="connsiteY34" fmla="*/ 2846 h 10000"/>
                  <a:gd name="connsiteX35" fmla="*/ 1065 w 10000"/>
                  <a:gd name="connsiteY35" fmla="*/ 2897 h 10000"/>
                  <a:gd name="connsiteX36" fmla="*/ 1018 w 10000"/>
                  <a:gd name="connsiteY36" fmla="*/ 3040 h 10000"/>
                  <a:gd name="connsiteX37" fmla="*/ 1549 w 10000"/>
                  <a:gd name="connsiteY37" fmla="*/ 3074 h 10000"/>
                  <a:gd name="connsiteX38" fmla="*/ 1642 w 10000"/>
                  <a:gd name="connsiteY38" fmla="*/ 3167 h 10000"/>
                  <a:gd name="connsiteX39" fmla="*/ 1574 w 10000"/>
                  <a:gd name="connsiteY39" fmla="*/ 3268 h 10000"/>
                  <a:gd name="connsiteX40" fmla="*/ 1574 w 10000"/>
                  <a:gd name="connsiteY40" fmla="*/ 3411 h 10000"/>
                  <a:gd name="connsiteX41" fmla="*/ 1348 w 10000"/>
                  <a:gd name="connsiteY41" fmla="*/ 3639 h 10000"/>
                  <a:gd name="connsiteX42" fmla="*/ 1147 w 10000"/>
                  <a:gd name="connsiteY42" fmla="*/ 3979 h 10000"/>
                  <a:gd name="connsiteX43" fmla="*/ 1053 w 10000"/>
                  <a:gd name="connsiteY43" fmla="*/ 4020 h 10000"/>
                  <a:gd name="connsiteX44" fmla="*/ 1053 w 10000"/>
                  <a:gd name="connsiteY44" fmla="*/ 4114 h 10000"/>
                  <a:gd name="connsiteX45" fmla="*/ 1112 w 10000"/>
                  <a:gd name="connsiteY45" fmla="*/ 4171 h 10000"/>
                  <a:gd name="connsiteX46" fmla="*/ 969 w 10000"/>
                  <a:gd name="connsiteY46" fmla="*/ 4342 h 10000"/>
                  <a:gd name="connsiteX47" fmla="*/ 1065 w 10000"/>
                  <a:gd name="connsiteY47" fmla="*/ 4544 h 10000"/>
                  <a:gd name="connsiteX48" fmla="*/ 1218 w 10000"/>
                  <a:gd name="connsiteY48" fmla="*/ 4569 h 10000"/>
                  <a:gd name="connsiteX49" fmla="*/ 1324 w 10000"/>
                  <a:gd name="connsiteY49" fmla="*/ 4638 h 10000"/>
                  <a:gd name="connsiteX50" fmla="*/ 1490 w 10000"/>
                  <a:gd name="connsiteY50" fmla="*/ 4594 h 10000"/>
                  <a:gd name="connsiteX51" fmla="*/ 1562 w 10000"/>
                  <a:gd name="connsiteY51" fmla="*/ 4695 h 10000"/>
                  <a:gd name="connsiteX52" fmla="*/ 1596 w 10000"/>
                  <a:gd name="connsiteY52" fmla="*/ 4806 h 10000"/>
                  <a:gd name="connsiteX53" fmla="*/ 1786 w 10000"/>
                  <a:gd name="connsiteY53" fmla="*/ 4932 h 10000"/>
                  <a:gd name="connsiteX54" fmla="*/ 1891 w 10000"/>
                  <a:gd name="connsiteY54" fmla="*/ 4915 h 10000"/>
                  <a:gd name="connsiteX55" fmla="*/ 1939 w 10000"/>
                  <a:gd name="connsiteY55" fmla="*/ 4949 h 10000"/>
                  <a:gd name="connsiteX56" fmla="*/ 1926 w 10000"/>
                  <a:gd name="connsiteY56" fmla="*/ 5034 h 10000"/>
                  <a:gd name="connsiteX57" fmla="*/ 2116 w 10000"/>
                  <a:gd name="connsiteY57" fmla="*/ 5110 h 10000"/>
                  <a:gd name="connsiteX58" fmla="*/ 2235 w 10000"/>
                  <a:gd name="connsiteY58" fmla="*/ 5126 h 10000"/>
                  <a:gd name="connsiteX59" fmla="*/ 2258 w 10000"/>
                  <a:gd name="connsiteY59" fmla="*/ 5237 h 10000"/>
                  <a:gd name="connsiteX60" fmla="*/ 2057 w 10000"/>
                  <a:gd name="connsiteY60" fmla="*/ 5362 h 10000"/>
                  <a:gd name="connsiteX61" fmla="*/ 1715 w 10000"/>
                  <a:gd name="connsiteY61" fmla="*/ 5379 h 10000"/>
                  <a:gd name="connsiteX62" fmla="*/ 1490 w 10000"/>
                  <a:gd name="connsiteY62" fmla="*/ 5278 h 10000"/>
                  <a:gd name="connsiteX63" fmla="*/ 1372 w 10000"/>
                  <a:gd name="connsiteY63" fmla="*/ 5278 h 10000"/>
                  <a:gd name="connsiteX64" fmla="*/ 1324 w 10000"/>
                  <a:gd name="connsiteY64" fmla="*/ 5321 h 10000"/>
                  <a:gd name="connsiteX65" fmla="*/ 1372 w 10000"/>
                  <a:gd name="connsiteY65" fmla="*/ 5398 h 10000"/>
                  <a:gd name="connsiteX66" fmla="*/ 1642 w 10000"/>
                  <a:gd name="connsiteY66" fmla="*/ 5599 h 10000"/>
                  <a:gd name="connsiteX67" fmla="*/ 1926 w 10000"/>
                  <a:gd name="connsiteY67" fmla="*/ 5878 h 10000"/>
                  <a:gd name="connsiteX68" fmla="*/ 2010 w 10000"/>
                  <a:gd name="connsiteY68" fmla="*/ 5920 h 10000"/>
                  <a:gd name="connsiteX69" fmla="*/ 1999 w 10000"/>
                  <a:gd name="connsiteY69" fmla="*/ 6158 h 10000"/>
                  <a:gd name="connsiteX70" fmla="*/ 1926 w 10000"/>
                  <a:gd name="connsiteY70" fmla="*/ 6241 h 10000"/>
                  <a:gd name="connsiteX71" fmla="*/ 1797 w 10000"/>
                  <a:gd name="connsiteY71" fmla="*/ 6283 h 10000"/>
                  <a:gd name="connsiteX72" fmla="*/ 1200 w 10000"/>
                  <a:gd name="connsiteY72" fmla="*/ 6339 h 10000"/>
                  <a:gd name="connsiteX73" fmla="*/ 1851 w 10000"/>
                  <a:gd name="connsiteY73" fmla="*/ 6848 h 10000"/>
                  <a:gd name="connsiteX74" fmla="*/ 3040 w 10000"/>
                  <a:gd name="connsiteY74" fmla="*/ 7530 h 10000"/>
                  <a:gd name="connsiteX75" fmla="*/ 4681 w 10000"/>
                  <a:gd name="connsiteY75" fmla="*/ 7770 h 10000"/>
                  <a:gd name="connsiteX76" fmla="*/ 3480 w 10000"/>
                  <a:gd name="connsiteY76" fmla="*/ 8324 h 10000"/>
                  <a:gd name="connsiteX77" fmla="*/ 3775 w 10000"/>
                  <a:gd name="connsiteY77" fmla="*/ 8690 h 10000"/>
                  <a:gd name="connsiteX78" fmla="*/ 3653 w 10000"/>
                  <a:gd name="connsiteY78" fmla="*/ 9307 h 10000"/>
                  <a:gd name="connsiteX79" fmla="*/ 4102 w 10000"/>
                  <a:gd name="connsiteY79" fmla="*/ 9434 h 10000"/>
                  <a:gd name="connsiteX80" fmla="*/ 4610 w 10000"/>
                  <a:gd name="connsiteY80" fmla="*/ 9940 h 10000"/>
                  <a:gd name="connsiteX81" fmla="*/ 4704 w 10000"/>
                  <a:gd name="connsiteY81" fmla="*/ 9992 h 10000"/>
                  <a:gd name="connsiteX82" fmla="*/ 4882 w 10000"/>
                  <a:gd name="connsiteY82" fmla="*/ 10000 h 10000"/>
                  <a:gd name="connsiteX83" fmla="*/ 5035 w 10000"/>
                  <a:gd name="connsiteY83" fmla="*/ 9915 h 10000"/>
                  <a:gd name="connsiteX84" fmla="*/ 5072 w 10000"/>
                  <a:gd name="connsiteY84" fmla="*/ 9628 h 10000"/>
                  <a:gd name="connsiteX85" fmla="*/ 5817 w 10000"/>
                  <a:gd name="connsiteY85" fmla="*/ 9460 h 10000"/>
                  <a:gd name="connsiteX86" fmla="*/ 5969 w 10000"/>
                  <a:gd name="connsiteY86" fmla="*/ 9493 h 10000"/>
                  <a:gd name="connsiteX87" fmla="*/ 6242 w 10000"/>
                  <a:gd name="connsiteY87" fmla="*/ 9712 h 10000"/>
                  <a:gd name="connsiteX88" fmla="*/ 6348 w 10000"/>
                  <a:gd name="connsiteY88" fmla="*/ 9704 h 10000"/>
                  <a:gd name="connsiteX89" fmla="*/ 6360 w 10000"/>
                  <a:gd name="connsiteY89" fmla="*/ 9561 h 10000"/>
                  <a:gd name="connsiteX90" fmla="*/ 6703 w 10000"/>
                  <a:gd name="connsiteY90" fmla="*/ 9416 h 10000"/>
                  <a:gd name="connsiteX91" fmla="*/ 7399 w 10000"/>
                  <a:gd name="connsiteY91" fmla="*/ 9517 h 10000"/>
                  <a:gd name="connsiteX92" fmla="*/ 7566 w 10000"/>
                  <a:gd name="connsiteY92" fmla="*/ 9392 h 10000"/>
                  <a:gd name="connsiteX93" fmla="*/ 8204 w 10000"/>
                  <a:gd name="connsiteY93" fmla="*/ 9476 h 10000"/>
                  <a:gd name="connsiteX94" fmla="*/ 8677 w 10000"/>
                  <a:gd name="connsiteY94" fmla="*/ 9426 h 10000"/>
                  <a:gd name="connsiteX95" fmla="*/ 8949 w 10000"/>
                  <a:gd name="connsiteY95" fmla="*/ 9517 h 10000"/>
                  <a:gd name="connsiteX96" fmla="*/ 8949 w 10000"/>
                  <a:gd name="connsiteY96" fmla="*/ 8757 h 10000"/>
                  <a:gd name="connsiteX97" fmla="*/ 9492 w 10000"/>
                  <a:gd name="connsiteY97" fmla="*/ 7948 h 10000"/>
                  <a:gd name="connsiteX98" fmla="*/ 10000 w 10000"/>
                  <a:gd name="connsiteY98" fmla="*/ 7593 h 10000"/>
                  <a:gd name="connsiteX99" fmla="*/ 9362 w 10000"/>
                  <a:gd name="connsiteY99" fmla="*/ 7069 h 10000"/>
                  <a:gd name="connsiteX100" fmla="*/ 8949 w 10000"/>
                  <a:gd name="connsiteY100" fmla="*/ 6605 h 10000"/>
                  <a:gd name="connsiteX101" fmla="*/ 8854 w 10000"/>
                  <a:gd name="connsiteY101" fmla="*/ 5938 h 10000"/>
                  <a:gd name="connsiteX102" fmla="*/ 8983 w 10000"/>
                  <a:gd name="connsiteY102" fmla="*/ 5270 h 10000"/>
                  <a:gd name="connsiteX103" fmla="*/ 9727 w 10000"/>
                  <a:gd name="connsiteY103" fmla="*/ 5034 h 10000"/>
                  <a:gd name="connsiteX104" fmla="*/ 9302 w 10000"/>
                  <a:gd name="connsiteY104" fmla="*/ 4949 h 10000"/>
                  <a:gd name="connsiteX105" fmla="*/ 8949 w 10000"/>
                  <a:gd name="connsiteY105" fmla="*/ 4434 h 10000"/>
                  <a:gd name="connsiteX106" fmla="*/ 9410 w 10000"/>
                  <a:gd name="connsiteY106" fmla="*/ 4096 h 10000"/>
                  <a:gd name="connsiteX107" fmla="*/ 9101 w 10000"/>
                  <a:gd name="connsiteY107" fmla="*/ 3750 h 10000"/>
                  <a:gd name="connsiteX108" fmla="*/ 8582 w 10000"/>
                  <a:gd name="connsiteY108" fmla="*/ 4029 h 10000"/>
                  <a:gd name="connsiteX109" fmla="*/ 7328 w 10000"/>
                  <a:gd name="connsiteY109" fmla="*/ 3716 h 10000"/>
                  <a:gd name="connsiteX110" fmla="*/ 6656 w 10000"/>
                  <a:gd name="connsiteY110" fmla="*/ 3336 h 10000"/>
                  <a:gd name="connsiteX111" fmla="*/ 6609 w 10000"/>
                  <a:gd name="connsiteY111" fmla="*/ 2854 h 10000"/>
                  <a:gd name="connsiteX112" fmla="*/ 6500 w 10000"/>
                  <a:gd name="connsiteY112" fmla="*/ 2559 h 10000"/>
                  <a:gd name="connsiteX113" fmla="*/ 6148 w 10000"/>
                  <a:gd name="connsiteY113" fmla="*/ 2390 h 10000"/>
                  <a:gd name="connsiteX114" fmla="*/ 5674 w 10000"/>
                  <a:gd name="connsiteY114" fmla="*/ 2306 h 10000"/>
                  <a:gd name="connsiteX115" fmla="*/ 5272 w 10000"/>
                  <a:gd name="connsiteY115" fmla="*/ 1883 h 10000"/>
                  <a:gd name="connsiteX116" fmla="*/ 5083 w 10000"/>
                  <a:gd name="connsiteY116" fmla="*/ 1300 h 10000"/>
                  <a:gd name="connsiteX117" fmla="*/ 4822 w 10000"/>
                  <a:gd name="connsiteY117" fmla="*/ 937 h 10000"/>
                  <a:gd name="connsiteX118" fmla="*/ 4375 w 10000"/>
                  <a:gd name="connsiteY118" fmla="*/ 557 h 10000"/>
                  <a:gd name="connsiteX119" fmla="*/ 3724 w 10000"/>
                  <a:gd name="connsiteY119" fmla="*/ 346 h 10000"/>
                  <a:gd name="connsiteX120" fmla="*/ 3511 w 10000"/>
                  <a:gd name="connsiteY120" fmla="*/ 228 h 10000"/>
                  <a:gd name="connsiteX121" fmla="*/ 3309 w 10000"/>
                  <a:gd name="connsiteY121" fmla="*/ 0 h 10000"/>
                  <a:gd name="connsiteX122" fmla="*/ 2778 w 10000"/>
                  <a:gd name="connsiteY122" fmla="*/ 143 h 10000"/>
                  <a:gd name="connsiteX123" fmla="*/ 2246 w 10000"/>
                  <a:gd name="connsiteY123" fmla="*/ 160 h 10000"/>
                  <a:gd name="connsiteX124" fmla="*/ 1537 w 10000"/>
                  <a:gd name="connsiteY124" fmla="*/ 490 h 10000"/>
                  <a:gd name="connsiteX125" fmla="*/ 911 w 10000"/>
                  <a:gd name="connsiteY125" fmla="*/ 507 h 10000"/>
                  <a:gd name="connsiteX126" fmla="*/ 604 w 10000"/>
                  <a:gd name="connsiteY126" fmla="*/ 675 h 10000"/>
                  <a:gd name="connsiteX127" fmla="*/ 0 w 10000"/>
                  <a:gd name="connsiteY127" fmla="*/ 719 h 10000"/>
                  <a:gd name="connsiteX0" fmla="*/ 0 w 10000"/>
                  <a:gd name="connsiteY0" fmla="*/ 719 h 10000"/>
                  <a:gd name="connsiteX1" fmla="*/ 331 w 10000"/>
                  <a:gd name="connsiteY1" fmla="*/ 937 h 10000"/>
                  <a:gd name="connsiteX2" fmla="*/ 355 w 10000"/>
                  <a:gd name="connsiteY2" fmla="*/ 1056 h 10000"/>
                  <a:gd name="connsiteX3" fmla="*/ 297 w 10000"/>
                  <a:gd name="connsiteY3" fmla="*/ 1123 h 10000"/>
                  <a:gd name="connsiteX4" fmla="*/ 402 w 10000"/>
                  <a:gd name="connsiteY4" fmla="*/ 1191 h 10000"/>
                  <a:gd name="connsiteX5" fmla="*/ 425 w 10000"/>
                  <a:gd name="connsiteY5" fmla="*/ 1300 h 10000"/>
                  <a:gd name="connsiteX6" fmla="*/ 285 w 10000"/>
                  <a:gd name="connsiteY6" fmla="*/ 1427 h 10000"/>
                  <a:gd name="connsiteX7" fmla="*/ 308 w 10000"/>
                  <a:gd name="connsiteY7" fmla="*/ 1504 h 10000"/>
                  <a:gd name="connsiteX8" fmla="*/ 449 w 10000"/>
                  <a:gd name="connsiteY8" fmla="*/ 1554 h 10000"/>
                  <a:gd name="connsiteX9" fmla="*/ 544 w 10000"/>
                  <a:gd name="connsiteY9" fmla="*/ 1487 h 10000"/>
                  <a:gd name="connsiteX10" fmla="*/ 639 w 10000"/>
                  <a:gd name="connsiteY10" fmla="*/ 1487 h 10000"/>
                  <a:gd name="connsiteX11" fmla="*/ 769 w 10000"/>
                  <a:gd name="connsiteY11" fmla="*/ 1562 h 10000"/>
                  <a:gd name="connsiteX12" fmla="*/ 769 w 10000"/>
                  <a:gd name="connsiteY12" fmla="*/ 1613 h 10000"/>
                  <a:gd name="connsiteX13" fmla="*/ 685 w 10000"/>
                  <a:gd name="connsiteY13" fmla="*/ 1663 h 10000"/>
                  <a:gd name="connsiteX14" fmla="*/ 592 w 10000"/>
                  <a:gd name="connsiteY14" fmla="*/ 1663 h 10000"/>
                  <a:gd name="connsiteX15" fmla="*/ 556 w 10000"/>
                  <a:gd name="connsiteY15" fmla="*/ 1740 h 10000"/>
                  <a:gd name="connsiteX16" fmla="*/ 615 w 10000"/>
                  <a:gd name="connsiteY16" fmla="*/ 1800 h 10000"/>
                  <a:gd name="connsiteX17" fmla="*/ 579 w 10000"/>
                  <a:gd name="connsiteY17" fmla="*/ 1883 h 10000"/>
                  <a:gd name="connsiteX18" fmla="*/ 556 w 10000"/>
                  <a:gd name="connsiteY18" fmla="*/ 1943 h 10000"/>
                  <a:gd name="connsiteX19" fmla="*/ 615 w 10000"/>
                  <a:gd name="connsiteY19" fmla="*/ 2002 h 10000"/>
                  <a:gd name="connsiteX20" fmla="*/ 792 w 10000"/>
                  <a:gd name="connsiteY20" fmla="*/ 2002 h 10000"/>
                  <a:gd name="connsiteX21" fmla="*/ 863 w 10000"/>
                  <a:gd name="connsiteY21" fmla="*/ 2069 h 10000"/>
                  <a:gd name="connsiteX22" fmla="*/ 993 w 10000"/>
                  <a:gd name="connsiteY22" fmla="*/ 2137 h 10000"/>
                  <a:gd name="connsiteX23" fmla="*/ 1206 w 10000"/>
                  <a:gd name="connsiteY23" fmla="*/ 2128 h 10000"/>
                  <a:gd name="connsiteX24" fmla="*/ 1359 w 10000"/>
                  <a:gd name="connsiteY24" fmla="*/ 2204 h 10000"/>
                  <a:gd name="connsiteX25" fmla="*/ 1549 w 10000"/>
                  <a:gd name="connsiteY25" fmla="*/ 2187 h 10000"/>
                  <a:gd name="connsiteX26" fmla="*/ 1642 w 10000"/>
                  <a:gd name="connsiteY26" fmla="*/ 2221 h 10000"/>
                  <a:gd name="connsiteX27" fmla="*/ 1668 w 10000"/>
                  <a:gd name="connsiteY27" fmla="*/ 2280 h 10000"/>
                  <a:gd name="connsiteX28" fmla="*/ 1502 w 10000"/>
                  <a:gd name="connsiteY28" fmla="*/ 2356 h 10000"/>
                  <a:gd name="connsiteX29" fmla="*/ 1324 w 10000"/>
                  <a:gd name="connsiteY29" fmla="*/ 2322 h 10000"/>
                  <a:gd name="connsiteX30" fmla="*/ 1170 w 10000"/>
                  <a:gd name="connsiteY30" fmla="*/ 2298 h 10000"/>
                  <a:gd name="connsiteX31" fmla="*/ 1065 w 10000"/>
                  <a:gd name="connsiteY31" fmla="*/ 2314 h 10000"/>
                  <a:gd name="connsiteX32" fmla="*/ 1029 w 10000"/>
                  <a:gd name="connsiteY32" fmla="*/ 2458 h 10000"/>
                  <a:gd name="connsiteX33" fmla="*/ 911 w 10000"/>
                  <a:gd name="connsiteY33" fmla="*/ 2559 h 10000"/>
                  <a:gd name="connsiteX34" fmla="*/ 981 w 10000"/>
                  <a:gd name="connsiteY34" fmla="*/ 2846 h 10000"/>
                  <a:gd name="connsiteX35" fmla="*/ 1065 w 10000"/>
                  <a:gd name="connsiteY35" fmla="*/ 2897 h 10000"/>
                  <a:gd name="connsiteX36" fmla="*/ 1018 w 10000"/>
                  <a:gd name="connsiteY36" fmla="*/ 3040 h 10000"/>
                  <a:gd name="connsiteX37" fmla="*/ 1549 w 10000"/>
                  <a:gd name="connsiteY37" fmla="*/ 3074 h 10000"/>
                  <a:gd name="connsiteX38" fmla="*/ 1642 w 10000"/>
                  <a:gd name="connsiteY38" fmla="*/ 3167 h 10000"/>
                  <a:gd name="connsiteX39" fmla="*/ 1574 w 10000"/>
                  <a:gd name="connsiteY39" fmla="*/ 3268 h 10000"/>
                  <a:gd name="connsiteX40" fmla="*/ 1574 w 10000"/>
                  <a:gd name="connsiteY40" fmla="*/ 3411 h 10000"/>
                  <a:gd name="connsiteX41" fmla="*/ 1348 w 10000"/>
                  <a:gd name="connsiteY41" fmla="*/ 3639 h 10000"/>
                  <a:gd name="connsiteX42" fmla="*/ 1147 w 10000"/>
                  <a:gd name="connsiteY42" fmla="*/ 3979 h 10000"/>
                  <a:gd name="connsiteX43" fmla="*/ 1053 w 10000"/>
                  <a:gd name="connsiteY43" fmla="*/ 4020 h 10000"/>
                  <a:gd name="connsiteX44" fmla="*/ 1053 w 10000"/>
                  <a:gd name="connsiteY44" fmla="*/ 4114 h 10000"/>
                  <a:gd name="connsiteX45" fmla="*/ 1112 w 10000"/>
                  <a:gd name="connsiteY45" fmla="*/ 4171 h 10000"/>
                  <a:gd name="connsiteX46" fmla="*/ 969 w 10000"/>
                  <a:gd name="connsiteY46" fmla="*/ 4342 h 10000"/>
                  <a:gd name="connsiteX47" fmla="*/ 1065 w 10000"/>
                  <a:gd name="connsiteY47" fmla="*/ 4544 h 10000"/>
                  <a:gd name="connsiteX48" fmla="*/ 1218 w 10000"/>
                  <a:gd name="connsiteY48" fmla="*/ 4569 h 10000"/>
                  <a:gd name="connsiteX49" fmla="*/ 1324 w 10000"/>
                  <a:gd name="connsiteY49" fmla="*/ 4638 h 10000"/>
                  <a:gd name="connsiteX50" fmla="*/ 1490 w 10000"/>
                  <a:gd name="connsiteY50" fmla="*/ 4594 h 10000"/>
                  <a:gd name="connsiteX51" fmla="*/ 1562 w 10000"/>
                  <a:gd name="connsiteY51" fmla="*/ 4695 h 10000"/>
                  <a:gd name="connsiteX52" fmla="*/ 1596 w 10000"/>
                  <a:gd name="connsiteY52" fmla="*/ 4806 h 10000"/>
                  <a:gd name="connsiteX53" fmla="*/ 1786 w 10000"/>
                  <a:gd name="connsiteY53" fmla="*/ 4932 h 10000"/>
                  <a:gd name="connsiteX54" fmla="*/ 1891 w 10000"/>
                  <a:gd name="connsiteY54" fmla="*/ 4915 h 10000"/>
                  <a:gd name="connsiteX55" fmla="*/ 1939 w 10000"/>
                  <a:gd name="connsiteY55" fmla="*/ 4949 h 10000"/>
                  <a:gd name="connsiteX56" fmla="*/ 1926 w 10000"/>
                  <a:gd name="connsiteY56" fmla="*/ 5034 h 10000"/>
                  <a:gd name="connsiteX57" fmla="*/ 2116 w 10000"/>
                  <a:gd name="connsiteY57" fmla="*/ 5110 h 10000"/>
                  <a:gd name="connsiteX58" fmla="*/ 2235 w 10000"/>
                  <a:gd name="connsiteY58" fmla="*/ 5126 h 10000"/>
                  <a:gd name="connsiteX59" fmla="*/ 2258 w 10000"/>
                  <a:gd name="connsiteY59" fmla="*/ 5237 h 10000"/>
                  <a:gd name="connsiteX60" fmla="*/ 2057 w 10000"/>
                  <a:gd name="connsiteY60" fmla="*/ 5362 h 10000"/>
                  <a:gd name="connsiteX61" fmla="*/ 1715 w 10000"/>
                  <a:gd name="connsiteY61" fmla="*/ 5379 h 10000"/>
                  <a:gd name="connsiteX62" fmla="*/ 1490 w 10000"/>
                  <a:gd name="connsiteY62" fmla="*/ 5278 h 10000"/>
                  <a:gd name="connsiteX63" fmla="*/ 1372 w 10000"/>
                  <a:gd name="connsiteY63" fmla="*/ 5278 h 10000"/>
                  <a:gd name="connsiteX64" fmla="*/ 1324 w 10000"/>
                  <a:gd name="connsiteY64" fmla="*/ 5321 h 10000"/>
                  <a:gd name="connsiteX65" fmla="*/ 1372 w 10000"/>
                  <a:gd name="connsiteY65" fmla="*/ 5398 h 10000"/>
                  <a:gd name="connsiteX66" fmla="*/ 1642 w 10000"/>
                  <a:gd name="connsiteY66" fmla="*/ 5599 h 10000"/>
                  <a:gd name="connsiteX67" fmla="*/ 1926 w 10000"/>
                  <a:gd name="connsiteY67" fmla="*/ 5878 h 10000"/>
                  <a:gd name="connsiteX68" fmla="*/ 2010 w 10000"/>
                  <a:gd name="connsiteY68" fmla="*/ 5920 h 10000"/>
                  <a:gd name="connsiteX69" fmla="*/ 1999 w 10000"/>
                  <a:gd name="connsiteY69" fmla="*/ 6158 h 10000"/>
                  <a:gd name="connsiteX70" fmla="*/ 1926 w 10000"/>
                  <a:gd name="connsiteY70" fmla="*/ 6241 h 10000"/>
                  <a:gd name="connsiteX71" fmla="*/ 1797 w 10000"/>
                  <a:gd name="connsiteY71" fmla="*/ 6283 h 10000"/>
                  <a:gd name="connsiteX72" fmla="*/ 1200 w 10000"/>
                  <a:gd name="connsiteY72" fmla="*/ 6339 h 10000"/>
                  <a:gd name="connsiteX73" fmla="*/ 1851 w 10000"/>
                  <a:gd name="connsiteY73" fmla="*/ 6848 h 10000"/>
                  <a:gd name="connsiteX74" fmla="*/ 3040 w 10000"/>
                  <a:gd name="connsiteY74" fmla="*/ 7530 h 10000"/>
                  <a:gd name="connsiteX75" fmla="*/ 3909 w 10000"/>
                  <a:gd name="connsiteY75" fmla="*/ 8016 h 10000"/>
                  <a:gd name="connsiteX76" fmla="*/ 3480 w 10000"/>
                  <a:gd name="connsiteY76" fmla="*/ 8324 h 10000"/>
                  <a:gd name="connsiteX77" fmla="*/ 3775 w 10000"/>
                  <a:gd name="connsiteY77" fmla="*/ 8690 h 10000"/>
                  <a:gd name="connsiteX78" fmla="*/ 3653 w 10000"/>
                  <a:gd name="connsiteY78" fmla="*/ 9307 h 10000"/>
                  <a:gd name="connsiteX79" fmla="*/ 4102 w 10000"/>
                  <a:gd name="connsiteY79" fmla="*/ 9434 h 10000"/>
                  <a:gd name="connsiteX80" fmla="*/ 4610 w 10000"/>
                  <a:gd name="connsiteY80" fmla="*/ 9940 h 10000"/>
                  <a:gd name="connsiteX81" fmla="*/ 4704 w 10000"/>
                  <a:gd name="connsiteY81" fmla="*/ 9992 h 10000"/>
                  <a:gd name="connsiteX82" fmla="*/ 4882 w 10000"/>
                  <a:gd name="connsiteY82" fmla="*/ 10000 h 10000"/>
                  <a:gd name="connsiteX83" fmla="*/ 5035 w 10000"/>
                  <a:gd name="connsiteY83" fmla="*/ 9915 h 10000"/>
                  <a:gd name="connsiteX84" fmla="*/ 5072 w 10000"/>
                  <a:gd name="connsiteY84" fmla="*/ 9628 h 10000"/>
                  <a:gd name="connsiteX85" fmla="*/ 5817 w 10000"/>
                  <a:gd name="connsiteY85" fmla="*/ 9460 h 10000"/>
                  <a:gd name="connsiteX86" fmla="*/ 5969 w 10000"/>
                  <a:gd name="connsiteY86" fmla="*/ 9493 h 10000"/>
                  <a:gd name="connsiteX87" fmla="*/ 6242 w 10000"/>
                  <a:gd name="connsiteY87" fmla="*/ 9712 h 10000"/>
                  <a:gd name="connsiteX88" fmla="*/ 6348 w 10000"/>
                  <a:gd name="connsiteY88" fmla="*/ 9704 h 10000"/>
                  <a:gd name="connsiteX89" fmla="*/ 6360 w 10000"/>
                  <a:gd name="connsiteY89" fmla="*/ 9561 h 10000"/>
                  <a:gd name="connsiteX90" fmla="*/ 6703 w 10000"/>
                  <a:gd name="connsiteY90" fmla="*/ 9416 h 10000"/>
                  <a:gd name="connsiteX91" fmla="*/ 7399 w 10000"/>
                  <a:gd name="connsiteY91" fmla="*/ 9517 h 10000"/>
                  <a:gd name="connsiteX92" fmla="*/ 7566 w 10000"/>
                  <a:gd name="connsiteY92" fmla="*/ 9392 h 10000"/>
                  <a:gd name="connsiteX93" fmla="*/ 8204 w 10000"/>
                  <a:gd name="connsiteY93" fmla="*/ 9476 h 10000"/>
                  <a:gd name="connsiteX94" fmla="*/ 8677 w 10000"/>
                  <a:gd name="connsiteY94" fmla="*/ 9426 h 10000"/>
                  <a:gd name="connsiteX95" fmla="*/ 8949 w 10000"/>
                  <a:gd name="connsiteY95" fmla="*/ 9517 h 10000"/>
                  <a:gd name="connsiteX96" fmla="*/ 8949 w 10000"/>
                  <a:gd name="connsiteY96" fmla="*/ 8757 h 10000"/>
                  <a:gd name="connsiteX97" fmla="*/ 9492 w 10000"/>
                  <a:gd name="connsiteY97" fmla="*/ 7948 h 10000"/>
                  <a:gd name="connsiteX98" fmla="*/ 10000 w 10000"/>
                  <a:gd name="connsiteY98" fmla="*/ 7593 h 10000"/>
                  <a:gd name="connsiteX99" fmla="*/ 9362 w 10000"/>
                  <a:gd name="connsiteY99" fmla="*/ 7069 h 10000"/>
                  <a:gd name="connsiteX100" fmla="*/ 8949 w 10000"/>
                  <a:gd name="connsiteY100" fmla="*/ 6605 h 10000"/>
                  <a:gd name="connsiteX101" fmla="*/ 8854 w 10000"/>
                  <a:gd name="connsiteY101" fmla="*/ 5938 h 10000"/>
                  <a:gd name="connsiteX102" fmla="*/ 8983 w 10000"/>
                  <a:gd name="connsiteY102" fmla="*/ 5270 h 10000"/>
                  <a:gd name="connsiteX103" fmla="*/ 9727 w 10000"/>
                  <a:gd name="connsiteY103" fmla="*/ 5034 h 10000"/>
                  <a:gd name="connsiteX104" fmla="*/ 9302 w 10000"/>
                  <a:gd name="connsiteY104" fmla="*/ 4949 h 10000"/>
                  <a:gd name="connsiteX105" fmla="*/ 8949 w 10000"/>
                  <a:gd name="connsiteY105" fmla="*/ 4434 h 10000"/>
                  <a:gd name="connsiteX106" fmla="*/ 9410 w 10000"/>
                  <a:gd name="connsiteY106" fmla="*/ 4096 h 10000"/>
                  <a:gd name="connsiteX107" fmla="*/ 9101 w 10000"/>
                  <a:gd name="connsiteY107" fmla="*/ 3750 h 10000"/>
                  <a:gd name="connsiteX108" fmla="*/ 8582 w 10000"/>
                  <a:gd name="connsiteY108" fmla="*/ 4029 h 10000"/>
                  <a:gd name="connsiteX109" fmla="*/ 7328 w 10000"/>
                  <a:gd name="connsiteY109" fmla="*/ 3716 h 10000"/>
                  <a:gd name="connsiteX110" fmla="*/ 6656 w 10000"/>
                  <a:gd name="connsiteY110" fmla="*/ 3336 h 10000"/>
                  <a:gd name="connsiteX111" fmla="*/ 6609 w 10000"/>
                  <a:gd name="connsiteY111" fmla="*/ 2854 h 10000"/>
                  <a:gd name="connsiteX112" fmla="*/ 6500 w 10000"/>
                  <a:gd name="connsiteY112" fmla="*/ 2559 h 10000"/>
                  <a:gd name="connsiteX113" fmla="*/ 6148 w 10000"/>
                  <a:gd name="connsiteY113" fmla="*/ 2390 h 10000"/>
                  <a:gd name="connsiteX114" fmla="*/ 5674 w 10000"/>
                  <a:gd name="connsiteY114" fmla="*/ 2306 h 10000"/>
                  <a:gd name="connsiteX115" fmla="*/ 5272 w 10000"/>
                  <a:gd name="connsiteY115" fmla="*/ 1883 h 10000"/>
                  <a:gd name="connsiteX116" fmla="*/ 5083 w 10000"/>
                  <a:gd name="connsiteY116" fmla="*/ 1300 h 10000"/>
                  <a:gd name="connsiteX117" fmla="*/ 4822 w 10000"/>
                  <a:gd name="connsiteY117" fmla="*/ 937 h 10000"/>
                  <a:gd name="connsiteX118" fmla="*/ 4375 w 10000"/>
                  <a:gd name="connsiteY118" fmla="*/ 557 h 10000"/>
                  <a:gd name="connsiteX119" fmla="*/ 3724 w 10000"/>
                  <a:gd name="connsiteY119" fmla="*/ 346 h 10000"/>
                  <a:gd name="connsiteX120" fmla="*/ 3511 w 10000"/>
                  <a:gd name="connsiteY120" fmla="*/ 228 h 10000"/>
                  <a:gd name="connsiteX121" fmla="*/ 3309 w 10000"/>
                  <a:gd name="connsiteY121" fmla="*/ 0 h 10000"/>
                  <a:gd name="connsiteX122" fmla="*/ 2778 w 10000"/>
                  <a:gd name="connsiteY122" fmla="*/ 143 h 10000"/>
                  <a:gd name="connsiteX123" fmla="*/ 2246 w 10000"/>
                  <a:gd name="connsiteY123" fmla="*/ 160 h 10000"/>
                  <a:gd name="connsiteX124" fmla="*/ 1537 w 10000"/>
                  <a:gd name="connsiteY124" fmla="*/ 490 h 10000"/>
                  <a:gd name="connsiteX125" fmla="*/ 911 w 10000"/>
                  <a:gd name="connsiteY125" fmla="*/ 507 h 10000"/>
                  <a:gd name="connsiteX126" fmla="*/ 604 w 10000"/>
                  <a:gd name="connsiteY126" fmla="*/ 675 h 10000"/>
                  <a:gd name="connsiteX127" fmla="*/ 0 w 10000"/>
                  <a:gd name="connsiteY127" fmla="*/ 719 h 10000"/>
                  <a:gd name="connsiteX0" fmla="*/ 0 w 10000"/>
                  <a:gd name="connsiteY0" fmla="*/ 719 h 10000"/>
                  <a:gd name="connsiteX1" fmla="*/ 331 w 10000"/>
                  <a:gd name="connsiteY1" fmla="*/ 937 h 10000"/>
                  <a:gd name="connsiteX2" fmla="*/ 355 w 10000"/>
                  <a:gd name="connsiteY2" fmla="*/ 1056 h 10000"/>
                  <a:gd name="connsiteX3" fmla="*/ 297 w 10000"/>
                  <a:gd name="connsiteY3" fmla="*/ 1123 h 10000"/>
                  <a:gd name="connsiteX4" fmla="*/ 402 w 10000"/>
                  <a:gd name="connsiteY4" fmla="*/ 1191 h 10000"/>
                  <a:gd name="connsiteX5" fmla="*/ 425 w 10000"/>
                  <a:gd name="connsiteY5" fmla="*/ 1300 h 10000"/>
                  <a:gd name="connsiteX6" fmla="*/ 285 w 10000"/>
                  <a:gd name="connsiteY6" fmla="*/ 1427 h 10000"/>
                  <a:gd name="connsiteX7" fmla="*/ 308 w 10000"/>
                  <a:gd name="connsiteY7" fmla="*/ 1504 h 10000"/>
                  <a:gd name="connsiteX8" fmla="*/ 449 w 10000"/>
                  <a:gd name="connsiteY8" fmla="*/ 1554 h 10000"/>
                  <a:gd name="connsiteX9" fmla="*/ 544 w 10000"/>
                  <a:gd name="connsiteY9" fmla="*/ 1487 h 10000"/>
                  <a:gd name="connsiteX10" fmla="*/ 639 w 10000"/>
                  <a:gd name="connsiteY10" fmla="*/ 1487 h 10000"/>
                  <a:gd name="connsiteX11" fmla="*/ 769 w 10000"/>
                  <a:gd name="connsiteY11" fmla="*/ 1562 h 10000"/>
                  <a:gd name="connsiteX12" fmla="*/ 769 w 10000"/>
                  <a:gd name="connsiteY12" fmla="*/ 1613 h 10000"/>
                  <a:gd name="connsiteX13" fmla="*/ 685 w 10000"/>
                  <a:gd name="connsiteY13" fmla="*/ 1663 h 10000"/>
                  <a:gd name="connsiteX14" fmla="*/ 592 w 10000"/>
                  <a:gd name="connsiteY14" fmla="*/ 1663 h 10000"/>
                  <a:gd name="connsiteX15" fmla="*/ 556 w 10000"/>
                  <a:gd name="connsiteY15" fmla="*/ 1740 h 10000"/>
                  <a:gd name="connsiteX16" fmla="*/ 615 w 10000"/>
                  <a:gd name="connsiteY16" fmla="*/ 1800 h 10000"/>
                  <a:gd name="connsiteX17" fmla="*/ 579 w 10000"/>
                  <a:gd name="connsiteY17" fmla="*/ 1883 h 10000"/>
                  <a:gd name="connsiteX18" fmla="*/ 556 w 10000"/>
                  <a:gd name="connsiteY18" fmla="*/ 1943 h 10000"/>
                  <a:gd name="connsiteX19" fmla="*/ 615 w 10000"/>
                  <a:gd name="connsiteY19" fmla="*/ 2002 h 10000"/>
                  <a:gd name="connsiteX20" fmla="*/ 792 w 10000"/>
                  <a:gd name="connsiteY20" fmla="*/ 2002 h 10000"/>
                  <a:gd name="connsiteX21" fmla="*/ 863 w 10000"/>
                  <a:gd name="connsiteY21" fmla="*/ 2069 h 10000"/>
                  <a:gd name="connsiteX22" fmla="*/ 993 w 10000"/>
                  <a:gd name="connsiteY22" fmla="*/ 2137 h 10000"/>
                  <a:gd name="connsiteX23" fmla="*/ 1206 w 10000"/>
                  <a:gd name="connsiteY23" fmla="*/ 2128 h 10000"/>
                  <a:gd name="connsiteX24" fmla="*/ 1359 w 10000"/>
                  <a:gd name="connsiteY24" fmla="*/ 2204 h 10000"/>
                  <a:gd name="connsiteX25" fmla="*/ 1549 w 10000"/>
                  <a:gd name="connsiteY25" fmla="*/ 2187 h 10000"/>
                  <a:gd name="connsiteX26" fmla="*/ 1642 w 10000"/>
                  <a:gd name="connsiteY26" fmla="*/ 2221 h 10000"/>
                  <a:gd name="connsiteX27" fmla="*/ 1668 w 10000"/>
                  <a:gd name="connsiteY27" fmla="*/ 2280 h 10000"/>
                  <a:gd name="connsiteX28" fmla="*/ 1502 w 10000"/>
                  <a:gd name="connsiteY28" fmla="*/ 2356 h 10000"/>
                  <a:gd name="connsiteX29" fmla="*/ 1324 w 10000"/>
                  <a:gd name="connsiteY29" fmla="*/ 2322 h 10000"/>
                  <a:gd name="connsiteX30" fmla="*/ 1170 w 10000"/>
                  <a:gd name="connsiteY30" fmla="*/ 2298 h 10000"/>
                  <a:gd name="connsiteX31" fmla="*/ 1065 w 10000"/>
                  <a:gd name="connsiteY31" fmla="*/ 2314 h 10000"/>
                  <a:gd name="connsiteX32" fmla="*/ 1029 w 10000"/>
                  <a:gd name="connsiteY32" fmla="*/ 2458 h 10000"/>
                  <a:gd name="connsiteX33" fmla="*/ 911 w 10000"/>
                  <a:gd name="connsiteY33" fmla="*/ 2559 h 10000"/>
                  <a:gd name="connsiteX34" fmla="*/ 981 w 10000"/>
                  <a:gd name="connsiteY34" fmla="*/ 2846 h 10000"/>
                  <a:gd name="connsiteX35" fmla="*/ 1065 w 10000"/>
                  <a:gd name="connsiteY35" fmla="*/ 2897 h 10000"/>
                  <a:gd name="connsiteX36" fmla="*/ 1018 w 10000"/>
                  <a:gd name="connsiteY36" fmla="*/ 3040 h 10000"/>
                  <a:gd name="connsiteX37" fmla="*/ 1549 w 10000"/>
                  <a:gd name="connsiteY37" fmla="*/ 3074 h 10000"/>
                  <a:gd name="connsiteX38" fmla="*/ 1642 w 10000"/>
                  <a:gd name="connsiteY38" fmla="*/ 3167 h 10000"/>
                  <a:gd name="connsiteX39" fmla="*/ 1574 w 10000"/>
                  <a:gd name="connsiteY39" fmla="*/ 3268 h 10000"/>
                  <a:gd name="connsiteX40" fmla="*/ 1574 w 10000"/>
                  <a:gd name="connsiteY40" fmla="*/ 3411 h 10000"/>
                  <a:gd name="connsiteX41" fmla="*/ 1348 w 10000"/>
                  <a:gd name="connsiteY41" fmla="*/ 3639 h 10000"/>
                  <a:gd name="connsiteX42" fmla="*/ 1147 w 10000"/>
                  <a:gd name="connsiteY42" fmla="*/ 3979 h 10000"/>
                  <a:gd name="connsiteX43" fmla="*/ 1053 w 10000"/>
                  <a:gd name="connsiteY43" fmla="*/ 4020 h 10000"/>
                  <a:gd name="connsiteX44" fmla="*/ 1053 w 10000"/>
                  <a:gd name="connsiteY44" fmla="*/ 4114 h 10000"/>
                  <a:gd name="connsiteX45" fmla="*/ 1112 w 10000"/>
                  <a:gd name="connsiteY45" fmla="*/ 4171 h 10000"/>
                  <a:gd name="connsiteX46" fmla="*/ 969 w 10000"/>
                  <a:gd name="connsiteY46" fmla="*/ 4342 h 10000"/>
                  <a:gd name="connsiteX47" fmla="*/ 1065 w 10000"/>
                  <a:gd name="connsiteY47" fmla="*/ 4544 h 10000"/>
                  <a:gd name="connsiteX48" fmla="*/ 1218 w 10000"/>
                  <a:gd name="connsiteY48" fmla="*/ 4569 h 10000"/>
                  <a:gd name="connsiteX49" fmla="*/ 1324 w 10000"/>
                  <a:gd name="connsiteY49" fmla="*/ 4638 h 10000"/>
                  <a:gd name="connsiteX50" fmla="*/ 1490 w 10000"/>
                  <a:gd name="connsiteY50" fmla="*/ 4594 h 10000"/>
                  <a:gd name="connsiteX51" fmla="*/ 1562 w 10000"/>
                  <a:gd name="connsiteY51" fmla="*/ 4695 h 10000"/>
                  <a:gd name="connsiteX52" fmla="*/ 1596 w 10000"/>
                  <a:gd name="connsiteY52" fmla="*/ 4806 h 10000"/>
                  <a:gd name="connsiteX53" fmla="*/ 1786 w 10000"/>
                  <a:gd name="connsiteY53" fmla="*/ 4932 h 10000"/>
                  <a:gd name="connsiteX54" fmla="*/ 1891 w 10000"/>
                  <a:gd name="connsiteY54" fmla="*/ 4915 h 10000"/>
                  <a:gd name="connsiteX55" fmla="*/ 1939 w 10000"/>
                  <a:gd name="connsiteY55" fmla="*/ 4949 h 10000"/>
                  <a:gd name="connsiteX56" fmla="*/ 1926 w 10000"/>
                  <a:gd name="connsiteY56" fmla="*/ 5034 h 10000"/>
                  <a:gd name="connsiteX57" fmla="*/ 2116 w 10000"/>
                  <a:gd name="connsiteY57" fmla="*/ 5110 h 10000"/>
                  <a:gd name="connsiteX58" fmla="*/ 2235 w 10000"/>
                  <a:gd name="connsiteY58" fmla="*/ 5126 h 10000"/>
                  <a:gd name="connsiteX59" fmla="*/ 2258 w 10000"/>
                  <a:gd name="connsiteY59" fmla="*/ 5237 h 10000"/>
                  <a:gd name="connsiteX60" fmla="*/ 2057 w 10000"/>
                  <a:gd name="connsiteY60" fmla="*/ 5362 h 10000"/>
                  <a:gd name="connsiteX61" fmla="*/ 1715 w 10000"/>
                  <a:gd name="connsiteY61" fmla="*/ 5379 h 10000"/>
                  <a:gd name="connsiteX62" fmla="*/ 1490 w 10000"/>
                  <a:gd name="connsiteY62" fmla="*/ 5278 h 10000"/>
                  <a:gd name="connsiteX63" fmla="*/ 1372 w 10000"/>
                  <a:gd name="connsiteY63" fmla="*/ 5278 h 10000"/>
                  <a:gd name="connsiteX64" fmla="*/ 1324 w 10000"/>
                  <a:gd name="connsiteY64" fmla="*/ 5321 h 10000"/>
                  <a:gd name="connsiteX65" fmla="*/ 1372 w 10000"/>
                  <a:gd name="connsiteY65" fmla="*/ 5398 h 10000"/>
                  <a:gd name="connsiteX66" fmla="*/ 1642 w 10000"/>
                  <a:gd name="connsiteY66" fmla="*/ 5599 h 10000"/>
                  <a:gd name="connsiteX67" fmla="*/ 1926 w 10000"/>
                  <a:gd name="connsiteY67" fmla="*/ 5878 h 10000"/>
                  <a:gd name="connsiteX68" fmla="*/ 2010 w 10000"/>
                  <a:gd name="connsiteY68" fmla="*/ 5920 h 10000"/>
                  <a:gd name="connsiteX69" fmla="*/ 1999 w 10000"/>
                  <a:gd name="connsiteY69" fmla="*/ 6158 h 10000"/>
                  <a:gd name="connsiteX70" fmla="*/ 1926 w 10000"/>
                  <a:gd name="connsiteY70" fmla="*/ 6241 h 10000"/>
                  <a:gd name="connsiteX71" fmla="*/ 1797 w 10000"/>
                  <a:gd name="connsiteY71" fmla="*/ 6283 h 10000"/>
                  <a:gd name="connsiteX72" fmla="*/ 1200 w 10000"/>
                  <a:gd name="connsiteY72" fmla="*/ 6339 h 10000"/>
                  <a:gd name="connsiteX73" fmla="*/ 1851 w 10000"/>
                  <a:gd name="connsiteY73" fmla="*/ 6848 h 10000"/>
                  <a:gd name="connsiteX74" fmla="*/ 3040 w 10000"/>
                  <a:gd name="connsiteY74" fmla="*/ 7530 h 10000"/>
                  <a:gd name="connsiteX75" fmla="*/ 3909 w 10000"/>
                  <a:gd name="connsiteY75" fmla="*/ 8016 h 10000"/>
                  <a:gd name="connsiteX76" fmla="*/ 3480 w 10000"/>
                  <a:gd name="connsiteY76" fmla="*/ 8324 h 10000"/>
                  <a:gd name="connsiteX77" fmla="*/ 3234 w 10000"/>
                  <a:gd name="connsiteY77" fmla="*/ 8690 h 10000"/>
                  <a:gd name="connsiteX78" fmla="*/ 3653 w 10000"/>
                  <a:gd name="connsiteY78" fmla="*/ 9307 h 10000"/>
                  <a:gd name="connsiteX79" fmla="*/ 4102 w 10000"/>
                  <a:gd name="connsiteY79" fmla="*/ 9434 h 10000"/>
                  <a:gd name="connsiteX80" fmla="*/ 4610 w 10000"/>
                  <a:gd name="connsiteY80" fmla="*/ 9940 h 10000"/>
                  <a:gd name="connsiteX81" fmla="*/ 4704 w 10000"/>
                  <a:gd name="connsiteY81" fmla="*/ 9992 h 10000"/>
                  <a:gd name="connsiteX82" fmla="*/ 4882 w 10000"/>
                  <a:gd name="connsiteY82" fmla="*/ 10000 h 10000"/>
                  <a:gd name="connsiteX83" fmla="*/ 5035 w 10000"/>
                  <a:gd name="connsiteY83" fmla="*/ 9915 h 10000"/>
                  <a:gd name="connsiteX84" fmla="*/ 5072 w 10000"/>
                  <a:gd name="connsiteY84" fmla="*/ 9628 h 10000"/>
                  <a:gd name="connsiteX85" fmla="*/ 5817 w 10000"/>
                  <a:gd name="connsiteY85" fmla="*/ 9460 h 10000"/>
                  <a:gd name="connsiteX86" fmla="*/ 5969 w 10000"/>
                  <a:gd name="connsiteY86" fmla="*/ 9493 h 10000"/>
                  <a:gd name="connsiteX87" fmla="*/ 6242 w 10000"/>
                  <a:gd name="connsiteY87" fmla="*/ 9712 h 10000"/>
                  <a:gd name="connsiteX88" fmla="*/ 6348 w 10000"/>
                  <a:gd name="connsiteY88" fmla="*/ 9704 h 10000"/>
                  <a:gd name="connsiteX89" fmla="*/ 6360 w 10000"/>
                  <a:gd name="connsiteY89" fmla="*/ 9561 h 10000"/>
                  <a:gd name="connsiteX90" fmla="*/ 6703 w 10000"/>
                  <a:gd name="connsiteY90" fmla="*/ 9416 h 10000"/>
                  <a:gd name="connsiteX91" fmla="*/ 7399 w 10000"/>
                  <a:gd name="connsiteY91" fmla="*/ 9517 h 10000"/>
                  <a:gd name="connsiteX92" fmla="*/ 7566 w 10000"/>
                  <a:gd name="connsiteY92" fmla="*/ 9392 h 10000"/>
                  <a:gd name="connsiteX93" fmla="*/ 8204 w 10000"/>
                  <a:gd name="connsiteY93" fmla="*/ 9476 h 10000"/>
                  <a:gd name="connsiteX94" fmla="*/ 8677 w 10000"/>
                  <a:gd name="connsiteY94" fmla="*/ 9426 h 10000"/>
                  <a:gd name="connsiteX95" fmla="*/ 8949 w 10000"/>
                  <a:gd name="connsiteY95" fmla="*/ 9517 h 10000"/>
                  <a:gd name="connsiteX96" fmla="*/ 8949 w 10000"/>
                  <a:gd name="connsiteY96" fmla="*/ 8757 h 10000"/>
                  <a:gd name="connsiteX97" fmla="*/ 9492 w 10000"/>
                  <a:gd name="connsiteY97" fmla="*/ 7948 h 10000"/>
                  <a:gd name="connsiteX98" fmla="*/ 10000 w 10000"/>
                  <a:gd name="connsiteY98" fmla="*/ 7593 h 10000"/>
                  <a:gd name="connsiteX99" fmla="*/ 9362 w 10000"/>
                  <a:gd name="connsiteY99" fmla="*/ 7069 h 10000"/>
                  <a:gd name="connsiteX100" fmla="*/ 8949 w 10000"/>
                  <a:gd name="connsiteY100" fmla="*/ 6605 h 10000"/>
                  <a:gd name="connsiteX101" fmla="*/ 8854 w 10000"/>
                  <a:gd name="connsiteY101" fmla="*/ 5938 h 10000"/>
                  <a:gd name="connsiteX102" fmla="*/ 8983 w 10000"/>
                  <a:gd name="connsiteY102" fmla="*/ 5270 h 10000"/>
                  <a:gd name="connsiteX103" fmla="*/ 9727 w 10000"/>
                  <a:gd name="connsiteY103" fmla="*/ 5034 h 10000"/>
                  <a:gd name="connsiteX104" fmla="*/ 9302 w 10000"/>
                  <a:gd name="connsiteY104" fmla="*/ 4949 h 10000"/>
                  <a:gd name="connsiteX105" fmla="*/ 8949 w 10000"/>
                  <a:gd name="connsiteY105" fmla="*/ 4434 h 10000"/>
                  <a:gd name="connsiteX106" fmla="*/ 9410 w 10000"/>
                  <a:gd name="connsiteY106" fmla="*/ 4096 h 10000"/>
                  <a:gd name="connsiteX107" fmla="*/ 9101 w 10000"/>
                  <a:gd name="connsiteY107" fmla="*/ 3750 h 10000"/>
                  <a:gd name="connsiteX108" fmla="*/ 8582 w 10000"/>
                  <a:gd name="connsiteY108" fmla="*/ 4029 h 10000"/>
                  <a:gd name="connsiteX109" fmla="*/ 7328 w 10000"/>
                  <a:gd name="connsiteY109" fmla="*/ 3716 h 10000"/>
                  <a:gd name="connsiteX110" fmla="*/ 6656 w 10000"/>
                  <a:gd name="connsiteY110" fmla="*/ 3336 h 10000"/>
                  <a:gd name="connsiteX111" fmla="*/ 6609 w 10000"/>
                  <a:gd name="connsiteY111" fmla="*/ 2854 h 10000"/>
                  <a:gd name="connsiteX112" fmla="*/ 6500 w 10000"/>
                  <a:gd name="connsiteY112" fmla="*/ 2559 h 10000"/>
                  <a:gd name="connsiteX113" fmla="*/ 6148 w 10000"/>
                  <a:gd name="connsiteY113" fmla="*/ 2390 h 10000"/>
                  <a:gd name="connsiteX114" fmla="*/ 5674 w 10000"/>
                  <a:gd name="connsiteY114" fmla="*/ 2306 h 10000"/>
                  <a:gd name="connsiteX115" fmla="*/ 5272 w 10000"/>
                  <a:gd name="connsiteY115" fmla="*/ 1883 h 10000"/>
                  <a:gd name="connsiteX116" fmla="*/ 5083 w 10000"/>
                  <a:gd name="connsiteY116" fmla="*/ 1300 h 10000"/>
                  <a:gd name="connsiteX117" fmla="*/ 4822 w 10000"/>
                  <a:gd name="connsiteY117" fmla="*/ 937 h 10000"/>
                  <a:gd name="connsiteX118" fmla="*/ 4375 w 10000"/>
                  <a:gd name="connsiteY118" fmla="*/ 557 h 10000"/>
                  <a:gd name="connsiteX119" fmla="*/ 3724 w 10000"/>
                  <a:gd name="connsiteY119" fmla="*/ 346 h 10000"/>
                  <a:gd name="connsiteX120" fmla="*/ 3511 w 10000"/>
                  <a:gd name="connsiteY120" fmla="*/ 228 h 10000"/>
                  <a:gd name="connsiteX121" fmla="*/ 3309 w 10000"/>
                  <a:gd name="connsiteY121" fmla="*/ 0 h 10000"/>
                  <a:gd name="connsiteX122" fmla="*/ 2778 w 10000"/>
                  <a:gd name="connsiteY122" fmla="*/ 143 h 10000"/>
                  <a:gd name="connsiteX123" fmla="*/ 2246 w 10000"/>
                  <a:gd name="connsiteY123" fmla="*/ 160 h 10000"/>
                  <a:gd name="connsiteX124" fmla="*/ 1537 w 10000"/>
                  <a:gd name="connsiteY124" fmla="*/ 490 h 10000"/>
                  <a:gd name="connsiteX125" fmla="*/ 911 w 10000"/>
                  <a:gd name="connsiteY125" fmla="*/ 507 h 10000"/>
                  <a:gd name="connsiteX126" fmla="*/ 604 w 10000"/>
                  <a:gd name="connsiteY126" fmla="*/ 675 h 10000"/>
                  <a:gd name="connsiteX127" fmla="*/ 0 w 10000"/>
                  <a:gd name="connsiteY127" fmla="*/ 719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</a:cxnLst>
                <a:rect l="l" t="t" r="r" b="b"/>
                <a:pathLst>
                  <a:path w="10000" h="10000">
                    <a:moveTo>
                      <a:pt x="0" y="719"/>
                    </a:moveTo>
                    <a:lnTo>
                      <a:pt x="331" y="937"/>
                    </a:lnTo>
                    <a:cubicBezTo>
                      <a:pt x="339" y="978"/>
                      <a:pt x="348" y="1017"/>
                      <a:pt x="355" y="1056"/>
                    </a:cubicBezTo>
                    <a:cubicBezTo>
                      <a:pt x="335" y="1079"/>
                      <a:pt x="316" y="1100"/>
                      <a:pt x="297" y="1123"/>
                    </a:cubicBezTo>
                    <a:cubicBezTo>
                      <a:pt x="331" y="1146"/>
                      <a:pt x="368" y="1168"/>
                      <a:pt x="402" y="1191"/>
                    </a:cubicBezTo>
                    <a:cubicBezTo>
                      <a:pt x="410" y="1227"/>
                      <a:pt x="418" y="1264"/>
                      <a:pt x="425" y="1300"/>
                    </a:cubicBezTo>
                    <a:cubicBezTo>
                      <a:pt x="378" y="1342"/>
                      <a:pt x="332" y="1385"/>
                      <a:pt x="285" y="1427"/>
                    </a:cubicBezTo>
                    <a:cubicBezTo>
                      <a:pt x="293" y="1452"/>
                      <a:pt x="301" y="1479"/>
                      <a:pt x="308" y="1504"/>
                    </a:cubicBezTo>
                    <a:lnTo>
                      <a:pt x="449" y="1554"/>
                    </a:lnTo>
                    <a:cubicBezTo>
                      <a:pt x="481" y="1531"/>
                      <a:pt x="512" y="1509"/>
                      <a:pt x="544" y="1487"/>
                    </a:cubicBezTo>
                    <a:lnTo>
                      <a:pt x="639" y="1487"/>
                    </a:lnTo>
                    <a:cubicBezTo>
                      <a:pt x="682" y="1512"/>
                      <a:pt x="725" y="1538"/>
                      <a:pt x="769" y="1562"/>
                    </a:cubicBezTo>
                    <a:lnTo>
                      <a:pt x="769" y="1613"/>
                    </a:lnTo>
                    <a:cubicBezTo>
                      <a:pt x="741" y="1630"/>
                      <a:pt x="713" y="1646"/>
                      <a:pt x="685" y="1663"/>
                    </a:cubicBezTo>
                    <a:lnTo>
                      <a:pt x="592" y="1663"/>
                    </a:lnTo>
                    <a:cubicBezTo>
                      <a:pt x="580" y="1689"/>
                      <a:pt x="567" y="1714"/>
                      <a:pt x="556" y="1740"/>
                    </a:cubicBezTo>
                    <a:cubicBezTo>
                      <a:pt x="576" y="1759"/>
                      <a:pt x="596" y="1780"/>
                      <a:pt x="615" y="1800"/>
                    </a:cubicBezTo>
                    <a:cubicBezTo>
                      <a:pt x="604" y="1827"/>
                      <a:pt x="591" y="1855"/>
                      <a:pt x="579" y="1883"/>
                    </a:cubicBezTo>
                    <a:cubicBezTo>
                      <a:pt x="572" y="1903"/>
                      <a:pt x="563" y="1923"/>
                      <a:pt x="556" y="1943"/>
                    </a:cubicBezTo>
                    <a:cubicBezTo>
                      <a:pt x="576" y="1962"/>
                      <a:pt x="596" y="1982"/>
                      <a:pt x="615" y="2002"/>
                    </a:cubicBezTo>
                    <a:lnTo>
                      <a:pt x="792" y="2002"/>
                    </a:lnTo>
                    <a:cubicBezTo>
                      <a:pt x="816" y="2024"/>
                      <a:pt x="840" y="2046"/>
                      <a:pt x="863" y="2069"/>
                    </a:cubicBezTo>
                    <a:cubicBezTo>
                      <a:pt x="906" y="2092"/>
                      <a:pt x="950" y="2114"/>
                      <a:pt x="993" y="2137"/>
                    </a:cubicBezTo>
                    <a:lnTo>
                      <a:pt x="1206" y="2128"/>
                    </a:lnTo>
                    <a:lnTo>
                      <a:pt x="1359" y="2204"/>
                    </a:lnTo>
                    <a:lnTo>
                      <a:pt x="1549" y="2187"/>
                    </a:lnTo>
                    <a:cubicBezTo>
                      <a:pt x="1581" y="2199"/>
                      <a:pt x="1612" y="2209"/>
                      <a:pt x="1642" y="2221"/>
                    </a:cubicBezTo>
                    <a:cubicBezTo>
                      <a:pt x="1652" y="2241"/>
                      <a:pt x="1659" y="2260"/>
                      <a:pt x="1668" y="2280"/>
                    </a:cubicBezTo>
                    <a:lnTo>
                      <a:pt x="1502" y="2356"/>
                    </a:lnTo>
                    <a:lnTo>
                      <a:pt x="1324" y="2322"/>
                    </a:lnTo>
                    <a:lnTo>
                      <a:pt x="1170" y="2298"/>
                    </a:lnTo>
                    <a:lnTo>
                      <a:pt x="1065" y="2314"/>
                    </a:lnTo>
                    <a:cubicBezTo>
                      <a:pt x="1053" y="2363"/>
                      <a:pt x="1041" y="2410"/>
                      <a:pt x="1029" y="2458"/>
                    </a:cubicBezTo>
                    <a:cubicBezTo>
                      <a:pt x="990" y="2492"/>
                      <a:pt x="950" y="2525"/>
                      <a:pt x="911" y="2559"/>
                    </a:cubicBezTo>
                    <a:cubicBezTo>
                      <a:pt x="934" y="2655"/>
                      <a:pt x="957" y="2750"/>
                      <a:pt x="981" y="2846"/>
                    </a:cubicBezTo>
                    <a:lnTo>
                      <a:pt x="1065" y="2897"/>
                    </a:lnTo>
                    <a:cubicBezTo>
                      <a:pt x="1049" y="2945"/>
                      <a:pt x="1033" y="2993"/>
                      <a:pt x="1018" y="3040"/>
                    </a:cubicBezTo>
                    <a:lnTo>
                      <a:pt x="1549" y="3074"/>
                    </a:lnTo>
                    <a:cubicBezTo>
                      <a:pt x="1581" y="3105"/>
                      <a:pt x="1612" y="3136"/>
                      <a:pt x="1642" y="3167"/>
                    </a:cubicBezTo>
                    <a:lnTo>
                      <a:pt x="1574" y="3268"/>
                    </a:lnTo>
                    <a:lnTo>
                      <a:pt x="1574" y="3411"/>
                    </a:lnTo>
                    <a:lnTo>
                      <a:pt x="1348" y="3639"/>
                    </a:lnTo>
                    <a:lnTo>
                      <a:pt x="1147" y="3979"/>
                    </a:lnTo>
                    <a:cubicBezTo>
                      <a:pt x="1116" y="3992"/>
                      <a:pt x="1085" y="4006"/>
                      <a:pt x="1053" y="4020"/>
                    </a:cubicBezTo>
                    <a:lnTo>
                      <a:pt x="1053" y="4114"/>
                    </a:lnTo>
                    <a:cubicBezTo>
                      <a:pt x="1072" y="4133"/>
                      <a:pt x="1093" y="4152"/>
                      <a:pt x="1112" y="4171"/>
                    </a:cubicBezTo>
                    <a:lnTo>
                      <a:pt x="969" y="4342"/>
                    </a:lnTo>
                    <a:cubicBezTo>
                      <a:pt x="1002" y="4409"/>
                      <a:pt x="1032" y="4477"/>
                      <a:pt x="1065" y="4544"/>
                    </a:cubicBezTo>
                    <a:lnTo>
                      <a:pt x="1218" y="4569"/>
                    </a:lnTo>
                    <a:cubicBezTo>
                      <a:pt x="1253" y="4592"/>
                      <a:pt x="1289" y="4614"/>
                      <a:pt x="1324" y="4638"/>
                    </a:cubicBezTo>
                    <a:lnTo>
                      <a:pt x="1490" y="4594"/>
                    </a:lnTo>
                    <a:cubicBezTo>
                      <a:pt x="1514" y="4628"/>
                      <a:pt x="1538" y="4661"/>
                      <a:pt x="1562" y="4695"/>
                    </a:cubicBezTo>
                    <a:cubicBezTo>
                      <a:pt x="1574" y="4732"/>
                      <a:pt x="1585" y="4768"/>
                      <a:pt x="1596" y="4806"/>
                    </a:cubicBezTo>
                    <a:lnTo>
                      <a:pt x="1786" y="4932"/>
                    </a:lnTo>
                    <a:cubicBezTo>
                      <a:pt x="1820" y="4926"/>
                      <a:pt x="1857" y="4921"/>
                      <a:pt x="1891" y="4915"/>
                    </a:cubicBezTo>
                    <a:cubicBezTo>
                      <a:pt x="1907" y="4926"/>
                      <a:pt x="1921" y="4938"/>
                      <a:pt x="1939" y="4949"/>
                    </a:cubicBezTo>
                    <a:cubicBezTo>
                      <a:pt x="1934" y="4977"/>
                      <a:pt x="1930" y="5005"/>
                      <a:pt x="1926" y="5034"/>
                    </a:cubicBezTo>
                    <a:lnTo>
                      <a:pt x="2116" y="5110"/>
                    </a:lnTo>
                    <a:lnTo>
                      <a:pt x="2235" y="5126"/>
                    </a:lnTo>
                    <a:cubicBezTo>
                      <a:pt x="2242" y="5163"/>
                      <a:pt x="2251" y="5200"/>
                      <a:pt x="2258" y="5237"/>
                    </a:cubicBezTo>
                    <a:lnTo>
                      <a:pt x="2057" y="5362"/>
                    </a:lnTo>
                    <a:lnTo>
                      <a:pt x="1715" y="5379"/>
                    </a:lnTo>
                    <a:lnTo>
                      <a:pt x="1490" y="5278"/>
                    </a:lnTo>
                    <a:lnTo>
                      <a:pt x="1372" y="5278"/>
                    </a:lnTo>
                    <a:cubicBezTo>
                      <a:pt x="1355" y="5292"/>
                      <a:pt x="1339" y="5306"/>
                      <a:pt x="1324" y="5321"/>
                    </a:cubicBezTo>
                    <a:cubicBezTo>
                      <a:pt x="1339" y="5346"/>
                      <a:pt x="1355" y="5372"/>
                      <a:pt x="1372" y="5398"/>
                    </a:cubicBezTo>
                    <a:lnTo>
                      <a:pt x="1642" y="5599"/>
                    </a:lnTo>
                    <a:lnTo>
                      <a:pt x="1926" y="5878"/>
                    </a:lnTo>
                    <a:lnTo>
                      <a:pt x="2010" y="5920"/>
                    </a:lnTo>
                    <a:cubicBezTo>
                      <a:pt x="2006" y="6000"/>
                      <a:pt x="2003" y="6078"/>
                      <a:pt x="1999" y="6158"/>
                    </a:cubicBezTo>
                    <a:cubicBezTo>
                      <a:pt x="1975" y="6186"/>
                      <a:pt x="1951" y="6213"/>
                      <a:pt x="1926" y="6241"/>
                    </a:cubicBezTo>
                    <a:lnTo>
                      <a:pt x="1797" y="6283"/>
                    </a:lnTo>
                    <a:cubicBezTo>
                      <a:pt x="1770" y="6261"/>
                      <a:pt x="1227" y="6362"/>
                      <a:pt x="1200" y="6339"/>
                    </a:cubicBezTo>
                    <a:lnTo>
                      <a:pt x="1851" y="6848"/>
                    </a:lnTo>
                    <a:lnTo>
                      <a:pt x="3040" y="7530"/>
                    </a:lnTo>
                    <a:cubicBezTo>
                      <a:pt x="3297" y="7520"/>
                      <a:pt x="3921" y="7884"/>
                      <a:pt x="3909" y="8016"/>
                    </a:cubicBezTo>
                    <a:cubicBezTo>
                      <a:pt x="4011" y="8189"/>
                      <a:pt x="3651" y="8068"/>
                      <a:pt x="3480" y="8324"/>
                    </a:cubicBezTo>
                    <a:cubicBezTo>
                      <a:pt x="3329" y="8477"/>
                      <a:pt x="3205" y="8526"/>
                      <a:pt x="3234" y="8690"/>
                    </a:cubicBezTo>
                    <a:cubicBezTo>
                      <a:pt x="3263" y="8854"/>
                      <a:pt x="3599" y="9183"/>
                      <a:pt x="3653" y="9307"/>
                    </a:cubicBezTo>
                    <a:lnTo>
                      <a:pt x="4102" y="9434"/>
                    </a:lnTo>
                    <a:lnTo>
                      <a:pt x="4610" y="9940"/>
                    </a:lnTo>
                    <a:cubicBezTo>
                      <a:pt x="4642" y="9957"/>
                      <a:pt x="4672" y="9975"/>
                      <a:pt x="4704" y="9992"/>
                    </a:cubicBezTo>
                    <a:lnTo>
                      <a:pt x="4882" y="10000"/>
                    </a:lnTo>
                    <a:cubicBezTo>
                      <a:pt x="4934" y="9972"/>
                      <a:pt x="4984" y="9943"/>
                      <a:pt x="5035" y="9915"/>
                    </a:cubicBezTo>
                    <a:cubicBezTo>
                      <a:pt x="5046" y="9819"/>
                      <a:pt x="5059" y="9724"/>
                      <a:pt x="5072" y="9628"/>
                    </a:cubicBezTo>
                    <a:lnTo>
                      <a:pt x="5817" y="9460"/>
                    </a:lnTo>
                    <a:lnTo>
                      <a:pt x="5969" y="9493"/>
                    </a:lnTo>
                    <a:lnTo>
                      <a:pt x="6242" y="9712"/>
                    </a:lnTo>
                    <a:cubicBezTo>
                      <a:pt x="6277" y="9709"/>
                      <a:pt x="6313" y="9707"/>
                      <a:pt x="6348" y="9704"/>
                    </a:cubicBezTo>
                    <a:cubicBezTo>
                      <a:pt x="6353" y="9656"/>
                      <a:pt x="6356" y="9609"/>
                      <a:pt x="6360" y="9561"/>
                    </a:cubicBezTo>
                    <a:lnTo>
                      <a:pt x="6703" y="9416"/>
                    </a:lnTo>
                    <a:lnTo>
                      <a:pt x="7399" y="9517"/>
                    </a:lnTo>
                    <a:lnTo>
                      <a:pt x="7566" y="9392"/>
                    </a:lnTo>
                    <a:lnTo>
                      <a:pt x="8204" y="9476"/>
                    </a:lnTo>
                    <a:lnTo>
                      <a:pt x="8677" y="9426"/>
                    </a:lnTo>
                    <a:lnTo>
                      <a:pt x="8949" y="9517"/>
                    </a:lnTo>
                    <a:lnTo>
                      <a:pt x="8949" y="8757"/>
                    </a:lnTo>
                    <a:lnTo>
                      <a:pt x="9492" y="7948"/>
                    </a:lnTo>
                    <a:lnTo>
                      <a:pt x="10000" y="7593"/>
                    </a:lnTo>
                    <a:lnTo>
                      <a:pt x="9362" y="7069"/>
                    </a:lnTo>
                    <a:lnTo>
                      <a:pt x="8949" y="6605"/>
                    </a:lnTo>
                    <a:cubicBezTo>
                      <a:pt x="8915" y="6382"/>
                      <a:pt x="8885" y="6161"/>
                      <a:pt x="8854" y="5938"/>
                    </a:cubicBezTo>
                    <a:cubicBezTo>
                      <a:pt x="8897" y="5715"/>
                      <a:pt x="8941" y="5493"/>
                      <a:pt x="8983" y="5270"/>
                    </a:cubicBezTo>
                    <a:lnTo>
                      <a:pt x="9727" y="5034"/>
                    </a:lnTo>
                    <a:lnTo>
                      <a:pt x="9302" y="4949"/>
                    </a:lnTo>
                    <a:lnTo>
                      <a:pt x="8949" y="4434"/>
                    </a:lnTo>
                    <a:lnTo>
                      <a:pt x="9410" y="4096"/>
                    </a:lnTo>
                    <a:lnTo>
                      <a:pt x="9101" y="3750"/>
                    </a:lnTo>
                    <a:lnTo>
                      <a:pt x="8582" y="4029"/>
                    </a:lnTo>
                    <a:lnTo>
                      <a:pt x="7328" y="3716"/>
                    </a:lnTo>
                    <a:lnTo>
                      <a:pt x="6656" y="3336"/>
                    </a:lnTo>
                    <a:cubicBezTo>
                      <a:pt x="6640" y="3175"/>
                      <a:pt x="6624" y="3015"/>
                      <a:pt x="6609" y="2854"/>
                    </a:cubicBezTo>
                    <a:cubicBezTo>
                      <a:pt x="6573" y="2756"/>
                      <a:pt x="6536" y="2657"/>
                      <a:pt x="6500" y="2559"/>
                    </a:cubicBezTo>
                    <a:lnTo>
                      <a:pt x="6148" y="2390"/>
                    </a:lnTo>
                    <a:lnTo>
                      <a:pt x="5674" y="2306"/>
                    </a:lnTo>
                    <a:lnTo>
                      <a:pt x="5272" y="1883"/>
                    </a:lnTo>
                    <a:cubicBezTo>
                      <a:pt x="5211" y="1688"/>
                      <a:pt x="5146" y="1495"/>
                      <a:pt x="5083" y="1300"/>
                    </a:cubicBezTo>
                    <a:lnTo>
                      <a:pt x="4822" y="937"/>
                    </a:lnTo>
                    <a:lnTo>
                      <a:pt x="4375" y="557"/>
                    </a:lnTo>
                    <a:lnTo>
                      <a:pt x="3724" y="346"/>
                    </a:lnTo>
                    <a:lnTo>
                      <a:pt x="3511" y="228"/>
                    </a:lnTo>
                    <a:lnTo>
                      <a:pt x="3309" y="0"/>
                    </a:lnTo>
                    <a:lnTo>
                      <a:pt x="2778" y="143"/>
                    </a:lnTo>
                    <a:lnTo>
                      <a:pt x="2246" y="160"/>
                    </a:lnTo>
                    <a:lnTo>
                      <a:pt x="1537" y="490"/>
                    </a:lnTo>
                    <a:lnTo>
                      <a:pt x="911" y="507"/>
                    </a:lnTo>
                    <a:lnTo>
                      <a:pt x="604" y="675"/>
                    </a:lnTo>
                    <a:lnTo>
                      <a:pt x="0" y="719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GB" dirty="0">
                  <a:latin typeface="Trade Gothic LT Std" pitchFamily="50" charset="0"/>
                </a:endParaRPr>
              </a:p>
            </p:txBody>
          </p:sp>
          <p:sp>
            <p:nvSpPr>
              <p:cNvPr id="15" name="Freeform 372">
                <a:extLst>
                  <a:ext uri="{FF2B5EF4-FFF2-40B4-BE49-F238E27FC236}">
                    <a16:creationId xmlns:a16="http://schemas.microsoft.com/office/drawing/2014/main" id="{06613C0B-F470-B838-6B16-FD3969406256}"/>
                  </a:ext>
                </a:extLst>
              </p:cNvPr>
              <p:cNvSpPr/>
              <p:nvPr/>
            </p:nvSpPr>
            <p:spPr bwMode="auto">
              <a:xfrm>
                <a:off x="5557019" y="5266871"/>
                <a:ext cx="138317" cy="158113"/>
              </a:xfrm>
              <a:custGeom>
                <a:avLst/>
                <a:gdLst>
                  <a:gd name="connsiteX0" fmla="*/ 381000 w 1095375"/>
                  <a:gd name="connsiteY0" fmla="*/ 0 h 1352550"/>
                  <a:gd name="connsiteX1" fmla="*/ 619125 w 1095375"/>
                  <a:gd name="connsiteY1" fmla="*/ 166687 h 1352550"/>
                  <a:gd name="connsiteX2" fmla="*/ 681038 w 1095375"/>
                  <a:gd name="connsiteY2" fmla="*/ 266700 h 1352550"/>
                  <a:gd name="connsiteX3" fmla="*/ 762000 w 1095375"/>
                  <a:gd name="connsiteY3" fmla="*/ 328612 h 1352550"/>
                  <a:gd name="connsiteX4" fmla="*/ 857250 w 1095375"/>
                  <a:gd name="connsiteY4" fmla="*/ 347662 h 1352550"/>
                  <a:gd name="connsiteX5" fmla="*/ 919163 w 1095375"/>
                  <a:gd name="connsiteY5" fmla="*/ 409575 h 1352550"/>
                  <a:gd name="connsiteX6" fmla="*/ 1009650 w 1095375"/>
                  <a:gd name="connsiteY6" fmla="*/ 442912 h 1352550"/>
                  <a:gd name="connsiteX7" fmla="*/ 1095375 w 1095375"/>
                  <a:gd name="connsiteY7" fmla="*/ 519112 h 1352550"/>
                  <a:gd name="connsiteX8" fmla="*/ 1028700 w 1095375"/>
                  <a:gd name="connsiteY8" fmla="*/ 638175 h 1352550"/>
                  <a:gd name="connsiteX9" fmla="*/ 966788 w 1095375"/>
                  <a:gd name="connsiteY9" fmla="*/ 647700 h 1352550"/>
                  <a:gd name="connsiteX10" fmla="*/ 923925 w 1095375"/>
                  <a:gd name="connsiteY10" fmla="*/ 652462 h 1352550"/>
                  <a:gd name="connsiteX11" fmla="*/ 938213 w 1095375"/>
                  <a:gd name="connsiteY11" fmla="*/ 723900 h 1352550"/>
                  <a:gd name="connsiteX12" fmla="*/ 876300 w 1095375"/>
                  <a:gd name="connsiteY12" fmla="*/ 833437 h 1352550"/>
                  <a:gd name="connsiteX13" fmla="*/ 838200 w 1095375"/>
                  <a:gd name="connsiteY13" fmla="*/ 833437 h 1352550"/>
                  <a:gd name="connsiteX14" fmla="*/ 757238 w 1095375"/>
                  <a:gd name="connsiteY14" fmla="*/ 776287 h 1352550"/>
                  <a:gd name="connsiteX15" fmla="*/ 566738 w 1095375"/>
                  <a:gd name="connsiteY15" fmla="*/ 1028700 h 1352550"/>
                  <a:gd name="connsiteX16" fmla="*/ 571500 w 1095375"/>
                  <a:gd name="connsiteY16" fmla="*/ 1147762 h 1352550"/>
                  <a:gd name="connsiteX17" fmla="*/ 585788 w 1095375"/>
                  <a:gd name="connsiteY17" fmla="*/ 1219200 h 1352550"/>
                  <a:gd name="connsiteX18" fmla="*/ 538163 w 1095375"/>
                  <a:gd name="connsiteY18" fmla="*/ 1352550 h 1352550"/>
                  <a:gd name="connsiteX19" fmla="*/ 428625 w 1095375"/>
                  <a:gd name="connsiteY19" fmla="*/ 1300162 h 1352550"/>
                  <a:gd name="connsiteX20" fmla="*/ 400050 w 1095375"/>
                  <a:gd name="connsiteY20" fmla="*/ 1204912 h 1352550"/>
                  <a:gd name="connsiteX21" fmla="*/ 9525 w 1095375"/>
                  <a:gd name="connsiteY21" fmla="*/ 885825 h 1352550"/>
                  <a:gd name="connsiteX22" fmla="*/ 4763 w 1095375"/>
                  <a:gd name="connsiteY22" fmla="*/ 785812 h 1352550"/>
                  <a:gd name="connsiteX23" fmla="*/ 42863 w 1095375"/>
                  <a:gd name="connsiteY23" fmla="*/ 690562 h 1352550"/>
                  <a:gd name="connsiteX24" fmla="*/ 4763 w 1095375"/>
                  <a:gd name="connsiteY24" fmla="*/ 552450 h 1352550"/>
                  <a:gd name="connsiteX25" fmla="*/ 0 w 1095375"/>
                  <a:gd name="connsiteY25" fmla="*/ 447675 h 1352550"/>
                  <a:gd name="connsiteX26" fmla="*/ 42863 w 1095375"/>
                  <a:gd name="connsiteY26" fmla="*/ 390525 h 1352550"/>
                  <a:gd name="connsiteX27" fmla="*/ 100013 w 1095375"/>
                  <a:gd name="connsiteY27" fmla="*/ 385762 h 1352550"/>
                  <a:gd name="connsiteX28" fmla="*/ 123825 w 1095375"/>
                  <a:gd name="connsiteY28" fmla="*/ 242887 h 1352550"/>
                  <a:gd name="connsiteX29" fmla="*/ 238125 w 1095375"/>
                  <a:gd name="connsiteY29" fmla="*/ 138112 h 1352550"/>
                  <a:gd name="connsiteX30" fmla="*/ 338138 w 1095375"/>
                  <a:gd name="connsiteY30" fmla="*/ 180975 h 1352550"/>
                  <a:gd name="connsiteX31" fmla="*/ 385763 w 1095375"/>
                  <a:gd name="connsiteY31" fmla="*/ 142875 h 1352550"/>
                  <a:gd name="connsiteX32" fmla="*/ 347663 w 1095375"/>
                  <a:gd name="connsiteY32" fmla="*/ 80962 h 1352550"/>
                  <a:gd name="connsiteX33" fmla="*/ 314325 w 1095375"/>
                  <a:gd name="connsiteY33" fmla="*/ 9525 h 1352550"/>
                  <a:gd name="connsiteX34" fmla="*/ 381000 w 1095375"/>
                  <a:gd name="connsiteY34" fmla="*/ 0 h 1352550"/>
                  <a:gd name="connsiteX0" fmla="*/ 414338 w 1095375"/>
                  <a:gd name="connsiteY0" fmla="*/ 0 h 1376363"/>
                  <a:gd name="connsiteX1" fmla="*/ 619125 w 1095375"/>
                  <a:gd name="connsiteY1" fmla="*/ 190500 h 1376363"/>
                  <a:gd name="connsiteX2" fmla="*/ 681038 w 1095375"/>
                  <a:gd name="connsiteY2" fmla="*/ 290513 h 1376363"/>
                  <a:gd name="connsiteX3" fmla="*/ 762000 w 1095375"/>
                  <a:gd name="connsiteY3" fmla="*/ 352425 h 1376363"/>
                  <a:gd name="connsiteX4" fmla="*/ 857250 w 1095375"/>
                  <a:gd name="connsiteY4" fmla="*/ 371475 h 1376363"/>
                  <a:gd name="connsiteX5" fmla="*/ 919163 w 1095375"/>
                  <a:gd name="connsiteY5" fmla="*/ 433388 h 1376363"/>
                  <a:gd name="connsiteX6" fmla="*/ 1009650 w 1095375"/>
                  <a:gd name="connsiteY6" fmla="*/ 466725 h 1376363"/>
                  <a:gd name="connsiteX7" fmla="*/ 1095375 w 1095375"/>
                  <a:gd name="connsiteY7" fmla="*/ 542925 h 1376363"/>
                  <a:gd name="connsiteX8" fmla="*/ 1028700 w 1095375"/>
                  <a:gd name="connsiteY8" fmla="*/ 661988 h 1376363"/>
                  <a:gd name="connsiteX9" fmla="*/ 966788 w 1095375"/>
                  <a:gd name="connsiteY9" fmla="*/ 671513 h 1376363"/>
                  <a:gd name="connsiteX10" fmla="*/ 923925 w 1095375"/>
                  <a:gd name="connsiteY10" fmla="*/ 676275 h 1376363"/>
                  <a:gd name="connsiteX11" fmla="*/ 938213 w 1095375"/>
                  <a:gd name="connsiteY11" fmla="*/ 747713 h 1376363"/>
                  <a:gd name="connsiteX12" fmla="*/ 876300 w 1095375"/>
                  <a:gd name="connsiteY12" fmla="*/ 857250 h 1376363"/>
                  <a:gd name="connsiteX13" fmla="*/ 838200 w 1095375"/>
                  <a:gd name="connsiteY13" fmla="*/ 857250 h 1376363"/>
                  <a:gd name="connsiteX14" fmla="*/ 757238 w 1095375"/>
                  <a:gd name="connsiteY14" fmla="*/ 800100 h 1376363"/>
                  <a:gd name="connsiteX15" fmla="*/ 566738 w 1095375"/>
                  <a:gd name="connsiteY15" fmla="*/ 1052513 h 1376363"/>
                  <a:gd name="connsiteX16" fmla="*/ 571500 w 1095375"/>
                  <a:gd name="connsiteY16" fmla="*/ 1171575 h 1376363"/>
                  <a:gd name="connsiteX17" fmla="*/ 585788 w 1095375"/>
                  <a:gd name="connsiteY17" fmla="*/ 1243013 h 1376363"/>
                  <a:gd name="connsiteX18" fmla="*/ 538163 w 1095375"/>
                  <a:gd name="connsiteY18" fmla="*/ 1376363 h 1376363"/>
                  <a:gd name="connsiteX19" fmla="*/ 428625 w 1095375"/>
                  <a:gd name="connsiteY19" fmla="*/ 1323975 h 1376363"/>
                  <a:gd name="connsiteX20" fmla="*/ 400050 w 1095375"/>
                  <a:gd name="connsiteY20" fmla="*/ 1228725 h 1376363"/>
                  <a:gd name="connsiteX21" fmla="*/ 9525 w 1095375"/>
                  <a:gd name="connsiteY21" fmla="*/ 909638 h 1376363"/>
                  <a:gd name="connsiteX22" fmla="*/ 4763 w 1095375"/>
                  <a:gd name="connsiteY22" fmla="*/ 809625 h 1376363"/>
                  <a:gd name="connsiteX23" fmla="*/ 42863 w 1095375"/>
                  <a:gd name="connsiteY23" fmla="*/ 714375 h 1376363"/>
                  <a:gd name="connsiteX24" fmla="*/ 4763 w 1095375"/>
                  <a:gd name="connsiteY24" fmla="*/ 576263 h 1376363"/>
                  <a:gd name="connsiteX25" fmla="*/ 0 w 1095375"/>
                  <a:gd name="connsiteY25" fmla="*/ 471488 h 1376363"/>
                  <a:gd name="connsiteX26" fmla="*/ 42863 w 1095375"/>
                  <a:gd name="connsiteY26" fmla="*/ 414338 h 1376363"/>
                  <a:gd name="connsiteX27" fmla="*/ 100013 w 1095375"/>
                  <a:gd name="connsiteY27" fmla="*/ 409575 h 1376363"/>
                  <a:gd name="connsiteX28" fmla="*/ 123825 w 1095375"/>
                  <a:gd name="connsiteY28" fmla="*/ 266700 h 1376363"/>
                  <a:gd name="connsiteX29" fmla="*/ 238125 w 1095375"/>
                  <a:gd name="connsiteY29" fmla="*/ 161925 h 1376363"/>
                  <a:gd name="connsiteX30" fmla="*/ 338138 w 1095375"/>
                  <a:gd name="connsiteY30" fmla="*/ 204788 h 1376363"/>
                  <a:gd name="connsiteX31" fmla="*/ 385763 w 1095375"/>
                  <a:gd name="connsiteY31" fmla="*/ 166688 h 1376363"/>
                  <a:gd name="connsiteX32" fmla="*/ 347663 w 1095375"/>
                  <a:gd name="connsiteY32" fmla="*/ 104775 h 1376363"/>
                  <a:gd name="connsiteX33" fmla="*/ 314325 w 1095375"/>
                  <a:gd name="connsiteY33" fmla="*/ 33338 h 1376363"/>
                  <a:gd name="connsiteX34" fmla="*/ 414338 w 1095375"/>
                  <a:gd name="connsiteY34" fmla="*/ 0 h 1376363"/>
                  <a:gd name="connsiteX0" fmla="*/ 414338 w 1095375"/>
                  <a:gd name="connsiteY0" fmla="*/ 0 h 1376363"/>
                  <a:gd name="connsiteX1" fmla="*/ 561975 w 1095375"/>
                  <a:gd name="connsiteY1" fmla="*/ 278606 h 1376363"/>
                  <a:gd name="connsiteX2" fmla="*/ 681038 w 1095375"/>
                  <a:gd name="connsiteY2" fmla="*/ 290513 h 1376363"/>
                  <a:gd name="connsiteX3" fmla="*/ 762000 w 1095375"/>
                  <a:gd name="connsiteY3" fmla="*/ 352425 h 1376363"/>
                  <a:gd name="connsiteX4" fmla="*/ 857250 w 1095375"/>
                  <a:gd name="connsiteY4" fmla="*/ 371475 h 1376363"/>
                  <a:gd name="connsiteX5" fmla="*/ 919163 w 1095375"/>
                  <a:gd name="connsiteY5" fmla="*/ 433388 h 1376363"/>
                  <a:gd name="connsiteX6" fmla="*/ 1009650 w 1095375"/>
                  <a:gd name="connsiteY6" fmla="*/ 466725 h 1376363"/>
                  <a:gd name="connsiteX7" fmla="*/ 1095375 w 1095375"/>
                  <a:gd name="connsiteY7" fmla="*/ 542925 h 1376363"/>
                  <a:gd name="connsiteX8" fmla="*/ 1028700 w 1095375"/>
                  <a:gd name="connsiteY8" fmla="*/ 661988 h 1376363"/>
                  <a:gd name="connsiteX9" fmla="*/ 966788 w 1095375"/>
                  <a:gd name="connsiteY9" fmla="*/ 671513 h 1376363"/>
                  <a:gd name="connsiteX10" fmla="*/ 923925 w 1095375"/>
                  <a:gd name="connsiteY10" fmla="*/ 676275 h 1376363"/>
                  <a:gd name="connsiteX11" fmla="*/ 938213 w 1095375"/>
                  <a:gd name="connsiteY11" fmla="*/ 747713 h 1376363"/>
                  <a:gd name="connsiteX12" fmla="*/ 876300 w 1095375"/>
                  <a:gd name="connsiteY12" fmla="*/ 857250 h 1376363"/>
                  <a:gd name="connsiteX13" fmla="*/ 838200 w 1095375"/>
                  <a:gd name="connsiteY13" fmla="*/ 857250 h 1376363"/>
                  <a:gd name="connsiteX14" fmla="*/ 757238 w 1095375"/>
                  <a:gd name="connsiteY14" fmla="*/ 800100 h 1376363"/>
                  <a:gd name="connsiteX15" fmla="*/ 566738 w 1095375"/>
                  <a:gd name="connsiteY15" fmla="*/ 1052513 h 1376363"/>
                  <a:gd name="connsiteX16" fmla="*/ 571500 w 1095375"/>
                  <a:gd name="connsiteY16" fmla="*/ 1171575 h 1376363"/>
                  <a:gd name="connsiteX17" fmla="*/ 585788 w 1095375"/>
                  <a:gd name="connsiteY17" fmla="*/ 1243013 h 1376363"/>
                  <a:gd name="connsiteX18" fmla="*/ 538163 w 1095375"/>
                  <a:gd name="connsiteY18" fmla="*/ 1376363 h 1376363"/>
                  <a:gd name="connsiteX19" fmla="*/ 428625 w 1095375"/>
                  <a:gd name="connsiteY19" fmla="*/ 1323975 h 1376363"/>
                  <a:gd name="connsiteX20" fmla="*/ 400050 w 1095375"/>
                  <a:gd name="connsiteY20" fmla="*/ 1228725 h 1376363"/>
                  <a:gd name="connsiteX21" fmla="*/ 9525 w 1095375"/>
                  <a:gd name="connsiteY21" fmla="*/ 909638 h 1376363"/>
                  <a:gd name="connsiteX22" fmla="*/ 4763 w 1095375"/>
                  <a:gd name="connsiteY22" fmla="*/ 809625 h 1376363"/>
                  <a:gd name="connsiteX23" fmla="*/ 42863 w 1095375"/>
                  <a:gd name="connsiteY23" fmla="*/ 714375 h 1376363"/>
                  <a:gd name="connsiteX24" fmla="*/ 4763 w 1095375"/>
                  <a:gd name="connsiteY24" fmla="*/ 576263 h 1376363"/>
                  <a:gd name="connsiteX25" fmla="*/ 0 w 1095375"/>
                  <a:gd name="connsiteY25" fmla="*/ 471488 h 1376363"/>
                  <a:gd name="connsiteX26" fmla="*/ 42863 w 1095375"/>
                  <a:gd name="connsiteY26" fmla="*/ 414338 h 1376363"/>
                  <a:gd name="connsiteX27" fmla="*/ 100013 w 1095375"/>
                  <a:gd name="connsiteY27" fmla="*/ 409575 h 1376363"/>
                  <a:gd name="connsiteX28" fmla="*/ 123825 w 1095375"/>
                  <a:gd name="connsiteY28" fmla="*/ 266700 h 1376363"/>
                  <a:gd name="connsiteX29" fmla="*/ 238125 w 1095375"/>
                  <a:gd name="connsiteY29" fmla="*/ 161925 h 1376363"/>
                  <a:gd name="connsiteX30" fmla="*/ 338138 w 1095375"/>
                  <a:gd name="connsiteY30" fmla="*/ 204788 h 1376363"/>
                  <a:gd name="connsiteX31" fmla="*/ 385763 w 1095375"/>
                  <a:gd name="connsiteY31" fmla="*/ 166688 h 1376363"/>
                  <a:gd name="connsiteX32" fmla="*/ 347663 w 1095375"/>
                  <a:gd name="connsiteY32" fmla="*/ 104775 h 1376363"/>
                  <a:gd name="connsiteX33" fmla="*/ 314325 w 1095375"/>
                  <a:gd name="connsiteY33" fmla="*/ 33338 h 1376363"/>
                  <a:gd name="connsiteX34" fmla="*/ 414338 w 1095375"/>
                  <a:gd name="connsiteY34" fmla="*/ 0 h 1376363"/>
                  <a:gd name="connsiteX0" fmla="*/ 414338 w 1095375"/>
                  <a:gd name="connsiteY0" fmla="*/ 0 h 1376363"/>
                  <a:gd name="connsiteX1" fmla="*/ 564356 w 1095375"/>
                  <a:gd name="connsiteY1" fmla="*/ 159543 h 1376363"/>
                  <a:gd name="connsiteX2" fmla="*/ 681038 w 1095375"/>
                  <a:gd name="connsiteY2" fmla="*/ 290513 h 1376363"/>
                  <a:gd name="connsiteX3" fmla="*/ 762000 w 1095375"/>
                  <a:gd name="connsiteY3" fmla="*/ 352425 h 1376363"/>
                  <a:gd name="connsiteX4" fmla="*/ 857250 w 1095375"/>
                  <a:gd name="connsiteY4" fmla="*/ 371475 h 1376363"/>
                  <a:gd name="connsiteX5" fmla="*/ 919163 w 1095375"/>
                  <a:gd name="connsiteY5" fmla="*/ 433388 h 1376363"/>
                  <a:gd name="connsiteX6" fmla="*/ 1009650 w 1095375"/>
                  <a:gd name="connsiteY6" fmla="*/ 466725 h 1376363"/>
                  <a:gd name="connsiteX7" fmla="*/ 1095375 w 1095375"/>
                  <a:gd name="connsiteY7" fmla="*/ 542925 h 1376363"/>
                  <a:gd name="connsiteX8" fmla="*/ 1028700 w 1095375"/>
                  <a:gd name="connsiteY8" fmla="*/ 661988 h 1376363"/>
                  <a:gd name="connsiteX9" fmla="*/ 966788 w 1095375"/>
                  <a:gd name="connsiteY9" fmla="*/ 671513 h 1376363"/>
                  <a:gd name="connsiteX10" fmla="*/ 923925 w 1095375"/>
                  <a:gd name="connsiteY10" fmla="*/ 676275 h 1376363"/>
                  <a:gd name="connsiteX11" fmla="*/ 938213 w 1095375"/>
                  <a:gd name="connsiteY11" fmla="*/ 747713 h 1376363"/>
                  <a:gd name="connsiteX12" fmla="*/ 876300 w 1095375"/>
                  <a:gd name="connsiteY12" fmla="*/ 857250 h 1376363"/>
                  <a:gd name="connsiteX13" fmla="*/ 838200 w 1095375"/>
                  <a:gd name="connsiteY13" fmla="*/ 857250 h 1376363"/>
                  <a:gd name="connsiteX14" fmla="*/ 757238 w 1095375"/>
                  <a:gd name="connsiteY14" fmla="*/ 800100 h 1376363"/>
                  <a:gd name="connsiteX15" fmla="*/ 566738 w 1095375"/>
                  <a:gd name="connsiteY15" fmla="*/ 1052513 h 1376363"/>
                  <a:gd name="connsiteX16" fmla="*/ 571500 w 1095375"/>
                  <a:gd name="connsiteY16" fmla="*/ 1171575 h 1376363"/>
                  <a:gd name="connsiteX17" fmla="*/ 585788 w 1095375"/>
                  <a:gd name="connsiteY17" fmla="*/ 1243013 h 1376363"/>
                  <a:gd name="connsiteX18" fmla="*/ 538163 w 1095375"/>
                  <a:gd name="connsiteY18" fmla="*/ 1376363 h 1376363"/>
                  <a:gd name="connsiteX19" fmla="*/ 428625 w 1095375"/>
                  <a:gd name="connsiteY19" fmla="*/ 1323975 h 1376363"/>
                  <a:gd name="connsiteX20" fmla="*/ 400050 w 1095375"/>
                  <a:gd name="connsiteY20" fmla="*/ 1228725 h 1376363"/>
                  <a:gd name="connsiteX21" fmla="*/ 9525 w 1095375"/>
                  <a:gd name="connsiteY21" fmla="*/ 909638 h 1376363"/>
                  <a:gd name="connsiteX22" fmla="*/ 4763 w 1095375"/>
                  <a:gd name="connsiteY22" fmla="*/ 809625 h 1376363"/>
                  <a:gd name="connsiteX23" fmla="*/ 42863 w 1095375"/>
                  <a:gd name="connsiteY23" fmla="*/ 714375 h 1376363"/>
                  <a:gd name="connsiteX24" fmla="*/ 4763 w 1095375"/>
                  <a:gd name="connsiteY24" fmla="*/ 576263 h 1376363"/>
                  <a:gd name="connsiteX25" fmla="*/ 0 w 1095375"/>
                  <a:gd name="connsiteY25" fmla="*/ 471488 h 1376363"/>
                  <a:gd name="connsiteX26" fmla="*/ 42863 w 1095375"/>
                  <a:gd name="connsiteY26" fmla="*/ 414338 h 1376363"/>
                  <a:gd name="connsiteX27" fmla="*/ 100013 w 1095375"/>
                  <a:gd name="connsiteY27" fmla="*/ 409575 h 1376363"/>
                  <a:gd name="connsiteX28" fmla="*/ 123825 w 1095375"/>
                  <a:gd name="connsiteY28" fmla="*/ 266700 h 1376363"/>
                  <a:gd name="connsiteX29" fmla="*/ 238125 w 1095375"/>
                  <a:gd name="connsiteY29" fmla="*/ 161925 h 1376363"/>
                  <a:gd name="connsiteX30" fmla="*/ 338138 w 1095375"/>
                  <a:gd name="connsiteY30" fmla="*/ 204788 h 1376363"/>
                  <a:gd name="connsiteX31" fmla="*/ 385763 w 1095375"/>
                  <a:gd name="connsiteY31" fmla="*/ 166688 h 1376363"/>
                  <a:gd name="connsiteX32" fmla="*/ 347663 w 1095375"/>
                  <a:gd name="connsiteY32" fmla="*/ 104775 h 1376363"/>
                  <a:gd name="connsiteX33" fmla="*/ 314325 w 1095375"/>
                  <a:gd name="connsiteY33" fmla="*/ 33338 h 1376363"/>
                  <a:gd name="connsiteX34" fmla="*/ 414338 w 1095375"/>
                  <a:gd name="connsiteY34" fmla="*/ 0 h 1376363"/>
                  <a:gd name="connsiteX0" fmla="*/ 414338 w 1095375"/>
                  <a:gd name="connsiteY0" fmla="*/ 0 h 1376363"/>
                  <a:gd name="connsiteX1" fmla="*/ 564356 w 1095375"/>
                  <a:gd name="connsiteY1" fmla="*/ 159543 h 1376363"/>
                  <a:gd name="connsiteX2" fmla="*/ 697706 w 1095375"/>
                  <a:gd name="connsiteY2" fmla="*/ 269081 h 1376363"/>
                  <a:gd name="connsiteX3" fmla="*/ 762000 w 1095375"/>
                  <a:gd name="connsiteY3" fmla="*/ 352425 h 1376363"/>
                  <a:gd name="connsiteX4" fmla="*/ 857250 w 1095375"/>
                  <a:gd name="connsiteY4" fmla="*/ 371475 h 1376363"/>
                  <a:gd name="connsiteX5" fmla="*/ 919163 w 1095375"/>
                  <a:gd name="connsiteY5" fmla="*/ 433388 h 1376363"/>
                  <a:gd name="connsiteX6" fmla="*/ 1009650 w 1095375"/>
                  <a:gd name="connsiteY6" fmla="*/ 466725 h 1376363"/>
                  <a:gd name="connsiteX7" fmla="*/ 1095375 w 1095375"/>
                  <a:gd name="connsiteY7" fmla="*/ 542925 h 1376363"/>
                  <a:gd name="connsiteX8" fmla="*/ 1028700 w 1095375"/>
                  <a:gd name="connsiteY8" fmla="*/ 661988 h 1376363"/>
                  <a:gd name="connsiteX9" fmla="*/ 966788 w 1095375"/>
                  <a:gd name="connsiteY9" fmla="*/ 671513 h 1376363"/>
                  <a:gd name="connsiteX10" fmla="*/ 923925 w 1095375"/>
                  <a:gd name="connsiteY10" fmla="*/ 676275 h 1376363"/>
                  <a:gd name="connsiteX11" fmla="*/ 938213 w 1095375"/>
                  <a:gd name="connsiteY11" fmla="*/ 747713 h 1376363"/>
                  <a:gd name="connsiteX12" fmla="*/ 876300 w 1095375"/>
                  <a:gd name="connsiteY12" fmla="*/ 857250 h 1376363"/>
                  <a:gd name="connsiteX13" fmla="*/ 838200 w 1095375"/>
                  <a:gd name="connsiteY13" fmla="*/ 857250 h 1376363"/>
                  <a:gd name="connsiteX14" fmla="*/ 757238 w 1095375"/>
                  <a:gd name="connsiteY14" fmla="*/ 800100 h 1376363"/>
                  <a:gd name="connsiteX15" fmla="*/ 566738 w 1095375"/>
                  <a:gd name="connsiteY15" fmla="*/ 1052513 h 1376363"/>
                  <a:gd name="connsiteX16" fmla="*/ 571500 w 1095375"/>
                  <a:gd name="connsiteY16" fmla="*/ 1171575 h 1376363"/>
                  <a:gd name="connsiteX17" fmla="*/ 585788 w 1095375"/>
                  <a:gd name="connsiteY17" fmla="*/ 1243013 h 1376363"/>
                  <a:gd name="connsiteX18" fmla="*/ 538163 w 1095375"/>
                  <a:gd name="connsiteY18" fmla="*/ 1376363 h 1376363"/>
                  <a:gd name="connsiteX19" fmla="*/ 428625 w 1095375"/>
                  <a:gd name="connsiteY19" fmla="*/ 1323975 h 1376363"/>
                  <a:gd name="connsiteX20" fmla="*/ 400050 w 1095375"/>
                  <a:gd name="connsiteY20" fmla="*/ 1228725 h 1376363"/>
                  <a:gd name="connsiteX21" fmla="*/ 9525 w 1095375"/>
                  <a:gd name="connsiteY21" fmla="*/ 909638 h 1376363"/>
                  <a:gd name="connsiteX22" fmla="*/ 4763 w 1095375"/>
                  <a:gd name="connsiteY22" fmla="*/ 809625 h 1376363"/>
                  <a:gd name="connsiteX23" fmla="*/ 42863 w 1095375"/>
                  <a:gd name="connsiteY23" fmla="*/ 714375 h 1376363"/>
                  <a:gd name="connsiteX24" fmla="*/ 4763 w 1095375"/>
                  <a:gd name="connsiteY24" fmla="*/ 576263 h 1376363"/>
                  <a:gd name="connsiteX25" fmla="*/ 0 w 1095375"/>
                  <a:gd name="connsiteY25" fmla="*/ 471488 h 1376363"/>
                  <a:gd name="connsiteX26" fmla="*/ 42863 w 1095375"/>
                  <a:gd name="connsiteY26" fmla="*/ 414338 h 1376363"/>
                  <a:gd name="connsiteX27" fmla="*/ 100013 w 1095375"/>
                  <a:gd name="connsiteY27" fmla="*/ 409575 h 1376363"/>
                  <a:gd name="connsiteX28" fmla="*/ 123825 w 1095375"/>
                  <a:gd name="connsiteY28" fmla="*/ 266700 h 1376363"/>
                  <a:gd name="connsiteX29" fmla="*/ 238125 w 1095375"/>
                  <a:gd name="connsiteY29" fmla="*/ 161925 h 1376363"/>
                  <a:gd name="connsiteX30" fmla="*/ 338138 w 1095375"/>
                  <a:gd name="connsiteY30" fmla="*/ 204788 h 1376363"/>
                  <a:gd name="connsiteX31" fmla="*/ 385763 w 1095375"/>
                  <a:gd name="connsiteY31" fmla="*/ 166688 h 1376363"/>
                  <a:gd name="connsiteX32" fmla="*/ 347663 w 1095375"/>
                  <a:gd name="connsiteY32" fmla="*/ 104775 h 1376363"/>
                  <a:gd name="connsiteX33" fmla="*/ 314325 w 1095375"/>
                  <a:gd name="connsiteY33" fmla="*/ 33338 h 1376363"/>
                  <a:gd name="connsiteX34" fmla="*/ 414338 w 1095375"/>
                  <a:gd name="connsiteY34" fmla="*/ 0 h 1376363"/>
                  <a:gd name="connsiteX0" fmla="*/ 414338 w 1095375"/>
                  <a:gd name="connsiteY0" fmla="*/ 0 h 1376363"/>
                  <a:gd name="connsiteX1" fmla="*/ 564356 w 1095375"/>
                  <a:gd name="connsiteY1" fmla="*/ 159543 h 1376363"/>
                  <a:gd name="connsiteX2" fmla="*/ 697706 w 1095375"/>
                  <a:gd name="connsiteY2" fmla="*/ 269081 h 1376363"/>
                  <a:gd name="connsiteX3" fmla="*/ 781050 w 1095375"/>
                  <a:gd name="connsiteY3" fmla="*/ 333375 h 1376363"/>
                  <a:gd name="connsiteX4" fmla="*/ 857250 w 1095375"/>
                  <a:gd name="connsiteY4" fmla="*/ 371475 h 1376363"/>
                  <a:gd name="connsiteX5" fmla="*/ 919163 w 1095375"/>
                  <a:gd name="connsiteY5" fmla="*/ 433388 h 1376363"/>
                  <a:gd name="connsiteX6" fmla="*/ 1009650 w 1095375"/>
                  <a:gd name="connsiteY6" fmla="*/ 466725 h 1376363"/>
                  <a:gd name="connsiteX7" fmla="*/ 1095375 w 1095375"/>
                  <a:gd name="connsiteY7" fmla="*/ 542925 h 1376363"/>
                  <a:gd name="connsiteX8" fmla="*/ 1028700 w 1095375"/>
                  <a:gd name="connsiteY8" fmla="*/ 661988 h 1376363"/>
                  <a:gd name="connsiteX9" fmla="*/ 966788 w 1095375"/>
                  <a:gd name="connsiteY9" fmla="*/ 671513 h 1376363"/>
                  <a:gd name="connsiteX10" fmla="*/ 923925 w 1095375"/>
                  <a:gd name="connsiteY10" fmla="*/ 676275 h 1376363"/>
                  <a:gd name="connsiteX11" fmla="*/ 938213 w 1095375"/>
                  <a:gd name="connsiteY11" fmla="*/ 747713 h 1376363"/>
                  <a:gd name="connsiteX12" fmla="*/ 876300 w 1095375"/>
                  <a:gd name="connsiteY12" fmla="*/ 857250 h 1376363"/>
                  <a:gd name="connsiteX13" fmla="*/ 838200 w 1095375"/>
                  <a:gd name="connsiteY13" fmla="*/ 857250 h 1376363"/>
                  <a:gd name="connsiteX14" fmla="*/ 757238 w 1095375"/>
                  <a:gd name="connsiteY14" fmla="*/ 800100 h 1376363"/>
                  <a:gd name="connsiteX15" fmla="*/ 566738 w 1095375"/>
                  <a:gd name="connsiteY15" fmla="*/ 1052513 h 1376363"/>
                  <a:gd name="connsiteX16" fmla="*/ 571500 w 1095375"/>
                  <a:gd name="connsiteY16" fmla="*/ 1171575 h 1376363"/>
                  <a:gd name="connsiteX17" fmla="*/ 585788 w 1095375"/>
                  <a:gd name="connsiteY17" fmla="*/ 1243013 h 1376363"/>
                  <a:gd name="connsiteX18" fmla="*/ 538163 w 1095375"/>
                  <a:gd name="connsiteY18" fmla="*/ 1376363 h 1376363"/>
                  <a:gd name="connsiteX19" fmla="*/ 428625 w 1095375"/>
                  <a:gd name="connsiteY19" fmla="*/ 1323975 h 1376363"/>
                  <a:gd name="connsiteX20" fmla="*/ 400050 w 1095375"/>
                  <a:gd name="connsiteY20" fmla="*/ 1228725 h 1376363"/>
                  <a:gd name="connsiteX21" fmla="*/ 9525 w 1095375"/>
                  <a:gd name="connsiteY21" fmla="*/ 909638 h 1376363"/>
                  <a:gd name="connsiteX22" fmla="*/ 4763 w 1095375"/>
                  <a:gd name="connsiteY22" fmla="*/ 809625 h 1376363"/>
                  <a:gd name="connsiteX23" fmla="*/ 42863 w 1095375"/>
                  <a:gd name="connsiteY23" fmla="*/ 714375 h 1376363"/>
                  <a:gd name="connsiteX24" fmla="*/ 4763 w 1095375"/>
                  <a:gd name="connsiteY24" fmla="*/ 576263 h 1376363"/>
                  <a:gd name="connsiteX25" fmla="*/ 0 w 1095375"/>
                  <a:gd name="connsiteY25" fmla="*/ 471488 h 1376363"/>
                  <a:gd name="connsiteX26" fmla="*/ 42863 w 1095375"/>
                  <a:gd name="connsiteY26" fmla="*/ 414338 h 1376363"/>
                  <a:gd name="connsiteX27" fmla="*/ 100013 w 1095375"/>
                  <a:gd name="connsiteY27" fmla="*/ 409575 h 1376363"/>
                  <a:gd name="connsiteX28" fmla="*/ 123825 w 1095375"/>
                  <a:gd name="connsiteY28" fmla="*/ 266700 h 1376363"/>
                  <a:gd name="connsiteX29" fmla="*/ 238125 w 1095375"/>
                  <a:gd name="connsiteY29" fmla="*/ 161925 h 1376363"/>
                  <a:gd name="connsiteX30" fmla="*/ 338138 w 1095375"/>
                  <a:gd name="connsiteY30" fmla="*/ 204788 h 1376363"/>
                  <a:gd name="connsiteX31" fmla="*/ 385763 w 1095375"/>
                  <a:gd name="connsiteY31" fmla="*/ 166688 h 1376363"/>
                  <a:gd name="connsiteX32" fmla="*/ 347663 w 1095375"/>
                  <a:gd name="connsiteY32" fmla="*/ 104775 h 1376363"/>
                  <a:gd name="connsiteX33" fmla="*/ 314325 w 1095375"/>
                  <a:gd name="connsiteY33" fmla="*/ 33338 h 1376363"/>
                  <a:gd name="connsiteX34" fmla="*/ 414338 w 1095375"/>
                  <a:gd name="connsiteY34" fmla="*/ 0 h 1376363"/>
                  <a:gd name="connsiteX0" fmla="*/ 414338 w 1095375"/>
                  <a:gd name="connsiteY0" fmla="*/ 0 h 1376363"/>
                  <a:gd name="connsiteX1" fmla="*/ 564356 w 1095375"/>
                  <a:gd name="connsiteY1" fmla="*/ 159543 h 1376363"/>
                  <a:gd name="connsiteX2" fmla="*/ 697706 w 1095375"/>
                  <a:gd name="connsiteY2" fmla="*/ 269081 h 1376363"/>
                  <a:gd name="connsiteX3" fmla="*/ 781050 w 1095375"/>
                  <a:gd name="connsiteY3" fmla="*/ 333375 h 1376363"/>
                  <a:gd name="connsiteX4" fmla="*/ 723900 w 1095375"/>
                  <a:gd name="connsiteY4" fmla="*/ 571500 h 1376363"/>
                  <a:gd name="connsiteX5" fmla="*/ 919163 w 1095375"/>
                  <a:gd name="connsiteY5" fmla="*/ 433388 h 1376363"/>
                  <a:gd name="connsiteX6" fmla="*/ 1009650 w 1095375"/>
                  <a:gd name="connsiteY6" fmla="*/ 466725 h 1376363"/>
                  <a:gd name="connsiteX7" fmla="*/ 1095375 w 1095375"/>
                  <a:gd name="connsiteY7" fmla="*/ 542925 h 1376363"/>
                  <a:gd name="connsiteX8" fmla="*/ 1028700 w 1095375"/>
                  <a:gd name="connsiteY8" fmla="*/ 661988 h 1376363"/>
                  <a:gd name="connsiteX9" fmla="*/ 966788 w 1095375"/>
                  <a:gd name="connsiteY9" fmla="*/ 671513 h 1376363"/>
                  <a:gd name="connsiteX10" fmla="*/ 923925 w 1095375"/>
                  <a:gd name="connsiteY10" fmla="*/ 676275 h 1376363"/>
                  <a:gd name="connsiteX11" fmla="*/ 938213 w 1095375"/>
                  <a:gd name="connsiteY11" fmla="*/ 747713 h 1376363"/>
                  <a:gd name="connsiteX12" fmla="*/ 876300 w 1095375"/>
                  <a:gd name="connsiteY12" fmla="*/ 857250 h 1376363"/>
                  <a:gd name="connsiteX13" fmla="*/ 838200 w 1095375"/>
                  <a:gd name="connsiteY13" fmla="*/ 857250 h 1376363"/>
                  <a:gd name="connsiteX14" fmla="*/ 757238 w 1095375"/>
                  <a:gd name="connsiteY14" fmla="*/ 800100 h 1376363"/>
                  <a:gd name="connsiteX15" fmla="*/ 566738 w 1095375"/>
                  <a:gd name="connsiteY15" fmla="*/ 1052513 h 1376363"/>
                  <a:gd name="connsiteX16" fmla="*/ 571500 w 1095375"/>
                  <a:gd name="connsiteY16" fmla="*/ 1171575 h 1376363"/>
                  <a:gd name="connsiteX17" fmla="*/ 585788 w 1095375"/>
                  <a:gd name="connsiteY17" fmla="*/ 1243013 h 1376363"/>
                  <a:gd name="connsiteX18" fmla="*/ 538163 w 1095375"/>
                  <a:gd name="connsiteY18" fmla="*/ 1376363 h 1376363"/>
                  <a:gd name="connsiteX19" fmla="*/ 428625 w 1095375"/>
                  <a:gd name="connsiteY19" fmla="*/ 1323975 h 1376363"/>
                  <a:gd name="connsiteX20" fmla="*/ 400050 w 1095375"/>
                  <a:gd name="connsiteY20" fmla="*/ 1228725 h 1376363"/>
                  <a:gd name="connsiteX21" fmla="*/ 9525 w 1095375"/>
                  <a:gd name="connsiteY21" fmla="*/ 909638 h 1376363"/>
                  <a:gd name="connsiteX22" fmla="*/ 4763 w 1095375"/>
                  <a:gd name="connsiteY22" fmla="*/ 809625 h 1376363"/>
                  <a:gd name="connsiteX23" fmla="*/ 42863 w 1095375"/>
                  <a:gd name="connsiteY23" fmla="*/ 714375 h 1376363"/>
                  <a:gd name="connsiteX24" fmla="*/ 4763 w 1095375"/>
                  <a:gd name="connsiteY24" fmla="*/ 576263 h 1376363"/>
                  <a:gd name="connsiteX25" fmla="*/ 0 w 1095375"/>
                  <a:gd name="connsiteY25" fmla="*/ 471488 h 1376363"/>
                  <a:gd name="connsiteX26" fmla="*/ 42863 w 1095375"/>
                  <a:gd name="connsiteY26" fmla="*/ 414338 h 1376363"/>
                  <a:gd name="connsiteX27" fmla="*/ 100013 w 1095375"/>
                  <a:gd name="connsiteY27" fmla="*/ 409575 h 1376363"/>
                  <a:gd name="connsiteX28" fmla="*/ 123825 w 1095375"/>
                  <a:gd name="connsiteY28" fmla="*/ 266700 h 1376363"/>
                  <a:gd name="connsiteX29" fmla="*/ 238125 w 1095375"/>
                  <a:gd name="connsiteY29" fmla="*/ 161925 h 1376363"/>
                  <a:gd name="connsiteX30" fmla="*/ 338138 w 1095375"/>
                  <a:gd name="connsiteY30" fmla="*/ 204788 h 1376363"/>
                  <a:gd name="connsiteX31" fmla="*/ 385763 w 1095375"/>
                  <a:gd name="connsiteY31" fmla="*/ 166688 h 1376363"/>
                  <a:gd name="connsiteX32" fmla="*/ 347663 w 1095375"/>
                  <a:gd name="connsiteY32" fmla="*/ 104775 h 1376363"/>
                  <a:gd name="connsiteX33" fmla="*/ 314325 w 1095375"/>
                  <a:gd name="connsiteY33" fmla="*/ 33338 h 1376363"/>
                  <a:gd name="connsiteX34" fmla="*/ 414338 w 1095375"/>
                  <a:gd name="connsiteY34" fmla="*/ 0 h 1376363"/>
                  <a:gd name="connsiteX0" fmla="*/ 414338 w 1095375"/>
                  <a:gd name="connsiteY0" fmla="*/ 0 h 1376363"/>
                  <a:gd name="connsiteX1" fmla="*/ 564356 w 1095375"/>
                  <a:gd name="connsiteY1" fmla="*/ 159543 h 1376363"/>
                  <a:gd name="connsiteX2" fmla="*/ 697706 w 1095375"/>
                  <a:gd name="connsiteY2" fmla="*/ 269081 h 1376363"/>
                  <a:gd name="connsiteX3" fmla="*/ 781050 w 1095375"/>
                  <a:gd name="connsiteY3" fmla="*/ 333375 h 1376363"/>
                  <a:gd name="connsiteX4" fmla="*/ 850106 w 1095375"/>
                  <a:gd name="connsiteY4" fmla="*/ 390525 h 1376363"/>
                  <a:gd name="connsiteX5" fmla="*/ 919163 w 1095375"/>
                  <a:gd name="connsiteY5" fmla="*/ 433388 h 1376363"/>
                  <a:gd name="connsiteX6" fmla="*/ 1009650 w 1095375"/>
                  <a:gd name="connsiteY6" fmla="*/ 466725 h 1376363"/>
                  <a:gd name="connsiteX7" fmla="*/ 1095375 w 1095375"/>
                  <a:gd name="connsiteY7" fmla="*/ 542925 h 1376363"/>
                  <a:gd name="connsiteX8" fmla="*/ 1028700 w 1095375"/>
                  <a:gd name="connsiteY8" fmla="*/ 661988 h 1376363"/>
                  <a:gd name="connsiteX9" fmla="*/ 966788 w 1095375"/>
                  <a:gd name="connsiteY9" fmla="*/ 671513 h 1376363"/>
                  <a:gd name="connsiteX10" fmla="*/ 923925 w 1095375"/>
                  <a:gd name="connsiteY10" fmla="*/ 676275 h 1376363"/>
                  <a:gd name="connsiteX11" fmla="*/ 938213 w 1095375"/>
                  <a:gd name="connsiteY11" fmla="*/ 747713 h 1376363"/>
                  <a:gd name="connsiteX12" fmla="*/ 876300 w 1095375"/>
                  <a:gd name="connsiteY12" fmla="*/ 857250 h 1376363"/>
                  <a:gd name="connsiteX13" fmla="*/ 838200 w 1095375"/>
                  <a:gd name="connsiteY13" fmla="*/ 857250 h 1376363"/>
                  <a:gd name="connsiteX14" fmla="*/ 757238 w 1095375"/>
                  <a:gd name="connsiteY14" fmla="*/ 800100 h 1376363"/>
                  <a:gd name="connsiteX15" fmla="*/ 566738 w 1095375"/>
                  <a:gd name="connsiteY15" fmla="*/ 1052513 h 1376363"/>
                  <a:gd name="connsiteX16" fmla="*/ 571500 w 1095375"/>
                  <a:gd name="connsiteY16" fmla="*/ 1171575 h 1376363"/>
                  <a:gd name="connsiteX17" fmla="*/ 585788 w 1095375"/>
                  <a:gd name="connsiteY17" fmla="*/ 1243013 h 1376363"/>
                  <a:gd name="connsiteX18" fmla="*/ 538163 w 1095375"/>
                  <a:gd name="connsiteY18" fmla="*/ 1376363 h 1376363"/>
                  <a:gd name="connsiteX19" fmla="*/ 428625 w 1095375"/>
                  <a:gd name="connsiteY19" fmla="*/ 1323975 h 1376363"/>
                  <a:gd name="connsiteX20" fmla="*/ 400050 w 1095375"/>
                  <a:gd name="connsiteY20" fmla="*/ 1228725 h 1376363"/>
                  <a:gd name="connsiteX21" fmla="*/ 9525 w 1095375"/>
                  <a:gd name="connsiteY21" fmla="*/ 909638 h 1376363"/>
                  <a:gd name="connsiteX22" fmla="*/ 4763 w 1095375"/>
                  <a:gd name="connsiteY22" fmla="*/ 809625 h 1376363"/>
                  <a:gd name="connsiteX23" fmla="*/ 42863 w 1095375"/>
                  <a:gd name="connsiteY23" fmla="*/ 714375 h 1376363"/>
                  <a:gd name="connsiteX24" fmla="*/ 4763 w 1095375"/>
                  <a:gd name="connsiteY24" fmla="*/ 576263 h 1376363"/>
                  <a:gd name="connsiteX25" fmla="*/ 0 w 1095375"/>
                  <a:gd name="connsiteY25" fmla="*/ 471488 h 1376363"/>
                  <a:gd name="connsiteX26" fmla="*/ 42863 w 1095375"/>
                  <a:gd name="connsiteY26" fmla="*/ 414338 h 1376363"/>
                  <a:gd name="connsiteX27" fmla="*/ 100013 w 1095375"/>
                  <a:gd name="connsiteY27" fmla="*/ 409575 h 1376363"/>
                  <a:gd name="connsiteX28" fmla="*/ 123825 w 1095375"/>
                  <a:gd name="connsiteY28" fmla="*/ 266700 h 1376363"/>
                  <a:gd name="connsiteX29" fmla="*/ 238125 w 1095375"/>
                  <a:gd name="connsiteY29" fmla="*/ 161925 h 1376363"/>
                  <a:gd name="connsiteX30" fmla="*/ 338138 w 1095375"/>
                  <a:gd name="connsiteY30" fmla="*/ 204788 h 1376363"/>
                  <a:gd name="connsiteX31" fmla="*/ 385763 w 1095375"/>
                  <a:gd name="connsiteY31" fmla="*/ 166688 h 1376363"/>
                  <a:gd name="connsiteX32" fmla="*/ 347663 w 1095375"/>
                  <a:gd name="connsiteY32" fmla="*/ 104775 h 1376363"/>
                  <a:gd name="connsiteX33" fmla="*/ 314325 w 1095375"/>
                  <a:gd name="connsiteY33" fmla="*/ 33338 h 1376363"/>
                  <a:gd name="connsiteX34" fmla="*/ 414338 w 1095375"/>
                  <a:gd name="connsiteY34" fmla="*/ 0 h 1376363"/>
                  <a:gd name="connsiteX0" fmla="*/ 414338 w 1095375"/>
                  <a:gd name="connsiteY0" fmla="*/ 0 h 1376363"/>
                  <a:gd name="connsiteX1" fmla="*/ 564356 w 1095375"/>
                  <a:gd name="connsiteY1" fmla="*/ 159543 h 1376363"/>
                  <a:gd name="connsiteX2" fmla="*/ 697706 w 1095375"/>
                  <a:gd name="connsiteY2" fmla="*/ 269081 h 1376363"/>
                  <a:gd name="connsiteX3" fmla="*/ 781050 w 1095375"/>
                  <a:gd name="connsiteY3" fmla="*/ 333375 h 1376363"/>
                  <a:gd name="connsiteX4" fmla="*/ 850106 w 1095375"/>
                  <a:gd name="connsiteY4" fmla="*/ 390525 h 1376363"/>
                  <a:gd name="connsiteX5" fmla="*/ 931069 w 1095375"/>
                  <a:gd name="connsiteY5" fmla="*/ 411957 h 1376363"/>
                  <a:gd name="connsiteX6" fmla="*/ 1009650 w 1095375"/>
                  <a:gd name="connsiteY6" fmla="*/ 466725 h 1376363"/>
                  <a:gd name="connsiteX7" fmla="*/ 1095375 w 1095375"/>
                  <a:gd name="connsiteY7" fmla="*/ 542925 h 1376363"/>
                  <a:gd name="connsiteX8" fmla="*/ 1028700 w 1095375"/>
                  <a:gd name="connsiteY8" fmla="*/ 661988 h 1376363"/>
                  <a:gd name="connsiteX9" fmla="*/ 966788 w 1095375"/>
                  <a:gd name="connsiteY9" fmla="*/ 671513 h 1376363"/>
                  <a:gd name="connsiteX10" fmla="*/ 923925 w 1095375"/>
                  <a:gd name="connsiteY10" fmla="*/ 676275 h 1376363"/>
                  <a:gd name="connsiteX11" fmla="*/ 938213 w 1095375"/>
                  <a:gd name="connsiteY11" fmla="*/ 747713 h 1376363"/>
                  <a:gd name="connsiteX12" fmla="*/ 876300 w 1095375"/>
                  <a:gd name="connsiteY12" fmla="*/ 857250 h 1376363"/>
                  <a:gd name="connsiteX13" fmla="*/ 838200 w 1095375"/>
                  <a:gd name="connsiteY13" fmla="*/ 857250 h 1376363"/>
                  <a:gd name="connsiteX14" fmla="*/ 757238 w 1095375"/>
                  <a:gd name="connsiteY14" fmla="*/ 800100 h 1376363"/>
                  <a:gd name="connsiteX15" fmla="*/ 566738 w 1095375"/>
                  <a:gd name="connsiteY15" fmla="*/ 1052513 h 1376363"/>
                  <a:gd name="connsiteX16" fmla="*/ 571500 w 1095375"/>
                  <a:gd name="connsiteY16" fmla="*/ 1171575 h 1376363"/>
                  <a:gd name="connsiteX17" fmla="*/ 585788 w 1095375"/>
                  <a:gd name="connsiteY17" fmla="*/ 1243013 h 1376363"/>
                  <a:gd name="connsiteX18" fmla="*/ 538163 w 1095375"/>
                  <a:gd name="connsiteY18" fmla="*/ 1376363 h 1376363"/>
                  <a:gd name="connsiteX19" fmla="*/ 428625 w 1095375"/>
                  <a:gd name="connsiteY19" fmla="*/ 1323975 h 1376363"/>
                  <a:gd name="connsiteX20" fmla="*/ 400050 w 1095375"/>
                  <a:gd name="connsiteY20" fmla="*/ 1228725 h 1376363"/>
                  <a:gd name="connsiteX21" fmla="*/ 9525 w 1095375"/>
                  <a:gd name="connsiteY21" fmla="*/ 909638 h 1376363"/>
                  <a:gd name="connsiteX22" fmla="*/ 4763 w 1095375"/>
                  <a:gd name="connsiteY22" fmla="*/ 809625 h 1376363"/>
                  <a:gd name="connsiteX23" fmla="*/ 42863 w 1095375"/>
                  <a:gd name="connsiteY23" fmla="*/ 714375 h 1376363"/>
                  <a:gd name="connsiteX24" fmla="*/ 4763 w 1095375"/>
                  <a:gd name="connsiteY24" fmla="*/ 576263 h 1376363"/>
                  <a:gd name="connsiteX25" fmla="*/ 0 w 1095375"/>
                  <a:gd name="connsiteY25" fmla="*/ 471488 h 1376363"/>
                  <a:gd name="connsiteX26" fmla="*/ 42863 w 1095375"/>
                  <a:gd name="connsiteY26" fmla="*/ 414338 h 1376363"/>
                  <a:gd name="connsiteX27" fmla="*/ 100013 w 1095375"/>
                  <a:gd name="connsiteY27" fmla="*/ 409575 h 1376363"/>
                  <a:gd name="connsiteX28" fmla="*/ 123825 w 1095375"/>
                  <a:gd name="connsiteY28" fmla="*/ 266700 h 1376363"/>
                  <a:gd name="connsiteX29" fmla="*/ 238125 w 1095375"/>
                  <a:gd name="connsiteY29" fmla="*/ 161925 h 1376363"/>
                  <a:gd name="connsiteX30" fmla="*/ 338138 w 1095375"/>
                  <a:gd name="connsiteY30" fmla="*/ 204788 h 1376363"/>
                  <a:gd name="connsiteX31" fmla="*/ 385763 w 1095375"/>
                  <a:gd name="connsiteY31" fmla="*/ 166688 h 1376363"/>
                  <a:gd name="connsiteX32" fmla="*/ 347663 w 1095375"/>
                  <a:gd name="connsiteY32" fmla="*/ 104775 h 1376363"/>
                  <a:gd name="connsiteX33" fmla="*/ 314325 w 1095375"/>
                  <a:gd name="connsiteY33" fmla="*/ 33338 h 1376363"/>
                  <a:gd name="connsiteX34" fmla="*/ 414338 w 1095375"/>
                  <a:gd name="connsiteY34" fmla="*/ 0 h 1376363"/>
                  <a:gd name="connsiteX0" fmla="*/ 414338 w 1095375"/>
                  <a:gd name="connsiteY0" fmla="*/ 0 h 1376363"/>
                  <a:gd name="connsiteX1" fmla="*/ 564356 w 1095375"/>
                  <a:gd name="connsiteY1" fmla="*/ 159543 h 1376363"/>
                  <a:gd name="connsiteX2" fmla="*/ 697706 w 1095375"/>
                  <a:gd name="connsiteY2" fmla="*/ 269081 h 1376363"/>
                  <a:gd name="connsiteX3" fmla="*/ 781050 w 1095375"/>
                  <a:gd name="connsiteY3" fmla="*/ 333375 h 1376363"/>
                  <a:gd name="connsiteX4" fmla="*/ 850106 w 1095375"/>
                  <a:gd name="connsiteY4" fmla="*/ 390525 h 1376363"/>
                  <a:gd name="connsiteX5" fmla="*/ 931069 w 1095375"/>
                  <a:gd name="connsiteY5" fmla="*/ 411957 h 1376363"/>
                  <a:gd name="connsiteX6" fmla="*/ 871537 w 1095375"/>
                  <a:gd name="connsiteY6" fmla="*/ 566738 h 1376363"/>
                  <a:gd name="connsiteX7" fmla="*/ 1095375 w 1095375"/>
                  <a:gd name="connsiteY7" fmla="*/ 542925 h 1376363"/>
                  <a:gd name="connsiteX8" fmla="*/ 1028700 w 1095375"/>
                  <a:gd name="connsiteY8" fmla="*/ 661988 h 1376363"/>
                  <a:gd name="connsiteX9" fmla="*/ 966788 w 1095375"/>
                  <a:gd name="connsiteY9" fmla="*/ 671513 h 1376363"/>
                  <a:gd name="connsiteX10" fmla="*/ 923925 w 1095375"/>
                  <a:gd name="connsiteY10" fmla="*/ 676275 h 1376363"/>
                  <a:gd name="connsiteX11" fmla="*/ 938213 w 1095375"/>
                  <a:gd name="connsiteY11" fmla="*/ 747713 h 1376363"/>
                  <a:gd name="connsiteX12" fmla="*/ 876300 w 1095375"/>
                  <a:gd name="connsiteY12" fmla="*/ 857250 h 1376363"/>
                  <a:gd name="connsiteX13" fmla="*/ 838200 w 1095375"/>
                  <a:gd name="connsiteY13" fmla="*/ 857250 h 1376363"/>
                  <a:gd name="connsiteX14" fmla="*/ 757238 w 1095375"/>
                  <a:gd name="connsiteY14" fmla="*/ 800100 h 1376363"/>
                  <a:gd name="connsiteX15" fmla="*/ 566738 w 1095375"/>
                  <a:gd name="connsiteY15" fmla="*/ 1052513 h 1376363"/>
                  <a:gd name="connsiteX16" fmla="*/ 571500 w 1095375"/>
                  <a:gd name="connsiteY16" fmla="*/ 1171575 h 1376363"/>
                  <a:gd name="connsiteX17" fmla="*/ 585788 w 1095375"/>
                  <a:gd name="connsiteY17" fmla="*/ 1243013 h 1376363"/>
                  <a:gd name="connsiteX18" fmla="*/ 538163 w 1095375"/>
                  <a:gd name="connsiteY18" fmla="*/ 1376363 h 1376363"/>
                  <a:gd name="connsiteX19" fmla="*/ 428625 w 1095375"/>
                  <a:gd name="connsiteY19" fmla="*/ 1323975 h 1376363"/>
                  <a:gd name="connsiteX20" fmla="*/ 400050 w 1095375"/>
                  <a:gd name="connsiteY20" fmla="*/ 1228725 h 1376363"/>
                  <a:gd name="connsiteX21" fmla="*/ 9525 w 1095375"/>
                  <a:gd name="connsiteY21" fmla="*/ 909638 h 1376363"/>
                  <a:gd name="connsiteX22" fmla="*/ 4763 w 1095375"/>
                  <a:gd name="connsiteY22" fmla="*/ 809625 h 1376363"/>
                  <a:gd name="connsiteX23" fmla="*/ 42863 w 1095375"/>
                  <a:gd name="connsiteY23" fmla="*/ 714375 h 1376363"/>
                  <a:gd name="connsiteX24" fmla="*/ 4763 w 1095375"/>
                  <a:gd name="connsiteY24" fmla="*/ 576263 h 1376363"/>
                  <a:gd name="connsiteX25" fmla="*/ 0 w 1095375"/>
                  <a:gd name="connsiteY25" fmla="*/ 471488 h 1376363"/>
                  <a:gd name="connsiteX26" fmla="*/ 42863 w 1095375"/>
                  <a:gd name="connsiteY26" fmla="*/ 414338 h 1376363"/>
                  <a:gd name="connsiteX27" fmla="*/ 100013 w 1095375"/>
                  <a:gd name="connsiteY27" fmla="*/ 409575 h 1376363"/>
                  <a:gd name="connsiteX28" fmla="*/ 123825 w 1095375"/>
                  <a:gd name="connsiteY28" fmla="*/ 266700 h 1376363"/>
                  <a:gd name="connsiteX29" fmla="*/ 238125 w 1095375"/>
                  <a:gd name="connsiteY29" fmla="*/ 161925 h 1376363"/>
                  <a:gd name="connsiteX30" fmla="*/ 338138 w 1095375"/>
                  <a:gd name="connsiteY30" fmla="*/ 204788 h 1376363"/>
                  <a:gd name="connsiteX31" fmla="*/ 385763 w 1095375"/>
                  <a:gd name="connsiteY31" fmla="*/ 166688 h 1376363"/>
                  <a:gd name="connsiteX32" fmla="*/ 347663 w 1095375"/>
                  <a:gd name="connsiteY32" fmla="*/ 104775 h 1376363"/>
                  <a:gd name="connsiteX33" fmla="*/ 314325 w 1095375"/>
                  <a:gd name="connsiteY33" fmla="*/ 33338 h 1376363"/>
                  <a:gd name="connsiteX34" fmla="*/ 414338 w 1095375"/>
                  <a:gd name="connsiteY34" fmla="*/ 0 h 1376363"/>
                  <a:gd name="connsiteX0" fmla="*/ 414338 w 1095375"/>
                  <a:gd name="connsiteY0" fmla="*/ 0 h 1376363"/>
                  <a:gd name="connsiteX1" fmla="*/ 564356 w 1095375"/>
                  <a:gd name="connsiteY1" fmla="*/ 159543 h 1376363"/>
                  <a:gd name="connsiteX2" fmla="*/ 697706 w 1095375"/>
                  <a:gd name="connsiteY2" fmla="*/ 269081 h 1376363"/>
                  <a:gd name="connsiteX3" fmla="*/ 781050 w 1095375"/>
                  <a:gd name="connsiteY3" fmla="*/ 333375 h 1376363"/>
                  <a:gd name="connsiteX4" fmla="*/ 850106 w 1095375"/>
                  <a:gd name="connsiteY4" fmla="*/ 390525 h 1376363"/>
                  <a:gd name="connsiteX5" fmla="*/ 931069 w 1095375"/>
                  <a:gd name="connsiteY5" fmla="*/ 411957 h 1376363"/>
                  <a:gd name="connsiteX6" fmla="*/ 992980 w 1095375"/>
                  <a:gd name="connsiteY6" fmla="*/ 469107 h 1376363"/>
                  <a:gd name="connsiteX7" fmla="*/ 1095375 w 1095375"/>
                  <a:gd name="connsiteY7" fmla="*/ 542925 h 1376363"/>
                  <a:gd name="connsiteX8" fmla="*/ 1028700 w 1095375"/>
                  <a:gd name="connsiteY8" fmla="*/ 661988 h 1376363"/>
                  <a:gd name="connsiteX9" fmla="*/ 966788 w 1095375"/>
                  <a:gd name="connsiteY9" fmla="*/ 671513 h 1376363"/>
                  <a:gd name="connsiteX10" fmla="*/ 923925 w 1095375"/>
                  <a:gd name="connsiteY10" fmla="*/ 676275 h 1376363"/>
                  <a:gd name="connsiteX11" fmla="*/ 938213 w 1095375"/>
                  <a:gd name="connsiteY11" fmla="*/ 747713 h 1376363"/>
                  <a:gd name="connsiteX12" fmla="*/ 876300 w 1095375"/>
                  <a:gd name="connsiteY12" fmla="*/ 857250 h 1376363"/>
                  <a:gd name="connsiteX13" fmla="*/ 838200 w 1095375"/>
                  <a:gd name="connsiteY13" fmla="*/ 857250 h 1376363"/>
                  <a:gd name="connsiteX14" fmla="*/ 757238 w 1095375"/>
                  <a:gd name="connsiteY14" fmla="*/ 800100 h 1376363"/>
                  <a:gd name="connsiteX15" fmla="*/ 566738 w 1095375"/>
                  <a:gd name="connsiteY15" fmla="*/ 1052513 h 1376363"/>
                  <a:gd name="connsiteX16" fmla="*/ 571500 w 1095375"/>
                  <a:gd name="connsiteY16" fmla="*/ 1171575 h 1376363"/>
                  <a:gd name="connsiteX17" fmla="*/ 585788 w 1095375"/>
                  <a:gd name="connsiteY17" fmla="*/ 1243013 h 1376363"/>
                  <a:gd name="connsiteX18" fmla="*/ 538163 w 1095375"/>
                  <a:gd name="connsiteY18" fmla="*/ 1376363 h 1376363"/>
                  <a:gd name="connsiteX19" fmla="*/ 428625 w 1095375"/>
                  <a:gd name="connsiteY19" fmla="*/ 1323975 h 1376363"/>
                  <a:gd name="connsiteX20" fmla="*/ 400050 w 1095375"/>
                  <a:gd name="connsiteY20" fmla="*/ 1228725 h 1376363"/>
                  <a:gd name="connsiteX21" fmla="*/ 9525 w 1095375"/>
                  <a:gd name="connsiteY21" fmla="*/ 909638 h 1376363"/>
                  <a:gd name="connsiteX22" fmla="*/ 4763 w 1095375"/>
                  <a:gd name="connsiteY22" fmla="*/ 809625 h 1376363"/>
                  <a:gd name="connsiteX23" fmla="*/ 42863 w 1095375"/>
                  <a:gd name="connsiteY23" fmla="*/ 714375 h 1376363"/>
                  <a:gd name="connsiteX24" fmla="*/ 4763 w 1095375"/>
                  <a:gd name="connsiteY24" fmla="*/ 576263 h 1376363"/>
                  <a:gd name="connsiteX25" fmla="*/ 0 w 1095375"/>
                  <a:gd name="connsiteY25" fmla="*/ 471488 h 1376363"/>
                  <a:gd name="connsiteX26" fmla="*/ 42863 w 1095375"/>
                  <a:gd name="connsiteY26" fmla="*/ 414338 h 1376363"/>
                  <a:gd name="connsiteX27" fmla="*/ 100013 w 1095375"/>
                  <a:gd name="connsiteY27" fmla="*/ 409575 h 1376363"/>
                  <a:gd name="connsiteX28" fmla="*/ 123825 w 1095375"/>
                  <a:gd name="connsiteY28" fmla="*/ 266700 h 1376363"/>
                  <a:gd name="connsiteX29" fmla="*/ 238125 w 1095375"/>
                  <a:gd name="connsiteY29" fmla="*/ 161925 h 1376363"/>
                  <a:gd name="connsiteX30" fmla="*/ 338138 w 1095375"/>
                  <a:gd name="connsiteY30" fmla="*/ 204788 h 1376363"/>
                  <a:gd name="connsiteX31" fmla="*/ 385763 w 1095375"/>
                  <a:gd name="connsiteY31" fmla="*/ 166688 h 1376363"/>
                  <a:gd name="connsiteX32" fmla="*/ 347663 w 1095375"/>
                  <a:gd name="connsiteY32" fmla="*/ 104775 h 1376363"/>
                  <a:gd name="connsiteX33" fmla="*/ 314325 w 1095375"/>
                  <a:gd name="connsiteY33" fmla="*/ 33338 h 1376363"/>
                  <a:gd name="connsiteX34" fmla="*/ 414338 w 1095375"/>
                  <a:gd name="connsiteY34" fmla="*/ 0 h 1376363"/>
                  <a:gd name="connsiteX0" fmla="*/ 414338 w 1028700"/>
                  <a:gd name="connsiteY0" fmla="*/ 0 h 1376363"/>
                  <a:gd name="connsiteX1" fmla="*/ 564356 w 1028700"/>
                  <a:gd name="connsiteY1" fmla="*/ 159543 h 1376363"/>
                  <a:gd name="connsiteX2" fmla="*/ 697706 w 1028700"/>
                  <a:gd name="connsiteY2" fmla="*/ 269081 h 1376363"/>
                  <a:gd name="connsiteX3" fmla="*/ 781050 w 1028700"/>
                  <a:gd name="connsiteY3" fmla="*/ 333375 h 1376363"/>
                  <a:gd name="connsiteX4" fmla="*/ 850106 w 1028700"/>
                  <a:gd name="connsiteY4" fmla="*/ 390525 h 1376363"/>
                  <a:gd name="connsiteX5" fmla="*/ 931069 w 1028700"/>
                  <a:gd name="connsiteY5" fmla="*/ 411957 h 1376363"/>
                  <a:gd name="connsiteX6" fmla="*/ 992980 w 1028700"/>
                  <a:gd name="connsiteY6" fmla="*/ 469107 h 1376363"/>
                  <a:gd name="connsiteX7" fmla="*/ 890587 w 1028700"/>
                  <a:gd name="connsiteY7" fmla="*/ 576263 h 1376363"/>
                  <a:gd name="connsiteX8" fmla="*/ 1028700 w 1028700"/>
                  <a:gd name="connsiteY8" fmla="*/ 661988 h 1376363"/>
                  <a:gd name="connsiteX9" fmla="*/ 966788 w 1028700"/>
                  <a:gd name="connsiteY9" fmla="*/ 671513 h 1376363"/>
                  <a:gd name="connsiteX10" fmla="*/ 923925 w 1028700"/>
                  <a:gd name="connsiteY10" fmla="*/ 676275 h 1376363"/>
                  <a:gd name="connsiteX11" fmla="*/ 938213 w 1028700"/>
                  <a:gd name="connsiteY11" fmla="*/ 747713 h 1376363"/>
                  <a:gd name="connsiteX12" fmla="*/ 876300 w 1028700"/>
                  <a:gd name="connsiteY12" fmla="*/ 857250 h 1376363"/>
                  <a:gd name="connsiteX13" fmla="*/ 838200 w 1028700"/>
                  <a:gd name="connsiteY13" fmla="*/ 857250 h 1376363"/>
                  <a:gd name="connsiteX14" fmla="*/ 757238 w 1028700"/>
                  <a:gd name="connsiteY14" fmla="*/ 800100 h 1376363"/>
                  <a:gd name="connsiteX15" fmla="*/ 566738 w 1028700"/>
                  <a:gd name="connsiteY15" fmla="*/ 1052513 h 1376363"/>
                  <a:gd name="connsiteX16" fmla="*/ 571500 w 1028700"/>
                  <a:gd name="connsiteY16" fmla="*/ 1171575 h 1376363"/>
                  <a:gd name="connsiteX17" fmla="*/ 585788 w 1028700"/>
                  <a:gd name="connsiteY17" fmla="*/ 1243013 h 1376363"/>
                  <a:gd name="connsiteX18" fmla="*/ 538163 w 1028700"/>
                  <a:gd name="connsiteY18" fmla="*/ 1376363 h 1376363"/>
                  <a:gd name="connsiteX19" fmla="*/ 428625 w 1028700"/>
                  <a:gd name="connsiteY19" fmla="*/ 1323975 h 1376363"/>
                  <a:gd name="connsiteX20" fmla="*/ 400050 w 1028700"/>
                  <a:gd name="connsiteY20" fmla="*/ 1228725 h 1376363"/>
                  <a:gd name="connsiteX21" fmla="*/ 9525 w 1028700"/>
                  <a:gd name="connsiteY21" fmla="*/ 909638 h 1376363"/>
                  <a:gd name="connsiteX22" fmla="*/ 4763 w 1028700"/>
                  <a:gd name="connsiteY22" fmla="*/ 809625 h 1376363"/>
                  <a:gd name="connsiteX23" fmla="*/ 42863 w 1028700"/>
                  <a:gd name="connsiteY23" fmla="*/ 714375 h 1376363"/>
                  <a:gd name="connsiteX24" fmla="*/ 4763 w 1028700"/>
                  <a:gd name="connsiteY24" fmla="*/ 576263 h 1376363"/>
                  <a:gd name="connsiteX25" fmla="*/ 0 w 1028700"/>
                  <a:gd name="connsiteY25" fmla="*/ 471488 h 1376363"/>
                  <a:gd name="connsiteX26" fmla="*/ 42863 w 1028700"/>
                  <a:gd name="connsiteY26" fmla="*/ 414338 h 1376363"/>
                  <a:gd name="connsiteX27" fmla="*/ 100013 w 1028700"/>
                  <a:gd name="connsiteY27" fmla="*/ 409575 h 1376363"/>
                  <a:gd name="connsiteX28" fmla="*/ 123825 w 1028700"/>
                  <a:gd name="connsiteY28" fmla="*/ 266700 h 1376363"/>
                  <a:gd name="connsiteX29" fmla="*/ 238125 w 1028700"/>
                  <a:gd name="connsiteY29" fmla="*/ 161925 h 1376363"/>
                  <a:gd name="connsiteX30" fmla="*/ 338138 w 1028700"/>
                  <a:gd name="connsiteY30" fmla="*/ 204788 h 1376363"/>
                  <a:gd name="connsiteX31" fmla="*/ 385763 w 1028700"/>
                  <a:gd name="connsiteY31" fmla="*/ 166688 h 1376363"/>
                  <a:gd name="connsiteX32" fmla="*/ 347663 w 1028700"/>
                  <a:gd name="connsiteY32" fmla="*/ 104775 h 1376363"/>
                  <a:gd name="connsiteX33" fmla="*/ 314325 w 1028700"/>
                  <a:gd name="connsiteY33" fmla="*/ 33338 h 1376363"/>
                  <a:gd name="connsiteX34" fmla="*/ 414338 w 1028700"/>
                  <a:gd name="connsiteY34" fmla="*/ 0 h 1376363"/>
                  <a:gd name="connsiteX0" fmla="*/ 414338 w 1054893"/>
                  <a:gd name="connsiteY0" fmla="*/ 0 h 1376363"/>
                  <a:gd name="connsiteX1" fmla="*/ 564356 w 1054893"/>
                  <a:gd name="connsiteY1" fmla="*/ 159543 h 1376363"/>
                  <a:gd name="connsiteX2" fmla="*/ 697706 w 1054893"/>
                  <a:gd name="connsiteY2" fmla="*/ 269081 h 1376363"/>
                  <a:gd name="connsiteX3" fmla="*/ 781050 w 1054893"/>
                  <a:gd name="connsiteY3" fmla="*/ 333375 h 1376363"/>
                  <a:gd name="connsiteX4" fmla="*/ 850106 w 1054893"/>
                  <a:gd name="connsiteY4" fmla="*/ 390525 h 1376363"/>
                  <a:gd name="connsiteX5" fmla="*/ 931069 w 1054893"/>
                  <a:gd name="connsiteY5" fmla="*/ 411957 h 1376363"/>
                  <a:gd name="connsiteX6" fmla="*/ 992980 w 1054893"/>
                  <a:gd name="connsiteY6" fmla="*/ 469107 h 1376363"/>
                  <a:gd name="connsiteX7" fmla="*/ 1054893 w 1054893"/>
                  <a:gd name="connsiteY7" fmla="*/ 533400 h 1376363"/>
                  <a:gd name="connsiteX8" fmla="*/ 1028700 w 1054893"/>
                  <a:gd name="connsiteY8" fmla="*/ 661988 h 1376363"/>
                  <a:gd name="connsiteX9" fmla="*/ 966788 w 1054893"/>
                  <a:gd name="connsiteY9" fmla="*/ 671513 h 1376363"/>
                  <a:gd name="connsiteX10" fmla="*/ 923925 w 1054893"/>
                  <a:gd name="connsiteY10" fmla="*/ 676275 h 1376363"/>
                  <a:gd name="connsiteX11" fmla="*/ 938213 w 1054893"/>
                  <a:gd name="connsiteY11" fmla="*/ 747713 h 1376363"/>
                  <a:gd name="connsiteX12" fmla="*/ 876300 w 1054893"/>
                  <a:gd name="connsiteY12" fmla="*/ 857250 h 1376363"/>
                  <a:gd name="connsiteX13" fmla="*/ 838200 w 1054893"/>
                  <a:gd name="connsiteY13" fmla="*/ 857250 h 1376363"/>
                  <a:gd name="connsiteX14" fmla="*/ 757238 w 1054893"/>
                  <a:gd name="connsiteY14" fmla="*/ 800100 h 1376363"/>
                  <a:gd name="connsiteX15" fmla="*/ 566738 w 1054893"/>
                  <a:gd name="connsiteY15" fmla="*/ 1052513 h 1376363"/>
                  <a:gd name="connsiteX16" fmla="*/ 571500 w 1054893"/>
                  <a:gd name="connsiteY16" fmla="*/ 1171575 h 1376363"/>
                  <a:gd name="connsiteX17" fmla="*/ 585788 w 1054893"/>
                  <a:gd name="connsiteY17" fmla="*/ 1243013 h 1376363"/>
                  <a:gd name="connsiteX18" fmla="*/ 538163 w 1054893"/>
                  <a:gd name="connsiteY18" fmla="*/ 1376363 h 1376363"/>
                  <a:gd name="connsiteX19" fmla="*/ 428625 w 1054893"/>
                  <a:gd name="connsiteY19" fmla="*/ 1323975 h 1376363"/>
                  <a:gd name="connsiteX20" fmla="*/ 400050 w 1054893"/>
                  <a:gd name="connsiteY20" fmla="*/ 1228725 h 1376363"/>
                  <a:gd name="connsiteX21" fmla="*/ 9525 w 1054893"/>
                  <a:gd name="connsiteY21" fmla="*/ 909638 h 1376363"/>
                  <a:gd name="connsiteX22" fmla="*/ 4763 w 1054893"/>
                  <a:gd name="connsiteY22" fmla="*/ 809625 h 1376363"/>
                  <a:gd name="connsiteX23" fmla="*/ 42863 w 1054893"/>
                  <a:gd name="connsiteY23" fmla="*/ 714375 h 1376363"/>
                  <a:gd name="connsiteX24" fmla="*/ 4763 w 1054893"/>
                  <a:gd name="connsiteY24" fmla="*/ 576263 h 1376363"/>
                  <a:gd name="connsiteX25" fmla="*/ 0 w 1054893"/>
                  <a:gd name="connsiteY25" fmla="*/ 471488 h 1376363"/>
                  <a:gd name="connsiteX26" fmla="*/ 42863 w 1054893"/>
                  <a:gd name="connsiteY26" fmla="*/ 414338 h 1376363"/>
                  <a:gd name="connsiteX27" fmla="*/ 100013 w 1054893"/>
                  <a:gd name="connsiteY27" fmla="*/ 409575 h 1376363"/>
                  <a:gd name="connsiteX28" fmla="*/ 123825 w 1054893"/>
                  <a:gd name="connsiteY28" fmla="*/ 266700 h 1376363"/>
                  <a:gd name="connsiteX29" fmla="*/ 238125 w 1054893"/>
                  <a:gd name="connsiteY29" fmla="*/ 161925 h 1376363"/>
                  <a:gd name="connsiteX30" fmla="*/ 338138 w 1054893"/>
                  <a:gd name="connsiteY30" fmla="*/ 204788 h 1376363"/>
                  <a:gd name="connsiteX31" fmla="*/ 385763 w 1054893"/>
                  <a:gd name="connsiteY31" fmla="*/ 166688 h 1376363"/>
                  <a:gd name="connsiteX32" fmla="*/ 347663 w 1054893"/>
                  <a:gd name="connsiteY32" fmla="*/ 104775 h 1376363"/>
                  <a:gd name="connsiteX33" fmla="*/ 314325 w 1054893"/>
                  <a:gd name="connsiteY33" fmla="*/ 33338 h 1376363"/>
                  <a:gd name="connsiteX34" fmla="*/ 414338 w 1054893"/>
                  <a:gd name="connsiteY34" fmla="*/ 0 h 1376363"/>
                  <a:gd name="connsiteX0" fmla="*/ 414338 w 1054893"/>
                  <a:gd name="connsiteY0" fmla="*/ 0 h 1376363"/>
                  <a:gd name="connsiteX1" fmla="*/ 564356 w 1054893"/>
                  <a:gd name="connsiteY1" fmla="*/ 159543 h 1376363"/>
                  <a:gd name="connsiteX2" fmla="*/ 697706 w 1054893"/>
                  <a:gd name="connsiteY2" fmla="*/ 269081 h 1376363"/>
                  <a:gd name="connsiteX3" fmla="*/ 781050 w 1054893"/>
                  <a:gd name="connsiteY3" fmla="*/ 333375 h 1376363"/>
                  <a:gd name="connsiteX4" fmla="*/ 850106 w 1054893"/>
                  <a:gd name="connsiteY4" fmla="*/ 390525 h 1376363"/>
                  <a:gd name="connsiteX5" fmla="*/ 931069 w 1054893"/>
                  <a:gd name="connsiteY5" fmla="*/ 411957 h 1376363"/>
                  <a:gd name="connsiteX6" fmla="*/ 992980 w 1054893"/>
                  <a:gd name="connsiteY6" fmla="*/ 469107 h 1376363"/>
                  <a:gd name="connsiteX7" fmla="*/ 1054893 w 1054893"/>
                  <a:gd name="connsiteY7" fmla="*/ 533400 h 1376363"/>
                  <a:gd name="connsiteX8" fmla="*/ 864394 w 1054893"/>
                  <a:gd name="connsiteY8" fmla="*/ 538163 h 1376363"/>
                  <a:gd name="connsiteX9" fmla="*/ 966788 w 1054893"/>
                  <a:gd name="connsiteY9" fmla="*/ 671513 h 1376363"/>
                  <a:gd name="connsiteX10" fmla="*/ 923925 w 1054893"/>
                  <a:gd name="connsiteY10" fmla="*/ 676275 h 1376363"/>
                  <a:gd name="connsiteX11" fmla="*/ 938213 w 1054893"/>
                  <a:gd name="connsiteY11" fmla="*/ 747713 h 1376363"/>
                  <a:gd name="connsiteX12" fmla="*/ 876300 w 1054893"/>
                  <a:gd name="connsiteY12" fmla="*/ 857250 h 1376363"/>
                  <a:gd name="connsiteX13" fmla="*/ 838200 w 1054893"/>
                  <a:gd name="connsiteY13" fmla="*/ 857250 h 1376363"/>
                  <a:gd name="connsiteX14" fmla="*/ 757238 w 1054893"/>
                  <a:gd name="connsiteY14" fmla="*/ 800100 h 1376363"/>
                  <a:gd name="connsiteX15" fmla="*/ 566738 w 1054893"/>
                  <a:gd name="connsiteY15" fmla="*/ 1052513 h 1376363"/>
                  <a:gd name="connsiteX16" fmla="*/ 571500 w 1054893"/>
                  <a:gd name="connsiteY16" fmla="*/ 1171575 h 1376363"/>
                  <a:gd name="connsiteX17" fmla="*/ 585788 w 1054893"/>
                  <a:gd name="connsiteY17" fmla="*/ 1243013 h 1376363"/>
                  <a:gd name="connsiteX18" fmla="*/ 538163 w 1054893"/>
                  <a:gd name="connsiteY18" fmla="*/ 1376363 h 1376363"/>
                  <a:gd name="connsiteX19" fmla="*/ 428625 w 1054893"/>
                  <a:gd name="connsiteY19" fmla="*/ 1323975 h 1376363"/>
                  <a:gd name="connsiteX20" fmla="*/ 400050 w 1054893"/>
                  <a:gd name="connsiteY20" fmla="*/ 1228725 h 1376363"/>
                  <a:gd name="connsiteX21" fmla="*/ 9525 w 1054893"/>
                  <a:gd name="connsiteY21" fmla="*/ 909638 h 1376363"/>
                  <a:gd name="connsiteX22" fmla="*/ 4763 w 1054893"/>
                  <a:gd name="connsiteY22" fmla="*/ 809625 h 1376363"/>
                  <a:gd name="connsiteX23" fmla="*/ 42863 w 1054893"/>
                  <a:gd name="connsiteY23" fmla="*/ 714375 h 1376363"/>
                  <a:gd name="connsiteX24" fmla="*/ 4763 w 1054893"/>
                  <a:gd name="connsiteY24" fmla="*/ 576263 h 1376363"/>
                  <a:gd name="connsiteX25" fmla="*/ 0 w 1054893"/>
                  <a:gd name="connsiteY25" fmla="*/ 471488 h 1376363"/>
                  <a:gd name="connsiteX26" fmla="*/ 42863 w 1054893"/>
                  <a:gd name="connsiteY26" fmla="*/ 414338 h 1376363"/>
                  <a:gd name="connsiteX27" fmla="*/ 100013 w 1054893"/>
                  <a:gd name="connsiteY27" fmla="*/ 409575 h 1376363"/>
                  <a:gd name="connsiteX28" fmla="*/ 123825 w 1054893"/>
                  <a:gd name="connsiteY28" fmla="*/ 266700 h 1376363"/>
                  <a:gd name="connsiteX29" fmla="*/ 238125 w 1054893"/>
                  <a:gd name="connsiteY29" fmla="*/ 161925 h 1376363"/>
                  <a:gd name="connsiteX30" fmla="*/ 338138 w 1054893"/>
                  <a:gd name="connsiteY30" fmla="*/ 204788 h 1376363"/>
                  <a:gd name="connsiteX31" fmla="*/ 385763 w 1054893"/>
                  <a:gd name="connsiteY31" fmla="*/ 166688 h 1376363"/>
                  <a:gd name="connsiteX32" fmla="*/ 347663 w 1054893"/>
                  <a:gd name="connsiteY32" fmla="*/ 104775 h 1376363"/>
                  <a:gd name="connsiteX33" fmla="*/ 314325 w 1054893"/>
                  <a:gd name="connsiteY33" fmla="*/ 33338 h 1376363"/>
                  <a:gd name="connsiteX34" fmla="*/ 414338 w 1054893"/>
                  <a:gd name="connsiteY34" fmla="*/ 0 h 1376363"/>
                  <a:gd name="connsiteX0" fmla="*/ 414338 w 1054893"/>
                  <a:gd name="connsiteY0" fmla="*/ 0 h 1376363"/>
                  <a:gd name="connsiteX1" fmla="*/ 564356 w 1054893"/>
                  <a:gd name="connsiteY1" fmla="*/ 159543 h 1376363"/>
                  <a:gd name="connsiteX2" fmla="*/ 697706 w 1054893"/>
                  <a:gd name="connsiteY2" fmla="*/ 269081 h 1376363"/>
                  <a:gd name="connsiteX3" fmla="*/ 781050 w 1054893"/>
                  <a:gd name="connsiteY3" fmla="*/ 333375 h 1376363"/>
                  <a:gd name="connsiteX4" fmla="*/ 850106 w 1054893"/>
                  <a:gd name="connsiteY4" fmla="*/ 390525 h 1376363"/>
                  <a:gd name="connsiteX5" fmla="*/ 931069 w 1054893"/>
                  <a:gd name="connsiteY5" fmla="*/ 411957 h 1376363"/>
                  <a:gd name="connsiteX6" fmla="*/ 992980 w 1054893"/>
                  <a:gd name="connsiteY6" fmla="*/ 469107 h 1376363"/>
                  <a:gd name="connsiteX7" fmla="*/ 1054893 w 1054893"/>
                  <a:gd name="connsiteY7" fmla="*/ 533400 h 1376363"/>
                  <a:gd name="connsiteX8" fmla="*/ 985838 w 1054893"/>
                  <a:gd name="connsiteY8" fmla="*/ 533401 h 1376363"/>
                  <a:gd name="connsiteX9" fmla="*/ 864394 w 1054893"/>
                  <a:gd name="connsiteY9" fmla="*/ 538163 h 1376363"/>
                  <a:gd name="connsiteX10" fmla="*/ 966788 w 1054893"/>
                  <a:gd name="connsiteY10" fmla="*/ 671513 h 1376363"/>
                  <a:gd name="connsiteX11" fmla="*/ 923925 w 1054893"/>
                  <a:gd name="connsiteY11" fmla="*/ 676275 h 1376363"/>
                  <a:gd name="connsiteX12" fmla="*/ 938213 w 1054893"/>
                  <a:gd name="connsiteY12" fmla="*/ 747713 h 1376363"/>
                  <a:gd name="connsiteX13" fmla="*/ 876300 w 1054893"/>
                  <a:gd name="connsiteY13" fmla="*/ 857250 h 1376363"/>
                  <a:gd name="connsiteX14" fmla="*/ 838200 w 1054893"/>
                  <a:gd name="connsiteY14" fmla="*/ 857250 h 1376363"/>
                  <a:gd name="connsiteX15" fmla="*/ 757238 w 1054893"/>
                  <a:gd name="connsiteY15" fmla="*/ 800100 h 1376363"/>
                  <a:gd name="connsiteX16" fmla="*/ 566738 w 1054893"/>
                  <a:gd name="connsiteY16" fmla="*/ 1052513 h 1376363"/>
                  <a:gd name="connsiteX17" fmla="*/ 571500 w 1054893"/>
                  <a:gd name="connsiteY17" fmla="*/ 1171575 h 1376363"/>
                  <a:gd name="connsiteX18" fmla="*/ 585788 w 1054893"/>
                  <a:gd name="connsiteY18" fmla="*/ 1243013 h 1376363"/>
                  <a:gd name="connsiteX19" fmla="*/ 538163 w 1054893"/>
                  <a:gd name="connsiteY19" fmla="*/ 1376363 h 1376363"/>
                  <a:gd name="connsiteX20" fmla="*/ 428625 w 1054893"/>
                  <a:gd name="connsiteY20" fmla="*/ 1323975 h 1376363"/>
                  <a:gd name="connsiteX21" fmla="*/ 400050 w 1054893"/>
                  <a:gd name="connsiteY21" fmla="*/ 1228725 h 1376363"/>
                  <a:gd name="connsiteX22" fmla="*/ 9525 w 1054893"/>
                  <a:gd name="connsiteY22" fmla="*/ 909638 h 1376363"/>
                  <a:gd name="connsiteX23" fmla="*/ 4763 w 1054893"/>
                  <a:gd name="connsiteY23" fmla="*/ 809625 h 1376363"/>
                  <a:gd name="connsiteX24" fmla="*/ 42863 w 1054893"/>
                  <a:gd name="connsiteY24" fmla="*/ 714375 h 1376363"/>
                  <a:gd name="connsiteX25" fmla="*/ 4763 w 1054893"/>
                  <a:gd name="connsiteY25" fmla="*/ 576263 h 1376363"/>
                  <a:gd name="connsiteX26" fmla="*/ 0 w 1054893"/>
                  <a:gd name="connsiteY26" fmla="*/ 471488 h 1376363"/>
                  <a:gd name="connsiteX27" fmla="*/ 42863 w 1054893"/>
                  <a:gd name="connsiteY27" fmla="*/ 414338 h 1376363"/>
                  <a:gd name="connsiteX28" fmla="*/ 100013 w 1054893"/>
                  <a:gd name="connsiteY28" fmla="*/ 409575 h 1376363"/>
                  <a:gd name="connsiteX29" fmla="*/ 123825 w 1054893"/>
                  <a:gd name="connsiteY29" fmla="*/ 266700 h 1376363"/>
                  <a:gd name="connsiteX30" fmla="*/ 238125 w 1054893"/>
                  <a:gd name="connsiteY30" fmla="*/ 161925 h 1376363"/>
                  <a:gd name="connsiteX31" fmla="*/ 338138 w 1054893"/>
                  <a:gd name="connsiteY31" fmla="*/ 204788 h 1376363"/>
                  <a:gd name="connsiteX32" fmla="*/ 385763 w 1054893"/>
                  <a:gd name="connsiteY32" fmla="*/ 166688 h 1376363"/>
                  <a:gd name="connsiteX33" fmla="*/ 347663 w 1054893"/>
                  <a:gd name="connsiteY33" fmla="*/ 104775 h 1376363"/>
                  <a:gd name="connsiteX34" fmla="*/ 314325 w 1054893"/>
                  <a:gd name="connsiteY34" fmla="*/ 33338 h 1376363"/>
                  <a:gd name="connsiteX35" fmla="*/ 414338 w 1054893"/>
                  <a:gd name="connsiteY35" fmla="*/ 0 h 1376363"/>
                  <a:gd name="connsiteX0" fmla="*/ 414338 w 1071563"/>
                  <a:gd name="connsiteY0" fmla="*/ 0 h 1376363"/>
                  <a:gd name="connsiteX1" fmla="*/ 564356 w 1071563"/>
                  <a:gd name="connsiteY1" fmla="*/ 159543 h 1376363"/>
                  <a:gd name="connsiteX2" fmla="*/ 697706 w 1071563"/>
                  <a:gd name="connsiteY2" fmla="*/ 269081 h 1376363"/>
                  <a:gd name="connsiteX3" fmla="*/ 781050 w 1071563"/>
                  <a:gd name="connsiteY3" fmla="*/ 333375 h 1376363"/>
                  <a:gd name="connsiteX4" fmla="*/ 850106 w 1071563"/>
                  <a:gd name="connsiteY4" fmla="*/ 390525 h 1376363"/>
                  <a:gd name="connsiteX5" fmla="*/ 931069 w 1071563"/>
                  <a:gd name="connsiteY5" fmla="*/ 411957 h 1376363"/>
                  <a:gd name="connsiteX6" fmla="*/ 992980 w 1071563"/>
                  <a:gd name="connsiteY6" fmla="*/ 469107 h 1376363"/>
                  <a:gd name="connsiteX7" fmla="*/ 1054893 w 1071563"/>
                  <a:gd name="connsiteY7" fmla="*/ 533400 h 1376363"/>
                  <a:gd name="connsiteX8" fmla="*/ 1071563 w 1071563"/>
                  <a:gd name="connsiteY8" fmla="*/ 581026 h 1376363"/>
                  <a:gd name="connsiteX9" fmla="*/ 864394 w 1071563"/>
                  <a:gd name="connsiteY9" fmla="*/ 538163 h 1376363"/>
                  <a:gd name="connsiteX10" fmla="*/ 966788 w 1071563"/>
                  <a:gd name="connsiteY10" fmla="*/ 671513 h 1376363"/>
                  <a:gd name="connsiteX11" fmla="*/ 923925 w 1071563"/>
                  <a:gd name="connsiteY11" fmla="*/ 676275 h 1376363"/>
                  <a:gd name="connsiteX12" fmla="*/ 938213 w 1071563"/>
                  <a:gd name="connsiteY12" fmla="*/ 747713 h 1376363"/>
                  <a:gd name="connsiteX13" fmla="*/ 876300 w 1071563"/>
                  <a:gd name="connsiteY13" fmla="*/ 857250 h 1376363"/>
                  <a:gd name="connsiteX14" fmla="*/ 838200 w 1071563"/>
                  <a:gd name="connsiteY14" fmla="*/ 857250 h 1376363"/>
                  <a:gd name="connsiteX15" fmla="*/ 757238 w 1071563"/>
                  <a:gd name="connsiteY15" fmla="*/ 800100 h 1376363"/>
                  <a:gd name="connsiteX16" fmla="*/ 566738 w 1071563"/>
                  <a:gd name="connsiteY16" fmla="*/ 1052513 h 1376363"/>
                  <a:gd name="connsiteX17" fmla="*/ 571500 w 1071563"/>
                  <a:gd name="connsiteY17" fmla="*/ 1171575 h 1376363"/>
                  <a:gd name="connsiteX18" fmla="*/ 585788 w 1071563"/>
                  <a:gd name="connsiteY18" fmla="*/ 1243013 h 1376363"/>
                  <a:gd name="connsiteX19" fmla="*/ 538163 w 1071563"/>
                  <a:gd name="connsiteY19" fmla="*/ 1376363 h 1376363"/>
                  <a:gd name="connsiteX20" fmla="*/ 428625 w 1071563"/>
                  <a:gd name="connsiteY20" fmla="*/ 1323975 h 1376363"/>
                  <a:gd name="connsiteX21" fmla="*/ 400050 w 1071563"/>
                  <a:gd name="connsiteY21" fmla="*/ 1228725 h 1376363"/>
                  <a:gd name="connsiteX22" fmla="*/ 9525 w 1071563"/>
                  <a:gd name="connsiteY22" fmla="*/ 909638 h 1376363"/>
                  <a:gd name="connsiteX23" fmla="*/ 4763 w 1071563"/>
                  <a:gd name="connsiteY23" fmla="*/ 809625 h 1376363"/>
                  <a:gd name="connsiteX24" fmla="*/ 42863 w 1071563"/>
                  <a:gd name="connsiteY24" fmla="*/ 714375 h 1376363"/>
                  <a:gd name="connsiteX25" fmla="*/ 4763 w 1071563"/>
                  <a:gd name="connsiteY25" fmla="*/ 576263 h 1376363"/>
                  <a:gd name="connsiteX26" fmla="*/ 0 w 1071563"/>
                  <a:gd name="connsiteY26" fmla="*/ 471488 h 1376363"/>
                  <a:gd name="connsiteX27" fmla="*/ 42863 w 1071563"/>
                  <a:gd name="connsiteY27" fmla="*/ 414338 h 1376363"/>
                  <a:gd name="connsiteX28" fmla="*/ 100013 w 1071563"/>
                  <a:gd name="connsiteY28" fmla="*/ 409575 h 1376363"/>
                  <a:gd name="connsiteX29" fmla="*/ 123825 w 1071563"/>
                  <a:gd name="connsiteY29" fmla="*/ 266700 h 1376363"/>
                  <a:gd name="connsiteX30" fmla="*/ 238125 w 1071563"/>
                  <a:gd name="connsiteY30" fmla="*/ 161925 h 1376363"/>
                  <a:gd name="connsiteX31" fmla="*/ 338138 w 1071563"/>
                  <a:gd name="connsiteY31" fmla="*/ 204788 h 1376363"/>
                  <a:gd name="connsiteX32" fmla="*/ 385763 w 1071563"/>
                  <a:gd name="connsiteY32" fmla="*/ 166688 h 1376363"/>
                  <a:gd name="connsiteX33" fmla="*/ 347663 w 1071563"/>
                  <a:gd name="connsiteY33" fmla="*/ 104775 h 1376363"/>
                  <a:gd name="connsiteX34" fmla="*/ 314325 w 1071563"/>
                  <a:gd name="connsiteY34" fmla="*/ 33338 h 1376363"/>
                  <a:gd name="connsiteX35" fmla="*/ 414338 w 1071563"/>
                  <a:gd name="connsiteY35" fmla="*/ 0 h 1376363"/>
                  <a:gd name="connsiteX0" fmla="*/ 414338 w 1071563"/>
                  <a:gd name="connsiteY0" fmla="*/ 0 h 1376363"/>
                  <a:gd name="connsiteX1" fmla="*/ 564356 w 1071563"/>
                  <a:gd name="connsiteY1" fmla="*/ 159543 h 1376363"/>
                  <a:gd name="connsiteX2" fmla="*/ 697706 w 1071563"/>
                  <a:gd name="connsiteY2" fmla="*/ 269081 h 1376363"/>
                  <a:gd name="connsiteX3" fmla="*/ 781050 w 1071563"/>
                  <a:gd name="connsiteY3" fmla="*/ 333375 h 1376363"/>
                  <a:gd name="connsiteX4" fmla="*/ 850106 w 1071563"/>
                  <a:gd name="connsiteY4" fmla="*/ 390525 h 1376363"/>
                  <a:gd name="connsiteX5" fmla="*/ 931069 w 1071563"/>
                  <a:gd name="connsiteY5" fmla="*/ 411957 h 1376363"/>
                  <a:gd name="connsiteX6" fmla="*/ 992980 w 1071563"/>
                  <a:gd name="connsiteY6" fmla="*/ 469107 h 1376363"/>
                  <a:gd name="connsiteX7" fmla="*/ 1054893 w 1071563"/>
                  <a:gd name="connsiteY7" fmla="*/ 533400 h 1376363"/>
                  <a:gd name="connsiteX8" fmla="*/ 1071563 w 1071563"/>
                  <a:gd name="connsiteY8" fmla="*/ 581026 h 1376363"/>
                  <a:gd name="connsiteX9" fmla="*/ 981075 w 1071563"/>
                  <a:gd name="connsiteY9" fmla="*/ 609600 h 1376363"/>
                  <a:gd name="connsiteX10" fmla="*/ 966788 w 1071563"/>
                  <a:gd name="connsiteY10" fmla="*/ 671513 h 1376363"/>
                  <a:gd name="connsiteX11" fmla="*/ 923925 w 1071563"/>
                  <a:gd name="connsiteY11" fmla="*/ 676275 h 1376363"/>
                  <a:gd name="connsiteX12" fmla="*/ 938213 w 1071563"/>
                  <a:gd name="connsiteY12" fmla="*/ 747713 h 1376363"/>
                  <a:gd name="connsiteX13" fmla="*/ 876300 w 1071563"/>
                  <a:gd name="connsiteY13" fmla="*/ 857250 h 1376363"/>
                  <a:gd name="connsiteX14" fmla="*/ 838200 w 1071563"/>
                  <a:gd name="connsiteY14" fmla="*/ 857250 h 1376363"/>
                  <a:gd name="connsiteX15" fmla="*/ 757238 w 1071563"/>
                  <a:gd name="connsiteY15" fmla="*/ 800100 h 1376363"/>
                  <a:gd name="connsiteX16" fmla="*/ 566738 w 1071563"/>
                  <a:gd name="connsiteY16" fmla="*/ 1052513 h 1376363"/>
                  <a:gd name="connsiteX17" fmla="*/ 571500 w 1071563"/>
                  <a:gd name="connsiteY17" fmla="*/ 1171575 h 1376363"/>
                  <a:gd name="connsiteX18" fmla="*/ 585788 w 1071563"/>
                  <a:gd name="connsiteY18" fmla="*/ 1243013 h 1376363"/>
                  <a:gd name="connsiteX19" fmla="*/ 538163 w 1071563"/>
                  <a:gd name="connsiteY19" fmla="*/ 1376363 h 1376363"/>
                  <a:gd name="connsiteX20" fmla="*/ 428625 w 1071563"/>
                  <a:gd name="connsiteY20" fmla="*/ 1323975 h 1376363"/>
                  <a:gd name="connsiteX21" fmla="*/ 400050 w 1071563"/>
                  <a:gd name="connsiteY21" fmla="*/ 1228725 h 1376363"/>
                  <a:gd name="connsiteX22" fmla="*/ 9525 w 1071563"/>
                  <a:gd name="connsiteY22" fmla="*/ 909638 h 1376363"/>
                  <a:gd name="connsiteX23" fmla="*/ 4763 w 1071563"/>
                  <a:gd name="connsiteY23" fmla="*/ 809625 h 1376363"/>
                  <a:gd name="connsiteX24" fmla="*/ 42863 w 1071563"/>
                  <a:gd name="connsiteY24" fmla="*/ 714375 h 1376363"/>
                  <a:gd name="connsiteX25" fmla="*/ 4763 w 1071563"/>
                  <a:gd name="connsiteY25" fmla="*/ 576263 h 1376363"/>
                  <a:gd name="connsiteX26" fmla="*/ 0 w 1071563"/>
                  <a:gd name="connsiteY26" fmla="*/ 471488 h 1376363"/>
                  <a:gd name="connsiteX27" fmla="*/ 42863 w 1071563"/>
                  <a:gd name="connsiteY27" fmla="*/ 414338 h 1376363"/>
                  <a:gd name="connsiteX28" fmla="*/ 100013 w 1071563"/>
                  <a:gd name="connsiteY28" fmla="*/ 409575 h 1376363"/>
                  <a:gd name="connsiteX29" fmla="*/ 123825 w 1071563"/>
                  <a:gd name="connsiteY29" fmla="*/ 266700 h 1376363"/>
                  <a:gd name="connsiteX30" fmla="*/ 238125 w 1071563"/>
                  <a:gd name="connsiteY30" fmla="*/ 161925 h 1376363"/>
                  <a:gd name="connsiteX31" fmla="*/ 338138 w 1071563"/>
                  <a:gd name="connsiteY31" fmla="*/ 204788 h 1376363"/>
                  <a:gd name="connsiteX32" fmla="*/ 385763 w 1071563"/>
                  <a:gd name="connsiteY32" fmla="*/ 166688 h 1376363"/>
                  <a:gd name="connsiteX33" fmla="*/ 347663 w 1071563"/>
                  <a:gd name="connsiteY33" fmla="*/ 104775 h 1376363"/>
                  <a:gd name="connsiteX34" fmla="*/ 314325 w 1071563"/>
                  <a:gd name="connsiteY34" fmla="*/ 33338 h 1376363"/>
                  <a:gd name="connsiteX35" fmla="*/ 414338 w 1071563"/>
                  <a:gd name="connsiteY35" fmla="*/ 0 h 1376363"/>
                  <a:gd name="connsiteX0" fmla="*/ 414338 w 1071563"/>
                  <a:gd name="connsiteY0" fmla="*/ 0 h 1376363"/>
                  <a:gd name="connsiteX1" fmla="*/ 564356 w 1071563"/>
                  <a:gd name="connsiteY1" fmla="*/ 159543 h 1376363"/>
                  <a:gd name="connsiteX2" fmla="*/ 697706 w 1071563"/>
                  <a:gd name="connsiteY2" fmla="*/ 269081 h 1376363"/>
                  <a:gd name="connsiteX3" fmla="*/ 781050 w 1071563"/>
                  <a:gd name="connsiteY3" fmla="*/ 333375 h 1376363"/>
                  <a:gd name="connsiteX4" fmla="*/ 850106 w 1071563"/>
                  <a:gd name="connsiteY4" fmla="*/ 390525 h 1376363"/>
                  <a:gd name="connsiteX5" fmla="*/ 931069 w 1071563"/>
                  <a:gd name="connsiteY5" fmla="*/ 411957 h 1376363"/>
                  <a:gd name="connsiteX6" fmla="*/ 992980 w 1071563"/>
                  <a:gd name="connsiteY6" fmla="*/ 469107 h 1376363"/>
                  <a:gd name="connsiteX7" fmla="*/ 1054893 w 1071563"/>
                  <a:gd name="connsiteY7" fmla="*/ 533400 h 1376363"/>
                  <a:gd name="connsiteX8" fmla="*/ 1071563 w 1071563"/>
                  <a:gd name="connsiteY8" fmla="*/ 581026 h 1376363"/>
                  <a:gd name="connsiteX9" fmla="*/ 981075 w 1071563"/>
                  <a:gd name="connsiteY9" fmla="*/ 609600 h 1376363"/>
                  <a:gd name="connsiteX10" fmla="*/ 895350 w 1071563"/>
                  <a:gd name="connsiteY10" fmla="*/ 640557 h 1376363"/>
                  <a:gd name="connsiteX11" fmla="*/ 923925 w 1071563"/>
                  <a:gd name="connsiteY11" fmla="*/ 676275 h 1376363"/>
                  <a:gd name="connsiteX12" fmla="*/ 938213 w 1071563"/>
                  <a:gd name="connsiteY12" fmla="*/ 747713 h 1376363"/>
                  <a:gd name="connsiteX13" fmla="*/ 876300 w 1071563"/>
                  <a:gd name="connsiteY13" fmla="*/ 857250 h 1376363"/>
                  <a:gd name="connsiteX14" fmla="*/ 838200 w 1071563"/>
                  <a:gd name="connsiteY14" fmla="*/ 857250 h 1376363"/>
                  <a:gd name="connsiteX15" fmla="*/ 757238 w 1071563"/>
                  <a:gd name="connsiteY15" fmla="*/ 800100 h 1376363"/>
                  <a:gd name="connsiteX16" fmla="*/ 566738 w 1071563"/>
                  <a:gd name="connsiteY16" fmla="*/ 1052513 h 1376363"/>
                  <a:gd name="connsiteX17" fmla="*/ 571500 w 1071563"/>
                  <a:gd name="connsiteY17" fmla="*/ 1171575 h 1376363"/>
                  <a:gd name="connsiteX18" fmla="*/ 585788 w 1071563"/>
                  <a:gd name="connsiteY18" fmla="*/ 1243013 h 1376363"/>
                  <a:gd name="connsiteX19" fmla="*/ 538163 w 1071563"/>
                  <a:gd name="connsiteY19" fmla="*/ 1376363 h 1376363"/>
                  <a:gd name="connsiteX20" fmla="*/ 428625 w 1071563"/>
                  <a:gd name="connsiteY20" fmla="*/ 1323975 h 1376363"/>
                  <a:gd name="connsiteX21" fmla="*/ 400050 w 1071563"/>
                  <a:gd name="connsiteY21" fmla="*/ 1228725 h 1376363"/>
                  <a:gd name="connsiteX22" fmla="*/ 9525 w 1071563"/>
                  <a:gd name="connsiteY22" fmla="*/ 909638 h 1376363"/>
                  <a:gd name="connsiteX23" fmla="*/ 4763 w 1071563"/>
                  <a:gd name="connsiteY23" fmla="*/ 809625 h 1376363"/>
                  <a:gd name="connsiteX24" fmla="*/ 42863 w 1071563"/>
                  <a:gd name="connsiteY24" fmla="*/ 714375 h 1376363"/>
                  <a:gd name="connsiteX25" fmla="*/ 4763 w 1071563"/>
                  <a:gd name="connsiteY25" fmla="*/ 576263 h 1376363"/>
                  <a:gd name="connsiteX26" fmla="*/ 0 w 1071563"/>
                  <a:gd name="connsiteY26" fmla="*/ 471488 h 1376363"/>
                  <a:gd name="connsiteX27" fmla="*/ 42863 w 1071563"/>
                  <a:gd name="connsiteY27" fmla="*/ 414338 h 1376363"/>
                  <a:gd name="connsiteX28" fmla="*/ 100013 w 1071563"/>
                  <a:gd name="connsiteY28" fmla="*/ 409575 h 1376363"/>
                  <a:gd name="connsiteX29" fmla="*/ 123825 w 1071563"/>
                  <a:gd name="connsiteY29" fmla="*/ 266700 h 1376363"/>
                  <a:gd name="connsiteX30" fmla="*/ 238125 w 1071563"/>
                  <a:gd name="connsiteY30" fmla="*/ 161925 h 1376363"/>
                  <a:gd name="connsiteX31" fmla="*/ 338138 w 1071563"/>
                  <a:gd name="connsiteY31" fmla="*/ 204788 h 1376363"/>
                  <a:gd name="connsiteX32" fmla="*/ 385763 w 1071563"/>
                  <a:gd name="connsiteY32" fmla="*/ 166688 h 1376363"/>
                  <a:gd name="connsiteX33" fmla="*/ 347663 w 1071563"/>
                  <a:gd name="connsiteY33" fmla="*/ 104775 h 1376363"/>
                  <a:gd name="connsiteX34" fmla="*/ 314325 w 1071563"/>
                  <a:gd name="connsiteY34" fmla="*/ 33338 h 1376363"/>
                  <a:gd name="connsiteX35" fmla="*/ 414338 w 1071563"/>
                  <a:gd name="connsiteY35" fmla="*/ 0 h 1376363"/>
                  <a:gd name="connsiteX0" fmla="*/ 414338 w 1071563"/>
                  <a:gd name="connsiteY0" fmla="*/ 0 h 1376363"/>
                  <a:gd name="connsiteX1" fmla="*/ 564356 w 1071563"/>
                  <a:gd name="connsiteY1" fmla="*/ 159543 h 1376363"/>
                  <a:gd name="connsiteX2" fmla="*/ 697706 w 1071563"/>
                  <a:gd name="connsiteY2" fmla="*/ 269081 h 1376363"/>
                  <a:gd name="connsiteX3" fmla="*/ 781050 w 1071563"/>
                  <a:gd name="connsiteY3" fmla="*/ 333375 h 1376363"/>
                  <a:gd name="connsiteX4" fmla="*/ 850106 w 1071563"/>
                  <a:gd name="connsiteY4" fmla="*/ 390525 h 1376363"/>
                  <a:gd name="connsiteX5" fmla="*/ 931069 w 1071563"/>
                  <a:gd name="connsiteY5" fmla="*/ 411957 h 1376363"/>
                  <a:gd name="connsiteX6" fmla="*/ 992980 w 1071563"/>
                  <a:gd name="connsiteY6" fmla="*/ 469107 h 1376363"/>
                  <a:gd name="connsiteX7" fmla="*/ 1054893 w 1071563"/>
                  <a:gd name="connsiteY7" fmla="*/ 533400 h 1376363"/>
                  <a:gd name="connsiteX8" fmla="*/ 1071563 w 1071563"/>
                  <a:gd name="connsiteY8" fmla="*/ 581026 h 1376363"/>
                  <a:gd name="connsiteX9" fmla="*/ 981075 w 1071563"/>
                  <a:gd name="connsiteY9" fmla="*/ 609600 h 1376363"/>
                  <a:gd name="connsiteX10" fmla="*/ 950118 w 1071563"/>
                  <a:gd name="connsiteY10" fmla="*/ 664369 h 1376363"/>
                  <a:gd name="connsiteX11" fmla="*/ 923925 w 1071563"/>
                  <a:gd name="connsiteY11" fmla="*/ 676275 h 1376363"/>
                  <a:gd name="connsiteX12" fmla="*/ 938213 w 1071563"/>
                  <a:gd name="connsiteY12" fmla="*/ 747713 h 1376363"/>
                  <a:gd name="connsiteX13" fmla="*/ 876300 w 1071563"/>
                  <a:gd name="connsiteY13" fmla="*/ 857250 h 1376363"/>
                  <a:gd name="connsiteX14" fmla="*/ 838200 w 1071563"/>
                  <a:gd name="connsiteY14" fmla="*/ 857250 h 1376363"/>
                  <a:gd name="connsiteX15" fmla="*/ 757238 w 1071563"/>
                  <a:gd name="connsiteY15" fmla="*/ 800100 h 1376363"/>
                  <a:gd name="connsiteX16" fmla="*/ 566738 w 1071563"/>
                  <a:gd name="connsiteY16" fmla="*/ 1052513 h 1376363"/>
                  <a:gd name="connsiteX17" fmla="*/ 571500 w 1071563"/>
                  <a:gd name="connsiteY17" fmla="*/ 1171575 h 1376363"/>
                  <a:gd name="connsiteX18" fmla="*/ 585788 w 1071563"/>
                  <a:gd name="connsiteY18" fmla="*/ 1243013 h 1376363"/>
                  <a:gd name="connsiteX19" fmla="*/ 538163 w 1071563"/>
                  <a:gd name="connsiteY19" fmla="*/ 1376363 h 1376363"/>
                  <a:gd name="connsiteX20" fmla="*/ 428625 w 1071563"/>
                  <a:gd name="connsiteY20" fmla="*/ 1323975 h 1376363"/>
                  <a:gd name="connsiteX21" fmla="*/ 400050 w 1071563"/>
                  <a:gd name="connsiteY21" fmla="*/ 1228725 h 1376363"/>
                  <a:gd name="connsiteX22" fmla="*/ 9525 w 1071563"/>
                  <a:gd name="connsiteY22" fmla="*/ 909638 h 1376363"/>
                  <a:gd name="connsiteX23" fmla="*/ 4763 w 1071563"/>
                  <a:gd name="connsiteY23" fmla="*/ 809625 h 1376363"/>
                  <a:gd name="connsiteX24" fmla="*/ 42863 w 1071563"/>
                  <a:gd name="connsiteY24" fmla="*/ 714375 h 1376363"/>
                  <a:gd name="connsiteX25" fmla="*/ 4763 w 1071563"/>
                  <a:gd name="connsiteY25" fmla="*/ 576263 h 1376363"/>
                  <a:gd name="connsiteX26" fmla="*/ 0 w 1071563"/>
                  <a:gd name="connsiteY26" fmla="*/ 471488 h 1376363"/>
                  <a:gd name="connsiteX27" fmla="*/ 42863 w 1071563"/>
                  <a:gd name="connsiteY27" fmla="*/ 414338 h 1376363"/>
                  <a:gd name="connsiteX28" fmla="*/ 100013 w 1071563"/>
                  <a:gd name="connsiteY28" fmla="*/ 409575 h 1376363"/>
                  <a:gd name="connsiteX29" fmla="*/ 123825 w 1071563"/>
                  <a:gd name="connsiteY29" fmla="*/ 266700 h 1376363"/>
                  <a:gd name="connsiteX30" fmla="*/ 238125 w 1071563"/>
                  <a:gd name="connsiteY30" fmla="*/ 161925 h 1376363"/>
                  <a:gd name="connsiteX31" fmla="*/ 338138 w 1071563"/>
                  <a:gd name="connsiteY31" fmla="*/ 204788 h 1376363"/>
                  <a:gd name="connsiteX32" fmla="*/ 385763 w 1071563"/>
                  <a:gd name="connsiteY32" fmla="*/ 166688 h 1376363"/>
                  <a:gd name="connsiteX33" fmla="*/ 347663 w 1071563"/>
                  <a:gd name="connsiteY33" fmla="*/ 104775 h 1376363"/>
                  <a:gd name="connsiteX34" fmla="*/ 314325 w 1071563"/>
                  <a:gd name="connsiteY34" fmla="*/ 33338 h 1376363"/>
                  <a:gd name="connsiteX35" fmla="*/ 414338 w 1071563"/>
                  <a:gd name="connsiteY35" fmla="*/ 0 h 13763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</a:cxnLst>
                <a:rect l="l" t="t" r="r" b="b"/>
                <a:pathLst>
                  <a:path w="1071563" h="1376363">
                    <a:moveTo>
                      <a:pt x="414338" y="0"/>
                    </a:moveTo>
                    <a:lnTo>
                      <a:pt x="564356" y="159543"/>
                    </a:lnTo>
                    <a:lnTo>
                      <a:pt x="697706" y="269081"/>
                    </a:lnTo>
                    <a:lnTo>
                      <a:pt x="781050" y="333375"/>
                    </a:lnTo>
                    <a:lnTo>
                      <a:pt x="850106" y="390525"/>
                    </a:lnTo>
                    <a:lnTo>
                      <a:pt x="931069" y="411957"/>
                    </a:lnTo>
                    <a:lnTo>
                      <a:pt x="992980" y="469107"/>
                    </a:lnTo>
                    <a:lnTo>
                      <a:pt x="1054893" y="533400"/>
                    </a:lnTo>
                    <a:lnTo>
                      <a:pt x="1071563" y="581026"/>
                    </a:lnTo>
                    <a:lnTo>
                      <a:pt x="981075" y="609600"/>
                    </a:lnTo>
                    <a:lnTo>
                      <a:pt x="950118" y="664369"/>
                    </a:lnTo>
                    <a:lnTo>
                      <a:pt x="923925" y="676275"/>
                    </a:lnTo>
                    <a:lnTo>
                      <a:pt x="938213" y="747713"/>
                    </a:lnTo>
                    <a:lnTo>
                      <a:pt x="876300" y="857250"/>
                    </a:lnTo>
                    <a:lnTo>
                      <a:pt x="838200" y="857250"/>
                    </a:lnTo>
                    <a:lnTo>
                      <a:pt x="757238" y="800100"/>
                    </a:lnTo>
                    <a:lnTo>
                      <a:pt x="566738" y="1052513"/>
                    </a:lnTo>
                    <a:lnTo>
                      <a:pt x="571500" y="1171575"/>
                    </a:lnTo>
                    <a:lnTo>
                      <a:pt x="585788" y="1243013"/>
                    </a:lnTo>
                    <a:lnTo>
                      <a:pt x="538163" y="1376363"/>
                    </a:lnTo>
                    <a:lnTo>
                      <a:pt x="428625" y="1323975"/>
                    </a:lnTo>
                    <a:lnTo>
                      <a:pt x="400050" y="1228725"/>
                    </a:lnTo>
                    <a:lnTo>
                      <a:pt x="9525" y="909638"/>
                    </a:lnTo>
                    <a:lnTo>
                      <a:pt x="4763" y="809625"/>
                    </a:lnTo>
                    <a:lnTo>
                      <a:pt x="42863" y="714375"/>
                    </a:lnTo>
                    <a:lnTo>
                      <a:pt x="4763" y="576263"/>
                    </a:lnTo>
                    <a:lnTo>
                      <a:pt x="0" y="471488"/>
                    </a:lnTo>
                    <a:lnTo>
                      <a:pt x="42863" y="414338"/>
                    </a:lnTo>
                    <a:lnTo>
                      <a:pt x="100013" y="409575"/>
                    </a:lnTo>
                    <a:lnTo>
                      <a:pt x="123825" y="266700"/>
                    </a:lnTo>
                    <a:lnTo>
                      <a:pt x="238125" y="161925"/>
                    </a:lnTo>
                    <a:lnTo>
                      <a:pt x="338138" y="204788"/>
                    </a:lnTo>
                    <a:lnTo>
                      <a:pt x="385763" y="166688"/>
                    </a:lnTo>
                    <a:lnTo>
                      <a:pt x="347663" y="104775"/>
                    </a:lnTo>
                    <a:lnTo>
                      <a:pt x="314325" y="33338"/>
                    </a:lnTo>
                    <a:lnTo>
                      <a:pt x="414338" y="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pPr marL="0" marR="0" indent="0" defTabSz="914400" eaLnBrk="1" latinLnBrk="0" hangingPunct="1">
                  <a:lnSpc>
                    <a:spcPct val="100000"/>
                  </a:lnSpc>
                  <a:buClrTx/>
                  <a:buSzTx/>
                  <a:buFontTx/>
                  <a:buNone/>
                  <a:tabLst/>
                </a:pPr>
                <a:endParaRPr lang="en-GB" dirty="0">
                  <a:latin typeface="Trade Gothic LT Std" pitchFamily="50" charset="0"/>
                </a:endParaRPr>
              </a:p>
            </p:txBody>
          </p:sp>
          <p:sp>
            <p:nvSpPr>
              <p:cNvPr id="16" name="Freeform 1076">
                <a:extLst>
                  <a:ext uri="{FF2B5EF4-FFF2-40B4-BE49-F238E27FC236}">
                    <a16:creationId xmlns:a16="http://schemas.microsoft.com/office/drawing/2014/main" id="{0F914C89-AD31-9AB7-A4D7-E031C3BFC567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4025901" y="4530726"/>
                <a:ext cx="847725" cy="854075"/>
              </a:xfrm>
              <a:custGeom>
                <a:avLst/>
                <a:gdLst/>
                <a:ahLst/>
                <a:cxnLst>
                  <a:cxn ang="0">
                    <a:pos x="1300" y="132"/>
                  </a:cxn>
                  <a:cxn ang="0">
                    <a:pos x="1202" y="368"/>
                  </a:cxn>
                  <a:cxn ang="0">
                    <a:pos x="1057" y="512"/>
                  </a:cxn>
                  <a:cxn ang="0">
                    <a:pos x="926" y="573"/>
                  </a:cxn>
                  <a:cxn ang="0">
                    <a:pos x="710" y="494"/>
                  </a:cxn>
                  <a:cxn ang="0">
                    <a:pos x="592" y="524"/>
                  </a:cxn>
                  <a:cxn ang="0">
                    <a:pos x="660" y="751"/>
                  </a:cxn>
                  <a:cxn ang="0">
                    <a:pos x="598" y="765"/>
                  </a:cxn>
                  <a:cxn ang="0">
                    <a:pos x="348" y="721"/>
                  </a:cxn>
                  <a:cxn ang="0">
                    <a:pos x="189" y="767"/>
                  </a:cxn>
                  <a:cxn ang="0">
                    <a:pos x="0" y="873"/>
                  </a:cxn>
                  <a:cxn ang="0">
                    <a:pos x="40" y="925"/>
                  </a:cxn>
                  <a:cxn ang="0">
                    <a:pos x="39" y="981"/>
                  </a:cxn>
                  <a:cxn ang="0">
                    <a:pos x="161" y="1016"/>
                  </a:cxn>
                  <a:cxn ang="0">
                    <a:pos x="387" y="1096"/>
                  </a:cxn>
                  <a:cxn ang="0">
                    <a:pos x="475" y="1125"/>
                  </a:cxn>
                  <a:cxn ang="0">
                    <a:pos x="552" y="1225"/>
                  </a:cxn>
                  <a:cxn ang="0">
                    <a:pos x="536" y="1311"/>
                  </a:cxn>
                  <a:cxn ang="0">
                    <a:pos x="703" y="1477"/>
                  </a:cxn>
                  <a:cxn ang="0">
                    <a:pos x="741" y="1641"/>
                  </a:cxn>
                  <a:cxn ang="0">
                    <a:pos x="822" y="1772"/>
                  </a:cxn>
                  <a:cxn ang="0">
                    <a:pos x="734" y="1964"/>
                  </a:cxn>
                  <a:cxn ang="0">
                    <a:pos x="732" y="2038"/>
                  </a:cxn>
                  <a:cxn ang="0">
                    <a:pos x="606" y="2342"/>
                  </a:cxn>
                  <a:cxn ang="0">
                    <a:pos x="829" y="2482"/>
                  </a:cxn>
                  <a:cxn ang="0">
                    <a:pos x="1151" y="2496"/>
                  </a:cxn>
                  <a:cxn ang="0">
                    <a:pos x="1348" y="2602"/>
                  </a:cxn>
                  <a:cxn ang="0">
                    <a:pos x="1608" y="2596"/>
                  </a:cxn>
                  <a:cxn ang="0">
                    <a:pos x="1689" y="2347"/>
                  </a:cxn>
                  <a:cxn ang="0">
                    <a:pos x="1817" y="2295"/>
                  </a:cxn>
                  <a:cxn ang="0">
                    <a:pos x="1957" y="2334"/>
                  </a:cxn>
                  <a:cxn ang="0">
                    <a:pos x="2058" y="2341"/>
                  </a:cxn>
                  <a:cxn ang="0">
                    <a:pos x="2214" y="2404"/>
                  </a:cxn>
                  <a:cxn ang="0">
                    <a:pos x="2390" y="2267"/>
                  </a:cxn>
                  <a:cxn ang="0">
                    <a:pos x="2489" y="2181"/>
                  </a:cxn>
                  <a:cxn ang="0">
                    <a:pos x="2370" y="2053"/>
                  </a:cxn>
                  <a:cxn ang="0">
                    <a:pos x="2329" y="1895"/>
                  </a:cxn>
                  <a:cxn ang="0">
                    <a:pos x="2388" y="1775"/>
                  </a:cxn>
                  <a:cxn ang="0">
                    <a:pos x="2374" y="1605"/>
                  </a:cxn>
                  <a:cxn ang="0">
                    <a:pos x="2316" y="1447"/>
                  </a:cxn>
                  <a:cxn ang="0">
                    <a:pos x="2175" y="1433"/>
                  </a:cxn>
                  <a:cxn ang="0">
                    <a:pos x="2251" y="1323"/>
                  </a:cxn>
                  <a:cxn ang="0">
                    <a:pos x="2370" y="1115"/>
                  </a:cxn>
                  <a:cxn ang="0">
                    <a:pos x="2474" y="1038"/>
                  </a:cxn>
                  <a:cxn ang="0">
                    <a:pos x="2591" y="669"/>
                  </a:cxn>
                  <a:cxn ang="0">
                    <a:pos x="2271" y="528"/>
                  </a:cxn>
                  <a:cxn ang="0">
                    <a:pos x="2042" y="473"/>
                  </a:cxn>
                  <a:cxn ang="0">
                    <a:pos x="1961" y="305"/>
                  </a:cxn>
                  <a:cxn ang="0">
                    <a:pos x="1824" y="347"/>
                  </a:cxn>
                  <a:cxn ang="0">
                    <a:pos x="1687" y="190"/>
                  </a:cxn>
                  <a:cxn ang="0">
                    <a:pos x="1522" y="60"/>
                  </a:cxn>
                </a:cxnLst>
                <a:rect l="0" t="0" r="r" b="b"/>
                <a:pathLst>
                  <a:path w="2591" h="2610">
                    <a:moveTo>
                      <a:pt x="1522" y="0"/>
                    </a:moveTo>
                    <a:lnTo>
                      <a:pt x="1503" y="11"/>
                    </a:lnTo>
                    <a:lnTo>
                      <a:pt x="1423" y="26"/>
                    </a:lnTo>
                    <a:lnTo>
                      <a:pt x="1325" y="62"/>
                    </a:lnTo>
                    <a:lnTo>
                      <a:pt x="1300" y="132"/>
                    </a:lnTo>
                    <a:lnTo>
                      <a:pt x="1287" y="245"/>
                    </a:lnTo>
                    <a:lnTo>
                      <a:pt x="1302" y="260"/>
                    </a:lnTo>
                    <a:lnTo>
                      <a:pt x="1298" y="285"/>
                    </a:lnTo>
                    <a:lnTo>
                      <a:pt x="1251" y="333"/>
                    </a:lnTo>
                    <a:lnTo>
                      <a:pt x="1202" y="368"/>
                    </a:lnTo>
                    <a:lnTo>
                      <a:pt x="1082" y="407"/>
                    </a:lnTo>
                    <a:lnTo>
                      <a:pt x="1026" y="444"/>
                    </a:lnTo>
                    <a:lnTo>
                      <a:pt x="1001" y="490"/>
                    </a:lnTo>
                    <a:lnTo>
                      <a:pt x="1003" y="511"/>
                    </a:lnTo>
                    <a:lnTo>
                      <a:pt x="1057" y="512"/>
                    </a:lnTo>
                    <a:lnTo>
                      <a:pt x="1079" y="519"/>
                    </a:lnTo>
                    <a:lnTo>
                      <a:pt x="1073" y="530"/>
                    </a:lnTo>
                    <a:lnTo>
                      <a:pt x="997" y="540"/>
                    </a:lnTo>
                    <a:lnTo>
                      <a:pt x="959" y="566"/>
                    </a:lnTo>
                    <a:lnTo>
                      <a:pt x="926" y="573"/>
                    </a:lnTo>
                    <a:lnTo>
                      <a:pt x="886" y="573"/>
                    </a:lnTo>
                    <a:lnTo>
                      <a:pt x="834" y="560"/>
                    </a:lnTo>
                    <a:lnTo>
                      <a:pt x="775" y="551"/>
                    </a:lnTo>
                    <a:lnTo>
                      <a:pt x="755" y="552"/>
                    </a:lnTo>
                    <a:lnTo>
                      <a:pt x="710" y="494"/>
                    </a:lnTo>
                    <a:lnTo>
                      <a:pt x="714" y="460"/>
                    </a:lnTo>
                    <a:lnTo>
                      <a:pt x="700" y="454"/>
                    </a:lnTo>
                    <a:lnTo>
                      <a:pt x="622" y="458"/>
                    </a:lnTo>
                    <a:lnTo>
                      <a:pt x="585" y="447"/>
                    </a:lnTo>
                    <a:lnTo>
                      <a:pt x="592" y="524"/>
                    </a:lnTo>
                    <a:lnTo>
                      <a:pt x="604" y="555"/>
                    </a:lnTo>
                    <a:lnTo>
                      <a:pt x="628" y="573"/>
                    </a:lnTo>
                    <a:lnTo>
                      <a:pt x="649" y="660"/>
                    </a:lnTo>
                    <a:lnTo>
                      <a:pt x="649" y="706"/>
                    </a:lnTo>
                    <a:lnTo>
                      <a:pt x="660" y="751"/>
                    </a:lnTo>
                    <a:lnTo>
                      <a:pt x="685" y="767"/>
                    </a:lnTo>
                    <a:lnTo>
                      <a:pt x="669" y="784"/>
                    </a:lnTo>
                    <a:lnTo>
                      <a:pt x="626" y="788"/>
                    </a:lnTo>
                    <a:lnTo>
                      <a:pt x="612" y="772"/>
                    </a:lnTo>
                    <a:lnTo>
                      <a:pt x="598" y="765"/>
                    </a:lnTo>
                    <a:lnTo>
                      <a:pt x="567" y="772"/>
                    </a:lnTo>
                    <a:lnTo>
                      <a:pt x="541" y="784"/>
                    </a:lnTo>
                    <a:lnTo>
                      <a:pt x="509" y="779"/>
                    </a:lnTo>
                    <a:lnTo>
                      <a:pt x="442" y="802"/>
                    </a:lnTo>
                    <a:lnTo>
                      <a:pt x="348" y="721"/>
                    </a:lnTo>
                    <a:lnTo>
                      <a:pt x="284" y="726"/>
                    </a:lnTo>
                    <a:lnTo>
                      <a:pt x="267" y="720"/>
                    </a:lnTo>
                    <a:lnTo>
                      <a:pt x="247" y="730"/>
                    </a:lnTo>
                    <a:lnTo>
                      <a:pt x="243" y="751"/>
                    </a:lnTo>
                    <a:lnTo>
                      <a:pt x="189" y="767"/>
                    </a:lnTo>
                    <a:lnTo>
                      <a:pt x="157" y="767"/>
                    </a:lnTo>
                    <a:lnTo>
                      <a:pt x="96" y="779"/>
                    </a:lnTo>
                    <a:lnTo>
                      <a:pt x="13" y="816"/>
                    </a:lnTo>
                    <a:lnTo>
                      <a:pt x="0" y="853"/>
                    </a:lnTo>
                    <a:lnTo>
                      <a:pt x="0" y="873"/>
                    </a:lnTo>
                    <a:lnTo>
                      <a:pt x="76" y="863"/>
                    </a:lnTo>
                    <a:lnTo>
                      <a:pt x="69" y="882"/>
                    </a:lnTo>
                    <a:lnTo>
                      <a:pt x="49" y="884"/>
                    </a:lnTo>
                    <a:lnTo>
                      <a:pt x="33" y="906"/>
                    </a:lnTo>
                    <a:lnTo>
                      <a:pt x="40" y="925"/>
                    </a:lnTo>
                    <a:lnTo>
                      <a:pt x="69" y="922"/>
                    </a:lnTo>
                    <a:lnTo>
                      <a:pt x="104" y="919"/>
                    </a:lnTo>
                    <a:lnTo>
                      <a:pt x="97" y="948"/>
                    </a:lnTo>
                    <a:lnTo>
                      <a:pt x="20" y="963"/>
                    </a:lnTo>
                    <a:lnTo>
                      <a:pt x="39" y="981"/>
                    </a:lnTo>
                    <a:lnTo>
                      <a:pt x="87" y="999"/>
                    </a:lnTo>
                    <a:lnTo>
                      <a:pt x="87" y="1037"/>
                    </a:lnTo>
                    <a:lnTo>
                      <a:pt x="130" y="1042"/>
                    </a:lnTo>
                    <a:lnTo>
                      <a:pt x="128" y="1019"/>
                    </a:lnTo>
                    <a:lnTo>
                      <a:pt x="161" y="1016"/>
                    </a:lnTo>
                    <a:lnTo>
                      <a:pt x="276" y="1060"/>
                    </a:lnTo>
                    <a:lnTo>
                      <a:pt x="310" y="1084"/>
                    </a:lnTo>
                    <a:lnTo>
                      <a:pt x="321" y="1105"/>
                    </a:lnTo>
                    <a:lnTo>
                      <a:pt x="342" y="1112"/>
                    </a:lnTo>
                    <a:lnTo>
                      <a:pt x="387" y="1096"/>
                    </a:lnTo>
                    <a:lnTo>
                      <a:pt x="414" y="1105"/>
                    </a:lnTo>
                    <a:lnTo>
                      <a:pt x="397" y="1118"/>
                    </a:lnTo>
                    <a:lnTo>
                      <a:pt x="440" y="1135"/>
                    </a:lnTo>
                    <a:lnTo>
                      <a:pt x="465" y="1118"/>
                    </a:lnTo>
                    <a:lnTo>
                      <a:pt x="475" y="1125"/>
                    </a:lnTo>
                    <a:lnTo>
                      <a:pt x="469" y="1188"/>
                    </a:lnTo>
                    <a:lnTo>
                      <a:pt x="521" y="1201"/>
                    </a:lnTo>
                    <a:lnTo>
                      <a:pt x="577" y="1188"/>
                    </a:lnTo>
                    <a:lnTo>
                      <a:pt x="614" y="1204"/>
                    </a:lnTo>
                    <a:lnTo>
                      <a:pt x="552" y="1225"/>
                    </a:lnTo>
                    <a:lnTo>
                      <a:pt x="552" y="1245"/>
                    </a:lnTo>
                    <a:lnTo>
                      <a:pt x="578" y="1272"/>
                    </a:lnTo>
                    <a:lnTo>
                      <a:pt x="560" y="1302"/>
                    </a:lnTo>
                    <a:lnTo>
                      <a:pt x="538" y="1280"/>
                    </a:lnTo>
                    <a:lnTo>
                      <a:pt x="536" y="1311"/>
                    </a:lnTo>
                    <a:lnTo>
                      <a:pt x="578" y="1356"/>
                    </a:lnTo>
                    <a:lnTo>
                      <a:pt x="602" y="1391"/>
                    </a:lnTo>
                    <a:lnTo>
                      <a:pt x="610" y="1422"/>
                    </a:lnTo>
                    <a:lnTo>
                      <a:pt x="655" y="1452"/>
                    </a:lnTo>
                    <a:lnTo>
                      <a:pt x="703" y="1477"/>
                    </a:lnTo>
                    <a:lnTo>
                      <a:pt x="756" y="1493"/>
                    </a:lnTo>
                    <a:lnTo>
                      <a:pt x="745" y="1520"/>
                    </a:lnTo>
                    <a:lnTo>
                      <a:pt x="761" y="1551"/>
                    </a:lnTo>
                    <a:lnTo>
                      <a:pt x="761" y="1601"/>
                    </a:lnTo>
                    <a:lnTo>
                      <a:pt x="741" y="1641"/>
                    </a:lnTo>
                    <a:lnTo>
                      <a:pt x="755" y="1678"/>
                    </a:lnTo>
                    <a:lnTo>
                      <a:pt x="793" y="1702"/>
                    </a:lnTo>
                    <a:lnTo>
                      <a:pt x="822" y="1741"/>
                    </a:lnTo>
                    <a:lnTo>
                      <a:pt x="834" y="1790"/>
                    </a:lnTo>
                    <a:lnTo>
                      <a:pt x="822" y="1772"/>
                    </a:lnTo>
                    <a:lnTo>
                      <a:pt x="768" y="1713"/>
                    </a:lnTo>
                    <a:lnTo>
                      <a:pt x="757" y="1741"/>
                    </a:lnTo>
                    <a:lnTo>
                      <a:pt x="755" y="1805"/>
                    </a:lnTo>
                    <a:lnTo>
                      <a:pt x="739" y="1927"/>
                    </a:lnTo>
                    <a:lnTo>
                      <a:pt x="734" y="1964"/>
                    </a:lnTo>
                    <a:lnTo>
                      <a:pt x="755" y="1934"/>
                    </a:lnTo>
                    <a:lnTo>
                      <a:pt x="768" y="1961"/>
                    </a:lnTo>
                    <a:lnTo>
                      <a:pt x="759" y="1973"/>
                    </a:lnTo>
                    <a:lnTo>
                      <a:pt x="734" y="1995"/>
                    </a:lnTo>
                    <a:lnTo>
                      <a:pt x="732" y="2038"/>
                    </a:lnTo>
                    <a:lnTo>
                      <a:pt x="692" y="2261"/>
                    </a:lnTo>
                    <a:lnTo>
                      <a:pt x="676" y="2304"/>
                    </a:lnTo>
                    <a:lnTo>
                      <a:pt x="637" y="2328"/>
                    </a:lnTo>
                    <a:lnTo>
                      <a:pt x="599" y="2326"/>
                    </a:lnTo>
                    <a:lnTo>
                      <a:pt x="606" y="2342"/>
                    </a:lnTo>
                    <a:lnTo>
                      <a:pt x="688" y="2408"/>
                    </a:lnTo>
                    <a:lnTo>
                      <a:pt x="721" y="2426"/>
                    </a:lnTo>
                    <a:lnTo>
                      <a:pt x="761" y="2434"/>
                    </a:lnTo>
                    <a:lnTo>
                      <a:pt x="804" y="2459"/>
                    </a:lnTo>
                    <a:lnTo>
                      <a:pt x="829" y="2482"/>
                    </a:lnTo>
                    <a:lnTo>
                      <a:pt x="1001" y="2527"/>
                    </a:lnTo>
                    <a:lnTo>
                      <a:pt x="1057" y="2535"/>
                    </a:lnTo>
                    <a:lnTo>
                      <a:pt x="1082" y="2529"/>
                    </a:lnTo>
                    <a:lnTo>
                      <a:pt x="1120" y="2502"/>
                    </a:lnTo>
                    <a:lnTo>
                      <a:pt x="1151" y="2496"/>
                    </a:lnTo>
                    <a:lnTo>
                      <a:pt x="1183" y="2507"/>
                    </a:lnTo>
                    <a:lnTo>
                      <a:pt x="1237" y="2543"/>
                    </a:lnTo>
                    <a:lnTo>
                      <a:pt x="1287" y="2549"/>
                    </a:lnTo>
                    <a:lnTo>
                      <a:pt x="1307" y="2570"/>
                    </a:lnTo>
                    <a:lnTo>
                      <a:pt x="1348" y="2602"/>
                    </a:lnTo>
                    <a:lnTo>
                      <a:pt x="1378" y="2610"/>
                    </a:lnTo>
                    <a:lnTo>
                      <a:pt x="1482" y="2604"/>
                    </a:lnTo>
                    <a:lnTo>
                      <a:pt x="1534" y="2594"/>
                    </a:lnTo>
                    <a:lnTo>
                      <a:pt x="1583" y="2592"/>
                    </a:lnTo>
                    <a:lnTo>
                      <a:pt x="1608" y="2596"/>
                    </a:lnTo>
                    <a:lnTo>
                      <a:pt x="1599" y="2489"/>
                    </a:lnTo>
                    <a:lnTo>
                      <a:pt x="1585" y="2473"/>
                    </a:lnTo>
                    <a:lnTo>
                      <a:pt x="1594" y="2419"/>
                    </a:lnTo>
                    <a:lnTo>
                      <a:pt x="1616" y="2379"/>
                    </a:lnTo>
                    <a:lnTo>
                      <a:pt x="1689" y="2347"/>
                    </a:lnTo>
                    <a:lnTo>
                      <a:pt x="1729" y="2320"/>
                    </a:lnTo>
                    <a:lnTo>
                      <a:pt x="1749" y="2300"/>
                    </a:lnTo>
                    <a:lnTo>
                      <a:pt x="1784" y="2282"/>
                    </a:lnTo>
                    <a:lnTo>
                      <a:pt x="1804" y="2282"/>
                    </a:lnTo>
                    <a:lnTo>
                      <a:pt x="1817" y="2295"/>
                    </a:lnTo>
                    <a:lnTo>
                      <a:pt x="1874" y="2304"/>
                    </a:lnTo>
                    <a:lnTo>
                      <a:pt x="1884" y="2311"/>
                    </a:lnTo>
                    <a:lnTo>
                      <a:pt x="1894" y="2324"/>
                    </a:lnTo>
                    <a:lnTo>
                      <a:pt x="1913" y="2325"/>
                    </a:lnTo>
                    <a:lnTo>
                      <a:pt x="1957" y="2334"/>
                    </a:lnTo>
                    <a:lnTo>
                      <a:pt x="1964" y="2320"/>
                    </a:lnTo>
                    <a:lnTo>
                      <a:pt x="1997" y="2322"/>
                    </a:lnTo>
                    <a:lnTo>
                      <a:pt x="2009" y="2330"/>
                    </a:lnTo>
                    <a:lnTo>
                      <a:pt x="2036" y="2331"/>
                    </a:lnTo>
                    <a:lnTo>
                      <a:pt x="2058" y="2341"/>
                    </a:lnTo>
                    <a:lnTo>
                      <a:pt x="2064" y="2360"/>
                    </a:lnTo>
                    <a:lnTo>
                      <a:pt x="2078" y="2366"/>
                    </a:lnTo>
                    <a:lnTo>
                      <a:pt x="2122" y="2368"/>
                    </a:lnTo>
                    <a:lnTo>
                      <a:pt x="2156" y="2399"/>
                    </a:lnTo>
                    <a:lnTo>
                      <a:pt x="2214" y="2404"/>
                    </a:lnTo>
                    <a:lnTo>
                      <a:pt x="2302" y="2366"/>
                    </a:lnTo>
                    <a:lnTo>
                      <a:pt x="2312" y="2355"/>
                    </a:lnTo>
                    <a:lnTo>
                      <a:pt x="2314" y="2331"/>
                    </a:lnTo>
                    <a:lnTo>
                      <a:pt x="2347" y="2306"/>
                    </a:lnTo>
                    <a:lnTo>
                      <a:pt x="2390" y="2267"/>
                    </a:lnTo>
                    <a:lnTo>
                      <a:pt x="2412" y="2253"/>
                    </a:lnTo>
                    <a:lnTo>
                      <a:pt x="2417" y="2237"/>
                    </a:lnTo>
                    <a:lnTo>
                      <a:pt x="2487" y="2201"/>
                    </a:lnTo>
                    <a:lnTo>
                      <a:pt x="2492" y="2194"/>
                    </a:lnTo>
                    <a:lnTo>
                      <a:pt x="2489" y="2181"/>
                    </a:lnTo>
                    <a:lnTo>
                      <a:pt x="2496" y="2157"/>
                    </a:lnTo>
                    <a:lnTo>
                      <a:pt x="2496" y="2125"/>
                    </a:lnTo>
                    <a:lnTo>
                      <a:pt x="2484" y="2096"/>
                    </a:lnTo>
                    <a:lnTo>
                      <a:pt x="2392" y="2084"/>
                    </a:lnTo>
                    <a:lnTo>
                      <a:pt x="2370" y="2053"/>
                    </a:lnTo>
                    <a:lnTo>
                      <a:pt x="2359" y="2012"/>
                    </a:lnTo>
                    <a:lnTo>
                      <a:pt x="2357" y="1971"/>
                    </a:lnTo>
                    <a:lnTo>
                      <a:pt x="2363" y="1936"/>
                    </a:lnTo>
                    <a:lnTo>
                      <a:pt x="2361" y="1906"/>
                    </a:lnTo>
                    <a:lnTo>
                      <a:pt x="2329" y="1895"/>
                    </a:lnTo>
                    <a:lnTo>
                      <a:pt x="2322" y="1879"/>
                    </a:lnTo>
                    <a:lnTo>
                      <a:pt x="2320" y="1860"/>
                    </a:lnTo>
                    <a:lnTo>
                      <a:pt x="2327" y="1830"/>
                    </a:lnTo>
                    <a:lnTo>
                      <a:pt x="2347" y="1805"/>
                    </a:lnTo>
                    <a:lnTo>
                      <a:pt x="2388" y="1775"/>
                    </a:lnTo>
                    <a:lnTo>
                      <a:pt x="2379" y="1741"/>
                    </a:lnTo>
                    <a:lnTo>
                      <a:pt x="2338" y="1646"/>
                    </a:lnTo>
                    <a:lnTo>
                      <a:pt x="2334" y="1625"/>
                    </a:lnTo>
                    <a:lnTo>
                      <a:pt x="2336" y="1607"/>
                    </a:lnTo>
                    <a:lnTo>
                      <a:pt x="2374" y="1605"/>
                    </a:lnTo>
                    <a:lnTo>
                      <a:pt x="2363" y="1564"/>
                    </a:lnTo>
                    <a:lnTo>
                      <a:pt x="2336" y="1558"/>
                    </a:lnTo>
                    <a:lnTo>
                      <a:pt x="2327" y="1515"/>
                    </a:lnTo>
                    <a:lnTo>
                      <a:pt x="2327" y="1454"/>
                    </a:lnTo>
                    <a:lnTo>
                      <a:pt x="2316" y="1447"/>
                    </a:lnTo>
                    <a:lnTo>
                      <a:pt x="2251" y="1447"/>
                    </a:lnTo>
                    <a:lnTo>
                      <a:pt x="2210" y="1510"/>
                    </a:lnTo>
                    <a:lnTo>
                      <a:pt x="2185" y="1525"/>
                    </a:lnTo>
                    <a:lnTo>
                      <a:pt x="2171" y="1517"/>
                    </a:lnTo>
                    <a:lnTo>
                      <a:pt x="2175" y="1433"/>
                    </a:lnTo>
                    <a:lnTo>
                      <a:pt x="2189" y="1389"/>
                    </a:lnTo>
                    <a:lnTo>
                      <a:pt x="2205" y="1374"/>
                    </a:lnTo>
                    <a:lnTo>
                      <a:pt x="2218" y="1349"/>
                    </a:lnTo>
                    <a:lnTo>
                      <a:pt x="2244" y="1334"/>
                    </a:lnTo>
                    <a:lnTo>
                      <a:pt x="2251" y="1323"/>
                    </a:lnTo>
                    <a:lnTo>
                      <a:pt x="2259" y="1286"/>
                    </a:lnTo>
                    <a:lnTo>
                      <a:pt x="2282" y="1253"/>
                    </a:lnTo>
                    <a:lnTo>
                      <a:pt x="2368" y="1160"/>
                    </a:lnTo>
                    <a:lnTo>
                      <a:pt x="2354" y="1140"/>
                    </a:lnTo>
                    <a:lnTo>
                      <a:pt x="2370" y="1115"/>
                    </a:lnTo>
                    <a:lnTo>
                      <a:pt x="2435" y="1120"/>
                    </a:lnTo>
                    <a:lnTo>
                      <a:pt x="2460" y="1107"/>
                    </a:lnTo>
                    <a:lnTo>
                      <a:pt x="2487" y="1085"/>
                    </a:lnTo>
                    <a:lnTo>
                      <a:pt x="2480" y="1074"/>
                    </a:lnTo>
                    <a:lnTo>
                      <a:pt x="2474" y="1038"/>
                    </a:lnTo>
                    <a:lnTo>
                      <a:pt x="2478" y="935"/>
                    </a:lnTo>
                    <a:lnTo>
                      <a:pt x="2507" y="844"/>
                    </a:lnTo>
                    <a:lnTo>
                      <a:pt x="2516" y="797"/>
                    </a:lnTo>
                    <a:lnTo>
                      <a:pt x="2582" y="712"/>
                    </a:lnTo>
                    <a:lnTo>
                      <a:pt x="2591" y="669"/>
                    </a:lnTo>
                    <a:lnTo>
                      <a:pt x="2539" y="646"/>
                    </a:lnTo>
                    <a:lnTo>
                      <a:pt x="2390" y="602"/>
                    </a:lnTo>
                    <a:lnTo>
                      <a:pt x="2318" y="594"/>
                    </a:lnTo>
                    <a:lnTo>
                      <a:pt x="2295" y="556"/>
                    </a:lnTo>
                    <a:lnTo>
                      <a:pt x="2271" y="528"/>
                    </a:lnTo>
                    <a:lnTo>
                      <a:pt x="2222" y="489"/>
                    </a:lnTo>
                    <a:lnTo>
                      <a:pt x="2175" y="493"/>
                    </a:lnTo>
                    <a:lnTo>
                      <a:pt x="2115" y="475"/>
                    </a:lnTo>
                    <a:lnTo>
                      <a:pt x="2083" y="482"/>
                    </a:lnTo>
                    <a:lnTo>
                      <a:pt x="2042" y="473"/>
                    </a:lnTo>
                    <a:lnTo>
                      <a:pt x="2013" y="446"/>
                    </a:lnTo>
                    <a:lnTo>
                      <a:pt x="1970" y="424"/>
                    </a:lnTo>
                    <a:lnTo>
                      <a:pt x="1980" y="402"/>
                    </a:lnTo>
                    <a:lnTo>
                      <a:pt x="1961" y="392"/>
                    </a:lnTo>
                    <a:lnTo>
                      <a:pt x="1961" y="305"/>
                    </a:lnTo>
                    <a:lnTo>
                      <a:pt x="1939" y="305"/>
                    </a:lnTo>
                    <a:lnTo>
                      <a:pt x="1914" y="335"/>
                    </a:lnTo>
                    <a:lnTo>
                      <a:pt x="1898" y="362"/>
                    </a:lnTo>
                    <a:lnTo>
                      <a:pt x="1860" y="362"/>
                    </a:lnTo>
                    <a:lnTo>
                      <a:pt x="1824" y="347"/>
                    </a:lnTo>
                    <a:lnTo>
                      <a:pt x="1814" y="288"/>
                    </a:lnTo>
                    <a:lnTo>
                      <a:pt x="1806" y="258"/>
                    </a:lnTo>
                    <a:lnTo>
                      <a:pt x="1786" y="237"/>
                    </a:lnTo>
                    <a:lnTo>
                      <a:pt x="1738" y="223"/>
                    </a:lnTo>
                    <a:lnTo>
                      <a:pt x="1687" y="190"/>
                    </a:lnTo>
                    <a:lnTo>
                      <a:pt x="1648" y="180"/>
                    </a:lnTo>
                    <a:lnTo>
                      <a:pt x="1614" y="110"/>
                    </a:lnTo>
                    <a:lnTo>
                      <a:pt x="1573" y="114"/>
                    </a:lnTo>
                    <a:lnTo>
                      <a:pt x="1530" y="94"/>
                    </a:lnTo>
                    <a:lnTo>
                      <a:pt x="1522" y="60"/>
                    </a:lnTo>
                    <a:lnTo>
                      <a:pt x="1522" y="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GB" dirty="0">
                  <a:latin typeface="Trade Gothic LT Std" pitchFamily="50" charset="0"/>
                </a:endParaRPr>
              </a:p>
            </p:txBody>
          </p:sp>
          <p:sp>
            <p:nvSpPr>
              <p:cNvPr id="17" name="Freeform 1077">
                <a:extLst>
                  <a:ext uri="{FF2B5EF4-FFF2-40B4-BE49-F238E27FC236}">
                    <a16:creationId xmlns:a16="http://schemas.microsoft.com/office/drawing/2014/main" id="{DB263016-E7A9-85FA-010D-396A3247920A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693988" y="2498726"/>
                <a:ext cx="735013" cy="500063"/>
              </a:xfrm>
              <a:custGeom>
                <a:avLst/>
                <a:gdLst/>
                <a:ahLst/>
                <a:cxnLst>
                  <a:cxn ang="0">
                    <a:pos x="825" y="1384"/>
                  </a:cxn>
                  <a:cxn ang="0">
                    <a:pos x="539" y="1316"/>
                  </a:cxn>
                  <a:cxn ang="0">
                    <a:pos x="381" y="1262"/>
                  </a:cxn>
                  <a:cxn ang="0">
                    <a:pos x="558" y="1154"/>
                  </a:cxn>
                  <a:cxn ang="0">
                    <a:pos x="526" y="1010"/>
                  </a:cxn>
                  <a:cxn ang="0">
                    <a:pos x="469" y="970"/>
                  </a:cxn>
                  <a:cxn ang="0">
                    <a:pos x="401" y="849"/>
                  </a:cxn>
                  <a:cxn ang="0">
                    <a:pos x="217" y="856"/>
                  </a:cxn>
                  <a:cxn ang="0">
                    <a:pos x="176" y="819"/>
                  </a:cxn>
                  <a:cxn ang="0">
                    <a:pos x="377" y="765"/>
                  </a:cxn>
                  <a:cxn ang="0">
                    <a:pos x="541" y="676"/>
                  </a:cxn>
                  <a:cxn ang="0">
                    <a:pos x="439" y="627"/>
                  </a:cxn>
                  <a:cxn ang="0">
                    <a:pos x="510" y="514"/>
                  </a:cxn>
                  <a:cxn ang="0">
                    <a:pos x="442" y="509"/>
                  </a:cxn>
                  <a:cxn ang="0">
                    <a:pos x="266" y="522"/>
                  </a:cxn>
                  <a:cxn ang="0">
                    <a:pos x="0" y="541"/>
                  </a:cxn>
                  <a:cxn ang="0">
                    <a:pos x="157" y="486"/>
                  </a:cxn>
                  <a:cxn ang="0">
                    <a:pos x="74" y="363"/>
                  </a:cxn>
                  <a:cxn ang="0">
                    <a:pos x="252" y="405"/>
                  </a:cxn>
                  <a:cxn ang="0">
                    <a:pos x="194" y="325"/>
                  </a:cxn>
                  <a:cxn ang="0">
                    <a:pos x="201" y="266"/>
                  </a:cxn>
                  <a:cxn ang="0">
                    <a:pos x="287" y="218"/>
                  </a:cxn>
                  <a:cxn ang="0">
                    <a:pos x="377" y="299"/>
                  </a:cxn>
                  <a:cxn ang="0">
                    <a:pos x="417" y="249"/>
                  </a:cxn>
                  <a:cxn ang="0">
                    <a:pos x="381" y="154"/>
                  </a:cxn>
                  <a:cxn ang="0">
                    <a:pos x="350" y="93"/>
                  </a:cxn>
                  <a:cxn ang="0">
                    <a:pos x="289" y="37"/>
                  </a:cxn>
                  <a:cxn ang="0">
                    <a:pos x="407" y="68"/>
                  </a:cxn>
                  <a:cxn ang="0">
                    <a:pos x="578" y="228"/>
                  </a:cxn>
                  <a:cxn ang="0">
                    <a:pos x="654" y="376"/>
                  </a:cxn>
                  <a:cxn ang="0">
                    <a:pos x="582" y="444"/>
                  </a:cxn>
                  <a:cxn ang="0">
                    <a:pos x="639" y="545"/>
                  </a:cxn>
                  <a:cxn ang="0">
                    <a:pos x="706" y="570"/>
                  </a:cxn>
                  <a:cxn ang="0">
                    <a:pos x="808" y="478"/>
                  </a:cxn>
                  <a:cxn ang="0">
                    <a:pos x="850" y="272"/>
                  </a:cxn>
                  <a:cxn ang="0">
                    <a:pos x="990" y="358"/>
                  </a:cxn>
                  <a:cxn ang="0">
                    <a:pos x="1054" y="287"/>
                  </a:cxn>
                  <a:cxn ang="0">
                    <a:pos x="1187" y="174"/>
                  </a:cxn>
                  <a:cxn ang="0">
                    <a:pos x="1239" y="289"/>
                  </a:cxn>
                  <a:cxn ang="0">
                    <a:pos x="1321" y="388"/>
                  </a:cxn>
                  <a:cxn ang="0">
                    <a:pos x="1298" y="181"/>
                  </a:cxn>
                  <a:cxn ang="0">
                    <a:pos x="1462" y="245"/>
                  </a:cxn>
                  <a:cxn ang="0">
                    <a:pos x="1579" y="217"/>
                  </a:cxn>
                  <a:cxn ang="0">
                    <a:pos x="1630" y="29"/>
                  </a:cxn>
                  <a:cxn ang="0">
                    <a:pos x="1790" y="75"/>
                  </a:cxn>
                  <a:cxn ang="0">
                    <a:pos x="1876" y="167"/>
                  </a:cxn>
                  <a:cxn ang="0">
                    <a:pos x="2023" y="73"/>
                  </a:cxn>
                  <a:cxn ang="0">
                    <a:pos x="1951" y="272"/>
                  </a:cxn>
                  <a:cxn ang="0">
                    <a:pos x="2089" y="400"/>
                  </a:cxn>
                  <a:cxn ang="0">
                    <a:pos x="2173" y="453"/>
                  </a:cxn>
                  <a:cxn ang="0">
                    <a:pos x="2235" y="673"/>
                  </a:cxn>
                  <a:cxn ang="0">
                    <a:pos x="2204" y="812"/>
                  </a:cxn>
                  <a:cxn ang="0">
                    <a:pos x="2052" y="909"/>
                  </a:cxn>
                  <a:cxn ang="0">
                    <a:pos x="2068" y="1008"/>
                  </a:cxn>
                  <a:cxn ang="0">
                    <a:pos x="1923" y="1067"/>
                  </a:cxn>
                  <a:cxn ang="0">
                    <a:pos x="1800" y="1156"/>
                  </a:cxn>
                  <a:cxn ang="0">
                    <a:pos x="1540" y="1300"/>
                  </a:cxn>
                  <a:cxn ang="0">
                    <a:pos x="1434" y="1363"/>
                  </a:cxn>
                  <a:cxn ang="0">
                    <a:pos x="1127" y="1525"/>
                  </a:cxn>
                </a:cxnLst>
                <a:rect l="0" t="0" r="r" b="b"/>
                <a:pathLst>
                  <a:path w="2249" h="1530">
                    <a:moveTo>
                      <a:pt x="932" y="1454"/>
                    </a:moveTo>
                    <a:lnTo>
                      <a:pt x="922" y="1459"/>
                    </a:lnTo>
                    <a:lnTo>
                      <a:pt x="893" y="1437"/>
                    </a:lnTo>
                    <a:lnTo>
                      <a:pt x="860" y="1426"/>
                    </a:lnTo>
                    <a:lnTo>
                      <a:pt x="825" y="1384"/>
                    </a:lnTo>
                    <a:lnTo>
                      <a:pt x="752" y="1333"/>
                    </a:lnTo>
                    <a:lnTo>
                      <a:pt x="678" y="1305"/>
                    </a:lnTo>
                    <a:lnTo>
                      <a:pt x="631" y="1322"/>
                    </a:lnTo>
                    <a:lnTo>
                      <a:pt x="562" y="1305"/>
                    </a:lnTo>
                    <a:lnTo>
                      <a:pt x="539" y="1316"/>
                    </a:lnTo>
                    <a:lnTo>
                      <a:pt x="504" y="1318"/>
                    </a:lnTo>
                    <a:lnTo>
                      <a:pt x="440" y="1312"/>
                    </a:lnTo>
                    <a:lnTo>
                      <a:pt x="410" y="1334"/>
                    </a:lnTo>
                    <a:lnTo>
                      <a:pt x="379" y="1329"/>
                    </a:lnTo>
                    <a:lnTo>
                      <a:pt x="381" y="1262"/>
                    </a:lnTo>
                    <a:lnTo>
                      <a:pt x="367" y="1210"/>
                    </a:lnTo>
                    <a:lnTo>
                      <a:pt x="421" y="1247"/>
                    </a:lnTo>
                    <a:lnTo>
                      <a:pt x="442" y="1218"/>
                    </a:lnTo>
                    <a:lnTo>
                      <a:pt x="504" y="1192"/>
                    </a:lnTo>
                    <a:lnTo>
                      <a:pt x="558" y="1154"/>
                    </a:lnTo>
                    <a:lnTo>
                      <a:pt x="558" y="1080"/>
                    </a:lnTo>
                    <a:lnTo>
                      <a:pt x="488" y="1098"/>
                    </a:lnTo>
                    <a:lnTo>
                      <a:pt x="524" y="1063"/>
                    </a:lnTo>
                    <a:lnTo>
                      <a:pt x="531" y="1041"/>
                    </a:lnTo>
                    <a:lnTo>
                      <a:pt x="526" y="1010"/>
                    </a:lnTo>
                    <a:lnTo>
                      <a:pt x="559" y="970"/>
                    </a:lnTo>
                    <a:lnTo>
                      <a:pt x="521" y="974"/>
                    </a:lnTo>
                    <a:lnTo>
                      <a:pt x="496" y="1014"/>
                    </a:lnTo>
                    <a:lnTo>
                      <a:pt x="476" y="995"/>
                    </a:lnTo>
                    <a:lnTo>
                      <a:pt x="469" y="970"/>
                    </a:lnTo>
                    <a:lnTo>
                      <a:pt x="451" y="973"/>
                    </a:lnTo>
                    <a:lnTo>
                      <a:pt x="447" y="957"/>
                    </a:lnTo>
                    <a:lnTo>
                      <a:pt x="445" y="921"/>
                    </a:lnTo>
                    <a:lnTo>
                      <a:pt x="429" y="855"/>
                    </a:lnTo>
                    <a:lnTo>
                      <a:pt x="401" y="849"/>
                    </a:lnTo>
                    <a:lnTo>
                      <a:pt x="352" y="870"/>
                    </a:lnTo>
                    <a:lnTo>
                      <a:pt x="334" y="852"/>
                    </a:lnTo>
                    <a:lnTo>
                      <a:pt x="299" y="845"/>
                    </a:lnTo>
                    <a:lnTo>
                      <a:pt x="254" y="846"/>
                    </a:lnTo>
                    <a:lnTo>
                      <a:pt x="217" y="856"/>
                    </a:lnTo>
                    <a:lnTo>
                      <a:pt x="180" y="883"/>
                    </a:lnTo>
                    <a:lnTo>
                      <a:pt x="137" y="892"/>
                    </a:lnTo>
                    <a:lnTo>
                      <a:pt x="119" y="870"/>
                    </a:lnTo>
                    <a:lnTo>
                      <a:pt x="124" y="823"/>
                    </a:lnTo>
                    <a:lnTo>
                      <a:pt x="176" y="819"/>
                    </a:lnTo>
                    <a:lnTo>
                      <a:pt x="244" y="799"/>
                    </a:lnTo>
                    <a:lnTo>
                      <a:pt x="270" y="776"/>
                    </a:lnTo>
                    <a:lnTo>
                      <a:pt x="316" y="776"/>
                    </a:lnTo>
                    <a:lnTo>
                      <a:pt x="354" y="741"/>
                    </a:lnTo>
                    <a:lnTo>
                      <a:pt x="377" y="765"/>
                    </a:lnTo>
                    <a:lnTo>
                      <a:pt x="413" y="736"/>
                    </a:lnTo>
                    <a:lnTo>
                      <a:pt x="451" y="751"/>
                    </a:lnTo>
                    <a:lnTo>
                      <a:pt x="535" y="755"/>
                    </a:lnTo>
                    <a:lnTo>
                      <a:pt x="569" y="667"/>
                    </a:lnTo>
                    <a:lnTo>
                      <a:pt x="541" y="676"/>
                    </a:lnTo>
                    <a:lnTo>
                      <a:pt x="521" y="716"/>
                    </a:lnTo>
                    <a:lnTo>
                      <a:pt x="492" y="701"/>
                    </a:lnTo>
                    <a:lnTo>
                      <a:pt x="410" y="688"/>
                    </a:lnTo>
                    <a:lnTo>
                      <a:pt x="413" y="661"/>
                    </a:lnTo>
                    <a:lnTo>
                      <a:pt x="439" y="627"/>
                    </a:lnTo>
                    <a:lnTo>
                      <a:pt x="465" y="619"/>
                    </a:lnTo>
                    <a:lnTo>
                      <a:pt x="486" y="597"/>
                    </a:lnTo>
                    <a:lnTo>
                      <a:pt x="551" y="550"/>
                    </a:lnTo>
                    <a:lnTo>
                      <a:pt x="549" y="541"/>
                    </a:lnTo>
                    <a:lnTo>
                      <a:pt x="510" y="514"/>
                    </a:lnTo>
                    <a:lnTo>
                      <a:pt x="490" y="538"/>
                    </a:lnTo>
                    <a:lnTo>
                      <a:pt x="463" y="538"/>
                    </a:lnTo>
                    <a:lnTo>
                      <a:pt x="461" y="516"/>
                    </a:lnTo>
                    <a:lnTo>
                      <a:pt x="445" y="500"/>
                    </a:lnTo>
                    <a:lnTo>
                      <a:pt x="442" y="509"/>
                    </a:lnTo>
                    <a:lnTo>
                      <a:pt x="429" y="478"/>
                    </a:lnTo>
                    <a:lnTo>
                      <a:pt x="415" y="473"/>
                    </a:lnTo>
                    <a:lnTo>
                      <a:pt x="331" y="464"/>
                    </a:lnTo>
                    <a:lnTo>
                      <a:pt x="304" y="478"/>
                    </a:lnTo>
                    <a:lnTo>
                      <a:pt x="266" y="522"/>
                    </a:lnTo>
                    <a:lnTo>
                      <a:pt x="235" y="522"/>
                    </a:lnTo>
                    <a:lnTo>
                      <a:pt x="176" y="552"/>
                    </a:lnTo>
                    <a:lnTo>
                      <a:pt x="154" y="554"/>
                    </a:lnTo>
                    <a:lnTo>
                      <a:pt x="88" y="516"/>
                    </a:lnTo>
                    <a:lnTo>
                      <a:pt x="0" y="541"/>
                    </a:lnTo>
                    <a:lnTo>
                      <a:pt x="12" y="499"/>
                    </a:lnTo>
                    <a:lnTo>
                      <a:pt x="29" y="459"/>
                    </a:lnTo>
                    <a:lnTo>
                      <a:pt x="52" y="478"/>
                    </a:lnTo>
                    <a:lnTo>
                      <a:pt x="127" y="511"/>
                    </a:lnTo>
                    <a:lnTo>
                      <a:pt x="157" y="486"/>
                    </a:lnTo>
                    <a:lnTo>
                      <a:pt x="115" y="469"/>
                    </a:lnTo>
                    <a:lnTo>
                      <a:pt x="129" y="466"/>
                    </a:lnTo>
                    <a:lnTo>
                      <a:pt x="133" y="437"/>
                    </a:lnTo>
                    <a:lnTo>
                      <a:pt x="94" y="417"/>
                    </a:lnTo>
                    <a:lnTo>
                      <a:pt x="74" y="363"/>
                    </a:lnTo>
                    <a:lnTo>
                      <a:pt x="162" y="407"/>
                    </a:lnTo>
                    <a:lnTo>
                      <a:pt x="197" y="453"/>
                    </a:lnTo>
                    <a:lnTo>
                      <a:pt x="262" y="439"/>
                    </a:lnTo>
                    <a:lnTo>
                      <a:pt x="230" y="419"/>
                    </a:lnTo>
                    <a:lnTo>
                      <a:pt x="252" y="405"/>
                    </a:lnTo>
                    <a:lnTo>
                      <a:pt x="257" y="376"/>
                    </a:lnTo>
                    <a:lnTo>
                      <a:pt x="187" y="388"/>
                    </a:lnTo>
                    <a:lnTo>
                      <a:pt x="151" y="345"/>
                    </a:lnTo>
                    <a:lnTo>
                      <a:pt x="154" y="333"/>
                    </a:lnTo>
                    <a:lnTo>
                      <a:pt x="194" y="325"/>
                    </a:lnTo>
                    <a:lnTo>
                      <a:pt x="164" y="293"/>
                    </a:lnTo>
                    <a:lnTo>
                      <a:pt x="137" y="245"/>
                    </a:lnTo>
                    <a:lnTo>
                      <a:pt x="140" y="255"/>
                    </a:lnTo>
                    <a:lnTo>
                      <a:pt x="192" y="277"/>
                    </a:lnTo>
                    <a:lnTo>
                      <a:pt x="201" y="266"/>
                    </a:lnTo>
                    <a:lnTo>
                      <a:pt x="174" y="222"/>
                    </a:lnTo>
                    <a:lnTo>
                      <a:pt x="214" y="239"/>
                    </a:lnTo>
                    <a:lnTo>
                      <a:pt x="184" y="192"/>
                    </a:lnTo>
                    <a:lnTo>
                      <a:pt x="214" y="181"/>
                    </a:lnTo>
                    <a:lnTo>
                      <a:pt x="287" y="218"/>
                    </a:lnTo>
                    <a:lnTo>
                      <a:pt x="289" y="276"/>
                    </a:lnTo>
                    <a:lnTo>
                      <a:pt x="297" y="284"/>
                    </a:lnTo>
                    <a:lnTo>
                      <a:pt x="325" y="291"/>
                    </a:lnTo>
                    <a:lnTo>
                      <a:pt x="347" y="262"/>
                    </a:lnTo>
                    <a:lnTo>
                      <a:pt x="377" y="299"/>
                    </a:lnTo>
                    <a:lnTo>
                      <a:pt x="387" y="350"/>
                    </a:lnTo>
                    <a:lnTo>
                      <a:pt x="401" y="307"/>
                    </a:lnTo>
                    <a:lnTo>
                      <a:pt x="421" y="353"/>
                    </a:lnTo>
                    <a:lnTo>
                      <a:pt x="445" y="299"/>
                    </a:lnTo>
                    <a:lnTo>
                      <a:pt x="417" y="249"/>
                    </a:lnTo>
                    <a:lnTo>
                      <a:pt x="421" y="227"/>
                    </a:lnTo>
                    <a:lnTo>
                      <a:pt x="358" y="195"/>
                    </a:lnTo>
                    <a:lnTo>
                      <a:pt x="327" y="167"/>
                    </a:lnTo>
                    <a:lnTo>
                      <a:pt x="350" y="124"/>
                    </a:lnTo>
                    <a:lnTo>
                      <a:pt x="381" y="154"/>
                    </a:lnTo>
                    <a:lnTo>
                      <a:pt x="403" y="154"/>
                    </a:lnTo>
                    <a:lnTo>
                      <a:pt x="417" y="143"/>
                    </a:lnTo>
                    <a:lnTo>
                      <a:pt x="383" y="111"/>
                    </a:lnTo>
                    <a:lnTo>
                      <a:pt x="374" y="93"/>
                    </a:lnTo>
                    <a:lnTo>
                      <a:pt x="350" y="93"/>
                    </a:lnTo>
                    <a:lnTo>
                      <a:pt x="313" y="116"/>
                    </a:lnTo>
                    <a:lnTo>
                      <a:pt x="282" y="103"/>
                    </a:lnTo>
                    <a:lnTo>
                      <a:pt x="282" y="96"/>
                    </a:lnTo>
                    <a:lnTo>
                      <a:pt x="295" y="70"/>
                    </a:lnTo>
                    <a:lnTo>
                      <a:pt x="289" y="37"/>
                    </a:lnTo>
                    <a:lnTo>
                      <a:pt x="325" y="45"/>
                    </a:lnTo>
                    <a:lnTo>
                      <a:pt x="322" y="26"/>
                    </a:lnTo>
                    <a:lnTo>
                      <a:pt x="358" y="64"/>
                    </a:lnTo>
                    <a:lnTo>
                      <a:pt x="381" y="51"/>
                    </a:lnTo>
                    <a:lnTo>
                      <a:pt x="407" y="68"/>
                    </a:lnTo>
                    <a:lnTo>
                      <a:pt x="424" y="58"/>
                    </a:lnTo>
                    <a:lnTo>
                      <a:pt x="461" y="126"/>
                    </a:lnTo>
                    <a:lnTo>
                      <a:pt x="517" y="140"/>
                    </a:lnTo>
                    <a:lnTo>
                      <a:pt x="537" y="181"/>
                    </a:lnTo>
                    <a:lnTo>
                      <a:pt x="578" y="228"/>
                    </a:lnTo>
                    <a:lnTo>
                      <a:pt x="616" y="239"/>
                    </a:lnTo>
                    <a:lnTo>
                      <a:pt x="643" y="266"/>
                    </a:lnTo>
                    <a:lnTo>
                      <a:pt x="607" y="295"/>
                    </a:lnTo>
                    <a:lnTo>
                      <a:pt x="649" y="322"/>
                    </a:lnTo>
                    <a:lnTo>
                      <a:pt x="654" y="376"/>
                    </a:lnTo>
                    <a:lnTo>
                      <a:pt x="636" y="390"/>
                    </a:lnTo>
                    <a:lnTo>
                      <a:pt x="631" y="410"/>
                    </a:lnTo>
                    <a:lnTo>
                      <a:pt x="616" y="426"/>
                    </a:lnTo>
                    <a:lnTo>
                      <a:pt x="569" y="400"/>
                    </a:lnTo>
                    <a:lnTo>
                      <a:pt x="582" y="444"/>
                    </a:lnTo>
                    <a:lnTo>
                      <a:pt x="629" y="464"/>
                    </a:lnTo>
                    <a:lnTo>
                      <a:pt x="627" y="501"/>
                    </a:lnTo>
                    <a:lnTo>
                      <a:pt x="649" y="475"/>
                    </a:lnTo>
                    <a:lnTo>
                      <a:pt x="659" y="526"/>
                    </a:lnTo>
                    <a:lnTo>
                      <a:pt x="639" y="545"/>
                    </a:lnTo>
                    <a:lnTo>
                      <a:pt x="672" y="561"/>
                    </a:lnTo>
                    <a:lnTo>
                      <a:pt x="676" y="591"/>
                    </a:lnTo>
                    <a:lnTo>
                      <a:pt x="676" y="655"/>
                    </a:lnTo>
                    <a:lnTo>
                      <a:pt x="704" y="608"/>
                    </a:lnTo>
                    <a:lnTo>
                      <a:pt x="706" y="570"/>
                    </a:lnTo>
                    <a:lnTo>
                      <a:pt x="752" y="565"/>
                    </a:lnTo>
                    <a:lnTo>
                      <a:pt x="749" y="480"/>
                    </a:lnTo>
                    <a:lnTo>
                      <a:pt x="767" y="439"/>
                    </a:lnTo>
                    <a:lnTo>
                      <a:pt x="799" y="442"/>
                    </a:lnTo>
                    <a:lnTo>
                      <a:pt x="808" y="478"/>
                    </a:lnTo>
                    <a:lnTo>
                      <a:pt x="828" y="516"/>
                    </a:lnTo>
                    <a:lnTo>
                      <a:pt x="850" y="480"/>
                    </a:lnTo>
                    <a:lnTo>
                      <a:pt x="866" y="422"/>
                    </a:lnTo>
                    <a:lnTo>
                      <a:pt x="871" y="363"/>
                    </a:lnTo>
                    <a:lnTo>
                      <a:pt x="850" y="272"/>
                    </a:lnTo>
                    <a:lnTo>
                      <a:pt x="848" y="223"/>
                    </a:lnTo>
                    <a:lnTo>
                      <a:pt x="871" y="211"/>
                    </a:lnTo>
                    <a:lnTo>
                      <a:pt x="893" y="222"/>
                    </a:lnTo>
                    <a:lnTo>
                      <a:pt x="952" y="287"/>
                    </a:lnTo>
                    <a:lnTo>
                      <a:pt x="990" y="358"/>
                    </a:lnTo>
                    <a:lnTo>
                      <a:pt x="1002" y="403"/>
                    </a:lnTo>
                    <a:lnTo>
                      <a:pt x="1027" y="403"/>
                    </a:lnTo>
                    <a:lnTo>
                      <a:pt x="1047" y="390"/>
                    </a:lnTo>
                    <a:lnTo>
                      <a:pt x="1056" y="332"/>
                    </a:lnTo>
                    <a:lnTo>
                      <a:pt x="1054" y="287"/>
                    </a:lnTo>
                    <a:lnTo>
                      <a:pt x="1045" y="250"/>
                    </a:lnTo>
                    <a:lnTo>
                      <a:pt x="1088" y="232"/>
                    </a:lnTo>
                    <a:lnTo>
                      <a:pt x="1110" y="245"/>
                    </a:lnTo>
                    <a:lnTo>
                      <a:pt x="1133" y="204"/>
                    </a:lnTo>
                    <a:lnTo>
                      <a:pt x="1187" y="174"/>
                    </a:lnTo>
                    <a:lnTo>
                      <a:pt x="1187" y="210"/>
                    </a:lnTo>
                    <a:lnTo>
                      <a:pt x="1194" y="207"/>
                    </a:lnTo>
                    <a:lnTo>
                      <a:pt x="1205" y="232"/>
                    </a:lnTo>
                    <a:lnTo>
                      <a:pt x="1229" y="239"/>
                    </a:lnTo>
                    <a:lnTo>
                      <a:pt x="1239" y="289"/>
                    </a:lnTo>
                    <a:lnTo>
                      <a:pt x="1269" y="320"/>
                    </a:lnTo>
                    <a:lnTo>
                      <a:pt x="1290" y="360"/>
                    </a:lnTo>
                    <a:lnTo>
                      <a:pt x="1301" y="419"/>
                    </a:lnTo>
                    <a:lnTo>
                      <a:pt x="1312" y="444"/>
                    </a:lnTo>
                    <a:lnTo>
                      <a:pt x="1321" y="388"/>
                    </a:lnTo>
                    <a:lnTo>
                      <a:pt x="1321" y="336"/>
                    </a:lnTo>
                    <a:lnTo>
                      <a:pt x="1315" y="307"/>
                    </a:lnTo>
                    <a:lnTo>
                      <a:pt x="1283" y="227"/>
                    </a:lnTo>
                    <a:lnTo>
                      <a:pt x="1282" y="189"/>
                    </a:lnTo>
                    <a:lnTo>
                      <a:pt x="1298" y="181"/>
                    </a:lnTo>
                    <a:lnTo>
                      <a:pt x="1339" y="189"/>
                    </a:lnTo>
                    <a:lnTo>
                      <a:pt x="1378" y="223"/>
                    </a:lnTo>
                    <a:lnTo>
                      <a:pt x="1407" y="271"/>
                    </a:lnTo>
                    <a:lnTo>
                      <a:pt x="1441" y="265"/>
                    </a:lnTo>
                    <a:lnTo>
                      <a:pt x="1462" y="245"/>
                    </a:lnTo>
                    <a:lnTo>
                      <a:pt x="1479" y="210"/>
                    </a:lnTo>
                    <a:lnTo>
                      <a:pt x="1479" y="184"/>
                    </a:lnTo>
                    <a:lnTo>
                      <a:pt x="1529" y="178"/>
                    </a:lnTo>
                    <a:lnTo>
                      <a:pt x="1535" y="211"/>
                    </a:lnTo>
                    <a:lnTo>
                      <a:pt x="1579" y="217"/>
                    </a:lnTo>
                    <a:lnTo>
                      <a:pt x="1613" y="196"/>
                    </a:lnTo>
                    <a:lnTo>
                      <a:pt x="1651" y="189"/>
                    </a:lnTo>
                    <a:lnTo>
                      <a:pt x="1651" y="109"/>
                    </a:lnTo>
                    <a:lnTo>
                      <a:pt x="1642" y="62"/>
                    </a:lnTo>
                    <a:lnTo>
                      <a:pt x="1630" y="29"/>
                    </a:lnTo>
                    <a:lnTo>
                      <a:pt x="1671" y="32"/>
                    </a:lnTo>
                    <a:lnTo>
                      <a:pt x="1698" y="0"/>
                    </a:lnTo>
                    <a:lnTo>
                      <a:pt x="1730" y="5"/>
                    </a:lnTo>
                    <a:lnTo>
                      <a:pt x="1743" y="52"/>
                    </a:lnTo>
                    <a:lnTo>
                      <a:pt x="1790" y="75"/>
                    </a:lnTo>
                    <a:lnTo>
                      <a:pt x="1796" y="119"/>
                    </a:lnTo>
                    <a:lnTo>
                      <a:pt x="1786" y="140"/>
                    </a:lnTo>
                    <a:lnTo>
                      <a:pt x="1847" y="184"/>
                    </a:lnTo>
                    <a:lnTo>
                      <a:pt x="1867" y="187"/>
                    </a:lnTo>
                    <a:lnTo>
                      <a:pt x="1876" y="167"/>
                    </a:lnTo>
                    <a:lnTo>
                      <a:pt x="1872" y="140"/>
                    </a:lnTo>
                    <a:lnTo>
                      <a:pt x="1931" y="138"/>
                    </a:lnTo>
                    <a:lnTo>
                      <a:pt x="1951" y="91"/>
                    </a:lnTo>
                    <a:lnTo>
                      <a:pt x="1976" y="78"/>
                    </a:lnTo>
                    <a:lnTo>
                      <a:pt x="2023" y="73"/>
                    </a:lnTo>
                    <a:lnTo>
                      <a:pt x="2039" y="91"/>
                    </a:lnTo>
                    <a:lnTo>
                      <a:pt x="1984" y="116"/>
                    </a:lnTo>
                    <a:lnTo>
                      <a:pt x="1919" y="223"/>
                    </a:lnTo>
                    <a:lnTo>
                      <a:pt x="1931" y="255"/>
                    </a:lnTo>
                    <a:lnTo>
                      <a:pt x="1951" y="272"/>
                    </a:lnTo>
                    <a:lnTo>
                      <a:pt x="2005" y="239"/>
                    </a:lnTo>
                    <a:lnTo>
                      <a:pt x="2019" y="311"/>
                    </a:lnTo>
                    <a:lnTo>
                      <a:pt x="1998" y="373"/>
                    </a:lnTo>
                    <a:lnTo>
                      <a:pt x="1998" y="412"/>
                    </a:lnTo>
                    <a:lnTo>
                      <a:pt x="2089" y="400"/>
                    </a:lnTo>
                    <a:lnTo>
                      <a:pt x="2081" y="432"/>
                    </a:lnTo>
                    <a:lnTo>
                      <a:pt x="2089" y="464"/>
                    </a:lnTo>
                    <a:lnTo>
                      <a:pt x="2146" y="485"/>
                    </a:lnTo>
                    <a:lnTo>
                      <a:pt x="2155" y="431"/>
                    </a:lnTo>
                    <a:lnTo>
                      <a:pt x="2173" y="453"/>
                    </a:lnTo>
                    <a:lnTo>
                      <a:pt x="2212" y="552"/>
                    </a:lnTo>
                    <a:lnTo>
                      <a:pt x="2206" y="597"/>
                    </a:lnTo>
                    <a:lnTo>
                      <a:pt x="2184" y="622"/>
                    </a:lnTo>
                    <a:lnTo>
                      <a:pt x="2208" y="676"/>
                    </a:lnTo>
                    <a:lnTo>
                      <a:pt x="2235" y="673"/>
                    </a:lnTo>
                    <a:lnTo>
                      <a:pt x="2247" y="651"/>
                    </a:lnTo>
                    <a:lnTo>
                      <a:pt x="2249" y="710"/>
                    </a:lnTo>
                    <a:lnTo>
                      <a:pt x="2235" y="756"/>
                    </a:lnTo>
                    <a:lnTo>
                      <a:pt x="2204" y="769"/>
                    </a:lnTo>
                    <a:lnTo>
                      <a:pt x="2204" y="812"/>
                    </a:lnTo>
                    <a:lnTo>
                      <a:pt x="2188" y="822"/>
                    </a:lnTo>
                    <a:lnTo>
                      <a:pt x="2163" y="859"/>
                    </a:lnTo>
                    <a:lnTo>
                      <a:pt x="2087" y="879"/>
                    </a:lnTo>
                    <a:lnTo>
                      <a:pt x="2087" y="912"/>
                    </a:lnTo>
                    <a:lnTo>
                      <a:pt x="2052" y="909"/>
                    </a:lnTo>
                    <a:lnTo>
                      <a:pt x="2060" y="922"/>
                    </a:lnTo>
                    <a:lnTo>
                      <a:pt x="2041" y="945"/>
                    </a:lnTo>
                    <a:lnTo>
                      <a:pt x="2068" y="950"/>
                    </a:lnTo>
                    <a:lnTo>
                      <a:pt x="2109" y="922"/>
                    </a:lnTo>
                    <a:lnTo>
                      <a:pt x="2068" y="1008"/>
                    </a:lnTo>
                    <a:lnTo>
                      <a:pt x="2034" y="1057"/>
                    </a:lnTo>
                    <a:lnTo>
                      <a:pt x="1984" y="1076"/>
                    </a:lnTo>
                    <a:lnTo>
                      <a:pt x="1969" y="1120"/>
                    </a:lnTo>
                    <a:lnTo>
                      <a:pt x="1923" y="1091"/>
                    </a:lnTo>
                    <a:lnTo>
                      <a:pt x="1923" y="1067"/>
                    </a:lnTo>
                    <a:lnTo>
                      <a:pt x="1901" y="1041"/>
                    </a:lnTo>
                    <a:lnTo>
                      <a:pt x="1876" y="1037"/>
                    </a:lnTo>
                    <a:lnTo>
                      <a:pt x="1870" y="1090"/>
                    </a:lnTo>
                    <a:lnTo>
                      <a:pt x="1820" y="1126"/>
                    </a:lnTo>
                    <a:lnTo>
                      <a:pt x="1800" y="1156"/>
                    </a:lnTo>
                    <a:lnTo>
                      <a:pt x="1739" y="1214"/>
                    </a:lnTo>
                    <a:lnTo>
                      <a:pt x="1676" y="1265"/>
                    </a:lnTo>
                    <a:lnTo>
                      <a:pt x="1628" y="1291"/>
                    </a:lnTo>
                    <a:lnTo>
                      <a:pt x="1577" y="1284"/>
                    </a:lnTo>
                    <a:lnTo>
                      <a:pt x="1540" y="1300"/>
                    </a:lnTo>
                    <a:lnTo>
                      <a:pt x="1529" y="1278"/>
                    </a:lnTo>
                    <a:lnTo>
                      <a:pt x="1506" y="1294"/>
                    </a:lnTo>
                    <a:lnTo>
                      <a:pt x="1492" y="1313"/>
                    </a:lnTo>
                    <a:lnTo>
                      <a:pt x="1491" y="1345"/>
                    </a:lnTo>
                    <a:lnTo>
                      <a:pt x="1434" y="1363"/>
                    </a:lnTo>
                    <a:lnTo>
                      <a:pt x="1326" y="1475"/>
                    </a:lnTo>
                    <a:lnTo>
                      <a:pt x="1237" y="1505"/>
                    </a:lnTo>
                    <a:lnTo>
                      <a:pt x="1206" y="1530"/>
                    </a:lnTo>
                    <a:lnTo>
                      <a:pt x="1153" y="1508"/>
                    </a:lnTo>
                    <a:lnTo>
                      <a:pt x="1127" y="1525"/>
                    </a:lnTo>
                    <a:lnTo>
                      <a:pt x="1084" y="1493"/>
                    </a:lnTo>
                    <a:lnTo>
                      <a:pt x="1041" y="1485"/>
                    </a:lnTo>
                    <a:lnTo>
                      <a:pt x="972" y="1451"/>
                    </a:lnTo>
                    <a:lnTo>
                      <a:pt x="932" y="1454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GB" dirty="0">
                  <a:latin typeface="Trade Gothic LT Std" pitchFamily="50" charset="0"/>
                </a:endParaRPr>
              </a:p>
            </p:txBody>
          </p:sp>
          <p:grpSp>
            <p:nvGrpSpPr>
              <p:cNvPr id="18" name="Group 1078">
                <a:extLst>
                  <a:ext uri="{FF2B5EF4-FFF2-40B4-BE49-F238E27FC236}">
                    <a16:creationId xmlns:a16="http://schemas.microsoft.com/office/drawing/2014/main" id="{A6F2454F-0B8E-9116-7766-31EFE7F500F0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4783138" y="4938719"/>
                <a:ext cx="785813" cy="933451"/>
                <a:chOff x="2549" y="2716"/>
                <a:chExt cx="401" cy="476"/>
              </a:xfrm>
              <a:grpFill/>
            </p:grpSpPr>
            <p:sp>
              <p:nvSpPr>
                <p:cNvPr id="389" name="Freeform 1079">
                  <a:extLst>
                    <a:ext uri="{FF2B5EF4-FFF2-40B4-BE49-F238E27FC236}">
                      <a16:creationId xmlns:a16="http://schemas.microsoft.com/office/drawing/2014/main" id="{F5A59DA9-26A2-D2B5-2D2E-2E68F69AE56F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2746" y="3123"/>
                  <a:ext cx="107" cy="69"/>
                </a:xfrm>
                <a:custGeom>
                  <a:avLst/>
                  <a:gdLst/>
                  <a:ahLst/>
                  <a:cxnLst>
                    <a:cxn ang="0">
                      <a:pos x="640" y="0"/>
                    </a:cxn>
                    <a:cxn ang="0">
                      <a:pos x="626" y="4"/>
                    </a:cxn>
                    <a:cxn ang="0">
                      <a:pos x="628" y="7"/>
                    </a:cxn>
                    <a:cxn ang="0">
                      <a:pos x="624" y="47"/>
                    </a:cxn>
                    <a:cxn ang="0">
                      <a:pos x="572" y="128"/>
                    </a:cxn>
                    <a:cxn ang="0">
                      <a:pos x="534" y="225"/>
                    </a:cxn>
                    <a:cxn ang="0">
                      <a:pos x="532" y="246"/>
                    </a:cxn>
                    <a:cxn ang="0">
                      <a:pos x="548" y="261"/>
                    </a:cxn>
                    <a:cxn ang="0">
                      <a:pos x="550" y="278"/>
                    </a:cxn>
                    <a:cxn ang="0">
                      <a:pos x="567" y="324"/>
                    </a:cxn>
                    <a:cxn ang="0">
                      <a:pos x="545" y="385"/>
                    </a:cxn>
                    <a:cxn ang="0">
                      <a:pos x="541" y="412"/>
                    </a:cxn>
                    <a:cxn ang="0">
                      <a:pos x="485" y="412"/>
                    </a:cxn>
                    <a:cxn ang="0">
                      <a:pos x="442" y="401"/>
                    </a:cxn>
                    <a:cxn ang="0">
                      <a:pos x="401" y="368"/>
                    </a:cxn>
                    <a:cxn ang="0">
                      <a:pos x="370" y="328"/>
                    </a:cxn>
                    <a:cxn ang="0">
                      <a:pos x="317" y="311"/>
                    </a:cxn>
                    <a:cxn ang="0">
                      <a:pos x="284" y="307"/>
                    </a:cxn>
                    <a:cxn ang="0">
                      <a:pos x="253" y="293"/>
                    </a:cxn>
                    <a:cxn ang="0">
                      <a:pos x="227" y="266"/>
                    </a:cxn>
                    <a:cxn ang="0">
                      <a:pos x="184" y="246"/>
                    </a:cxn>
                    <a:cxn ang="0">
                      <a:pos x="139" y="211"/>
                    </a:cxn>
                    <a:cxn ang="0">
                      <a:pos x="94" y="191"/>
                    </a:cxn>
                    <a:cxn ang="0">
                      <a:pos x="30" y="178"/>
                    </a:cxn>
                    <a:cxn ang="0">
                      <a:pos x="10" y="150"/>
                    </a:cxn>
                    <a:cxn ang="0">
                      <a:pos x="0" y="98"/>
                    </a:cxn>
                    <a:cxn ang="0">
                      <a:pos x="6" y="67"/>
                    </a:cxn>
                    <a:cxn ang="0">
                      <a:pos x="14" y="53"/>
                    </a:cxn>
                    <a:cxn ang="0">
                      <a:pos x="22" y="38"/>
                    </a:cxn>
                    <a:cxn ang="0">
                      <a:pos x="38" y="31"/>
                    </a:cxn>
                    <a:cxn ang="0">
                      <a:pos x="71" y="56"/>
                    </a:cxn>
                    <a:cxn ang="0">
                      <a:pos x="94" y="53"/>
                    </a:cxn>
                    <a:cxn ang="0">
                      <a:pos x="155" y="19"/>
                    </a:cxn>
                    <a:cxn ang="0">
                      <a:pos x="231" y="56"/>
                    </a:cxn>
                    <a:cxn ang="0">
                      <a:pos x="247" y="82"/>
                    </a:cxn>
                    <a:cxn ang="0">
                      <a:pos x="274" y="80"/>
                    </a:cxn>
                    <a:cxn ang="0">
                      <a:pos x="299" y="72"/>
                    </a:cxn>
                    <a:cxn ang="0">
                      <a:pos x="415" y="60"/>
                    </a:cxn>
                    <a:cxn ang="0">
                      <a:pos x="444" y="52"/>
                    </a:cxn>
                    <a:cxn ang="0">
                      <a:pos x="477" y="33"/>
                    </a:cxn>
                    <a:cxn ang="0">
                      <a:pos x="545" y="33"/>
                    </a:cxn>
                    <a:cxn ang="0">
                      <a:pos x="567" y="13"/>
                    </a:cxn>
                    <a:cxn ang="0">
                      <a:pos x="610" y="11"/>
                    </a:cxn>
                    <a:cxn ang="0">
                      <a:pos x="640" y="0"/>
                    </a:cxn>
                  </a:cxnLst>
                  <a:rect l="0" t="0" r="r" b="b"/>
                  <a:pathLst>
                    <a:path w="640" h="412">
                      <a:moveTo>
                        <a:pt x="640" y="0"/>
                      </a:moveTo>
                      <a:lnTo>
                        <a:pt x="626" y="4"/>
                      </a:lnTo>
                      <a:lnTo>
                        <a:pt x="628" y="7"/>
                      </a:lnTo>
                      <a:lnTo>
                        <a:pt x="624" y="47"/>
                      </a:lnTo>
                      <a:lnTo>
                        <a:pt x="572" y="128"/>
                      </a:lnTo>
                      <a:lnTo>
                        <a:pt x="534" y="225"/>
                      </a:lnTo>
                      <a:lnTo>
                        <a:pt x="532" y="246"/>
                      </a:lnTo>
                      <a:lnTo>
                        <a:pt x="548" y="261"/>
                      </a:lnTo>
                      <a:lnTo>
                        <a:pt x="550" y="278"/>
                      </a:lnTo>
                      <a:lnTo>
                        <a:pt x="567" y="324"/>
                      </a:lnTo>
                      <a:lnTo>
                        <a:pt x="545" y="385"/>
                      </a:lnTo>
                      <a:lnTo>
                        <a:pt x="541" y="412"/>
                      </a:lnTo>
                      <a:lnTo>
                        <a:pt x="485" y="412"/>
                      </a:lnTo>
                      <a:lnTo>
                        <a:pt x="442" y="401"/>
                      </a:lnTo>
                      <a:lnTo>
                        <a:pt x="401" y="368"/>
                      </a:lnTo>
                      <a:lnTo>
                        <a:pt x="370" y="328"/>
                      </a:lnTo>
                      <a:lnTo>
                        <a:pt x="317" y="311"/>
                      </a:lnTo>
                      <a:lnTo>
                        <a:pt x="284" y="307"/>
                      </a:lnTo>
                      <a:lnTo>
                        <a:pt x="253" y="293"/>
                      </a:lnTo>
                      <a:lnTo>
                        <a:pt x="227" y="266"/>
                      </a:lnTo>
                      <a:lnTo>
                        <a:pt x="184" y="246"/>
                      </a:lnTo>
                      <a:lnTo>
                        <a:pt x="139" y="211"/>
                      </a:lnTo>
                      <a:lnTo>
                        <a:pt x="94" y="191"/>
                      </a:lnTo>
                      <a:lnTo>
                        <a:pt x="30" y="178"/>
                      </a:lnTo>
                      <a:lnTo>
                        <a:pt x="10" y="150"/>
                      </a:lnTo>
                      <a:lnTo>
                        <a:pt x="0" y="98"/>
                      </a:lnTo>
                      <a:lnTo>
                        <a:pt x="6" y="67"/>
                      </a:lnTo>
                      <a:lnTo>
                        <a:pt x="14" y="53"/>
                      </a:lnTo>
                      <a:lnTo>
                        <a:pt x="22" y="38"/>
                      </a:lnTo>
                      <a:lnTo>
                        <a:pt x="38" y="31"/>
                      </a:lnTo>
                      <a:lnTo>
                        <a:pt x="71" y="56"/>
                      </a:lnTo>
                      <a:lnTo>
                        <a:pt x="94" y="53"/>
                      </a:lnTo>
                      <a:lnTo>
                        <a:pt x="155" y="19"/>
                      </a:lnTo>
                      <a:lnTo>
                        <a:pt x="231" y="56"/>
                      </a:lnTo>
                      <a:lnTo>
                        <a:pt x="247" y="82"/>
                      </a:lnTo>
                      <a:lnTo>
                        <a:pt x="274" y="80"/>
                      </a:lnTo>
                      <a:lnTo>
                        <a:pt x="299" y="72"/>
                      </a:lnTo>
                      <a:lnTo>
                        <a:pt x="415" y="60"/>
                      </a:lnTo>
                      <a:lnTo>
                        <a:pt x="444" y="52"/>
                      </a:lnTo>
                      <a:lnTo>
                        <a:pt x="477" y="33"/>
                      </a:lnTo>
                      <a:lnTo>
                        <a:pt x="545" y="33"/>
                      </a:lnTo>
                      <a:lnTo>
                        <a:pt x="567" y="13"/>
                      </a:lnTo>
                      <a:lnTo>
                        <a:pt x="610" y="11"/>
                      </a:lnTo>
                      <a:lnTo>
                        <a:pt x="640" y="0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GB" dirty="0">
                    <a:latin typeface="Trade Gothic LT Std" pitchFamily="50" charset="0"/>
                  </a:endParaRPr>
                </a:p>
              </p:txBody>
            </p:sp>
            <p:sp>
              <p:nvSpPr>
                <p:cNvPr id="390" name="Freeform 1080">
                  <a:extLst>
                    <a:ext uri="{FF2B5EF4-FFF2-40B4-BE49-F238E27FC236}">
                      <a16:creationId xmlns:a16="http://schemas.microsoft.com/office/drawing/2014/main" id="{C9BB5CB8-37A9-9F13-EE37-0AA45C6F1102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2600" y="2990"/>
                  <a:ext cx="52" cy="108"/>
                </a:xfrm>
                <a:custGeom>
                  <a:avLst/>
                  <a:gdLst/>
                  <a:ahLst/>
                  <a:cxnLst>
                    <a:cxn ang="0">
                      <a:pos x="189" y="0"/>
                    </a:cxn>
                    <a:cxn ang="0">
                      <a:pos x="232" y="16"/>
                    </a:cxn>
                    <a:cxn ang="0">
                      <a:pos x="239" y="28"/>
                    </a:cxn>
                    <a:cxn ang="0">
                      <a:pos x="259" y="44"/>
                    </a:cxn>
                    <a:cxn ang="0">
                      <a:pos x="277" y="84"/>
                    </a:cxn>
                    <a:cxn ang="0">
                      <a:pos x="300" y="161"/>
                    </a:cxn>
                    <a:cxn ang="0">
                      <a:pos x="306" y="230"/>
                    </a:cxn>
                    <a:cxn ang="0">
                      <a:pos x="298" y="293"/>
                    </a:cxn>
                    <a:cxn ang="0">
                      <a:pos x="300" y="410"/>
                    </a:cxn>
                    <a:cxn ang="0">
                      <a:pos x="296" y="512"/>
                    </a:cxn>
                    <a:cxn ang="0">
                      <a:pos x="284" y="536"/>
                    </a:cxn>
                    <a:cxn ang="0">
                      <a:pos x="282" y="555"/>
                    </a:cxn>
                    <a:cxn ang="0">
                      <a:pos x="261" y="574"/>
                    </a:cxn>
                    <a:cxn ang="0">
                      <a:pos x="212" y="559"/>
                    </a:cxn>
                    <a:cxn ang="0">
                      <a:pos x="192" y="577"/>
                    </a:cxn>
                    <a:cxn ang="0">
                      <a:pos x="176" y="612"/>
                    </a:cxn>
                    <a:cxn ang="0">
                      <a:pos x="152" y="633"/>
                    </a:cxn>
                    <a:cxn ang="0">
                      <a:pos x="116" y="645"/>
                    </a:cxn>
                    <a:cxn ang="0">
                      <a:pos x="97" y="627"/>
                    </a:cxn>
                    <a:cxn ang="0">
                      <a:pos x="56" y="568"/>
                    </a:cxn>
                    <a:cxn ang="0">
                      <a:pos x="49" y="536"/>
                    </a:cxn>
                    <a:cxn ang="0">
                      <a:pos x="51" y="514"/>
                    </a:cxn>
                    <a:cxn ang="0">
                      <a:pos x="41" y="485"/>
                    </a:cxn>
                    <a:cxn ang="0">
                      <a:pos x="51" y="408"/>
                    </a:cxn>
                    <a:cxn ang="0">
                      <a:pos x="65" y="395"/>
                    </a:cxn>
                    <a:cxn ang="0">
                      <a:pos x="68" y="373"/>
                    </a:cxn>
                    <a:cxn ang="0">
                      <a:pos x="58" y="360"/>
                    </a:cxn>
                    <a:cxn ang="0">
                      <a:pos x="51" y="326"/>
                    </a:cxn>
                    <a:cxn ang="0">
                      <a:pos x="56" y="298"/>
                    </a:cxn>
                    <a:cxn ang="0">
                      <a:pos x="54" y="259"/>
                    </a:cxn>
                    <a:cxn ang="0">
                      <a:pos x="47" y="230"/>
                    </a:cxn>
                    <a:cxn ang="0">
                      <a:pos x="35" y="201"/>
                    </a:cxn>
                    <a:cxn ang="0">
                      <a:pos x="29" y="197"/>
                    </a:cxn>
                    <a:cxn ang="0">
                      <a:pos x="11" y="197"/>
                    </a:cxn>
                    <a:cxn ang="0">
                      <a:pos x="0" y="175"/>
                    </a:cxn>
                    <a:cxn ang="0">
                      <a:pos x="0" y="95"/>
                    </a:cxn>
                    <a:cxn ang="0">
                      <a:pos x="2" y="90"/>
                    </a:cxn>
                    <a:cxn ang="0">
                      <a:pos x="35" y="122"/>
                    </a:cxn>
                    <a:cxn ang="0">
                      <a:pos x="72" y="115"/>
                    </a:cxn>
                    <a:cxn ang="0">
                      <a:pos x="146" y="44"/>
                    </a:cxn>
                    <a:cxn ang="0">
                      <a:pos x="169" y="35"/>
                    </a:cxn>
                    <a:cxn ang="0">
                      <a:pos x="189" y="0"/>
                    </a:cxn>
                  </a:cxnLst>
                  <a:rect l="0" t="0" r="r" b="b"/>
                  <a:pathLst>
                    <a:path w="306" h="645">
                      <a:moveTo>
                        <a:pt x="189" y="0"/>
                      </a:moveTo>
                      <a:lnTo>
                        <a:pt x="232" y="16"/>
                      </a:lnTo>
                      <a:lnTo>
                        <a:pt x="239" y="28"/>
                      </a:lnTo>
                      <a:lnTo>
                        <a:pt x="259" y="44"/>
                      </a:lnTo>
                      <a:lnTo>
                        <a:pt x="277" y="84"/>
                      </a:lnTo>
                      <a:lnTo>
                        <a:pt x="300" y="161"/>
                      </a:lnTo>
                      <a:lnTo>
                        <a:pt x="306" y="230"/>
                      </a:lnTo>
                      <a:lnTo>
                        <a:pt x="298" y="293"/>
                      </a:lnTo>
                      <a:lnTo>
                        <a:pt x="300" y="410"/>
                      </a:lnTo>
                      <a:lnTo>
                        <a:pt x="296" y="512"/>
                      </a:lnTo>
                      <a:lnTo>
                        <a:pt x="284" y="536"/>
                      </a:lnTo>
                      <a:lnTo>
                        <a:pt x="282" y="555"/>
                      </a:lnTo>
                      <a:lnTo>
                        <a:pt x="261" y="574"/>
                      </a:lnTo>
                      <a:lnTo>
                        <a:pt x="212" y="559"/>
                      </a:lnTo>
                      <a:lnTo>
                        <a:pt x="192" y="577"/>
                      </a:lnTo>
                      <a:lnTo>
                        <a:pt x="176" y="612"/>
                      </a:lnTo>
                      <a:lnTo>
                        <a:pt x="152" y="633"/>
                      </a:lnTo>
                      <a:lnTo>
                        <a:pt x="116" y="645"/>
                      </a:lnTo>
                      <a:lnTo>
                        <a:pt x="97" y="627"/>
                      </a:lnTo>
                      <a:lnTo>
                        <a:pt x="56" y="568"/>
                      </a:lnTo>
                      <a:lnTo>
                        <a:pt x="49" y="536"/>
                      </a:lnTo>
                      <a:lnTo>
                        <a:pt x="51" y="514"/>
                      </a:lnTo>
                      <a:lnTo>
                        <a:pt x="41" y="485"/>
                      </a:lnTo>
                      <a:lnTo>
                        <a:pt x="51" y="408"/>
                      </a:lnTo>
                      <a:lnTo>
                        <a:pt x="65" y="395"/>
                      </a:lnTo>
                      <a:lnTo>
                        <a:pt x="68" y="373"/>
                      </a:lnTo>
                      <a:lnTo>
                        <a:pt x="58" y="360"/>
                      </a:lnTo>
                      <a:lnTo>
                        <a:pt x="51" y="326"/>
                      </a:lnTo>
                      <a:lnTo>
                        <a:pt x="56" y="298"/>
                      </a:lnTo>
                      <a:lnTo>
                        <a:pt x="54" y="259"/>
                      </a:lnTo>
                      <a:lnTo>
                        <a:pt x="47" y="230"/>
                      </a:lnTo>
                      <a:lnTo>
                        <a:pt x="35" y="201"/>
                      </a:lnTo>
                      <a:lnTo>
                        <a:pt x="29" y="197"/>
                      </a:lnTo>
                      <a:lnTo>
                        <a:pt x="11" y="197"/>
                      </a:lnTo>
                      <a:lnTo>
                        <a:pt x="0" y="175"/>
                      </a:lnTo>
                      <a:lnTo>
                        <a:pt x="0" y="95"/>
                      </a:lnTo>
                      <a:lnTo>
                        <a:pt x="2" y="90"/>
                      </a:lnTo>
                      <a:lnTo>
                        <a:pt x="35" y="122"/>
                      </a:lnTo>
                      <a:lnTo>
                        <a:pt x="72" y="115"/>
                      </a:lnTo>
                      <a:lnTo>
                        <a:pt x="146" y="44"/>
                      </a:lnTo>
                      <a:lnTo>
                        <a:pt x="169" y="35"/>
                      </a:lnTo>
                      <a:lnTo>
                        <a:pt x="189" y="0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GB" dirty="0">
                    <a:latin typeface="Trade Gothic LT Std" pitchFamily="50" charset="0"/>
                  </a:endParaRPr>
                </a:p>
              </p:txBody>
            </p:sp>
            <p:sp>
              <p:nvSpPr>
                <p:cNvPr id="391" name="Freeform 1081">
                  <a:extLst>
                    <a:ext uri="{FF2B5EF4-FFF2-40B4-BE49-F238E27FC236}">
                      <a16:creationId xmlns:a16="http://schemas.microsoft.com/office/drawing/2014/main" id="{12CF4477-3AD5-976D-90F9-A3540F918914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2549" y="2716"/>
                  <a:ext cx="401" cy="423"/>
                </a:xfrm>
                <a:custGeom>
                  <a:avLst/>
                  <a:gdLst/>
                  <a:ahLst/>
                  <a:cxnLst>
                    <a:cxn ang="0">
                      <a:pos x="729" y="141"/>
                    </a:cxn>
                    <a:cxn ang="0">
                      <a:pos x="697" y="215"/>
                    </a:cxn>
                    <a:cxn ang="0">
                      <a:pos x="549" y="193"/>
                    </a:cxn>
                    <a:cxn ang="0">
                      <a:pos x="465" y="330"/>
                    </a:cxn>
                    <a:cxn ang="0">
                      <a:pos x="366" y="269"/>
                    </a:cxn>
                    <a:cxn ang="0">
                      <a:pos x="279" y="282"/>
                    </a:cxn>
                    <a:cxn ang="0">
                      <a:pos x="86" y="354"/>
                    </a:cxn>
                    <a:cxn ang="0">
                      <a:pos x="18" y="398"/>
                    </a:cxn>
                    <a:cxn ang="0">
                      <a:pos x="7" y="582"/>
                    </a:cxn>
                    <a:cxn ang="0">
                      <a:pos x="41" y="658"/>
                    </a:cxn>
                    <a:cxn ang="0">
                      <a:pos x="50" y="805"/>
                    </a:cxn>
                    <a:cxn ang="0">
                      <a:pos x="176" y="909"/>
                    </a:cxn>
                    <a:cxn ang="0">
                      <a:pos x="237" y="944"/>
                    </a:cxn>
                    <a:cxn ang="0">
                      <a:pos x="355" y="832"/>
                    </a:cxn>
                    <a:cxn ang="0">
                      <a:pos x="494" y="788"/>
                    </a:cxn>
                    <a:cxn ang="0">
                      <a:pos x="727" y="966"/>
                    </a:cxn>
                    <a:cxn ang="0">
                      <a:pos x="862" y="1241"/>
                    </a:cxn>
                    <a:cxn ang="0">
                      <a:pos x="967" y="1332"/>
                    </a:cxn>
                    <a:cxn ang="0">
                      <a:pos x="1157" y="1530"/>
                    </a:cxn>
                    <a:cxn ang="0">
                      <a:pos x="1415" y="1652"/>
                    </a:cxn>
                    <a:cxn ang="0">
                      <a:pos x="1569" y="1785"/>
                    </a:cxn>
                    <a:cxn ang="0">
                      <a:pos x="1659" y="1819"/>
                    </a:cxn>
                    <a:cxn ang="0">
                      <a:pos x="1700" y="1936"/>
                    </a:cxn>
                    <a:cxn ang="0">
                      <a:pos x="1800" y="1965"/>
                    </a:cxn>
                    <a:cxn ang="0">
                      <a:pos x="1860" y="2082"/>
                    </a:cxn>
                    <a:cxn ang="0">
                      <a:pos x="1894" y="2325"/>
                    </a:cxn>
                    <a:cxn ang="0">
                      <a:pos x="1837" y="2463"/>
                    </a:cxn>
                    <a:cxn ang="0">
                      <a:pos x="1851" y="2538"/>
                    </a:cxn>
                    <a:cxn ang="0">
                      <a:pos x="1948" y="2463"/>
                    </a:cxn>
                    <a:cxn ang="0">
                      <a:pos x="2018" y="2396"/>
                    </a:cxn>
                    <a:cxn ang="0">
                      <a:pos x="2099" y="2265"/>
                    </a:cxn>
                    <a:cxn ang="0">
                      <a:pos x="2120" y="2181"/>
                    </a:cxn>
                    <a:cxn ang="0">
                      <a:pos x="2047" y="2078"/>
                    </a:cxn>
                    <a:cxn ang="0">
                      <a:pos x="2058" y="1903"/>
                    </a:cxn>
                    <a:cxn ang="0">
                      <a:pos x="2255" y="1909"/>
                    </a:cxn>
                    <a:cxn ang="0">
                      <a:pos x="2378" y="2031"/>
                    </a:cxn>
                    <a:cxn ang="0">
                      <a:pos x="2372" y="1902"/>
                    </a:cxn>
                    <a:cxn ang="0">
                      <a:pos x="2134" y="1710"/>
                    </a:cxn>
                    <a:cxn ang="0">
                      <a:pos x="1903" y="1603"/>
                    </a:cxn>
                    <a:cxn ang="0">
                      <a:pos x="1899" y="1541"/>
                    </a:cxn>
                    <a:cxn ang="0">
                      <a:pos x="1867" y="1463"/>
                    </a:cxn>
                    <a:cxn ang="0">
                      <a:pos x="1739" y="1471"/>
                    </a:cxn>
                    <a:cxn ang="0">
                      <a:pos x="1633" y="1422"/>
                    </a:cxn>
                    <a:cxn ang="0">
                      <a:pos x="1511" y="1287"/>
                    </a:cxn>
                    <a:cxn ang="0">
                      <a:pos x="1425" y="1061"/>
                    </a:cxn>
                    <a:cxn ang="0">
                      <a:pos x="1351" y="980"/>
                    </a:cxn>
                    <a:cxn ang="0">
                      <a:pos x="1173" y="854"/>
                    </a:cxn>
                    <a:cxn ang="0">
                      <a:pos x="1147" y="656"/>
                    </a:cxn>
                    <a:cxn ang="0">
                      <a:pos x="1136" y="579"/>
                    </a:cxn>
                    <a:cxn ang="0">
                      <a:pos x="1188" y="465"/>
                    </a:cxn>
                    <a:cxn ang="0">
                      <a:pos x="1366" y="410"/>
                    </a:cxn>
                    <a:cxn ang="0">
                      <a:pos x="1415" y="447"/>
                    </a:cxn>
                    <a:cxn ang="0">
                      <a:pos x="1468" y="442"/>
                    </a:cxn>
                    <a:cxn ang="0">
                      <a:pos x="1441" y="385"/>
                    </a:cxn>
                    <a:cxn ang="0">
                      <a:pos x="1384" y="311"/>
                    </a:cxn>
                    <a:cxn ang="0">
                      <a:pos x="1368" y="253"/>
                    </a:cxn>
                    <a:cxn ang="0">
                      <a:pos x="1386" y="169"/>
                    </a:cxn>
                    <a:cxn ang="0">
                      <a:pos x="1170" y="110"/>
                    </a:cxn>
                    <a:cxn ang="0">
                      <a:pos x="1106" y="6"/>
                    </a:cxn>
                    <a:cxn ang="0">
                      <a:pos x="1019" y="24"/>
                    </a:cxn>
                    <a:cxn ang="0">
                      <a:pos x="801" y="79"/>
                    </a:cxn>
                  </a:cxnLst>
                  <a:rect l="0" t="0" r="r" b="b"/>
                  <a:pathLst>
                    <a:path w="2406" h="2539">
                      <a:moveTo>
                        <a:pt x="753" y="65"/>
                      </a:moveTo>
                      <a:lnTo>
                        <a:pt x="741" y="104"/>
                      </a:lnTo>
                      <a:lnTo>
                        <a:pt x="744" y="129"/>
                      </a:lnTo>
                      <a:lnTo>
                        <a:pt x="729" y="141"/>
                      </a:lnTo>
                      <a:lnTo>
                        <a:pt x="688" y="142"/>
                      </a:lnTo>
                      <a:lnTo>
                        <a:pt x="682" y="166"/>
                      </a:lnTo>
                      <a:lnTo>
                        <a:pt x="686" y="193"/>
                      </a:lnTo>
                      <a:lnTo>
                        <a:pt x="697" y="215"/>
                      </a:lnTo>
                      <a:lnTo>
                        <a:pt x="690" y="233"/>
                      </a:lnTo>
                      <a:lnTo>
                        <a:pt x="613" y="215"/>
                      </a:lnTo>
                      <a:lnTo>
                        <a:pt x="571" y="214"/>
                      </a:lnTo>
                      <a:lnTo>
                        <a:pt x="549" y="193"/>
                      </a:lnTo>
                      <a:lnTo>
                        <a:pt x="521" y="181"/>
                      </a:lnTo>
                      <a:lnTo>
                        <a:pt x="513" y="221"/>
                      </a:lnTo>
                      <a:lnTo>
                        <a:pt x="473" y="293"/>
                      </a:lnTo>
                      <a:lnTo>
                        <a:pt x="465" y="330"/>
                      </a:lnTo>
                      <a:lnTo>
                        <a:pt x="456" y="345"/>
                      </a:lnTo>
                      <a:lnTo>
                        <a:pt x="431" y="330"/>
                      </a:lnTo>
                      <a:lnTo>
                        <a:pt x="409" y="299"/>
                      </a:lnTo>
                      <a:lnTo>
                        <a:pt x="366" y="269"/>
                      </a:lnTo>
                      <a:lnTo>
                        <a:pt x="342" y="197"/>
                      </a:lnTo>
                      <a:lnTo>
                        <a:pt x="301" y="220"/>
                      </a:lnTo>
                      <a:lnTo>
                        <a:pt x="279" y="248"/>
                      </a:lnTo>
                      <a:lnTo>
                        <a:pt x="279" y="282"/>
                      </a:lnTo>
                      <a:lnTo>
                        <a:pt x="266" y="299"/>
                      </a:lnTo>
                      <a:lnTo>
                        <a:pt x="225" y="335"/>
                      </a:lnTo>
                      <a:lnTo>
                        <a:pt x="178" y="332"/>
                      </a:lnTo>
                      <a:lnTo>
                        <a:pt x="86" y="354"/>
                      </a:lnTo>
                      <a:lnTo>
                        <a:pt x="54" y="357"/>
                      </a:lnTo>
                      <a:lnTo>
                        <a:pt x="16" y="359"/>
                      </a:lnTo>
                      <a:lnTo>
                        <a:pt x="14" y="377"/>
                      </a:lnTo>
                      <a:lnTo>
                        <a:pt x="18" y="398"/>
                      </a:lnTo>
                      <a:lnTo>
                        <a:pt x="59" y="493"/>
                      </a:lnTo>
                      <a:lnTo>
                        <a:pt x="68" y="527"/>
                      </a:lnTo>
                      <a:lnTo>
                        <a:pt x="27" y="557"/>
                      </a:lnTo>
                      <a:lnTo>
                        <a:pt x="7" y="582"/>
                      </a:lnTo>
                      <a:lnTo>
                        <a:pt x="0" y="612"/>
                      </a:lnTo>
                      <a:lnTo>
                        <a:pt x="2" y="631"/>
                      </a:lnTo>
                      <a:lnTo>
                        <a:pt x="9" y="647"/>
                      </a:lnTo>
                      <a:lnTo>
                        <a:pt x="41" y="658"/>
                      </a:lnTo>
                      <a:lnTo>
                        <a:pt x="43" y="688"/>
                      </a:lnTo>
                      <a:lnTo>
                        <a:pt x="37" y="723"/>
                      </a:lnTo>
                      <a:lnTo>
                        <a:pt x="39" y="764"/>
                      </a:lnTo>
                      <a:lnTo>
                        <a:pt x="50" y="805"/>
                      </a:lnTo>
                      <a:lnTo>
                        <a:pt x="72" y="836"/>
                      </a:lnTo>
                      <a:lnTo>
                        <a:pt x="164" y="848"/>
                      </a:lnTo>
                      <a:lnTo>
                        <a:pt x="176" y="877"/>
                      </a:lnTo>
                      <a:lnTo>
                        <a:pt x="176" y="909"/>
                      </a:lnTo>
                      <a:lnTo>
                        <a:pt x="169" y="933"/>
                      </a:lnTo>
                      <a:lnTo>
                        <a:pt x="172" y="946"/>
                      </a:lnTo>
                      <a:lnTo>
                        <a:pt x="203" y="948"/>
                      </a:lnTo>
                      <a:lnTo>
                        <a:pt x="237" y="944"/>
                      </a:lnTo>
                      <a:lnTo>
                        <a:pt x="295" y="917"/>
                      </a:lnTo>
                      <a:lnTo>
                        <a:pt x="301" y="890"/>
                      </a:lnTo>
                      <a:lnTo>
                        <a:pt x="336" y="841"/>
                      </a:lnTo>
                      <a:lnTo>
                        <a:pt x="355" y="832"/>
                      </a:lnTo>
                      <a:lnTo>
                        <a:pt x="361" y="809"/>
                      </a:lnTo>
                      <a:lnTo>
                        <a:pt x="426" y="780"/>
                      </a:lnTo>
                      <a:lnTo>
                        <a:pt x="459" y="780"/>
                      </a:lnTo>
                      <a:lnTo>
                        <a:pt x="494" y="788"/>
                      </a:lnTo>
                      <a:lnTo>
                        <a:pt x="646" y="877"/>
                      </a:lnTo>
                      <a:lnTo>
                        <a:pt x="709" y="903"/>
                      </a:lnTo>
                      <a:lnTo>
                        <a:pt x="719" y="922"/>
                      </a:lnTo>
                      <a:lnTo>
                        <a:pt x="727" y="966"/>
                      </a:lnTo>
                      <a:lnTo>
                        <a:pt x="775" y="1095"/>
                      </a:lnTo>
                      <a:lnTo>
                        <a:pt x="787" y="1138"/>
                      </a:lnTo>
                      <a:lnTo>
                        <a:pt x="784" y="1165"/>
                      </a:lnTo>
                      <a:lnTo>
                        <a:pt x="862" y="1241"/>
                      </a:lnTo>
                      <a:lnTo>
                        <a:pt x="897" y="1287"/>
                      </a:lnTo>
                      <a:lnTo>
                        <a:pt x="911" y="1343"/>
                      </a:lnTo>
                      <a:lnTo>
                        <a:pt x="940" y="1332"/>
                      </a:lnTo>
                      <a:lnTo>
                        <a:pt x="967" y="1332"/>
                      </a:lnTo>
                      <a:lnTo>
                        <a:pt x="1002" y="1359"/>
                      </a:lnTo>
                      <a:lnTo>
                        <a:pt x="1053" y="1435"/>
                      </a:lnTo>
                      <a:lnTo>
                        <a:pt x="1089" y="1441"/>
                      </a:lnTo>
                      <a:lnTo>
                        <a:pt x="1157" y="1530"/>
                      </a:lnTo>
                      <a:lnTo>
                        <a:pt x="1204" y="1580"/>
                      </a:lnTo>
                      <a:lnTo>
                        <a:pt x="1296" y="1654"/>
                      </a:lnTo>
                      <a:lnTo>
                        <a:pt x="1316" y="1648"/>
                      </a:lnTo>
                      <a:lnTo>
                        <a:pt x="1415" y="1652"/>
                      </a:lnTo>
                      <a:lnTo>
                        <a:pt x="1439" y="1658"/>
                      </a:lnTo>
                      <a:lnTo>
                        <a:pt x="1493" y="1721"/>
                      </a:lnTo>
                      <a:lnTo>
                        <a:pt x="1509" y="1760"/>
                      </a:lnTo>
                      <a:lnTo>
                        <a:pt x="1569" y="1785"/>
                      </a:lnTo>
                      <a:lnTo>
                        <a:pt x="1574" y="1796"/>
                      </a:lnTo>
                      <a:lnTo>
                        <a:pt x="1569" y="1826"/>
                      </a:lnTo>
                      <a:lnTo>
                        <a:pt x="1640" y="1813"/>
                      </a:lnTo>
                      <a:lnTo>
                        <a:pt x="1659" y="1819"/>
                      </a:lnTo>
                      <a:lnTo>
                        <a:pt x="1676" y="1841"/>
                      </a:lnTo>
                      <a:lnTo>
                        <a:pt x="1690" y="1881"/>
                      </a:lnTo>
                      <a:lnTo>
                        <a:pt x="1682" y="1909"/>
                      </a:lnTo>
                      <a:lnTo>
                        <a:pt x="1700" y="1936"/>
                      </a:lnTo>
                      <a:lnTo>
                        <a:pt x="1743" y="1954"/>
                      </a:lnTo>
                      <a:lnTo>
                        <a:pt x="1763" y="1971"/>
                      </a:lnTo>
                      <a:lnTo>
                        <a:pt x="1781" y="1999"/>
                      </a:lnTo>
                      <a:lnTo>
                        <a:pt x="1800" y="1965"/>
                      </a:lnTo>
                      <a:lnTo>
                        <a:pt x="1820" y="1965"/>
                      </a:lnTo>
                      <a:lnTo>
                        <a:pt x="1845" y="2008"/>
                      </a:lnTo>
                      <a:lnTo>
                        <a:pt x="1847" y="2033"/>
                      </a:lnTo>
                      <a:lnTo>
                        <a:pt x="1860" y="2082"/>
                      </a:lnTo>
                      <a:lnTo>
                        <a:pt x="1900" y="2154"/>
                      </a:lnTo>
                      <a:lnTo>
                        <a:pt x="1917" y="2222"/>
                      </a:lnTo>
                      <a:lnTo>
                        <a:pt x="1946" y="2300"/>
                      </a:lnTo>
                      <a:lnTo>
                        <a:pt x="1894" y="2325"/>
                      </a:lnTo>
                      <a:lnTo>
                        <a:pt x="1865" y="2345"/>
                      </a:lnTo>
                      <a:lnTo>
                        <a:pt x="1878" y="2386"/>
                      </a:lnTo>
                      <a:lnTo>
                        <a:pt x="1853" y="2425"/>
                      </a:lnTo>
                      <a:lnTo>
                        <a:pt x="1837" y="2463"/>
                      </a:lnTo>
                      <a:lnTo>
                        <a:pt x="1840" y="2508"/>
                      </a:lnTo>
                      <a:lnTo>
                        <a:pt x="1849" y="2535"/>
                      </a:lnTo>
                      <a:lnTo>
                        <a:pt x="1853" y="2529"/>
                      </a:lnTo>
                      <a:lnTo>
                        <a:pt x="1851" y="2538"/>
                      </a:lnTo>
                      <a:lnTo>
                        <a:pt x="1878" y="2539"/>
                      </a:lnTo>
                      <a:lnTo>
                        <a:pt x="1908" y="2535"/>
                      </a:lnTo>
                      <a:lnTo>
                        <a:pt x="1919" y="2526"/>
                      </a:lnTo>
                      <a:lnTo>
                        <a:pt x="1948" y="2463"/>
                      </a:lnTo>
                      <a:lnTo>
                        <a:pt x="1960" y="2447"/>
                      </a:lnTo>
                      <a:lnTo>
                        <a:pt x="1984" y="2425"/>
                      </a:lnTo>
                      <a:lnTo>
                        <a:pt x="2009" y="2418"/>
                      </a:lnTo>
                      <a:lnTo>
                        <a:pt x="2018" y="2396"/>
                      </a:lnTo>
                      <a:lnTo>
                        <a:pt x="2020" y="2312"/>
                      </a:lnTo>
                      <a:lnTo>
                        <a:pt x="2031" y="2294"/>
                      </a:lnTo>
                      <a:lnTo>
                        <a:pt x="2060" y="2285"/>
                      </a:lnTo>
                      <a:lnTo>
                        <a:pt x="2099" y="2265"/>
                      </a:lnTo>
                      <a:lnTo>
                        <a:pt x="2118" y="2265"/>
                      </a:lnTo>
                      <a:lnTo>
                        <a:pt x="2124" y="2249"/>
                      </a:lnTo>
                      <a:lnTo>
                        <a:pt x="2124" y="2197"/>
                      </a:lnTo>
                      <a:lnTo>
                        <a:pt x="2120" y="2181"/>
                      </a:lnTo>
                      <a:lnTo>
                        <a:pt x="2118" y="2141"/>
                      </a:lnTo>
                      <a:lnTo>
                        <a:pt x="2102" y="2123"/>
                      </a:lnTo>
                      <a:lnTo>
                        <a:pt x="2066" y="2102"/>
                      </a:lnTo>
                      <a:lnTo>
                        <a:pt x="2047" y="2078"/>
                      </a:lnTo>
                      <a:lnTo>
                        <a:pt x="2007" y="2059"/>
                      </a:lnTo>
                      <a:lnTo>
                        <a:pt x="2009" y="2022"/>
                      </a:lnTo>
                      <a:lnTo>
                        <a:pt x="2027" y="1949"/>
                      </a:lnTo>
                      <a:lnTo>
                        <a:pt x="2058" y="1903"/>
                      </a:lnTo>
                      <a:lnTo>
                        <a:pt x="2102" y="1857"/>
                      </a:lnTo>
                      <a:lnTo>
                        <a:pt x="2142" y="1850"/>
                      </a:lnTo>
                      <a:lnTo>
                        <a:pt x="2204" y="1895"/>
                      </a:lnTo>
                      <a:lnTo>
                        <a:pt x="2255" y="1909"/>
                      </a:lnTo>
                      <a:lnTo>
                        <a:pt x="2295" y="1931"/>
                      </a:lnTo>
                      <a:lnTo>
                        <a:pt x="2309" y="1965"/>
                      </a:lnTo>
                      <a:lnTo>
                        <a:pt x="2337" y="2008"/>
                      </a:lnTo>
                      <a:lnTo>
                        <a:pt x="2378" y="2031"/>
                      </a:lnTo>
                      <a:lnTo>
                        <a:pt x="2378" y="2022"/>
                      </a:lnTo>
                      <a:lnTo>
                        <a:pt x="2406" y="1963"/>
                      </a:lnTo>
                      <a:lnTo>
                        <a:pt x="2394" y="1936"/>
                      </a:lnTo>
                      <a:lnTo>
                        <a:pt x="2372" y="1902"/>
                      </a:lnTo>
                      <a:lnTo>
                        <a:pt x="2337" y="1865"/>
                      </a:lnTo>
                      <a:lnTo>
                        <a:pt x="2295" y="1794"/>
                      </a:lnTo>
                      <a:lnTo>
                        <a:pt x="2163" y="1745"/>
                      </a:lnTo>
                      <a:lnTo>
                        <a:pt x="2134" y="1710"/>
                      </a:lnTo>
                      <a:lnTo>
                        <a:pt x="2089" y="1686"/>
                      </a:lnTo>
                      <a:lnTo>
                        <a:pt x="1955" y="1629"/>
                      </a:lnTo>
                      <a:lnTo>
                        <a:pt x="1926" y="1611"/>
                      </a:lnTo>
                      <a:lnTo>
                        <a:pt x="1903" y="1603"/>
                      </a:lnTo>
                      <a:lnTo>
                        <a:pt x="1887" y="1603"/>
                      </a:lnTo>
                      <a:lnTo>
                        <a:pt x="1876" y="1586"/>
                      </a:lnTo>
                      <a:lnTo>
                        <a:pt x="1876" y="1566"/>
                      </a:lnTo>
                      <a:lnTo>
                        <a:pt x="1899" y="1541"/>
                      </a:lnTo>
                      <a:lnTo>
                        <a:pt x="1926" y="1523"/>
                      </a:lnTo>
                      <a:lnTo>
                        <a:pt x="1930" y="1490"/>
                      </a:lnTo>
                      <a:lnTo>
                        <a:pt x="1905" y="1458"/>
                      </a:lnTo>
                      <a:lnTo>
                        <a:pt x="1867" y="1463"/>
                      </a:lnTo>
                      <a:lnTo>
                        <a:pt x="1851" y="1471"/>
                      </a:lnTo>
                      <a:lnTo>
                        <a:pt x="1880" y="1463"/>
                      </a:lnTo>
                      <a:lnTo>
                        <a:pt x="1853" y="1471"/>
                      </a:lnTo>
                      <a:lnTo>
                        <a:pt x="1739" y="1471"/>
                      </a:lnTo>
                      <a:lnTo>
                        <a:pt x="1737" y="1501"/>
                      </a:lnTo>
                      <a:lnTo>
                        <a:pt x="1690" y="1452"/>
                      </a:lnTo>
                      <a:lnTo>
                        <a:pt x="1651" y="1425"/>
                      </a:lnTo>
                      <a:lnTo>
                        <a:pt x="1633" y="1422"/>
                      </a:lnTo>
                      <a:lnTo>
                        <a:pt x="1624" y="1392"/>
                      </a:lnTo>
                      <a:lnTo>
                        <a:pt x="1608" y="1392"/>
                      </a:lnTo>
                      <a:lnTo>
                        <a:pt x="1531" y="1317"/>
                      </a:lnTo>
                      <a:lnTo>
                        <a:pt x="1511" y="1287"/>
                      </a:lnTo>
                      <a:lnTo>
                        <a:pt x="1484" y="1235"/>
                      </a:lnTo>
                      <a:lnTo>
                        <a:pt x="1462" y="1167"/>
                      </a:lnTo>
                      <a:lnTo>
                        <a:pt x="1448" y="1149"/>
                      </a:lnTo>
                      <a:lnTo>
                        <a:pt x="1425" y="1061"/>
                      </a:lnTo>
                      <a:lnTo>
                        <a:pt x="1396" y="1005"/>
                      </a:lnTo>
                      <a:lnTo>
                        <a:pt x="1380" y="994"/>
                      </a:lnTo>
                      <a:lnTo>
                        <a:pt x="1357" y="994"/>
                      </a:lnTo>
                      <a:lnTo>
                        <a:pt x="1351" y="980"/>
                      </a:lnTo>
                      <a:lnTo>
                        <a:pt x="1298" y="944"/>
                      </a:lnTo>
                      <a:lnTo>
                        <a:pt x="1274" y="919"/>
                      </a:lnTo>
                      <a:lnTo>
                        <a:pt x="1196" y="881"/>
                      </a:lnTo>
                      <a:lnTo>
                        <a:pt x="1173" y="854"/>
                      </a:lnTo>
                      <a:lnTo>
                        <a:pt x="1153" y="821"/>
                      </a:lnTo>
                      <a:lnTo>
                        <a:pt x="1141" y="786"/>
                      </a:lnTo>
                      <a:lnTo>
                        <a:pt x="1141" y="718"/>
                      </a:lnTo>
                      <a:lnTo>
                        <a:pt x="1147" y="656"/>
                      </a:lnTo>
                      <a:lnTo>
                        <a:pt x="1170" y="637"/>
                      </a:lnTo>
                      <a:lnTo>
                        <a:pt x="1175" y="612"/>
                      </a:lnTo>
                      <a:lnTo>
                        <a:pt x="1163" y="588"/>
                      </a:lnTo>
                      <a:lnTo>
                        <a:pt x="1136" y="579"/>
                      </a:lnTo>
                      <a:lnTo>
                        <a:pt x="1128" y="523"/>
                      </a:lnTo>
                      <a:lnTo>
                        <a:pt x="1134" y="496"/>
                      </a:lnTo>
                      <a:lnTo>
                        <a:pt x="1175" y="465"/>
                      </a:lnTo>
                      <a:lnTo>
                        <a:pt x="1188" y="465"/>
                      </a:lnTo>
                      <a:lnTo>
                        <a:pt x="1192" y="471"/>
                      </a:lnTo>
                      <a:lnTo>
                        <a:pt x="1211" y="467"/>
                      </a:lnTo>
                      <a:lnTo>
                        <a:pt x="1333" y="402"/>
                      </a:lnTo>
                      <a:lnTo>
                        <a:pt x="1366" y="410"/>
                      </a:lnTo>
                      <a:lnTo>
                        <a:pt x="1400" y="392"/>
                      </a:lnTo>
                      <a:lnTo>
                        <a:pt x="1427" y="398"/>
                      </a:lnTo>
                      <a:lnTo>
                        <a:pt x="1429" y="420"/>
                      </a:lnTo>
                      <a:lnTo>
                        <a:pt x="1415" y="447"/>
                      </a:lnTo>
                      <a:lnTo>
                        <a:pt x="1415" y="453"/>
                      </a:lnTo>
                      <a:lnTo>
                        <a:pt x="1434" y="457"/>
                      </a:lnTo>
                      <a:lnTo>
                        <a:pt x="1454" y="453"/>
                      </a:lnTo>
                      <a:lnTo>
                        <a:pt x="1468" y="442"/>
                      </a:lnTo>
                      <a:lnTo>
                        <a:pt x="1472" y="426"/>
                      </a:lnTo>
                      <a:lnTo>
                        <a:pt x="1463" y="410"/>
                      </a:lnTo>
                      <a:lnTo>
                        <a:pt x="1449" y="404"/>
                      </a:lnTo>
                      <a:lnTo>
                        <a:pt x="1441" y="385"/>
                      </a:lnTo>
                      <a:lnTo>
                        <a:pt x="1411" y="372"/>
                      </a:lnTo>
                      <a:lnTo>
                        <a:pt x="1402" y="363"/>
                      </a:lnTo>
                      <a:lnTo>
                        <a:pt x="1402" y="335"/>
                      </a:lnTo>
                      <a:lnTo>
                        <a:pt x="1384" y="311"/>
                      </a:lnTo>
                      <a:lnTo>
                        <a:pt x="1388" y="280"/>
                      </a:lnTo>
                      <a:lnTo>
                        <a:pt x="1398" y="255"/>
                      </a:lnTo>
                      <a:lnTo>
                        <a:pt x="1378" y="259"/>
                      </a:lnTo>
                      <a:lnTo>
                        <a:pt x="1368" y="253"/>
                      </a:lnTo>
                      <a:lnTo>
                        <a:pt x="1368" y="235"/>
                      </a:lnTo>
                      <a:lnTo>
                        <a:pt x="1380" y="208"/>
                      </a:lnTo>
                      <a:lnTo>
                        <a:pt x="1419" y="171"/>
                      </a:lnTo>
                      <a:lnTo>
                        <a:pt x="1386" y="169"/>
                      </a:lnTo>
                      <a:lnTo>
                        <a:pt x="1337" y="152"/>
                      </a:lnTo>
                      <a:lnTo>
                        <a:pt x="1222" y="138"/>
                      </a:lnTo>
                      <a:lnTo>
                        <a:pt x="1186" y="113"/>
                      </a:lnTo>
                      <a:lnTo>
                        <a:pt x="1170" y="110"/>
                      </a:lnTo>
                      <a:lnTo>
                        <a:pt x="1125" y="81"/>
                      </a:lnTo>
                      <a:lnTo>
                        <a:pt x="1112" y="54"/>
                      </a:lnTo>
                      <a:lnTo>
                        <a:pt x="1106" y="24"/>
                      </a:lnTo>
                      <a:lnTo>
                        <a:pt x="1106" y="6"/>
                      </a:lnTo>
                      <a:lnTo>
                        <a:pt x="1096" y="0"/>
                      </a:lnTo>
                      <a:lnTo>
                        <a:pt x="1073" y="3"/>
                      </a:lnTo>
                      <a:lnTo>
                        <a:pt x="1055" y="16"/>
                      </a:lnTo>
                      <a:lnTo>
                        <a:pt x="1019" y="24"/>
                      </a:lnTo>
                      <a:lnTo>
                        <a:pt x="947" y="28"/>
                      </a:lnTo>
                      <a:lnTo>
                        <a:pt x="877" y="58"/>
                      </a:lnTo>
                      <a:lnTo>
                        <a:pt x="817" y="76"/>
                      </a:lnTo>
                      <a:lnTo>
                        <a:pt x="801" y="79"/>
                      </a:lnTo>
                      <a:lnTo>
                        <a:pt x="753" y="65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GB" dirty="0">
                    <a:latin typeface="Trade Gothic LT Std" pitchFamily="50" charset="0"/>
                  </a:endParaRPr>
                </a:p>
              </p:txBody>
            </p:sp>
          </p:grpSp>
          <p:sp>
            <p:nvSpPr>
              <p:cNvPr id="19" name="Freeform 1082">
                <a:extLst>
                  <a:ext uri="{FF2B5EF4-FFF2-40B4-BE49-F238E27FC236}">
                    <a16:creationId xmlns:a16="http://schemas.microsoft.com/office/drawing/2014/main" id="{37C94F6F-7DF3-217C-61C8-B11FB4BE2D08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4713288" y="4627563"/>
                <a:ext cx="44450" cy="63500"/>
              </a:xfrm>
              <a:custGeom>
                <a:avLst/>
                <a:gdLst/>
                <a:ahLst/>
                <a:cxnLst>
                  <a:cxn ang="0">
                    <a:pos x="76" y="197"/>
                  </a:cxn>
                  <a:cxn ang="0">
                    <a:pos x="123" y="193"/>
                  </a:cxn>
                  <a:cxn ang="0">
                    <a:pos x="140" y="170"/>
                  </a:cxn>
                  <a:cxn ang="0">
                    <a:pos x="136" y="126"/>
                  </a:cxn>
                  <a:cxn ang="0">
                    <a:pos x="125" y="98"/>
                  </a:cxn>
                  <a:cxn ang="0">
                    <a:pos x="106" y="71"/>
                  </a:cxn>
                  <a:cxn ang="0">
                    <a:pos x="104" y="44"/>
                  </a:cxn>
                  <a:cxn ang="0">
                    <a:pos x="113" y="17"/>
                  </a:cxn>
                  <a:cxn ang="0">
                    <a:pos x="84" y="0"/>
                  </a:cxn>
                  <a:cxn ang="0">
                    <a:pos x="59" y="1"/>
                  </a:cxn>
                  <a:cxn ang="0">
                    <a:pos x="23" y="28"/>
                  </a:cxn>
                  <a:cxn ang="0">
                    <a:pos x="0" y="76"/>
                  </a:cxn>
                  <a:cxn ang="0">
                    <a:pos x="16" y="122"/>
                  </a:cxn>
                  <a:cxn ang="0">
                    <a:pos x="16" y="179"/>
                  </a:cxn>
                  <a:cxn ang="0">
                    <a:pos x="76" y="197"/>
                  </a:cxn>
                </a:cxnLst>
                <a:rect l="0" t="0" r="r" b="b"/>
                <a:pathLst>
                  <a:path w="140" h="197">
                    <a:moveTo>
                      <a:pt x="76" y="197"/>
                    </a:moveTo>
                    <a:lnTo>
                      <a:pt x="123" y="193"/>
                    </a:lnTo>
                    <a:lnTo>
                      <a:pt x="140" y="170"/>
                    </a:lnTo>
                    <a:lnTo>
                      <a:pt x="136" y="126"/>
                    </a:lnTo>
                    <a:lnTo>
                      <a:pt x="125" y="98"/>
                    </a:lnTo>
                    <a:lnTo>
                      <a:pt x="106" y="71"/>
                    </a:lnTo>
                    <a:lnTo>
                      <a:pt x="104" y="44"/>
                    </a:lnTo>
                    <a:lnTo>
                      <a:pt x="113" y="17"/>
                    </a:lnTo>
                    <a:lnTo>
                      <a:pt x="84" y="0"/>
                    </a:lnTo>
                    <a:lnTo>
                      <a:pt x="59" y="1"/>
                    </a:lnTo>
                    <a:lnTo>
                      <a:pt x="23" y="28"/>
                    </a:lnTo>
                    <a:lnTo>
                      <a:pt x="0" y="76"/>
                    </a:lnTo>
                    <a:lnTo>
                      <a:pt x="16" y="122"/>
                    </a:lnTo>
                    <a:lnTo>
                      <a:pt x="16" y="179"/>
                    </a:lnTo>
                    <a:lnTo>
                      <a:pt x="76" y="197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GB" dirty="0">
                  <a:latin typeface="Trade Gothic LT Std" pitchFamily="50" charset="0"/>
                </a:endParaRPr>
              </a:p>
            </p:txBody>
          </p:sp>
          <p:grpSp>
            <p:nvGrpSpPr>
              <p:cNvPr id="20" name="Group 1083">
                <a:extLst>
                  <a:ext uri="{FF2B5EF4-FFF2-40B4-BE49-F238E27FC236}">
                    <a16:creationId xmlns:a16="http://schemas.microsoft.com/office/drawing/2014/main" id="{8314EE4E-335D-586F-092E-72F55AE562CD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802062" y="3387729"/>
                <a:ext cx="655638" cy="1258889"/>
                <a:chOff x="2049" y="1925"/>
                <a:chExt cx="334" cy="642"/>
              </a:xfrm>
              <a:grpFill/>
            </p:grpSpPr>
            <p:sp>
              <p:nvSpPr>
                <p:cNvPr id="187" name="Freeform 1084">
                  <a:extLst>
                    <a:ext uri="{FF2B5EF4-FFF2-40B4-BE49-F238E27FC236}">
                      <a16:creationId xmlns:a16="http://schemas.microsoft.com/office/drawing/2014/main" id="{251EF819-37A7-07F4-055D-979DE9EFC0C5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2268" y="1925"/>
                  <a:ext cx="17" cy="52"/>
                </a:xfrm>
                <a:custGeom>
                  <a:avLst/>
                  <a:gdLst/>
                  <a:ahLst/>
                  <a:cxnLst>
                    <a:cxn ang="0">
                      <a:pos x="63" y="4"/>
                    </a:cxn>
                    <a:cxn ang="0">
                      <a:pos x="59" y="0"/>
                    </a:cxn>
                    <a:cxn ang="0">
                      <a:pos x="47" y="22"/>
                    </a:cxn>
                    <a:cxn ang="0">
                      <a:pos x="24" y="40"/>
                    </a:cxn>
                    <a:cxn ang="0">
                      <a:pos x="16" y="56"/>
                    </a:cxn>
                    <a:cxn ang="0">
                      <a:pos x="24" y="71"/>
                    </a:cxn>
                    <a:cxn ang="0">
                      <a:pos x="29" y="102"/>
                    </a:cxn>
                    <a:cxn ang="0">
                      <a:pos x="40" y="125"/>
                    </a:cxn>
                    <a:cxn ang="0">
                      <a:pos x="0" y="165"/>
                    </a:cxn>
                    <a:cxn ang="0">
                      <a:pos x="9" y="187"/>
                    </a:cxn>
                    <a:cxn ang="0">
                      <a:pos x="29" y="198"/>
                    </a:cxn>
                    <a:cxn ang="0">
                      <a:pos x="54" y="175"/>
                    </a:cxn>
                    <a:cxn ang="0">
                      <a:pos x="63" y="193"/>
                    </a:cxn>
                    <a:cxn ang="0">
                      <a:pos x="63" y="230"/>
                    </a:cxn>
                    <a:cxn ang="0">
                      <a:pos x="49" y="312"/>
                    </a:cxn>
                    <a:cxn ang="0">
                      <a:pos x="94" y="258"/>
                    </a:cxn>
                    <a:cxn ang="0">
                      <a:pos x="94" y="226"/>
                    </a:cxn>
                    <a:cxn ang="0">
                      <a:pos x="101" y="193"/>
                    </a:cxn>
                    <a:cxn ang="0">
                      <a:pos x="96" y="155"/>
                    </a:cxn>
                    <a:cxn ang="0">
                      <a:pos x="101" y="144"/>
                    </a:cxn>
                    <a:cxn ang="0">
                      <a:pos x="101" y="112"/>
                    </a:cxn>
                    <a:cxn ang="0">
                      <a:pos x="106" y="93"/>
                    </a:cxn>
                    <a:cxn ang="0">
                      <a:pos x="67" y="71"/>
                    </a:cxn>
                    <a:cxn ang="0">
                      <a:pos x="63" y="4"/>
                    </a:cxn>
                  </a:cxnLst>
                  <a:rect l="0" t="0" r="r" b="b"/>
                  <a:pathLst>
                    <a:path w="106" h="312">
                      <a:moveTo>
                        <a:pt x="63" y="4"/>
                      </a:moveTo>
                      <a:lnTo>
                        <a:pt x="59" y="0"/>
                      </a:lnTo>
                      <a:lnTo>
                        <a:pt x="47" y="22"/>
                      </a:lnTo>
                      <a:lnTo>
                        <a:pt x="24" y="40"/>
                      </a:lnTo>
                      <a:lnTo>
                        <a:pt x="16" y="56"/>
                      </a:lnTo>
                      <a:lnTo>
                        <a:pt x="24" y="71"/>
                      </a:lnTo>
                      <a:lnTo>
                        <a:pt x="29" y="102"/>
                      </a:lnTo>
                      <a:lnTo>
                        <a:pt x="40" y="125"/>
                      </a:lnTo>
                      <a:lnTo>
                        <a:pt x="0" y="165"/>
                      </a:lnTo>
                      <a:lnTo>
                        <a:pt x="9" y="187"/>
                      </a:lnTo>
                      <a:lnTo>
                        <a:pt x="29" y="198"/>
                      </a:lnTo>
                      <a:lnTo>
                        <a:pt x="54" y="175"/>
                      </a:lnTo>
                      <a:lnTo>
                        <a:pt x="63" y="193"/>
                      </a:lnTo>
                      <a:lnTo>
                        <a:pt x="63" y="230"/>
                      </a:lnTo>
                      <a:lnTo>
                        <a:pt x="49" y="312"/>
                      </a:lnTo>
                      <a:lnTo>
                        <a:pt x="94" y="258"/>
                      </a:lnTo>
                      <a:lnTo>
                        <a:pt x="94" y="226"/>
                      </a:lnTo>
                      <a:lnTo>
                        <a:pt x="101" y="193"/>
                      </a:lnTo>
                      <a:lnTo>
                        <a:pt x="96" y="155"/>
                      </a:lnTo>
                      <a:lnTo>
                        <a:pt x="101" y="144"/>
                      </a:lnTo>
                      <a:lnTo>
                        <a:pt x="101" y="112"/>
                      </a:lnTo>
                      <a:lnTo>
                        <a:pt x="106" y="93"/>
                      </a:lnTo>
                      <a:lnTo>
                        <a:pt x="67" y="71"/>
                      </a:lnTo>
                      <a:lnTo>
                        <a:pt x="63" y="4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GB" dirty="0">
                    <a:latin typeface="Trade Gothic LT Std" pitchFamily="50" charset="0"/>
                  </a:endParaRPr>
                </a:p>
              </p:txBody>
            </p:sp>
            <p:sp>
              <p:nvSpPr>
                <p:cNvPr id="188" name="Freeform 1085">
                  <a:extLst>
                    <a:ext uri="{FF2B5EF4-FFF2-40B4-BE49-F238E27FC236}">
                      <a16:creationId xmlns:a16="http://schemas.microsoft.com/office/drawing/2014/main" id="{9D52FBF9-160F-B97A-E653-F32ADA59C11E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2174" y="2380"/>
                  <a:ext cx="10" cy="10"/>
                </a:xfrm>
                <a:custGeom>
                  <a:avLst/>
                  <a:gdLst/>
                  <a:ahLst/>
                  <a:cxnLst>
                    <a:cxn ang="0">
                      <a:pos x="43" y="59"/>
                    </a:cxn>
                    <a:cxn ang="0">
                      <a:pos x="63" y="38"/>
                    </a:cxn>
                    <a:cxn ang="0">
                      <a:pos x="18" y="2"/>
                    </a:cxn>
                    <a:cxn ang="0">
                      <a:pos x="0" y="0"/>
                    </a:cxn>
                    <a:cxn ang="0">
                      <a:pos x="43" y="59"/>
                    </a:cxn>
                  </a:cxnLst>
                  <a:rect l="0" t="0" r="r" b="b"/>
                  <a:pathLst>
                    <a:path w="63" h="59">
                      <a:moveTo>
                        <a:pt x="43" y="59"/>
                      </a:moveTo>
                      <a:lnTo>
                        <a:pt x="63" y="38"/>
                      </a:lnTo>
                      <a:lnTo>
                        <a:pt x="18" y="2"/>
                      </a:lnTo>
                      <a:lnTo>
                        <a:pt x="0" y="0"/>
                      </a:lnTo>
                      <a:lnTo>
                        <a:pt x="43" y="59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GB" dirty="0">
                    <a:latin typeface="Trade Gothic LT Std" pitchFamily="50" charset="0"/>
                  </a:endParaRPr>
                </a:p>
              </p:txBody>
            </p:sp>
            <p:sp>
              <p:nvSpPr>
                <p:cNvPr id="189" name="Freeform 1086">
                  <a:extLst>
                    <a:ext uri="{FF2B5EF4-FFF2-40B4-BE49-F238E27FC236}">
                      <a16:creationId xmlns:a16="http://schemas.microsoft.com/office/drawing/2014/main" id="{BEDEE9DC-D7A1-3890-81F4-0BCF27E1A95C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2115" y="2061"/>
                  <a:ext cx="268" cy="506"/>
                </a:xfrm>
                <a:custGeom>
                  <a:avLst/>
                  <a:gdLst/>
                  <a:ahLst/>
                  <a:cxnLst>
                    <a:cxn ang="0">
                      <a:pos x="850" y="2841"/>
                    </a:cxn>
                    <a:cxn ang="0">
                      <a:pos x="975" y="2751"/>
                    </a:cxn>
                    <a:cxn ang="0">
                      <a:pos x="1225" y="2776"/>
                    </a:cxn>
                    <a:cxn ang="0">
                      <a:pos x="1534" y="2606"/>
                    </a:cxn>
                    <a:cxn ang="0">
                      <a:pos x="1421" y="2513"/>
                    </a:cxn>
                    <a:cxn ang="0">
                      <a:pos x="1475" y="2460"/>
                    </a:cxn>
                    <a:cxn ang="0">
                      <a:pos x="1579" y="2347"/>
                    </a:cxn>
                    <a:cxn ang="0">
                      <a:pos x="1493" y="2067"/>
                    </a:cxn>
                    <a:cxn ang="0">
                      <a:pos x="1256" y="2108"/>
                    </a:cxn>
                    <a:cxn ang="0">
                      <a:pos x="1266" y="1890"/>
                    </a:cxn>
                    <a:cxn ang="0">
                      <a:pos x="1286" y="1844"/>
                    </a:cxn>
                    <a:cxn ang="0">
                      <a:pos x="1177" y="1618"/>
                    </a:cxn>
                    <a:cxn ang="0">
                      <a:pos x="1002" y="1439"/>
                    </a:cxn>
                    <a:cxn ang="0">
                      <a:pos x="852" y="1095"/>
                    </a:cxn>
                    <a:cxn ang="0">
                      <a:pos x="579" y="991"/>
                    </a:cxn>
                    <a:cxn ang="0">
                      <a:pos x="674" y="859"/>
                    </a:cxn>
                    <a:cxn ang="0">
                      <a:pos x="738" y="753"/>
                    </a:cxn>
                    <a:cxn ang="0">
                      <a:pos x="873" y="408"/>
                    </a:cxn>
                    <a:cxn ang="0">
                      <a:pos x="575" y="361"/>
                    </a:cxn>
                    <a:cxn ang="0">
                      <a:pos x="375" y="389"/>
                    </a:cxn>
                    <a:cxn ang="0">
                      <a:pos x="410" y="290"/>
                    </a:cxn>
                    <a:cxn ang="0">
                      <a:pos x="565" y="0"/>
                    </a:cxn>
                    <a:cxn ang="0">
                      <a:pos x="282" y="22"/>
                    </a:cxn>
                    <a:cxn ang="0">
                      <a:pos x="140" y="223"/>
                    </a:cxn>
                    <a:cxn ang="0">
                      <a:pos x="95" y="427"/>
                    </a:cxn>
                    <a:cxn ang="0">
                      <a:pos x="125" y="498"/>
                    </a:cxn>
                    <a:cxn ang="0">
                      <a:pos x="97" y="591"/>
                    </a:cxn>
                    <a:cxn ang="0">
                      <a:pos x="20" y="726"/>
                    </a:cxn>
                    <a:cxn ang="0">
                      <a:pos x="127" y="802"/>
                    </a:cxn>
                    <a:cxn ang="0">
                      <a:pos x="115" y="949"/>
                    </a:cxn>
                    <a:cxn ang="0">
                      <a:pos x="129" y="1068"/>
                    </a:cxn>
                    <a:cxn ang="0">
                      <a:pos x="109" y="1230"/>
                    </a:cxn>
                    <a:cxn ang="0">
                      <a:pos x="203" y="924"/>
                    </a:cxn>
                    <a:cxn ang="0">
                      <a:pos x="199" y="1020"/>
                    </a:cxn>
                    <a:cxn ang="0">
                      <a:pos x="295" y="1016"/>
                    </a:cxn>
                    <a:cxn ang="0">
                      <a:pos x="289" y="1151"/>
                    </a:cxn>
                    <a:cxn ang="0">
                      <a:pos x="225" y="1387"/>
                    </a:cxn>
                    <a:cxn ang="0">
                      <a:pos x="244" y="1432"/>
                    </a:cxn>
                    <a:cxn ang="0">
                      <a:pos x="356" y="1419"/>
                    </a:cxn>
                    <a:cxn ang="0">
                      <a:pos x="606" y="1392"/>
                    </a:cxn>
                    <a:cxn ang="0">
                      <a:pos x="543" y="1606"/>
                    </a:cxn>
                    <a:cxn ang="0">
                      <a:pos x="674" y="1628"/>
                    </a:cxn>
                    <a:cxn ang="0">
                      <a:pos x="672" y="1797"/>
                    </a:cxn>
                    <a:cxn ang="0">
                      <a:pos x="628" y="1951"/>
                    </a:cxn>
                    <a:cxn ang="0">
                      <a:pos x="367" y="2084"/>
                    </a:cxn>
                    <a:cxn ang="0">
                      <a:pos x="405" y="2295"/>
                    </a:cxn>
                    <a:cxn ang="0">
                      <a:pos x="223" y="2513"/>
                    </a:cxn>
                    <a:cxn ang="0">
                      <a:pos x="363" y="2513"/>
                    </a:cxn>
                    <a:cxn ang="0">
                      <a:pos x="528" y="2581"/>
                    </a:cxn>
                    <a:cxn ang="0">
                      <a:pos x="727" y="2475"/>
                    </a:cxn>
                    <a:cxn ang="0">
                      <a:pos x="581" y="2653"/>
                    </a:cxn>
                    <a:cxn ang="0">
                      <a:pos x="176" y="2949"/>
                    </a:cxn>
                    <a:cxn ang="0">
                      <a:pos x="172" y="3025"/>
                    </a:cxn>
                    <a:cxn ang="0">
                      <a:pos x="291" y="2926"/>
                    </a:cxn>
                    <a:cxn ang="0">
                      <a:pos x="555" y="2831"/>
                    </a:cxn>
                  </a:cxnLst>
                  <a:rect l="0" t="0" r="r" b="b"/>
                  <a:pathLst>
                    <a:path w="1604" h="3037">
                      <a:moveTo>
                        <a:pt x="742" y="2865"/>
                      </a:moveTo>
                      <a:lnTo>
                        <a:pt x="747" y="2867"/>
                      </a:lnTo>
                      <a:lnTo>
                        <a:pt x="758" y="2847"/>
                      </a:lnTo>
                      <a:lnTo>
                        <a:pt x="793" y="2838"/>
                      </a:lnTo>
                      <a:lnTo>
                        <a:pt x="830" y="2849"/>
                      </a:lnTo>
                      <a:lnTo>
                        <a:pt x="850" y="2841"/>
                      </a:lnTo>
                      <a:lnTo>
                        <a:pt x="840" y="2814"/>
                      </a:lnTo>
                      <a:lnTo>
                        <a:pt x="934" y="2811"/>
                      </a:lnTo>
                      <a:lnTo>
                        <a:pt x="945" y="2800"/>
                      </a:lnTo>
                      <a:lnTo>
                        <a:pt x="970" y="2788"/>
                      </a:lnTo>
                      <a:lnTo>
                        <a:pt x="975" y="2771"/>
                      </a:lnTo>
                      <a:lnTo>
                        <a:pt x="975" y="2751"/>
                      </a:lnTo>
                      <a:lnTo>
                        <a:pt x="997" y="2767"/>
                      </a:lnTo>
                      <a:lnTo>
                        <a:pt x="1022" y="2776"/>
                      </a:lnTo>
                      <a:lnTo>
                        <a:pt x="1053" y="2767"/>
                      </a:lnTo>
                      <a:lnTo>
                        <a:pt x="1063" y="2781"/>
                      </a:lnTo>
                      <a:lnTo>
                        <a:pt x="1083" y="2798"/>
                      </a:lnTo>
                      <a:lnTo>
                        <a:pt x="1225" y="2776"/>
                      </a:lnTo>
                      <a:lnTo>
                        <a:pt x="1268" y="2786"/>
                      </a:lnTo>
                      <a:lnTo>
                        <a:pt x="1448" y="2734"/>
                      </a:lnTo>
                      <a:lnTo>
                        <a:pt x="1452" y="2721"/>
                      </a:lnTo>
                      <a:lnTo>
                        <a:pt x="1534" y="2662"/>
                      </a:lnTo>
                      <a:lnTo>
                        <a:pt x="1543" y="2622"/>
                      </a:lnTo>
                      <a:lnTo>
                        <a:pt x="1534" y="2606"/>
                      </a:lnTo>
                      <a:lnTo>
                        <a:pt x="1441" y="2608"/>
                      </a:lnTo>
                      <a:lnTo>
                        <a:pt x="1397" y="2604"/>
                      </a:lnTo>
                      <a:lnTo>
                        <a:pt x="1394" y="2570"/>
                      </a:lnTo>
                      <a:lnTo>
                        <a:pt x="1376" y="2548"/>
                      </a:lnTo>
                      <a:lnTo>
                        <a:pt x="1414" y="2534"/>
                      </a:lnTo>
                      <a:lnTo>
                        <a:pt x="1421" y="2513"/>
                      </a:lnTo>
                      <a:lnTo>
                        <a:pt x="1439" y="2493"/>
                      </a:lnTo>
                      <a:lnTo>
                        <a:pt x="1430" y="2483"/>
                      </a:lnTo>
                      <a:lnTo>
                        <a:pt x="1410" y="2473"/>
                      </a:lnTo>
                      <a:lnTo>
                        <a:pt x="1432" y="2458"/>
                      </a:lnTo>
                      <a:lnTo>
                        <a:pt x="1457" y="2448"/>
                      </a:lnTo>
                      <a:lnTo>
                        <a:pt x="1475" y="2460"/>
                      </a:lnTo>
                      <a:lnTo>
                        <a:pt x="1505" y="2450"/>
                      </a:lnTo>
                      <a:lnTo>
                        <a:pt x="1511" y="2428"/>
                      </a:lnTo>
                      <a:lnTo>
                        <a:pt x="1505" y="2395"/>
                      </a:lnTo>
                      <a:lnTo>
                        <a:pt x="1522" y="2397"/>
                      </a:lnTo>
                      <a:lnTo>
                        <a:pt x="1550" y="2383"/>
                      </a:lnTo>
                      <a:lnTo>
                        <a:pt x="1579" y="2347"/>
                      </a:lnTo>
                      <a:lnTo>
                        <a:pt x="1599" y="2268"/>
                      </a:lnTo>
                      <a:lnTo>
                        <a:pt x="1604" y="2211"/>
                      </a:lnTo>
                      <a:lnTo>
                        <a:pt x="1592" y="2151"/>
                      </a:lnTo>
                      <a:lnTo>
                        <a:pt x="1558" y="2104"/>
                      </a:lnTo>
                      <a:lnTo>
                        <a:pt x="1522" y="2080"/>
                      </a:lnTo>
                      <a:lnTo>
                        <a:pt x="1493" y="2067"/>
                      </a:lnTo>
                      <a:lnTo>
                        <a:pt x="1444" y="2065"/>
                      </a:lnTo>
                      <a:lnTo>
                        <a:pt x="1362" y="2081"/>
                      </a:lnTo>
                      <a:lnTo>
                        <a:pt x="1324" y="2133"/>
                      </a:lnTo>
                      <a:lnTo>
                        <a:pt x="1308" y="2117"/>
                      </a:lnTo>
                      <a:lnTo>
                        <a:pt x="1273" y="2112"/>
                      </a:lnTo>
                      <a:lnTo>
                        <a:pt x="1256" y="2108"/>
                      </a:lnTo>
                      <a:lnTo>
                        <a:pt x="1270" y="2072"/>
                      </a:lnTo>
                      <a:lnTo>
                        <a:pt x="1315" y="2018"/>
                      </a:lnTo>
                      <a:lnTo>
                        <a:pt x="1324" y="1995"/>
                      </a:lnTo>
                      <a:lnTo>
                        <a:pt x="1324" y="1959"/>
                      </a:lnTo>
                      <a:lnTo>
                        <a:pt x="1288" y="1909"/>
                      </a:lnTo>
                      <a:lnTo>
                        <a:pt x="1266" y="1890"/>
                      </a:lnTo>
                      <a:lnTo>
                        <a:pt x="1254" y="1869"/>
                      </a:lnTo>
                      <a:lnTo>
                        <a:pt x="1234" y="1859"/>
                      </a:lnTo>
                      <a:lnTo>
                        <a:pt x="1182" y="1808"/>
                      </a:lnTo>
                      <a:lnTo>
                        <a:pt x="1198" y="1800"/>
                      </a:lnTo>
                      <a:lnTo>
                        <a:pt x="1239" y="1838"/>
                      </a:lnTo>
                      <a:lnTo>
                        <a:pt x="1286" y="1844"/>
                      </a:lnTo>
                      <a:lnTo>
                        <a:pt x="1288" y="1842"/>
                      </a:lnTo>
                      <a:lnTo>
                        <a:pt x="1279" y="1784"/>
                      </a:lnTo>
                      <a:lnTo>
                        <a:pt x="1252" y="1761"/>
                      </a:lnTo>
                      <a:lnTo>
                        <a:pt x="1218" y="1714"/>
                      </a:lnTo>
                      <a:lnTo>
                        <a:pt x="1204" y="1660"/>
                      </a:lnTo>
                      <a:lnTo>
                        <a:pt x="1177" y="1618"/>
                      </a:lnTo>
                      <a:lnTo>
                        <a:pt x="1159" y="1579"/>
                      </a:lnTo>
                      <a:lnTo>
                        <a:pt x="1126" y="1530"/>
                      </a:lnTo>
                      <a:lnTo>
                        <a:pt x="1083" y="1511"/>
                      </a:lnTo>
                      <a:lnTo>
                        <a:pt x="1030" y="1502"/>
                      </a:lnTo>
                      <a:lnTo>
                        <a:pt x="1017" y="1488"/>
                      </a:lnTo>
                      <a:lnTo>
                        <a:pt x="1002" y="1439"/>
                      </a:lnTo>
                      <a:lnTo>
                        <a:pt x="975" y="1397"/>
                      </a:lnTo>
                      <a:lnTo>
                        <a:pt x="952" y="1347"/>
                      </a:lnTo>
                      <a:lnTo>
                        <a:pt x="940" y="1306"/>
                      </a:lnTo>
                      <a:lnTo>
                        <a:pt x="927" y="1164"/>
                      </a:lnTo>
                      <a:lnTo>
                        <a:pt x="893" y="1139"/>
                      </a:lnTo>
                      <a:lnTo>
                        <a:pt x="852" y="1095"/>
                      </a:lnTo>
                      <a:lnTo>
                        <a:pt x="828" y="1051"/>
                      </a:lnTo>
                      <a:lnTo>
                        <a:pt x="722" y="994"/>
                      </a:lnTo>
                      <a:lnTo>
                        <a:pt x="701" y="989"/>
                      </a:lnTo>
                      <a:lnTo>
                        <a:pt x="638" y="1014"/>
                      </a:lnTo>
                      <a:lnTo>
                        <a:pt x="581" y="998"/>
                      </a:lnTo>
                      <a:lnTo>
                        <a:pt x="579" y="991"/>
                      </a:lnTo>
                      <a:lnTo>
                        <a:pt x="588" y="962"/>
                      </a:lnTo>
                      <a:lnTo>
                        <a:pt x="611" y="939"/>
                      </a:lnTo>
                      <a:lnTo>
                        <a:pt x="641" y="931"/>
                      </a:lnTo>
                      <a:lnTo>
                        <a:pt x="682" y="928"/>
                      </a:lnTo>
                      <a:lnTo>
                        <a:pt x="715" y="912"/>
                      </a:lnTo>
                      <a:lnTo>
                        <a:pt x="674" y="859"/>
                      </a:lnTo>
                      <a:lnTo>
                        <a:pt x="656" y="849"/>
                      </a:lnTo>
                      <a:lnTo>
                        <a:pt x="650" y="829"/>
                      </a:lnTo>
                      <a:lnTo>
                        <a:pt x="686" y="831"/>
                      </a:lnTo>
                      <a:lnTo>
                        <a:pt x="709" y="816"/>
                      </a:lnTo>
                      <a:lnTo>
                        <a:pt x="731" y="783"/>
                      </a:lnTo>
                      <a:lnTo>
                        <a:pt x="738" y="753"/>
                      </a:lnTo>
                      <a:lnTo>
                        <a:pt x="787" y="681"/>
                      </a:lnTo>
                      <a:lnTo>
                        <a:pt x="794" y="644"/>
                      </a:lnTo>
                      <a:lnTo>
                        <a:pt x="809" y="601"/>
                      </a:lnTo>
                      <a:lnTo>
                        <a:pt x="821" y="540"/>
                      </a:lnTo>
                      <a:lnTo>
                        <a:pt x="873" y="481"/>
                      </a:lnTo>
                      <a:lnTo>
                        <a:pt x="873" y="408"/>
                      </a:lnTo>
                      <a:lnTo>
                        <a:pt x="860" y="376"/>
                      </a:lnTo>
                      <a:lnTo>
                        <a:pt x="797" y="372"/>
                      </a:lnTo>
                      <a:lnTo>
                        <a:pt x="747" y="378"/>
                      </a:lnTo>
                      <a:lnTo>
                        <a:pt x="664" y="366"/>
                      </a:lnTo>
                      <a:lnTo>
                        <a:pt x="620" y="375"/>
                      </a:lnTo>
                      <a:lnTo>
                        <a:pt x="575" y="361"/>
                      </a:lnTo>
                      <a:lnTo>
                        <a:pt x="440" y="408"/>
                      </a:lnTo>
                      <a:lnTo>
                        <a:pt x="413" y="432"/>
                      </a:lnTo>
                      <a:lnTo>
                        <a:pt x="397" y="419"/>
                      </a:lnTo>
                      <a:lnTo>
                        <a:pt x="405" y="393"/>
                      </a:lnTo>
                      <a:lnTo>
                        <a:pt x="405" y="380"/>
                      </a:lnTo>
                      <a:lnTo>
                        <a:pt x="375" y="389"/>
                      </a:lnTo>
                      <a:lnTo>
                        <a:pt x="375" y="372"/>
                      </a:lnTo>
                      <a:lnTo>
                        <a:pt x="428" y="356"/>
                      </a:lnTo>
                      <a:lnTo>
                        <a:pt x="462" y="321"/>
                      </a:lnTo>
                      <a:lnTo>
                        <a:pt x="399" y="316"/>
                      </a:lnTo>
                      <a:lnTo>
                        <a:pt x="405" y="286"/>
                      </a:lnTo>
                      <a:lnTo>
                        <a:pt x="410" y="290"/>
                      </a:lnTo>
                      <a:lnTo>
                        <a:pt x="446" y="245"/>
                      </a:lnTo>
                      <a:lnTo>
                        <a:pt x="521" y="199"/>
                      </a:lnTo>
                      <a:lnTo>
                        <a:pt x="551" y="144"/>
                      </a:lnTo>
                      <a:lnTo>
                        <a:pt x="600" y="112"/>
                      </a:lnTo>
                      <a:lnTo>
                        <a:pt x="611" y="16"/>
                      </a:lnTo>
                      <a:lnTo>
                        <a:pt x="565" y="0"/>
                      </a:lnTo>
                      <a:lnTo>
                        <a:pt x="514" y="19"/>
                      </a:lnTo>
                      <a:lnTo>
                        <a:pt x="462" y="29"/>
                      </a:lnTo>
                      <a:lnTo>
                        <a:pt x="419" y="29"/>
                      </a:lnTo>
                      <a:lnTo>
                        <a:pt x="358" y="44"/>
                      </a:lnTo>
                      <a:lnTo>
                        <a:pt x="354" y="39"/>
                      </a:lnTo>
                      <a:lnTo>
                        <a:pt x="282" y="22"/>
                      </a:lnTo>
                      <a:lnTo>
                        <a:pt x="242" y="33"/>
                      </a:lnTo>
                      <a:lnTo>
                        <a:pt x="203" y="98"/>
                      </a:lnTo>
                      <a:lnTo>
                        <a:pt x="201" y="156"/>
                      </a:lnTo>
                      <a:lnTo>
                        <a:pt x="158" y="159"/>
                      </a:lnTo>
                      <a:lnTo>
                        <a:pt x="160" y="213"/>
                      </a:lnTo>
                      <a:lnTo>
                        <a:pt x="140" y="223"/>
                      </a:lnTo>
                      <a:lnTo>
                        <a:pt x="147" y="242"/>
                      </a:lnTo>
                      <a:lnTo>
                        <a:pt x="176" y="272"/>
                      </a:lnTo>
                      <a:lnTo>
                        <a:pt x="74" y="327"/>
                      </a:lnTo>
                      <a:lnTo>
                        <a:pt x="77" y="405"/>
                      </a:lnTo>
                      <a:lnTo>
                        <a:pt x="102" y="421"/>
                      </a:lnTo>
                      <a:lnTo>
                        <a:pt x="95" y="427"/>
                      </a:lnTo>
                      <a:lnTo>
                        <a:pt x="70" y="424"/>
                      </a:lnTo>
                      <a:lnTo>
                        <a:pt x="59" y="429"/>
                      </a:lnTo>
                      <a:lnTo>
                        <a:pt x="62" y="487"/>
                      </a:lnTo>
                      <a:lnTo>
                        <a:pt x="86" y="489"/>
                      </a:lnTo>
                      <a:lnTo>
                        <a:pt x="129" y="481"/>
                      </a:lnTo>
                      <a:lnTo>
                        <a:pt x="125" y="498"/>
                      </a:lnTo>
                      <a:lnTo>
                        <a:pt x="105" y="509"/>
                      </a:lnTo>
                      <a:lnTo>
                        <a:pt x="127" y="516"/>
                      </a:lnTo>
                      <a:lnTo>
                        <a:pt x="106" y="548"/>
                      </a:lnTo>
                      <a:lnTo>
                        <a:pt x="102" y="563"/>
                      </a:lnTo>
                      <a:lnTo>
                        <a:pt x="106" y="587"/>
                      </a:lnTo>
                      <a:lnTo>
                        <a:pt x="97" y="591"/>
                      </a:lnTo>
                      <a:lnTo>
                        <a:pt x="84" y="608"/>
                      </a:lnTo>
                      <a:lnTo>
                        <a:pt x="84" y="624"/>
                      </a:lnTo>
                      <a:lnTo>
                        <a:pt x="70" y="637"/>
                      </a:lnTo>
                      <a:lnTo>
                        <a:pt x="62" y="662"/>
                      </a:lnTo>
                      <a:lnTo>
                        <a:pt x="59" y="716"/>
                      </a:lnTo>
                      <a:lnTo>
                        <a:pt x="20" y="726"/>
                      </a:lnTo>
                      <a:lnTo>
                        <a:pt x="0" y="739"/>
                      </a:lnTo>
                      <a:lnTo>
                        <a:pt x="2" y="751"/>
                      </a:lnTo>
                      <a:lnTo>
                        <a:pt x="38" y="754"/>
                      </a:lnTo>
                      <a:lnTo>
                        <a:pt x="43" y="788"/>
                      </a:lnTo>
                      <a:lnTo>
                        <a:pt x="88" y="827"/>
                      </a:lnTo>
                      <a:lnTo>
                        <a:pt x="127" y="802"/>
                      </a:lnTo>
                      <a:lnTo>
                        <a:pt x="160" y="767"/>
                      </a:lnTo>
                      <a:lnTo>
                        <a:pt x="168" y="763"/>
                      </a:lnTo>
                      <a:lnTo>
                        <a:pt x="172" y="771"/>
                      </a:lnTo>
                      <a:lnTo>
                        <a:pt x="172" y="791"/>
                      </a:lnTo>
                      <a:lnTo>
                        <a:pt x="125" y="906"/>
                      </a:lnTo>
                      <a:lnTo>
                        <a:pt x="115" y="949"/>
                      </a:lnTo>
                      <a:lnTo>
                        <a:pt x="115" y="964"/>
                      </a:lnTo>
                      <a:lnTo>
                        <a:pt x="106" y="984"/>
                      </a:lnTo>
                      <a:lnTo>
                        <a:pt x="99" y="1027"/>
                      </a:lnTo>
                      <a:lnTo>
                        <a:pt x="99" y="1058"/>
                      </a:lnTo>
                      <a:lnTo>
                        <a:pt x="119" y="1053"/>
                      </a:lnTo>
                      <a:lnTo>
                        <a:pt x="129" y="1068"/>
                      </a:lnTo>
                      <a:lnTo>
                        <a:pt x="127" y="1090"/>
                      </a:lnTo>
                      <a:lnTo>
                        <a:pt x="95" y="1147"/>
                      </a:lnTo>
                      <a:lnTo>
                        <a:pt x="72" y="1234"/>
                      </a:lnTo>
                      <a:lnTo>
                        <a:pt x="72" y="1246"/>
                      </a:lnTo>
                      <a:lnTo>
                        <a:pt x="97" y="1246"/>
                      </a:lnTo>
                      <a:lnTo>
                        <a:pt x="109" y="1230"/>
                      </a:lnTo>
                      <a:lnTo>
                        <a:pt x="119" y="1184"/>
                      </a:lnTo>
                      <a:lnTo>
                        <a:pt x="160" y="1086"/>
                      </a:lnTo>
                      <a:lnTo>
                        <a:pt x="158" y="1037"/>
                      </a:lnTo>
                      <a:lnTo>
                        <a:pt x="147" y="1008"/>
                      </a:lnTo>
                      <a:lnTo>
                        <a:pt x="144" y="994"/>
                      </a:lnTo>
                      <a:lnTo>
                        <a:pt x="203" y="924"/>
                      </a:lnTo>
                      <a:lnTo>
                        <a:pt x="201" y="949"/>
                      </a:lnTo>
                      <a:lnTo>
                        <a:pt x="174" y="1010"/>
                      </a:lnTo>
                      <a:lnTo>
                        <a:pt x="174" y="1051"/>
                      </a:lnTo>
                      <a:lnTo>
                        <a:pt x="182" y="1039"/>
                      </a:lnTo>
                      <a:lnTo>
                        <a:pt x="195" y="1037"/>
                      </a:lnTo>
                      <a:lnTo>
                        <a:pt x="199" y="1020"/>
                      </a:lnTo>
                      <a:lnTo>
                        <a:pt x="208" y="1014"/>
                      </a:lnTo>
                      <a:lnTo>
                        <a:pt x="232" y="1029"/>
                      </a:lnTo>
                      <a:lnTo>
                        <a:pt x="239" y="1025"/>
                      </a:lnTo>
                      <a:lnTo>
                        <a:pt x="239" y="975"/>
                      </a:lnTo>
                      <a:lnTo>
                        <a:pt x="273" y="994"/>
                      </a:lnTo>
                      <a:lnTo>
                        <a:pt x="295" y="1016"/>
                      </a:lnTo>
                      <a:lnTo>
                        <a:pt x="275" y="1020"/>
                      </a:lnTo>
                      <a:lnTo>
                        <a:pt x="266" y="1039"/>
                      </a:lnTo>
                      <a:lnTo>
                        <a:pt x="260" y="1058"/>
                      </a:lnTo>
                      <a:lnTo>
                        <a:pt x="254" y="1114"/>
                      </a:lnTo>
                      <a:lnTo>
                        <a:pt x="266" y="1133"/>
                      </a:lnTo>
                      <a:lnTo>
                        <a:pt x="289" y="1151"/>
                      </a:lnTo>
                      <a:lnTo>
                        <a:pt x="295" y="1188"/>
                      </a:lnTo>
                      <a:lnTo>
                        <a:pt x="275" y="1223"/>
                      </a:lnTo>
                      <a:lnTo>
                        <a:pt x="258" y="1272"/>
                      </a:lnTo>
                      <a:lnTo>
                        <a:pt x="232" y="1321"/>
                      </a:lnTo>
                      <a:lnTo>
                        <a:pt x="223" y="1354"/>
                      </a:lnTo>
                      <a:lnTo>
                        <a:pt x="225" y="1387"/>
                      </a:lnTo>
                      <a:lnTo>
                        <a:pt x="201" y="1367"/>
                      </a:lnTo>
                      <a:lnTo>
                        <a:pt x="195" y="1387"/>
                      </a:lnTo>
                      <a:lnTo>
                        <a:pt x="223" y="1473"/>
                      </a:lnTo>
                      <a:lnTo>
                        <a:pt x="239" y="1487"/>
                      </a:lnTo>
                      <a:lnTo>
                        <a:pt x="248" y="1482"/>
                      </a:lnTo>
                      <a:lnTo>
                        <a:pt x="244" y="1432"/>
                      </a:lnTo>
                      <a:lnTo>
                        <a:pt x="248" y="1419"/>
                      </a:lnTo>
                      <a:lnTo>
                        <a:pt x="262" y="1415"/>
                      </a:lnTo>
                      <a:lnTo>
                        <a:pt x="325" y="1462"/>
                      </a:lnTo>
                      <a:lnTo>
                        <a:pt x="344" y="1471"/>
                      </a:lnTo>
                      <a:lnTo>
                        <a:pt x="356" y="1448"/>
                      </a:lnTo>
                      <a:lnTo>
                        <a:pt x="356" y="1419"/>
                      </a:lnTo>
                      <a:lnTo>
                        <a:pt x="444" y="1428"/>
                      </a:lnTo>
                      <a:lnTo>
                        <a:pt x="505" y="1399"/>
                      </a:lnTo>
                      <a:lnTo>
                        <a:pt x="512" y="1387"/>
                      </a:lnTo>
                      <a:lnTo>
                        <a:pt x="538" y="1372"/>
                      </a:lnTo>
                      <a:lnTo>
                        <a:pt x="618" y="1381"/>
                      </a:lnTo>
                      <a:lnTo>
                        <a:pt x="606" y="1392"/>
                      </a:lnTo>
                      <a:lnTo>
                        <a:pt x="591" y="1392"/>
                      </a:lnTo>
                      <a:lnTo>
                        <a:pt x="559" y="1419"/>
                      </a:lnTo>
                      <a:lnTo>
                        <a:pt x="514" y="1515"/>
                      </a:lnTo>
                      <a:lnTo>
                        <a:pt x="508" y="1545"/>
                      </a:lnTo>
                      <a:lnTo>
                        <a:pt x="516" y="1572"/>
                      </a:lnTo>
                      <a:lnTo>
                        <a:pt x="543" y="1606"/>
                      </a:lnTo>
                      <a:lnTo>
                        <a:pt x="555" y="1636"/>
                      </a:lnTo>
                      <a:lnTo>
                        <a:pt x="559" y="1640"/>
                      </a:lnTo>
                      <a:lnTo>
                        <a:pt x="565" y="1628"/>
                      </a:lnTo>
                      <a:lnTo>
                        <a:pt x="591" y="1678"/>
                      </a:lnTo>
                      <a:lnTo>
                        <a:pt x="643" y="1660"/>
                      </a:lnTo>
                      <a:lnTo>
                        <a:pt x="674" y="1628"/>
                      </a:lnTo>
                      <a:lnTo>
                        <a:pt x="690" y="1636"/>
                      </a:lnTo>
                      <a:lnTo>
                        <a:pt x="674" y="1658"/>
                      </a:lnTo>
                      <a:lnTo>
                        <a:pt x="670" y="1722"/>
                      </a:lnTo>
                      <a:lnTo>
                        <a:pt x="650" y="1743"/>
                      </a:lnTo>
                      <a:lnTo>
                        <a:pt x="636" y="1786"/>
                      </a:lnTo>
                      <a:lnTo>
                        <a:pt x="672" y="1797"/>
                      </a:lnTo>
                      <a:lnTo>
                        <a:pt x="650" y="1827"/>
                      </a:lnTo>
                      <a:lnTo>
                        <a:pt x="631" y="1886"/>
                      </a:lnTo>
                      <a:lnTo>
                        <a:pt x="643" y="1903"/>
                      </a:lnTo>
                      <a:lnTo>
                        <a:pt x="661" y="1913"/>
                      </a:lnTo>
                      <a:lnTo>
                        <a:pt x="647" y="1921"/>
                      </a:lnTo>
                      <a:lnTo>
                        <a:pt x="628" y="1951"/>
                      </a:lnTo>
                      <a:lnTo>
                        <a:pt x="481" y="1947"/>
                      </a:lnTo>
                      <a:lnTo>
                        <a:pt x="431" y="1975"/>
                      </a:lnTo>
                      <a:lnTo>
                        <a:pt x="381" y="2018"/>
                      </a:lnTo>
                      <a:lnTo>
                        <a:pt x="295" y="2108"/>
                      </a:lnTo>
                      <a:lnTo>
                        <a:pt x="314" y="2120"/>
                      </a:lnTo>
                      <a:lnTo>
                        <a:pt x="367" y="2084"/>
                      </a:lnTo>
                      <a:lnTo>
                        <a:pt x="408" y="2074"/>
                      </a:lnTo>
                      <a:lnTo>
                        <a:pt x="415" y="2108"/>
                      </a:lnTo>
                      <a:lnTo>
                        <a:pt x="418" y="2183"/>
                      </a:lnTo>
                      <a:lnTo>
                        <a:pt x="422" y="2199"/>
                      </a:lnTo>
                      <a:lnTo>
                        <a:pt x="444" y="2214"/>
                      </a:lnTo>
                      <a:lnTo>
                        <a:pt x="405" y="2295"/>
                      </a:lnTo>
                      <a:lnTo>
                        <a:pt x="293" y="2372"/>
                      </a:lnTo>
                      <a:lnTo>
                        <a:pt x="178" y="2432"/>
                      </a:lnTo>
                      <a:lnTo>
                        <a:pt x="187" y="2444"/>
                      </a:lnTo>
                      <a:lnTo>
                        <a:pt x="195" y="2467"/>
                      </a:lnTo>
                      <a:lnTo>
                        <a:pt x="215" y="2505"/>
                      </a:lnTo>
                      <a:lnTo>
                        <a:pt x="223" y="2513"/>
                      </a:lnTo>
                      <a:lnTo>
                        <a:pt x="246" y="2518"/>
                      </a:lnTo>
                      <a:lnTo>
                        <a:pt x="273" y="2507"/>
                      </a:lnTo>
                      <a:lnTo>
                        <a:pt x="307" y="2475"/>
                      </a:lnTo>
                      <a:lnTo>
                        <a:pt x="341" y="2460"/>
                      </a:lnTo>
                      <a:lnTo>
                        <a:pt x="354" y="2467"/>
                      </a:lnTo>
                      <a:lnTo>
                        <a:pt x="363" y="2513"/>
                      </a:lnTo>
                      <a:lnTo>
                        <a:pt x="377" y="2527"/>
                      </a:lnTo>
                      <a:lnTo>
                        <a:pt x="422" y="2530"/>
                      </a:lnTo>
                      <a:lnTo>
                        <a:pt x="448" y="2505"/>
                      </a:lnTo>
                      <a:lnTo>
                        <a:pt x="460" y="2503"/>
                      </a:lnTo>
                      <a:lnTo>
                        <a:pt x="471" y="2510"/>
                      </a:lnTo>
                      <a:lnTo>
                        <a:pt x="528" y="2581"/>
                      </a:lnTo>
                      <a:lnTo>
                        <a:pt x="551" y="2589"/>
                      </a:lnTo>
                      <a:lnTo>
                        <a:pt x="581" y="2587"/>
                      </a:lnTo>
                      <a:lnTo>
                        <a:pt x="604" y="2572"/>
                      </a:lnTo>
                      <a:lnTo>
                        <a:pt x="622" y="2545"/>
                      </a:lnTo>
                      <a:lnTo>
                        <a:pt x="670" y="2518"/>
                      </a:lnTo>
                      <a:lnTo>
                        <a:pt x="727" y="2475"/>
                      </a:lnTo>
                      <a:lnTo>
                        <a:pt x="729" y="2500"/>
                      </a:lnTo>
                      <a:lnTo>
                        <a:pt x="711" y="2530"/>
                      </a:lnTo>
                      <a:lnTo>
                        <a:pt x="652" y="2601"/>
                      </a:lnTo>
                      <a:lnTo>
                        <a:pt x="643" y="2628"/>
                      </a:lnTo>
                      <a:lnTo>
                        <a:pt x="631" y="2643"/>
                      </a:lnTo>
                      <a:lnTo>
                        <a:pt x="581" y="2653"/>
                      </a:lnTo>
                      <a:lnTo>
                        <a:pt x="465" y="2653"/>
                      </a:lnTo>
                      <a:lnTo>
                        <a:pt x="410" y="2664"/>
                      </a:lnTo>
                      <a:lnTo>
                        <a:pt x="391" y="2703"/>
                      </a:lnTo>
                      <a:lnTo>
                        <a:pt x="354" y="2728"/>
                      </a:lnTo>
                      <a:lnTo>
                        <a:pt x="329" y="2779"/>
                      </a:lnTo>
                      <a:lnTo>
                        <a:pt x="176" y="2949"/>
                      </a:lnTo>
                      <a:lnTo>
                        <a:pt x="118" y="2988"/>
                      </a:lnTo>
                      <a:lnTo>
                        <a:pt x="106" y="3018"/>
                      </a:lnTo>
                      <a:lnTo>
                        <a:pt x="106" y="3034"/>
                      </a:lnTo>
                      <a:lnTo>
                        <a:pt x="118" y="3009"/>
                      </a:lnTo>
                      <a:lnTo>
                        <a:pt x="131" y="3000"/>
                      </a:lnTo>
                      <a:lnTo>
                        <a:pt x="172" y="3025"/>
                      </a:lnTo>
                      <a:lnTo>
                        <a:pt x="190" y="3020"/>
                      </a:lnTo>
                      <a:lnTo>
                        <a:pt x="201" y="3037"/>
                      </a:lnTo>
                      <a:lnTo>
                        <a:pt x="217" y="3020"/>
                      </a:lnTo>
                      <a:lnTo>
                        <a:pt x="228" y="2988"/>
                      </a:lnTo>
                      <a:lnTo>
                        <a:pt x="268" y="2966"/>
                      </a:lnTo>
                      <a:lnTo>
                        <a:pt x="291" y="2926"/>
                      </a:lnTo>
                      <a:lnTo>
                        <a:pt x="401" y="2923"/>
                      </a:lnTo>
                      <a:lnTo>
                        <a:pt x="474" y="2951"/>
                      </a:lnTo>
                      <a:lnTo>
                        <a:pt x="503" y="2953"/>
                      </a:lnTo>
                      <a:lnTo>
                        <a:pt x="528" y="2920"/>
                      </a:lnTo>
                      <a:lnTo>
                        <a:pt x="543" y="2836"/>
                      </a:lnTo>
                      <a:lnTo>
                        <a:pt x="555" y="2831"/>
                      </a:lnTo>
                      <a:lnTo>
                        <a:pt x="584" y="2833"/>
                      </a:lnTo>
                      <a:lnTo>
                        <a:pt x="622" y="2815"/>
                      </a:lnTo>
                      <a:lnTo>
                        <a:pt x="682" y="2798"/>
                      </a:lnTo>
                      <a:lnTo>
                        <a:pt x="742" y="2865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GB" dirty="0">
                    <a:latin typeface="Trade Gothic LT Std" pitchFamily="50" charset="0"/>
                  </a:endParaRPr>
                </a:p>
              </p:txBody>
            </p:sp>
            <p:sp>
              <p:nvSpPr>
                <p:cNvPr id="190" name="Freeform 1087">
                  <a:extLst>
                    <a:ext uri="{FF2B5EF4-FFF2-40B4-BE49-F238E27FC236}">
                      <a16:creationId xmlns:a16="http://schemas.microsoft.com/office/drawing/2014/main" id="{61FC1995-80AE-8876-F8A4-0BAC74239791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2083" y="2073"/>
                  <a:ext cx="30" cy="45"/>
                </a:xfrm>
                <a:custGeom>
                  <a:avLst/>
                  <a:gdLst/>
                  <a:ahLst/>
                  <a:cxnLst>
                    <a:cxn ang="0">
                      <a:pos x="169" y="0"/>
                    </a:cxn>
                    <a:cxn ang="0">
                      <a:pos x="147" y="5"/>
                    </a:cxn>
                    <a:cxn ang="0">
                      <a:pos x="106" y="27"/>
                    </a:cxn>
                    <a:cxn ang="0">
                      <a:pos x="54" y="70"/>
                    </a:cxn>
                    <a:cxn ang="0">
                      <a:pos x="54" y="87"/>
                    </a:cxn>
                    <a:cxn ang="0">
                      <a:pos x="61" y="106"/>
                    </a:cxn>
                    <a:cxn ang="0">
                      <a:pos x="38" y="113"/>
                    </a:cxn>
                    <a:cxn ang="0">
                      <a:pos x="11" y="95"/>
                    </a:cxn>
                    <a:cxn ang="0">
                      <a:pos x="0" y="131"/>
                    </a:cxn>
                    <a:cxn ang="0">
                      <a:pos x="0" y="181"/>
                    </a:cxn>
                    <a:cxn ang="0">
                      <a:pos x="22" y="216"/>
                    </a:cxn>
                    <a:cxn ang="0">
                      <a:pos x="7" y="238"/>
                    </a:cxn>
                    <a:cxn ang="0">
                      <a:pos x="4" y="248"/>
                    </a:cxn>
                    <a:cxn ang="0">
                      <a:pos x="11" y="271"/>
                    </a:cxn>
                    <a:cxn ang="0">
                      <a:pos x="50" y="250"/>
                    </a:cxn>
                    <a:cxn ang="0">
                      <a:pos x="52" y="230"/>
                    </a:cxn>
                    <a:cxn ang="0">
                      <a:pos x="67" y="221"/>
                    </a:cxn>
                    <a:cxn ang="0">
                      <a:pos x="81" y="202"/>
                    </a:cxn>
                    <a:cxn ang="0">
                      <a:pos x="106" y="203"/>
                    </a:cxn>
                    <a:cxn ang="0">
                      <a:pos x="134" y="179"/>
                    </a:cxn>
                    <a:cxn ang="0">
                      <a:pos x="140" y="152"/>
                    </a:cxn>
                    <a:cxn ang="0">
                      <a:pos x="126" y="149"/>
                    </a:cxn>
                    <a:cxn ang="0">
                      <a:pos x="126" y="127"/>
                    </a:cxn>
                    <a:cxn ang="0">
                      <a:pos x="142" y="106"/>
                    </a:cxn>
                    <a:cxn ang="0">
                      <a:pos x="163" y="104"/>
                    </a:cxn>
                    <a:cxn ang="0">
                      <a:pos x="180" y="89"/>
                    </a:cxn>
                    <a:cxn ang="0">
                      <a:pos x="171" y="90"/>
                    </a:cxn>
                    <a:cxn ang="0">
                      <a:pos x="160" y="75"/>
                    </a:cxn>
                    <a:cxn ang="0">
                      <a:pos x="169" y="0"/>
                    </a:cxn>
                  </a:cxnLst>
                  <a:rect l="0" t="0" r="r" b="b"/>
                  <a:pathLst>
                    <a:path w="180" h="271">
                      <a:moveTo>
                        <a:pt x="169" y="0"/>
                      </a:moveTo>
                      <a:lnTo>
                        <a:pt x="147" y="5"/>
                      </a:lnTo>
                      <a:lnTo>
                        <a:pt x="106" y="27"/>
                      </a:lnTo>
                      <a:lnTo>
                        <a:pt x="54" y="70"/>
                      </a:lnTo>
                      <a:lnTo>
                        <a:pt x="54" y="87"/>
                      </a:lnTo>
                      <a:lnTo>
                        <a:pt x="61" y="106"/>
                      </a:lnTo>
                      <a:lnTo>
                        <a:pt x="38" y="113"/>
                      </a:lnTo>
                      <a:lnTo>
                        <a:pt x="11" y="95"/>
                      </a:lnTo>
                      <a:lnTo>
                        <a:pt x="0" y="131"/>
                      </a:lnTo>
                      <a:lnTo>
                        <a:pt x="0" y="181"/>
                      </a:lnTo>
                      <a:lnTo>
                        <a:pt x="22" y="216"/>
                      </a:lnTo>
                      <a:lnTo>
                        <a:pt x="7" y="238"/>
                      </a:lnTo>
                      <a:lnTo>
                        <a:pt x="4" y="248"/>
                      </a:lnTo>
                      <a:lnTo>
                        <a:pt x="11" y="271"/>
                      </a:lnTo>
                      <a:lnTo>
                        <a:pt x="50" y="250"/>
                      </a:lnTo>
                      <a:lnTo>
                        <a:pt x="52" y="230"/>
                      </a:lnTo>
                      <a:lnTo>
                        <a:pt x="67" y="221"/>
                      </a:lnTo>
                      <a:lnTo>
                        <a:pt x="81" y="202"/>
                      </a:lnTo>
                      <a:lnTo>
                        <a:pt x="106" y="203"/>
                      </a:lnTo>
                      <a:lnTo>
                        <a:pt x="134" y="179"/>
                      </a:lnTo>
                      <a:lnTo>
                        <a:pt x="140" y="152"/>
                      </a:lnTo>
                      <a:lnTo>
                        <a:pt x="126" y="149"/>
                      </a:lnTo>
                      <a:lnTo>
                        <a:pt x="126" y="127"/>
                      </a:lnTo>
                      <a:lnTo>
                        <a:pt x="142" y="106"/>
                      </a:lnTo>
                      <a:lnTo>
                        <a:pt x="163" y="104"/>
                      </a:lnTo>
                      <a:lnTo>
                        <a:pt x="180" y="89"/>
                      </a:lnTo>
                      <a:lnTo>
                        <a:pt x="171" y="90"/>
                      </a:lnTo>
                      <a:lnTo>
                        <a:pt x="160" y="75"/>
                      </a:lnTo>
                      <a:lnTo>
                        <a:pt x="169" y="0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GB" dirty="0">
                    <a:latin typeface="Trade Gothic LT Std" pitchFamily="50" charset="0"/>
                  </a:endParaRPr>
                </a:p>
              </p:txBody>
            </p:sp>
            <p:sp>
              <p:nvSpPr>
                <p:cNvPr id="191" name="Freeform 1088">
                  <a:extLst>
                    <a:ext uri="{FF2B5EF4-FFF2-40B4-BE49-F238E27FC236}">
                      <a16:creationId xmlns:a16="http://schemas.microsoft.com/office/drawing/2014/main" id="{DE651770-9CD8-30F2-62BD-631D32CFB8D8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2068" y="2124"/>
                  <a:ext cx="15" cy="8"/>
                </a:xfrm>
                <a:custGeom>
                  <a:avLst/>
                  <a:gdLst/>
                  <a:ahLst/>
                  <a:cxnLst>
                    <a:cxn ang="0">
                      <a:pos x="78" y="15"/>
                    </a:cxn>
                    <a:cxn ang="0">
                      <a:pos x="89" y="7"/>
                    </a:cxn>
                    <a:cxn ang="0">
                      <a:pos x="66" y="0"/>
                    </a:cxn>
                    <a:cxn ang="0">
                      <a:pos x="3" y="9"/>
                    </a:cxn>
                    <a:cxn ang="0">
                      <a:pos x="0" y="23"/>
                    </a:cxn>
                    <a:cxn ang="0">
                      <a:pos x="33" y="48"/>
                    </a:cxn>
                    <a:cxn ang="0">
                      <a:pos x="70" y="49"/>
                    </a:cxn>
                    <a:cxn ang="0">
                      <a:pos x="78" y="15"/>
                    </a:cxn>
                  </a:cxnLst>
                  <a:rect l="0" t="0" r="r" b="b"/>
                  <a:pathLst>
                    <a:path w="89" h="49">
                      <a:moveTo>
                        <a:pt x="78" y="15"/>
                      </a:moveTo>
                      <a:lnTo>
                        <a:pt x="89" y="7"/>
                      </a:lnTo>
                      <a:lnTo>
                        <a:pt x="66" y="0"/>
                      </a:lnTo>
                      <a:lnTo>
                        <a:pt x="3" y="9"/>
                      </a:lnTo>
                      <a:lnTo>
                        <a:pt x="0" y="23"/>
                      </a:lnTo>
                      <a:lnTo>
                        <a:pt x="33" y="48"/>
                      </a:lnTo>
                      <a:lnTo>
                        <a:pt x="70" y="49"/>
                      </a:lnTo>
                      <a:lnTo>
                        <a:pt x="78" y="15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GB" dirty="0">
                    <a:latin typeface="Trade Gothic LT Std" pitchFamily="50" charset="0"/>
                  </a:endParaRPr>
                </a:p>
              </p:txBody>
            </p:sp>
            <p:sp>
              <p:nvSpPr>
                <p:cNvPr id="379" name="Freeform 1089">
                  <a:extLst>
                    <a:ext uri="{FF2B5EF4-FFF2-40B4-BE49-F238E27FC236}">
                      <a16:creationId xmlns:a16="http://schemas.microsoft.com/office/drawing/2014/main" id="{6D4D3868-06B7-428E-E416-782EF140320B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2211" y="2026"/>
                  <a:ext cx="21" cy="15"/>
                </a:xfrm>
                <a:custGeom>
                  <a:avLst/>
                  <a:gdLst/>
                  <a:ahLst/>
                  <a:cxnLst>
                    <a:cxn ang="0">
                      <a:pos x="122" y="83"/>
                    </a:cxn>
                    <a:cxn ang="0">
                      <a:pos x="126" y="74"/>
                    </a:cxn>
                    <a:cxn ang="0">
                      <a:pos x="115" y="62"/>
                    </a:cxn>
                    <a:cxn ang="0">
                      <a:pos x="51" y="60"/>
                    </a:cxn>
                    <a:cxn ang="0">
                      <a:pos x="43" y="25"/>
                    </a:cxn>
                    <a:cxn ang="0">
                      <a:pos x="22" y="0"/>
                    </a:cxn>
                    <a:cxn ang="0">
                      <a:pos x="6" y="0"/>
                    </a:cxn>
                    <a:cxn ang="0">
                      <a:pos x="0" y="36"/>
                    </a:cxn>
                    <a:cxn ang="0">
                      <a:pos x="0" y="64"/>
                    </a:cxn>
                    <a:cxn ang="0">
                      <a:pos x="20" y="79"/>
                    </a:cxn>
                    <a:cxn ang="0">
                      <a:pos x="73" y="76"/>
                    </a:cxn>
                    <a:cxn ang="0">
                      <a:pos x="111" y="90"/>
                    </a:cxn>
                    <a:cxn ang="0">
                      <a:pos x="122" y="83"/>
                    </a:cxn>
                  </a:cxnLst>
                  <a:rect l="0" t="0" r="r" b="b"/>
                  <a:pathLst>
                    <a:path w="126" h="90">
                      <a:moveTo>
                        <a:pt x="122" y="83"/>
                      </a:moveTo>
                      <a:lnTo>
                        <a:pt x="126" y="74"/>
                      </a:lnTo>
                      <a:lnTo>
                        <a:pt x="115" y="62"/>
                      </a:lnTo>
                      <a:lnTo>
                        <a:pt x="51" y="60"/>
                      </a:lnTo>
                      <a:lnTo>
                        <a:pt x="43" y="25"/>
                      </a:lnTo>
                      <a:lnTo>
                        <a:pt x="22" y="0"/>
                      </a:lnTo>
                      <a:lnTo>
                        <a:pt x="6" y="0"/>
                      </a:lnTo>
                      <a:lnTo>
                        <a:pt x="0" y="36"/>
                      </a:lnTo>
                      <a:lnTo>
                        <a:pt x="0" y="64"/>
                      </a:lnTo>
                      <a:lnTo>
                        <a:pt x="20" y="79"/>
                      </a:lnTo>
                      <a:lnTo>
                        <a:pt x="73" y="76"/>
                      </a:lnTo>
                      <a:lnTo>
                        <a:pt x="111" y="90"/>
                      </a:lnTo>
                      <a:lnTo>
                        <a:pt x="122" y="83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GB" dirty="0">
                    <a:latin typeface="Trade Gothic LT Std" pitchFamily="50" charset="0"/>
                  </a:endParaRPr>
                </a:p>
              </p:txBody>
            </p:sp>
            <p:sp>
              <p:nvSpPr>
                <p:cNvPr id="380" name="Freeform 1090">
                  <a:extLst>
                    <a:ext uri="{FF2B5EF4-FFF2-40B4-BE49-F238E27FC236}">
                      <a16:creationId xmlns:a16="http://schemas.microsoft.com/office/drawing/2014/main" id="{30089053-3172-8E97-AC91-AF04D5D86F22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2208" y="2042"/>
                  <a:ext cx="7" cy="7"/>
                </a:xfrm>
                <a:custGeom>
                  <a:avLst/>
                  <a:gdLst/>
                  <a:ahLst/>
                  <a:cxnLst>
                    <a:cxn ang="0">
                      <a:pos x="41" y="35"/>
                    </a:cxn>
                    <a:cxn ang="0">
                      <a:pos x="43" y="22"/>
                    </a:cxn>
                    <a:cxn ang="0">
                      <a:pos x="31" y="10"/>
                    </a:cxn>
                    <a:cxn ang="0">
                      <a:pos x="16" y="0"/>
                    </a:cxn>
                    <a:cxn ang="0">
                      <a:pos x="2" y="5"/>
                    </a:cxn>
                    <a:cxn ang="0">
                      <a:pos x="0" y="27"/>
                    </a:cxn>
                    <a:cxn ang="0">
                      <a:pos x="14" y="44"/>
                    </a:cxn>
                    <a:cxn ang="0">
                      <a:pos x="41" y="35"/>
                    </a:cxn>
                  </a:cxnLst>
                  <a:rect l="0" t="0" r="r" b="b"/>
                  <a:pathLst>
                    <a:path w="43" h="44">
                      <a:moveTo>
                        <a:pt x="41" y="35"/>
                      </a:moveTo>
                      <a:lnTo>
                        <a:pt x="43" y="22"/>
                      </a:lnTo>
                      <a:lnTo>
                        <a:pt x="31" y="10"/>
                      </a:lnTo>
                      <a:lnTo>
                        <a:pt x="16" y="0"/>
                      </a:lnTo>
                      <a:lnTo>
                        <a:pt x="2" y="5"/>
                      </a:lnTo>
                      <a:lnTo>
                        <a:pt x="0" y="27"/>
                      </a:lnTo>
                      <a:lnTo>
                        <a:pt x="14" y="44"/>
                      </a:lnTo>
                      <a:lnTo>
                        <a:pt x="41" y="35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GB" dirty="0">
                    <a:latin typeface="Trade Gothic LT Std" pitchFamily="50" charset="0"/>
                  </a:endParaRPr>
                </a:p>
              </p:txBody>
            </p:sp>
            <p:sp>
              <p:nvSpPr>
                <p:cNvPr id="381" name="Freeform 1091">
                  <a:extLst>
                    <a:ext uri="{FF2B5EF4-FFF2-40B4-BE49-F238E27FC236}">
                      <a16:creationId xmlns:a16="http://schemas.microsoft.com/office/drawing/2014/main" id="{E2E95FDE-DB14-C118-08EA-E4BF628BC77A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2274" y="2528"/>
                  <a:ext cx="13" cy="8"/>
                </a:xfrm>
                <a:custGeom>
                  <a:avLst/>
                  <a:gdLst/>
                  <a:ahLst/>
                  <a:cxnLst>
                    <a:cxn ang="0">
                      <a:pos x="52" y="9"/>
                    </a:cxn>
                    <a:cxn ang="0">
                      <a:pos x="46" y="0"/>
                    </a:cxn>
                    <a:cxn ang="0">
                      <a:pos x="21" y="9"/>
                    </a:cxn>
                    <a:cxn ang="0">
                      <a:pos x="7" y="18"/>
                    </a:cxn>
                    <a:cxn ang="0">
                      <a:pos x="0" y="29"/>
                    </a:cxn>
                    <a:cxn ang="0">
                      <a:pos x="7" y="38"/>
                    </a:cxn>
                    <a:cxn ang="0">
                      <a:pos x="37" y="47"/>
                    </a:cxn>
                    <a:cxn ang="0">
                      <a:pos x="60" y="43"/>
                    </a:cxn>
                    <a:cxn ang="0">
                      <a:pos x="76" y="22"/>
                    </a:cxn>
                    <a:cxn ang="0">
                      <a:pos x="74" y="15"/>
                    </a:cxn>
                    <a:cxn ang="0">
                      <a:pos x="52" y="9"/>
                    </a:cxn>
                  </a:cxnLst>
                  <a:rect l="0" t="0" r="r" b="b"/>
                  <a:pathLst>
                    <a:path w="76" h="47">
                      <a:moveTo>
                        <a:pt x="52" y="9"/>
                      </a:moveTo>
                      <a:lnTo>
                        <a:pt x="46" y="0"/>
                      </a:lnTo>
                      <a:lnTo>
                        <a:pt x="21" y="9"/>
                      </a:lnTo>
                      <a:lnTo>
                        <a:pt x="7" y="18"/>
                      </a:lnTo>
                      <a:lnTo>
                        <a:pt x="0" y="29"/>
                      </a:lnTo>
                      <a:lnTo>
                        <a:pt x="7" y="38"/>
                      </a:lnTo>
                      <a:lnTo>
                        <a:pt x="37" y="47"/>
                      </a:lnTo>
                      <a:lnTo>
                        <a:pt x="60" y="43"/>
                      </a:lnTo>
                      <a:lnTo>
                        <a:pt x="76" y="22"/>
                      </a:lnTo>
                      <a:lnTo>
                        <a:pt x="74" y="15"/>
                      </a:lnTo>
                      <a:lnTo>
                        <a:pt x="52" y="9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GB" dirty="0">
                    <a:latin typeface="Trade Gothic LT Std" pitchFamily="50" charset="0"/>
                  </a:endParaRPr>
                </a:p>
              </p:txBody>
            </p:sp>
            <p:sp>
              <p:nvSpPr>
                <p:cNvPr id="382" name="Freeform 1092">
                  <a:extLst>
                    <a:ext uri="{FF2B5EF4-FFF2-40B4-BE49-F238E27FC236}">
                      <a16:creationId xmlns:a16="http://schemas.microsoft.com/office/drawing/2014/main" id="{B290DEC5-C7FF-B5F9-11C3-78A2A85F17A5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2161" y="2324"/>
                  <a:ext cx="15" cy="19"/>
                </a:xfrm>
                <a:custGeom>
                  <a:avLst/>
                  <a:gdLst/>
                  <a:ahLst/>
                  <a:cxnLst>
                    <a:cxn ang="0">
                      <a:pos x="77" y="0"/>
                    </a:cxn>
                    <a:cxn ang="0">
                      <a:pos x="34" y="49"/>
                    </a:cxn>
                    <a:cxn ang="0">
                      <a:pos x="0" y="114"/>
                    </a:cxn>
                    <a:cxn ang="0">
                      <a:pos x="32" y="108"/>
                    </a:cxn>
                    <a:cxn ang="0">
                      <a:pos x="73" y="85"/>
                    </a:cxn>
                    <a:cxn ang="0">
                      <a:pos x="90" y="53"/>
                    </a:cxn>
                    <a:cxn ang="0">
                      <a:pos x="92" y="32"/>
                    </a:cxn>
                    <a:cxn ang="0">
                      <a:pos x="92" y="8"/>
                    </a:cxn>
                    <a:cxn ang="0">
                      <a:pos x="77" y="0"/>
                    </a:cxn>
                  </a:cxnLst>
                  <a:rect l="0" t="0" r="r" b="b"/>
                  <a:pathLst>
                    <a:path w="92" h="114">
                      <a:moveTo>
                        <a:pt x="77" y="0"/>
                      </a:moveTo>
                      <a:lnTo>
                        <a:pt x="34" y="49"/>
                      </a:lnTo>
                      <a:lnTo>
                        <a:pt x="0" y="114"/>
                      </a:lnTo>
                      <a:lnTo>
                        <a:pt x="32" y="108"/>
                      </a:lnTo>
                      <a:lnTo>
                        <a:pt x="73" y="85"/>
                      </a:lnTo>
                      <a:lnTo>
                        <a:pt x="90" y="53"/>
                      </a:lnTo>
                      <a:lnTo>
                        <a:pt x="92" y="32"/>
                      </a:lnTo>
                      <a:lnTo>
                        <a:pt x="92" y="8"/>
                      </a:lnTo>
                      <a:lnTo>
                        <a:pt x="77" y="0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GB" dirty="0">
                    <a:latin typeface="Trade Gothic LT Std" pitchFamily="50" charset="0"/>
                  </a:endParaRPr>
                </a:p>
              </p:txBody>
            </p:sp>
            <p:sp>
              <p:nvSpPr>
                <p:cNvPr id="383" name="Freeform 1093">
                  <a:extLst>
                    <a:ext uri="{FF2B5EF4-FFF2-40B4-BE49-F238E27FC236}">
                      <a16:creationId xmlns:a16="http://schemas.microsoft.com/office/drawing/2014/main" id="{CEED4D51-E5C2-2CE0-93E9-AE959E7A1DDB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2142" y="2247"/>
                  <a:ext cx="7" cy="16"/>
                </a:xfrm>
                <a:custGeom>
                  <a:avLst/>
                  <a:gdLst/>
                  <a:ahLst/>
                  <a:cxnLst>
                    <a:cxn ang="0">
                      <a:pos x="4" y="3"/>
                    </a:cxn>
                    <a:cxn ang="0">
                      <a:pos x="2" y="0"/>
                    </a:cxn>
                    <a:cxn ang="0">
                      <a:pos x="0" y="28"/>
                    </a:cxn>
                    <a:cxn ang="0">
                      <a:pos x="2" y="68"/>
                    </a:cxn>
                    <a:cxn ang="0">
                      <a:pos x="18" y="95"/>
                    </a:cxn>
                    <a:cxn ang="0">
                      <a:pos x="38" y="88"/>
                    </a:cxn>
                    <a:cxn ang="0">
                      <a:pos x="47" y="37"/>
                    </a:cxn>
                    <a:cxn ang="0">
                      <a:pos x="43" y="0"/>
                    </a:cxn>
                    <a:cxn ang="0">
                      <a:pos x="4" y="3"/>
                    </a:cxn>
                  </a:cxnLst>
                  <a:rect l="0" t="0" r="r" b="b"/>
                  <a:pathLst>
                    <a:path w="47" h="95">
                      <a:moveTo>
                        <a:pt x="4" y="3"/>
                      </a:moveTo>
                      <a:lnTo>
                        <a:pt x="2" y="0"/>
                      </a:lnTo>
                      <a:lnTo>
                        <a:pt x="0" y="28"/>
                      </a:lnTo>
                      <a:lnTo>
                        <a:pt x="2" y="68"/>
                      </a:lnTo>
                      <a:lnTo>
                        <a:pt x="18" y="95"/>
                      </a:lnTo>
                      <a:lnTo>
                        <a:pt x="38" y="88"/>
                      </a:lnTo>
                      <a:lnTo>
                        <a:pt x="47" y="37"/>
                      </a:lnTo>
                      <a:lnTo>
                        <a:pt x="43" y="0"/>
                      </a:lnTo>
                      <a:lnTo>
                        <a:pt x="4" y="3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GB" dirty="0">
                    <a:latin typeface="Trade Gothic LT Std" pitchFamily="50" charset="0"/>
                  </a:endParaRPr>
                </a:p>
              </p:txBody>
            </p:sp>
            <p:sp>
              <p:nvSpPr>
                <p:cNvPr id="384" name="Freeform 1094">
                  <a:extLst>
                    <a:ext uri="{FF2B5EF4-FFF2-40B4-BE49-F238E27FC236}">
                      <a16:creationId xmlns:a16="http://schemas.microsoft.com/office/drawing/2014/main" id="{57DFBB42-2343-C27D-91B4-7FC03A4A65C2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2102" y="2234"/>
                  <a:ext cx="14" cy="17"/>
                </a:xfrm>
                <a:custGeom>
                  <a:avLst/>
                  <a:gdLst/>
                  <a:ahLst/>
                  <a:cxnLst>
                    <a:cxn ang="0">
                      <a:pos x="64" y="4"/>
                    </a:cxn>
                    <a:cxn ang="0">
                      <a:pos x="62" y="0"/>
                    </a:cxn>
                    <a:cxn ang="0">
                      <a:pos x="47" y="12"/>
                    </a:cxn>
                    <a:cxn ang="0">
                      <a:pos x="15" y="24"/>
                    </a:cxn>
                    <a:cxn ang="0">
                      <a:pos x="0" y="66"/>
                    </a:cxn>
                    <a:cxn ang="0">
                      <a:pos x="2" y="75"/>
                    </a:cxn>
                    <a:cxn ang="0">
                      <a:pos x="26" y="45"/>
                    </a:cxn>
                    <a:cxn ang="0">
                      <a:pos x="47" y="98"/>
                    </a:cxn>
                    <a:cxn ang="0">
                      <a:pos x="80" y="80"/>
                    </a:cxn>
                    <a:cxn ang="0">
                      <a:pos x="82" y="49"/>
                    </a:cxn>
                    <a:cxn ang="0">
                      <a:pos x="64" y="4"/>
                    </a:cxn>
                  </a:cxnLst>
                  <a:rect l="0" t="0" r="r" b="b"/>
                  <a:pathLst>
                    <a:path w="82" h="98">
                      <a:moveTo>
                        <a:pt x="64" y="4"/>
                      </a:moveTo>
                      <a:lnTo>
                        <a:pt x="62" y="0"/>
                      </a:lnTo>
                      <a:lnTo>
                        <a:pt x="47" y="12"/>
                      </a:lnTo>
                      <a:lnTo>
                        <a:pt x="15" y="24"/>
                      </a:lnTo>
                      <a:lnTo>
                        <a:pt x="0" y="66"/>
                      </a:lnTo>
                      <a:lnTo>
                        <a:pt x="2" y="75"/>
                      </a:lnTo>
                      <a:lnTo>
                        <a:pt x="26" y="45"/>
                      </a:lnTo>
                      <a:lnTo>
                        <a:pt x="47" y="98"/>
                      </a:lnTo>
                      <a:lnTo>
                        <a:pt x="80" y="80"/>
                      </a:lnTo>
                      <a:lnTo>
                        <a:pt x="82" y="49"/>
                      </a:lnTo>
                      <a:lnTo>
                        <a:pt x="64" y="4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GB" dirty="0">
                    <a:latin typeface="Trade Gothic LT Std" pitchFamily="50" charset="0"/>
                  </a:endParaRPr>
                </a:p>
              </p:txBody>
            </p:sp>
            <p:sp>
              <p:nvSpPr>
                <p:cNvPr id="385" name="Freeform 1095">
                  <a:extLst>
                    <a:ext uri="{FF2B5EF4-FFF2-40B4-BE49-F238E27FC236}">
                      <a16:creationId xmlns:a16="http://schemas.microsoft.com/office/drawing/2014/main" id="{0B53F2D8-955C-3D16-44D0-67EAF9331F9F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2118" y="2222"/>
                  <a:ext cx="10" cy="18"/>
                </a:xfrm>
                <a:custGeom>
                  <a:avLst/>
                  <a:gdLst/>
                  <a:ahLst/>
                  <a:cxnLst>
                    <a:cxn ang="0">
                      <a:pos x="61" y="0"/>
                    </a:cxn>
                    <a:cxn ang="0">
                      <a:pos x="33" y="22"/>
                    </a:cxn>
                    <a:cxn ang="0">
                      <a:pos x="22" y="40"/>
                    </a:cxn>
                    <a:cxn ang="0">
                      <a:pos x="20" y="60"/>
                    </a:cxn>
                    <a:cxn ang="0">
                      <a:pos x="2" y="83"/>
                    </a:cxn>
                    <a:cxn ang="0">
                      <a:pos x="0" y="105"/>
                    </a:cxn>
                    <a:cxn ang="0">
                      <a:pos x="20" y="98"/>
                    </a:cxn>
                    <a:cxn ang="0">
                      <a:pos x="29" y="72"/>
                    </a:cxn>
                    <a:cxn ang="0">
                      <a:pos x="52" y="33"/>
                    </a:cxn>
                    <a:cxn ang="0">
                      <a:pos x="61" y="0"/>
                    </a:cxn>
                  </a:cxnLst>
                  <a:rect l="0" t="0" r="r" b="b"/>
                  <a:pathLst>
                    <a:path w="61" h="105">
                      <a:moveTo>
                        <a:pt x="61" y="0"/>
                      </a:moveTo>
                      <a:lnTo>
                        <a:pt x="33" y="22"/>
                      </a:lnTo>
                      <a:lnTo>
                        <a:pt x="22" y="40"/>
                      </a:lnTo>
                      <a:lnTo>
                        <a:pt x="20" y="60"/>
                      </a:lnTo>
                      <a:lnTo>
                        <a:pt x="2" y="83"/>
                      </a:lnTo>
                      <a:lnTo>
                        <a:pt x="0" y="105"/>
                      </a:lnTo>
                      <a:lnTo>
                        <a:pt x="20" y="98"/>
                      </a:lnTo>
                      <a:lnTo>
                        <a:pt x="29" y="72"/>
                      </a:lnTo>
                      <a:lnTo>
                        <a:pt x="52" y="33"/>
                      </a:lnTo>
                      <a:lnTo>
                        <a:pt x="61" y="0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GB" dirty="0">
                    <a:latin typeface="Trade Gothic LT Std" pitchFamily="50" charset="0"/>
                  </a:endParaRPr>
                </a:p>
              </p:txBody>
            </p:sp>
            <p:sp>
              <p:nvSpPr>
                <p:cNvPr id="386" name="Freeform 1096">
                  <a:extLst>
                    <a:ext uri="{FF2B5EF4-FFF2-40B4-BE49-F238E27FC236}">
                      <a16:creationId xmlns:a16="http://schemas.microsoft.com/office/drawing/2014/main" id="{A18D4617-F43C-E9BC-BE60-62CD492A35A7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2106" y="2190"/>
                  <a:ext cx="22" cy="22"/>
                </a:xfrm>
                <a:custGeom>
                  <a:avLst/>
                  <a:gdLst/>
                  <a:ahLst/>
                  <a:cxnLst>
                    <a:cxn ang="0">
                      <a:pos x="6" y="115"/>
                    </a:cxn>
                    <a:cxn ang="0">
                      <a:pos x="0" y="105"/>
                    </a:cxn>
                    <a:cxn ang="0">
                      <a:pos x="2" y="119"/>
                    </a:cxn>
                    <a:cxn ang="0">
                      <a:pos x="23" y="130"/>
                    </a:cxn>
                    <a:cxn ang="0">
                      <a:pos x="61" y="130"/>
                    </a:cxn>
                    <a:cxn ang="0">
                      <a:pos x="95" y="103"/>
                    </a:cxn>
                    <a:cxn ang="0">
                      <a:pos x="129" y="96"/>
                    </a:cxn>
                    <a:cxn ang="0">
                      <a:pos x="124" y="73"/>
                    </a:cxn>
                    <a:cxn ang="0">
                      <a:pos x="62" y="15"/>
                    </a:cxn>
                    <a:cxn ang="0">
                      <a:pos x="58" y="0"/>
                    </a:cxn>
                    <a:cxn ang="0">
                      <a:pos x="34" y="5"/>
                    </a:cxn>
                    <a:cxn ang="0">
                      <a:pos x="21" y="20"/>
                    </a:cxn>
                    <a:cxn ang="0">
                      <a:pos x="23" y="40"/>
                    </a:cxn>
                    <a:cxn ang="0">
                      <a:pos x="54" y="58"/>
                    </a:cxn>
                    <a:cxn ang="0">
                      <a:pos x="49" y="88"/>
                    </a:cxn>
                    <a:cxn ang="0">
                      <a:pos x="56" y="92"/>
                    </a:cxn>
                    <a:cxn ang="0">
                      <a:pos x="49" y="105"/>
                    </a:cxn>
                    <a:cxn ang="0">
                      <a:pos x="32" y="115"/>
                    </a:cxn>
                    <a:cxn ang="0">
                      <a:pos x="6" y="115"/>
                    </a:cxn>
                  </a:cxnLst>
                  <a:rect l="0" t="0" r="r" b="b"/>
                  <a:pathLst>
                    <a:path w="129" h="130">
                      <a:moveTo>
                        <a:pt x="6" y="115"/>
                      </a:moveTo>
                      <a:lnTo>
                        <a:pt x="0" y="105"/>
                      </a:lnTo>
                      <a:lnTo>
                        <a:pt x="2" y="119"/>
                      </a:lnTo>
                      <a:lnTo>
                        <a:pt x="23" y="130"/>
                      </a:lnTo>
                      <a:lnTo>
                        <a:pt x="61" y="130"/>
                      </a:lnTo>
                      <a:lnTo>
                        <a:pt x="95" y="103"/>
                      </a:lnTo>
                      <a:lnTo>
                        <a:pt x="129" y="96"/>
                      </a:lnTo>
                      <a:lnTo>
                        <a:pt x="124" y="73"/>
                      </a:lnTo>
                      <a:lnTo>
                        <a:pt x="62" y="15"/>
                      </a:lnTo>
                      <a:lnTo>
                        <a:pt x="58" y="0"/>
                      </a:lnTo>
                      <a:lnTo>
                        <a:pt x="34" y="5"/>
                      </a:lnTo>
                      <a:lnTo>
                        <a:pt x="21" y="20"/>
                      </a:lnTo>
                      <a:lnTo>
                        <a:pt x="23" y="40"/>
                      </a:lnTo>
                      <a:lnTo>
                        <a:pt x="54" y="58"/>
                      </a:lnTo>
                      <a:lnTo>
                        <a:pt x="49" y="88"/>
                      </a:lnTo>
                      <a:lnTo>
                        <a:pt x="56" y="92"/>
                      </a:lnTo>
                      <a:lnTo>
                        <a:pt x="49" y="105"/>
                      </a:lnTo>
                      <a:lnTo>
                        <a:pt x="32" y="115"/>
                      </a:lnTo>
                      <a:lnTo>
                        <a:pt x="6" y="115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GB" dirty="0">
                    <a:latin typeface="Trade Gothic LT Std" pitchFamily="50" charset="0"/>
                  </a:endParaRPr>
                </a:p>
              </p:txBody>
            </p:sp>
            <p:sp>
              <p:nvSpPr>
                <p:cNvPr id="387" name="Freeform 1097">
                  <a:extLst>
                    <a:ext uri="{FF2B5EF4-FFF2-40B4-BE49-F238E27FC236}">
                      <a16:creationId xmlns:a16="http://schemas.microsoft.com/office/drawing/2014/main" id="{6BF4BE7C-A346-0B9F-E02B-CCC76D851E6F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2095" y="2122"/>
                  <a:ext cx="33" cy="40"/>
                </a:xfrm>
                <a:custGeom>
                  <a:avLst/>
                  <a:gdLst/>
                  <a:ahLst/>
                  <a:cxnLst>
                    <a:cxn ang="0">
                      <a:pos x="78" y="4"/>
                    </a:cxn>
                    <a:cxn ang="0">
                      <a:pos x="72" y="0"/>
                    </a:cxn>
                    <a:cxn ang="0">
                      <a:pos x="60" y="80"/>
                    </a:cxn>
                    <a:cxn ang="0">
                      <a:pos x="31" y="51"/>
                    </a:cxn>
                    <a:cxn ang="0">
                      <a:pos x="9" y="80"/>
                    </a:cxn>
                    <a:cxn ang="0">
                      <a:pos x="0" y="115"/>
                    </a:cxn>
                    <a:cxn ang="0">
                      <a:pos x="15" y="125"/>
                    </a:cxn>
                    <a:cxn ang="0">
                      <a:pos x="42" y="125"/>
                    </a:cxn>
                    <a:cxn ang="0">
                      <a:pos x="58" y="169"/>
                    </a:cxn>
                    <a:cxn ang="0">
                      <a:pos x="78" y="189"/>
                    </a:cxn>
                    <a:cxn ang="0">
                      <a:pos x="78" y="210"/>
                    </a:cxn>
                    <a:cxn ang="0">
                      <a:pos x="153" y="201"/>
                    </a:cxn>
                    <a:cxn ang="0">
                      <a:pos x="155" y="240"/>
                    </a:cxn>
                    <a:cxn ang="0">
                      <a:pos x="177" y="230"/>
                    </a:cxn>
                    <a:cxn ang="0">
                      <a:pos x="201" y="176"/>
                    </a:cxn>
                    <a:cxn ang="0">
                      <a:pos x="150" y="169"/>
                    </a:cxn>
                    <a:cxn ang="0">
                      <a:pos x="138" y="156"/>
                    </a:cxn>
                    <a:cxn ang="0">
                      <a:pos x="138" y="118"/>
                    </a:cxn>
                    <a:cxn ang="0">
                      <a:pos x="110" y="82"/>
                    </a:cxn>
                    <a:cxn ang="0">
                      <a:pos x="110" y="58"/>
                    </a:cxn>
                    <a:cxn ang="0">
                      <a:pos x="104" y="33"/>
                    </a:cxn>
                    <a:cxn ang="0">
                      <a:pos x="78" y="4"/>
                    </a:cxn>
                  </a:cxnLst>
                  <a:rect l="0" t="0" r="r" b="b"/>
                  <a:pathLst>
                    <a:path w="201" h="240">
                      <a:moveTo>
                        <a:pt x="78" y="4"/>
                      </a:moveTo>
                      <a:lnTo>
                        <a:pt x="72" y="0"/>
                      </a:lnTo>
                      <a:lnTo>
                        <a:pt x="60" y="80"/>
                      </a:lnTo>
                      <a:lnTo>
                        <a:pt x="31" y="51"/>
                      </a:lnTo>
                      <a:lnTo>
                        <a:pt x="9" y="80"/>
                      </a:lnTo>
                      <a:lnTo>
                        <a:pt x="0" y="115"/>
                      </a:lnTo>
                      <a:lnTo>
                        <a:pt x="15" y="125"/>
                      </a:lnTo>
                      <a:lnTo>
                        <a:pt x="42" y="125"/>
                      </a:lnTo>
                      <a:lnTo>
                        <a:pt x="58" y="169"/>
                      </a:lnTo>
                      <a:lnTo>
                        <a:pt x="78" y="189"/>
                      </a:lnTo>
                      <a:lnTo>
                        <a:pt x="78" y="210"/>
                      </a:lnTo>
                      <a:lnTo>
                        <a:pt x="153" y="201"/>
                      </a:lnTo>
                      <a:lnTo>
                        <a:pt x="155" y="240"/>
                      </a:lnTo>
                      <a:lnTo>
                        <a:pt x="177" y="230"/>
                      </a:lnTo>
                      <a:lnTo>
                        <a:pt x="201" y="176"/>
                      </a:lnTo>
                      <a:lnTo>
                        <a:pt x="150" y="169"/>
                      </a:lnTo>
                      <a:lnTo>
                        <a:pt x="138" y="156"/>
                      </a:lnTo>
                      <a:lnTo>
                        <a:pt x="138" y="118"/>
                      </a:lnTo>
                      <a:lnTo>
                        <a:pt x="110" y="82"/>
                      </a:lnTo>
                      <a:lnTo>
                        <a:pt x="110" y="58"/>
                      </a:lnTo>
                      <a:lnTo>
                        <a:pt x="104" y="33"/>
                      </a:lnTo>
                      <a:lnTo>
                        <a:pt x="78" y="4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GB" dirty="0">
                    <a:latin typeface="Trade Gothic LT Std" pitchFamily="50" charset="0"/>
                  </a:endParaRPr>
                </a:p>
              </p:txBody>
            </p:sp>
            <p:sp>
              <p:nvSpPr>
                <p:cNvPr id="388" name="Freeform 1098">
                  <a:extLst>
                    <a:ext uri="{FF2B5EF4-FFF2-40B4-BE49-F238E27FC236}">
                      <a16:creationId xmlns:a16="http://schemas.microsoft.com/office/drawing/2014/main" id="{9F0550FB-8E51-F92C-E483-751FD6CC0188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2049" y="2268"/>
                  <a:ext cx="87" cy="78"/>
                </a:xfrm>
                <a:custGeom>
                  <a:avLst/>
                  <a:gdLst/>
                  <a:ahLst/>
                  <a:cxnLst>
                    <a:cxn ang="0">
                      <a:pos x="108" y="132"/>
                    </a:cxn>
                    <a:cxn ang="0">
                      <a:pos x="102" y="179"/>
                    </a:cxn>
                    <a:cxn ang="0">
                      <a:pos x="81" y="216"/>
                    </a:cxn>
                    <a:cxn ang="0">
                      <a:pos x="43" y="220"/>
                    </a:cxn>
                    <a:cxn ang="0">
                      <a:pos x="43" y="267"/>
                    </a:cxn>
                    <a:cxn ang="0">
                      <a:pos x="0" y="299"/>
                    </a:cxn>
                    <a:cxn ang="0">
                      <a:pos x="61" y="339"/>
                    </a:cxn>
                    <a:cxn ang="0">
                      <a:pos x="88" y="405"/>
                    </a:cxn>
                    <a:cxn ang="0">
                      <a:pos x="131" y="427"/>
                    </a:cxn>
                    <a:cxn ang="0">
                      <a:pos x="176" y="384"/>
                    </a:cxn>
                    <a:cxn ang="0">
                      <a:pos x="198" y="341"/>
                    </a:cxn>
                    <a:cxn ang="0">
                      <a:pos x="311" y="314"/>
                    </a:cxn>
                    <a:cxn ang="0">
                      <a:pos x="362" y="367"/>
                    </a:cxn>
                    <a:cxn ang="0">
                      <a:pos x="370" y="394"/>
                    </a:cxn>
                    <a:cxn ang="0">
                      <a:pos x="370" y="450"/>
                    </a:cxn>
                    <a:cxn ang="0">
                      <a:pos x="379" y="468"/>
                    </a:cxn>
                    <a:cxn ang="0">
                      <a:pos x="387" y="468"/>
                    </a:cxn>
                    <a:cxn ang="0">
                      <a:pos x="437" y="436"/>
                    </a:cxn>
                    <a:cxn ang="0">
                      <a:pos x="446" y="398"/>
                    </a:cxn>
                    <a:cxn ang="0">
                      <a:pos x="494" y="386"/>
                    </a:cxn>
                    <a:cxn ang="0">
                      <a:pos x="514" y="361"/>
                    </a:cxn>
                    <a:cxn ang="0">
                      <a:pos x="494" y="317"/>
                    </a:cxn>
                    <a:cxn ang="0">
                      <a:pos x="487" y="290"/>
                    </a:cxn>
                    <a:cxn ang="0">
                      <a:pos x="517" y="335"/>
                    </a:cxn>
                    <a:cxn ang="0">
                      <a:pos x="524" y="292"/>
                    </a:cxn>
                    <a:cxn ang="0">
                      <a:pos x="505" y="251"/>
                    </a:cxn>
                    <a:cxn ang="0">
                      <a:pos x="487" y="240"/>
                    </a:cxn>
                    <a:cxn ang="0">
                      <a:pos x="435" y="249"/>
                    </a:cxn>
                    <a:cxn ang="0">
                      <a:pos x="456" y="210"/>
                    </a:cxn>
                    <a:cxn ang="0">
                      <a:pos x="452" y="143"/>
                    </a:cxn>
                    <a:cxn ang="0">
                      <a:pos x="417" y="98"/>
                    </a:cxn>
                    <a:cxn ang="0">
                      <a:pos x="395" y="57"/>
                    </a:cxn>
                    <a:cxn ang="0">
                      <a:pos x="331" y="34"/>
                    </a:cxn>
                    <a:cxn ang="0">
                      <a:pos x="241" y="64"/>
                    </a:cxn>
                    <a:cxn ang="0">
                      <a:pos x="216" y="87"/>
                    </a:cxn>
                    <a:cxn ang="0">
                      <a:pos x="190" y="98"/>
                    </a:cxn>
                    <a:cxn ang="0">
                      <a:pos x="182" y="85"/>
                    </a:cxn>
                    <a:cxn ang="0">
                      <a:pos x="221" y="36"/>
                    </a:cxn>
                    <a:cxn ang="0">
                      <a:pos x="212" y="23"/>
                    </a:cxn>
                    <a:cxn ang="0">
                      <a:pos x="182" y="4"/>
                    </a:cxn>
                    <a:cxn ang="0">
                      <a:pos x="149" y="0"/>
                    </a:cxn>
                    <a:cxn ang="0">
                      <a:pos x="144" y="17"/>
                    </a:cxn>
                    <a:cxn ang="0">
                      <a:pos x="133" y="25"/>
                    </a:cxn>
                    <a:cxn ang="0">
                      <a:pos x="126" y="48"/>
                    </a:cxn>
                    <a:cxn ang="0">
                      <a:pos x="131" y="71"/>
                    </a:cxn>
                    <a:cxn ang="0">
                      <a:pos x="131" y="100"/>
                    </a:cxn>
                    <a:cxn ang="0">
                      <a:pos x="124" y="123"/>
                    </a:cxn>
                    <a:cxn ang="0">
                      <a:pos x="108" y="132"/>
                    </a:cxn>
                  </a:cxnLst>
                  <a:rect l="0" t="0" r="r" b="b"/>
                  <a:pathLst>
                    <a:path w="524" h="468">
                      <a:moveTo>
                        <a:pt x="108" y="132"/>
                      </a:moveTo>
                      <a:lnTo>
                        <a:pt x="102" y="179"/>
                      </a:lnTo>
                      <a:lnTo>
                        <a:pt x="81" y="216"/>
                      </a:lnTo>
                      <a:lnTo>
                        <a:pt x="43" y="220"/>
                      </a:lnTo>
                      <a:lnTo>
                        <a:pt x="43" y="267"/>
                      </a:lnTo>
                      <a:lnTo>
                        <a:pt x="0" y="299"/>
                      </a:lnTo>
                      <a:lnTo>
                        <a:pt x="61" y="339"/>
                      </a:lnTo>
                      <a:lnTo>
                        <a:pt x="88" y="405"/>
                      </a:lnTo>
                      <a:lnTo>
                        <a:pt x="131" y="427"/>
                      </a:lnTo>
                      <a:lnTo>
                        <a:pt x="176" y="384"/>
                      </a:lnTo>
                      <a:lnTo>
                        <a:pt x="198" y="341"/>
                      </a:lnTo>
                      <a:lnTo>
                        <a:pt x="311" y="314"/>
                      </a:lnTo>
                      <a:lnTo>
                        <a:pt x="362" y="367"/>
                      </a:lnTo>
                      <a:lnTo>
                        <a:pt x="370" y="394"/>
                      </a:lnTo>
                      <a:lnTo>
                        <a:pt x="370" y="450"/>
                      </a:lnTo>
                      <a:lnTo>
                        <a:pt x="379" y="468"/>
                      </a:lnTo>
                      <a:lnTo>
                        <a:pt x="387" y="468"/>
                      </a:lnTo>
                      <a:lnTo>
                        <a:pt x="437" y="436"/>
                      </a:lnTo>
                      <a:lnTo>
                        <a:pt x="446" y="398"/>
                      </a:lnTo>
                      <a:lnTo>
                        <a:pt x="494" y="386"/>
                      </a:lnTo>
                      <a:lnTo>
                        <a:pt x="514" y="361"/>
                      </a:lnTo>
                      <a:lnTo>
                        <a:pt x="494" y="317"/>
                      </a:lnTo>
                      <a:lnTo>
                        <a:pt x="487" y="290"/>
                      </a:lnTo>
                      <a:lnTo>
                        <a:pt x="517" y="335"/>
                      </a:lnTo>
                      <a:lnTo>
                        <a:pt x="524" y="292"/>
                      </a:lnTo>
                      <a:lnTo>
                        <a:pt x="505" y="251"/>
                      </a:lnTo>
                      <a:lnTo>
                        <a:pt x="487" y="240"/>
                      </a:lnTo>
                      <a:lnTo>
                        <a:pt x="435" y="249"/>
                      </a:lnTo>
                      <a:lnTo>
                        <a:pt x="456" y="210"/>
                      </a:lnTo>
                      <a:lnTo>
                        <a:pt x="452" y="143"/>
                      </a:lnTo>
                      <a:lnTo>
                        <a:pt x="417" y="98"/>
                      </a:lnTo>
                      <a:lnTo>
                        <a:pt x="395" y="57"/>
                      </a:lnTo>
                      <a:lnTo>
                        <a:pt x="331" y="34"/>
                      </a:lnTo>
                      <a:lnTo>
                        <a:pt x="241" y="64"/>
                      </a:lnTo>
                      <a:lnTo>
                        <a:pt x="216" y="87"/>
                      </a:lnTo>
                      <a:lnTo>
                        <a:pt x="190" y="98"/>
                      </a:lnTo>
                      <a:lnTo>
                        <a:pt x="182" y="85"/>
                      </a:lnTo>
                      <a:lnTo>
                        <a:pt x="221" y="36"/>
                      </a:lnTo>
                      <a:lnTo>
                        <a:pt x="212" y="23"/>
                      </a:lnTo>
                      <a:lnTo>
                        <a:pt x="182" y="4"/>
                      </a:lnTo>
                      <a:lnTo>
                        <a:pt x="149" y="0"/>
                      </a:lnTo>
                      <a:lnTo>
                        <a:pt x="144" y="17"/>
                      </a:lnTo>
                      <a:lnTo>
                        <a:pt x="133" y="25"/>
                      </a:lnTo>
                      <a:lnTo>
                        <a:pt x="126" y="48"/>
                      </a:lnTo>
                      <a:lnTo>
                        <a:pt x="131" y="71"/>
                      </a:lnTo>
                      <a:lnTo>
                        <a:pt x="131" y="100"/>
                      </a:lnTo>
                      <a:lnTo>
                        <a:pt x="124" y="123"/>
                      </a:lnTo>
                      <a:lnTo>
                        <a:pt x="108" y="132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GB" dirty="0">
                    <a:latin typeface="Trade Gothic LT Std" pitchFamily="50" charset="0"/>
                  </a:endParaRPr>
                </a:p>
              </p:txBody>
            </p:sp>
          </p:grpSp>
          <p:sp>
            <p:nvSpPr>
              <p:cNvPr id="21" name="Freeform 1099">
                <a:extLst>
                  <a:ext uri="{FF2B5EF4-FFF2-40B4-BE49-F238E27FC236}">
                    <a16:creationId xmlns:a16="http://schemas.microsoft.com/office/drawing/2014/main" id="{C629FDB7-D84C-E085-7AEE-1E0F64FBE003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4735513" y="4881563"/>
                <a:ext cx="295275" cy="173038"/>
              </a:xfrm>
              <a:custGeom>
                <a:avLst/>
                <a:gdLst/>
                <a:ahLst/>
                <a:cxnLst>
                  <a:cxn ang="0">
                    <a:pos x="192" y="492"/>
                  </a:cxn>
                  <a:cxn ang="0">
                    <a:pos x="156" y="443"/>
                  </a:cxn>
                  <a:cxn ang="0">
                    <a:pos x="145" y="375"/>
                  </a:cxn>
                  <a:cxn ang="0">
                    <a:pos x="39" y="438"/>
                  </a:cxn>
                  <a:cxn ang="0">
                    <a:pos x="0" y="445"/>
                  </a:cxn>
                  <a:cxn ang="0">
                    <a:pos x="18" y="317"/>
                  </a:cxn>
                  <a:cxn ang="0">
                    <a:pos x="47" y="278"/>
                  </a:cxn>
                  <a:cxn ang="0">
                    <a:pos x="80" y="252"/>
                  </a:cxn>
                  <a:cxn ang="0">
                    <a:pos x="111" y="182"/>
                  </a:cxn>
                  <a:cxn ang="0">
                    <a:pos x="183" y="68"/>
                  </a:cxn>
                  <a:cxn ang="0">
                    <a:pos x="264" y="48"/>
                  </a:cxn>
                  <a:cxn ang="0">
                    <a:pos x="316" y="13"/>
                  </a:cxn>
                  <a:cxn ang="0">
                    <a:pos x="474" y="21"/>
                  </a:cxn>
                  <a:cxn ang="0">
                    <a:pos x="643" y="21"/>
                  </a:cxn>
                  <a:cxn ang="0">
                    <a:pos x="736" y="81"/>
                  </a:cxn>
                  <a:cxn ang="0">
                    <a:pos x="720" y="152"/>
                  </a:cxn>
                  <a:cxn ang="0">
                    <a:pos x="771" y="213"/>
                  </a:cxn>
                  <a:cxn ang="0">
                    <a:pos x="845" y="235"/>
                  </a:cxn>
                  <a:cxn ang="0">
                    <a:pos x="902" y="241"/>
                  </a:cxn>
                  <a:cxn ang="0">
                    <a:pos x="893" y="306"/>
                  </a:cxn>
                  <a:cxn ang="0">
                    <a:pos x="837" y="318"/>
                  </a:cxn>
                  <a:cxn ang="0">
                    <a:pos x="835" y="370"/>
                  </a:cxn>
                  <a:cxn ang="0">
                    <a:pos x="839" y="409"/>
                  </a:cxn>
                  <a:cxn ang="0">
                    <a:pos x="720" y="391"/>
                  </a:cxn>
                  <a:cxn ang="0">
                    <a:pos x="670" y="358"/>
                  </a:cxn>
                  <a:cxn ang="0">
                    <a:pos x="622" y="470"/>
                  </a:cxn>
                  <a:cxn ang="0">
                    <a:pos x="605" y="521"/>
                  </a:cxn>
                  <a:cxn ang="0">
                    <a:pos x="558" y="476"/>
                  </a:cxn>
                  <a:cxn ang="0">
                    <a:pos x="491" y="373"/>
                  </a:cxn>
                  <a:cxn ang="0">
                    <a:pos x="428" y="425"/>
                  </a:cxn>
                  <a:cxn ang="0">
                    <a:pos x="415" y="476"/>
                  </a:cxn>
                  <a:cxn ang="0">
                    <a:pos x="327" y="508"/>
                  </a:cxn>
                  <a:cxn ang="0">
                    <a:pos x="203" y="533"/>
                  </a:cxn>
                </a:cxnLst>
                <a:rect l="0" t="0" r="r" b="b"/>
                <a:pathLst>
                  <a:path w="902" h="533">
                    <a:moveTo>
                      <a:pt x="203" y="533"/>
                    </a:moveTo>
                    <a:lnTo>
                      <a:pt x="192" y="492"/>
                    </a:lnTo>
                    <a:lnTo>
                      <a:pt x="165" y="486"/>
                    </a:lnTo>
                    <a:lnTo>
                      <a:pt x="156" y="443"/>
                    </a:lnTo>
                    <a:lnTo>
                      <a:pt x="156" y="382"/>
                    </a:lnTo>
                    <a:lnTo>
                      <a:pt x="145" y="375"/>
                    </a:lnTo>
                    <a:lnTo>
                      <a:pt x="80" y="375"/>
                    </a:lnTo>
                    <a:lnTo>
                      <a:pt x="39" y="438"/>
                    </a:lnTo>
                    <a:lnTo>
                      <a:pt x="14" y="453"/>
                    </a:lnTo>
                    <a:lnTo>
                      <a:pt x="0" y="445"/>
                    </a:lnTo>
                    <a:lnTo>
                      <a:pt x="4" y="362"/>
                    </a:lnTo>
                    <a:lnTo>
                      <a:pt x="18" y="317"/>
                    </a:lnTo>
                    <a:lnTo>
                      <a:pt x="34" y="302"/>
                    </a:lnTo>
                    <a:lnTo>
                      <a:pt x="47" y="278"/>
                    </a:lnTo>
                    <a:lnTo>
                      <a:pt x="73" y="263"/>
                    </a:lnTo>
                    <a:lnTo>
                      <a:pt x="80" y="252"/>
                    </a:lnTo>
                    <a:lnTo>
                      <a:pt x="88" y="214"/>
                    </a:lnTo>
                    <a:lnTo>
                      <a:pt x="111" y="182"/>
                    </a:lnTo>
                    <a:lnTo>
                      <a:pt x="197" y="89"/>
                    </a:lnTo>
                    <a:lnTo>
                      <a:pt x="183" y="68"/>
                    </a:lnTo>
                    <a:lnTo>
                      <a:pt x="199" y="43"/>
                    </a:lnTo>
                    <a:lnTo>
                      <a:pt x="264" y="48"/>
                    </a:lnTo>
                    <a:lnTo>
                      <a:pt x="289" y="36"/>
                    </a:lnTo>
                    <a:lnTo>
                      <a:pt x="316" y="13"/>
                    </a:lnTo>
                    <a:lnTo>
                      <a:pt x="344" y="36"/>
                    </a:lnTo>
                    <a:lnTo>
                      <a:pt x="474" y="21"/>
                    </a:lnTo>
                    <a:lnTo>
                      <a:pt x="569" y="0"/>
                    </a:lnTo>
                    <a:lnTo>
                      <a:pt x="643" y="21"/>
                    </a:lnTo>
                    <a:lnTo>
                      <a:pt x="709" y="51"/>
                    </a:lnTo>
                    <a:lnTo>
                      <a:pt x="736" y="81"/>
                    </a:lnTo>
                    <a:lnTo>
                      <a:pt x="725" y="116"/>
                    </a:lnTo>
                    <a:lnTo>
                      <a:pt x="720" y="152"/>
                    </a:lnTo>
                    <a:lnTo>
                      <a:pt x="749" y="197"/>
                    </a:lnTo>
                    <a:lnTo>
                      <a:pt x="771" y="213"/>
                    </a:lnTo>
                    <a:lnTo>
                      <a:pt x="811" y="231"/>
                    </a:lnTo>
                    <a:lnTo>
                      <a:pt x="845" y="235"/>
                    </a:lnTo>
                    <a:lnTo>
                      <a:pt x="873" y="220"/>
                    </a:lnTo>
                    <a:lnTo>
                      <a:pt x="902" y="241"/>
                    </a:lnTo>
                    <a:lnTo>
                      <a:pt x="890" y="281"/>
                    </a:lnTo>
                    <a:lnTo>
                      <a:pt x="893" y="306"/>
                    </a:lnTo>
                    <a:lnTo>
                      <a:pt x="878" y="317"/>
                    </a:lnTo>
                    <a:lnTo>
                      <a:pt x="837" y="318"/>
                    </a:lnTo>
                    <a:lnTo>
                      <a:pt x="831" y="343"/>
                    </a:lnTo>
                    <a:lnTo>
                      <a:pt x="835" y="370"/>
                    </a:lnTo>
                    <a:lnTo>
                      <a:pt x="846" y="391"/>
                    </a:lnTo>
                    <a:lnTo>
                      <a:pt x="839" y="409"/>
                    </a:lnTo>
                    <a:lnTo>
                      <a:pt x="762" y="391"/>
                    </a:lnTo>
                    <a:lnTo>
                      <a:pt x="720" y="391"/>
                    </a:lnTo>
                    <a:lnTo>
                      <a:pt x="698" y="370"/>
                    </a:lnTo>
                    <a:lnTo>
                      <a:pt x="670" y="358"/>
                    </a:lnTo>
                    <a:lnTo>
                      <a:pt x="662" y="398"/>
                    </a:lnTo>
                    <a:lnTo>
                      <a:pt x="622" y="470"/>
                    </a:lnTo>
                    <a:lnTo>
                      <a:pt x="614" y="506"/>
                    </a:lnTo>
                    <a:lnTo>
                      <a:pt x="605" y="521"/>
                    </a:lnTo>
                    <a:lnTo>
                      <a:pt x="580" y="506"/>
                    </a:lnTo>
                    <a:lnTo>
                      <a:pt x="558" y="476"/>
                    </a:lnTo>
                    <a:lnTo>
                      <a:pt x="514" y="445"/>
                    </a:lnTo>
                    <a:lnTo>
                      <a:pt x="491" y="373"/>
                    </a:lnTo>
                    <a:lnTo>
                      <a:pt x="450" y="396"/>
                    </a:lnTo>
                    <a:lnTo>
                      <a:pt x="428" y="425"/>
                    </a:lnTo>
                    <a:lnTo>
                      <a:pt x="428" y="458"/>
                    </a:lnTo>
                    <a:lnTo>
                      <a:pt x="415" y="476"/>
                    </a:lnTo>
                    <a:lnTo>
                      <a:pt x="374" y="511"/>
                    </a:lnTo>
                    <a:lnTo>
                      <a:pt x="327" y="508"/>
                    </a:lnTo>
                    <a:lnTo>
                      <a:pt x="235" y="530"/>
                    </a:lnTo>
                    <a:lnTo>
                      <a:pt x="203" y="533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GB" dirty="0">
                  <a:latin typeface="Trade Gothic LT Std" pitchFamily="50" charset="0"/>
                </a:endParaRPr>
              </a:p>
            </p:txBody>
          </p:sp>
          <p:sp>
            <p:nvSpPr>
              <p:cNvPr id="22" name="Freeform 1100">
                <a:extLst>
                  <a:ext uri="{FF2B5EF4-FFF2-40B4-BE49-F238E27FC236}">
                    <a16:creationId xmlns:a16="http://schemas.microsoft.com/office/drawing/2014/main" id="{04878B9E-E1A9-D4F8-E8C9-827DBA5A3A25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4522788" y="4491038"/>
                <a:ext cx="228600" cy="196850"/>
              </a:xfrm>
              <a:custGeom>
                <a:avLst/>
                <a:gdLst/>
                <a:ahLst/>
                <a:cxnLst>
                  <a:cxn ang="0">
                    <a:pos x="594" y="594"/>
                  </a:cxn>
                  <a:cxn ang="0">
                    <a:pos x="562" y="600"/>
                  </a:cxn>
                  <a:cxn ang="0">
                    <a:pos x="521" y="591"/>
                  </a:cxn>
                  <a:cxn ang="0">
                    <a:pos x="492" y="565"/>
                  </a:cxn>
                  <a:cxn ang="0">
                    <a:pos x="449" y="542"/>
                  </a:cxn>
                  <a:cxn ang="0">
                    <a:pos x="459" y="521"/>
                  </a:cxn>
                  <a:cxn ang="0">
                    <a:pos x="440" y="511"/>
                  </a:cxn>
                  <a:cxn ang="0">
                    <a:pos x="440" y="423"/>
                  </a:cxn>
                  <a:cxn ang="0">
                    <a:pos x="418" y="423"/>
                  </a:cxn>
                  <a:cxn ang="0">
                    <a:pos x="393" y="453"/>
                  </a:cxn>
                  <a:cxn ang="0">
                    <a:pos x="377" y="480"/>
                  </a:cxn>
                  <a:cxn ang="0">
                    <a:pos x="339" y="480"/>
                  </a:cxn>
                  <a:cxn ang="0">
                    <a:pos x="303" y="466"/>
                  </a:cxn>
                  <a:cxn ang="0">
                    <a:pos x="293" y="406"/>
                  </a:cxn>
                  <a:cxn ang="0">
                    <a:pos x="285" y="376"/>
                  </a:cxn>
                  <a:cxn ang="0">
                    <a:pos x="265" y="355"/>
                  </a:cxn>
                  <a:cxn ang="0">
                    <a:pos x="217" y="341"/>
                  </a:cxn>
                  <a:cxn ang="0">
                    <a:pos x="166" y="309"/>
                  </a:cxn>
                  <a:cxn ang="0">
                    <a:pos x="127" y="298"/>
                  </a:cxn>
                  <a:cxn ang="0">
                    <a:pos x="93" y="228"/>
                  </a:cxn>
                  <a:cxn ang="0">
                    <a:pos x="52" y="233"/>
                  </a:cxn>
                  <a:cxn ang="0">
                    <a:pos x="9" y="213"/>
                  </a:cxn>
                  <a:cxn ang="0">
                    <a:pos x="0" y="178"/>
                  </a:cxn>
                  <a:cxn ang="0">
                    <a:pos x="0" y="118"/>
                  </a:cxn>
                  <a:cxn ang="0">
                    <a:pos x="0" y="104"/>
                  </a:cxn>
                  <a:cxn ang="0">
                    <a:pos x="87" y="55"/>
                  </a:cxn>
                  <a:cxn ang="0">
                    <a:pos x="123" y="38"/>
                  </a:cxn>
                  <a:cxn ang="0">
                    <a:pos x="150" y="34"/>
                  </a:cxn>
                  <a:cxn ang="0">
                    <a:pos x="150" y="38"/>
                  </a:cxn>
                  <a:cxn ang="0">
                    <a:pos x="213" y="73"/>
                  </a:cxn>
                  <a:cxn ang="0">
                    <a:pos x="285" y="50"/>
                  </a:cxn>
                  <a:cxn ang="0">
                    <a:pos x="341" y="14"/>
                  </a:cxn>
                  <a:cxn ang="0">
                    <a:pos x="384" y="3"/>
                  </a:cxn>
                  <a:cxn ang="0">
                    <a:pos x="443" y="0"/>
                  </a:cxn>
                  <a:cxn ang="0">
                    <a:pos x="463" y="22"/>
                  </a:cxn>
                  <a:cxn ang="0">
                    <a:pos x="474" y="22"/>
                  </a:cxn>
                  <a:cxn ang="0">
                    <a:pos x="483" y="46"/>
                  </a:cxn>
                  <a:cxn ang="0">
                    <a:pos x="512" y="64"/>
                  </a:cxn>
                  <a:cxn ang="0">
                    <a:pos x="549" y="66"/>
                  </a:cxn>
                  <a:cxn ang="0">
                    <a:pos x="578" y="86"/>
                  </a:cxn>
                  <a:cxn ang="0">
                    <a:pos x="580" y="125"/>
                  </a:cxn>
                  <a:cxn ang="0">
                    <a:pos x="576" y="165"/>
                  </a:cxn>
                  <a:cxn ang="0">
                    <a:pos x="582" y="204"/>
                  </a:cxn>
                  <a:cxn ang="0">
                    <a:pos x="613" y="226"/>
                  </a:cxn>
                  <a:cxn ang="0">
                    <a:pos x="654" y="226"/>
                  </a:cxn>
                  <a:cxn ang="0">
                    <a:pos x="673" y="251"/>
                  </a:cxn>
                  <a:cxn ang="0">
                    <a:pos x="680" y="289"/>
                  </a:cxn>
                  <a:cxn ang="0">
                    <a:pos x="701" y="323"/>
                  </a:cxn>
                  <a:cxn ang="0">
                    <a:pos x="701" y="353"/>
                  </a:cxn>
                  <a:cxn ang="0">
                    <a:pos x="662" y="414"/>
                  </a:cxn>
                  <a:cxn ang="0">
                    <a:pos x="637" y="415"/>
                  </a:cxn>
                  <a:cxn ang="0">
                    <a:pos x="601" y="442"/>
                  </a:cxn>
                  <a:cxn ang="0">
                    <a:pos x="578" y="490"/>
                  </a:cxn>
                  <a:cxn ang="0">
                    <a:pos x="594" y="537"/>
                  </a:cxn>
                  <a:cxn ang="0">
                    <a:pos x="594" y="594"/>
                  </a:cxn>
                </a:cxnLst>
                <a:rect l="0" t="0" r="r" b="b"/>
                <a:pathLst>
                  <a:path w="701" h="600">
                    <a:moveTo>
                      <a:pt x="594" y="594"/>
                    </a:moveTo>
                    <a:lnTo>
                      <a:pt x="562" y="600"/>
                    </a:lnTo>
                    <a:lnTo>
                      <a:pt x="521" y="591"/>
                    </a:lnTo>
                    <a:lnTo>
                      <a:pt x="492" y="565"/>
                    </a:lnTo>
                    <a:lnTo>
                      <a:pt x="449" y="542"/>
                    </a:lnTo>
                    <a:lnTo>
                      <a:pt x="459" y="521"/>
                    </a:lnTo>
                    <a:lnTo>
                      <a:pt x="440" y="511"/>
                    </a:lnTo>
                    <a:lnTo>
                      <a:pt x="440" y="423"/>
                    </a:lnTo>
                    <a:lnTo>
                      <a:pt x="418" y="423"/>
                    </a:lnTo>
                    <a:lnTo>
                      <a:pt x="393" y="453"/>
                    </a:lnTo>
                    <a:lnTo>
                      <a:pt x="377" y="480"/>
                    </a:lnTo>
                    <a:lnTo>
                      <a:pt x="339" y="480"/>
                    </a:lnTo>
                    <a:lnTo>
                      <a:pt x="303" y="466"/>
                    </a:lnTo>
                    <a:lnTo>
                      <a:pt x="293" y="406"/>
                    </a:lnTo>
                    <a:lnTo>
                      <a:pt x="285" y="376"/>
                    </a:lnTo>
                    <a:lnTo>
                      <a:pt x="265" y="355"/>
                    </a:lnTo>
                    <a:lnTo>
                      <a:pt x="217" y="341"/>
                    </a:lnTo>
                    <a:lnTo>
                      <a:pt x="166" y="309"/>
                    </a:lnTo>
                    <a:lnTo>
                      <a:pt x="127" y="298"/>
                    </a:lnTo>
                    <a:lnTo>
                      <a:pt x="93" y="228"/>
                    </a:lnTo>
                    <a:lnTo>
                      <a:pt x="52" y="233"/>
                    </a:lnTo>
                    <a:lnTo>
                      <a:pt x="9" y="213"/>
                    </a:lnTo>
                    <a:lnTo>
                      <a:pt x="0" y="178"/>
                    </a:lnTo>
                    <a:lnTo>
                      <a:pt x="0" y="118"/>
                    </a:lnTo>
                    <a:lnTo>
                      <a:pt x="0" y="104"/>
                    </a:lnTo>
                    <a:lnTo>
                      <a:pt x="87" y="55"/>
                    </a:lnTo>
                    <a:lnTo>
                      <a:pt x="123" y="38"/>
                    </a:lnTo>
                    <a:lnTo>
                      <a:pt x="150" y="34"/>
                    </a:lnTo>
                    <a:lnTo>
                      <a:pt x="150" y="38"/>
                    </a:lnTo>
                    <a:lnTo>
                      <a:pt x="213" y="73"/>
                    </a:lnTo>
                    <a:lnTo>
                      <a:pt x="285" y="50"/>
                    </a:lnTo>
                    <a:lnTo>
                      <a:pt x="341" y="14"/>
                    </a:lnTo>
                    <a:lnTo>
                      <a:pt x="384" y="3"/>
                    </a:lnTo>
                    <a:lnTo>
                      <a:pt x="443" y="0"/>
                    </a:lnTo>
                    <a:lnTo>
                      <a:pt x="463" y="22"/>
                    </a:lnTo>
                    <a:lnTo>
                      <a:pt x="474" y="22"/>
                    </a:lnTo>
                    <a:lnTo>
                      <a:pt x="483" y="46"/>
                    </a:lnTo>
                    <a:lnTo>
                      <a:pt x="512" y="64"/>
                    </a:lnTo>
                    <a:lnTo>
                      <a:pt x="549" y="66"/>
                    </a:lnTo>
                    <a:lnTo>
                      <a:pt x="578" y="86"/>
                    </a:lnTo>
                    <a:lnTo>
                      <a:pt x="580" y="125"/>
                    </a:lnTo>
                    <a:lnTo>
                      <a:pt x="576" y="165"/>
                    </a:lnTo>
                    <a:lnTo>
                      <a:pt x="582" y="204"/>
                    </a:lnTo>
                    <a:lnTo>
                      <a:pt x="613" y="226"/>
                    </a:lnTo>
                    <a:lnTo>
                      <a:pt x="654" y="226"/>
                    </a:lnTo>
                    <a:lnTo>
                      <a:pt x="673" y="251"/>
                    </a:lnTo>
                    <a:lnTo>
                      <a:pt x="680" y="289"/>
                    </a:lnTo>
                    <a:lnTo>
                      <a:pt x="701" y="323"/>
                    </a:lnTo>
                    <a:lnTo>
                      <a:pt x="701" y="353"/>
                    </a:lnTo>
                    <a:lnTo>
                      <a:pt x="662" y="414"/>
                    </a:lnTo>
                    <a:lnTo>
                      <a:pt x="637" y="415"/>
                    </a:lnTo>
                    <a:lnTo>
                      <a:pt x="601" y="442"/>
                    </a:lnTo>
                    <a:lnTo>
                      <a:pt x="578" y="490"/>
                    </a:lnTo>
                    <a:lnTo>
                      <a:pt x="594" y="537"/>
                    </a:lnTo>
                    <a:lnTo>
                      <a:pt x="594" y="594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GB" dirty="0">
                  <a:latin typeface="Trade Gothic LT Std" pitchFamily="50" charset="0"/>
                </a:endParaRPr>
              </a:p>
            </p:txBody>
          </p:sp>
          <p:sp>
            <p:nvSpPr>
              <p:cNvPr id="23" name="Freeform 1101">
                <a:extLst>
                  <a:ext uri="{FF2B5EF4-FFF2-40B4-BE49-F238E27FC236}">
                    <a16:creationId xmlns:a16="http://schemas.microsoft.com/office/drawing/2014/main" id="{9586967C-CC08-B8CB-DFB3-E4E9DD28CE85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4430713" y="5362576"/>
                <a:ext cx="25400" cy="15875"/>
              </a:xfrm>
              <a:custGeom>
                <a:avLst/>
                <a:gdLst/>
                <a:ahLst/>
                <a:cxnLst>
                  <a:cxn ang="0">
                    <a:pos x="70" y="27"/>
                  </a:cxn>
                  <a:cxn ang="0">
                    <a:pos x="77" y="43"/>
                  </a:cxn>
                  <a:cxn ang="0">
                    <a:pos x="61" y="49"/>
                  </a:cxn>
                  <a:cxn ang="0">
                    <a:pos x="36" y="48"/>
                  </a:cxn>
                  <a:cxn ang="0">
                    <a:pos x="25" y="25"/>
                  </a:cxn>
                  <a:cxn ang="0">
                    <a:pos x="0" y="0"/>
                  </a:cxn>
                  <a:cxn ang="0">
                    <a:pos x="50" y="6"/>
                  </a:cxn>
                  <a:cxn ang="0">
                    <a:pos x="70" y="27"/>
                  </a:cxn>
                </a:cxnLst>
                <a:rect l="0" t="0" r="r" b="b"/>
                <a:pathLst>
                  <a:path w="77" h="49">
                    <a:moveTo>
                      <a:pt x="70" y="27"/>
                    </a:moveTo>
                    <a:lnTo>
                      <a:pt x="77" y="43"/>
                    </a:lnTo>
                    <a:lnTo>
                      <a:pt x="61" y="49"/>
                    </a:lnTo>
                    <a:lnTo>
                      <a:pt x="36" y="48"/>
                    </a:lnTo>
                    <a:lnTo>
                      <a:pt x="25" y="25"/>
                    </a:lnTo>
                    <a:lnTo>
                      <a:pt x="0" y="0"/>
                    </a:lnTo>
                    <a:lnTo>
                      <a:pt x="50" y="6"/>
                    </a:lnTo>
                    <a:lnTo>
                      <a:pt x="70" y="27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GB" dirty="0">
                  <a:latin typeface="Trade Gothic LT Std" pitchFamily="50" charset="0"/>
                </a:endParaRPr>
              </a:p>
            </p:txBody>
          </p:sp>
          <p:sp>
            <p:nvSpPr>
              <p:cNvPr id="24" name="Freeform 1102">
                <a:extLst>
                  <a:ext uri="{FF2B5EF4-FFF2-40B4-BE49-F238E27FC236}">
                    <a16:creationId xmlns:a16="http://schemas.microsoft.com/office/drawing/2014/main" id="{04977875-221A-6F00-590F-A236F6860576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3649663" y="4070351"/>
                <a:ext cx="284163" cy="420688"/>
              </a:xfrm>
              <a:custGeom>
                <a:avLst/>
                <a:gdLst/>
                <a:ahLst/>
                <a:cxnLst>
                  <a:cxn ang="0">
                    <a:pos x="837" y="362"/>
                  </a:cxn>
                  <a:cxn ang="0">
                    <a:pos x="665" y="311"/>
                  </a:cxn>
                  <a:cxn ang="0">
                    <a:pos x="555" y="374"/>
                  </a:cxn>
                  <a:cxn ang="0">
                    <a:pos x="510" y="236"/>
                  </a:cxn>
                  <a:cxn ang="0">
                    <a:pos x="569" y="149"/>
                  </a:cxn>
                  <a:cxn ang="0">
                    <a:pos x="571" y="9"/>
                  </a:cxn>
                  <a:cxn ang="0">
                    <a:pos x="507" y="24"/>
                  </a:cxn>
                  <a:cxn ang="0">
                    <a:pos x="424" y="69"/>
                  </a:cxn>
                  <a:cxn ang="0">
                    <a:pos x="403" y="128"/>
                  </a:cxn>
                  <a:cxn ang="0">
                    <a:pos x="331" y="198"/>
                  </a:cxn>
                  <a:cxn ang="0">
                    <a:pos x="393" y="227"/>
                  </a:cxn>
                  <a:cxn ang="0">
                    <a:pos x="449" y="236"/>
                  </a:cxn>
                  <a:cxn ang="0">
                    <a:pos x="372" y="329"/>
                  </a:cxn>
                  <a:cxn ang="0">
                    <a:pos x="243" y="361"/>
                  </a:cxn>
                  <a:cxn ang="0">
                    <a:pos x="115" y="356"/>
                  </a:cxn>
                  <a:cxn ang="0">
                    <a:pos x="88" y="441"/>
                  </a:cxn>
                  <a:cxn ang="0">
                    <a:pos x="160" y="486"/>
                  </a:cxn>
                  <a:cxn ang="0">
                    <a:pos x="94" y="574"/>
                  </a:cxn>
                  <a:cxn ang="0">
                    <a:pos x="88" y="647"/>
                  </a:cxn>
                  <a:cxn ang="0">
                    <a:pos x="153" y="668"/>
                  </a:cxn>
                  <a:cxn ang="0">
                    <a:pos x="292" y="719"/>
                  </a:cxn>
                  <a:cxn ang="0">
                    <a:pos x="202" y="781"/>
                  </a:cxn>
                  <a:cxn ang="0">
                    <a:pos x="122" y="927"/>
                  </a:cxn>
                  <a:cxn ang="0">
                    <a:pos x="304" y="890"/>
                  </a:cxn>
                  <a:cxn ang="0">
                    <a:pos x="214" y="933"/>
                  </a:cxn>
                  <a:cxn ang="0">
                    <a:pos x="112" y="1025"/>
                  </a:cxn>
                  <a:cxn ang="0">
                    <a:pos x="56" y="1041"/>
                  </a:cxn>
                  <a:cxn ang="0">
                    <a:pos x="0" y="1088"/>
                  </a:cxn>
                  <a:cxn ang="0">
                    <a:pos x="51" y="1117"/>
                  </a:cxn>
                  <a:cxn ang="0">
                    <a:pos x="41" y="1173"/>
                  </a:cxn>
                  <a:cxn ang="0">
                    <a:pos x="141" y="1167"/>
                  </a:cxn>
                  <a:cxn ang="0">
                    <a:pos x="61" y="1247"/>
                  </a:cxn>
                  <a:cxn ang="0">
                    <a:pos x="178" y="1226"/>
                  </a:cxn>
                  <a:cxn ang="0">
                    <a:pos x="124" y="1263"/>
                  </a:cxn>
                  <a:cxn ang="0">
                    <a:pos x="165" y="1272"/>
                  </a:cxn>
                  <a:cxn ang="0">
                    <a:pos x="225" y="1280"/>
                  </a:cxn>
                  <a:cxn ang="0">
                    <a:pos x="381" y="1227"/>
                  </a:cxn>
                  <a:cxn ang="0">
                    <a:pos x="411" y="1153"/>
                  </a:cxn>
                  <a:cxn ang="0">
                    <a:pos x="446" y="1186"/>
                  </a:cxn>
                  <a:cxn ang="0">
                    <a:pos x="541" y="1142"/>
                  </a:cxn>
                  <a:cxn ang="0">
                    <a:pos x="573" y="1086"/>
                  </a:cxn>
                  <a:cxn ang="0">
                    <a:pos x="753" y="1051"/>
                  </a:cxn>
                  <a:cxn ang="0">
                    <a:pos x="819" y="1039"/>
                  </a:cxn>
                  <a:cxn ang="0">
                    <a:pos x="841" y="882"/>
                  </a:cxn>
                  <a:cxn ang="0">
                    <a:pos x="863" y="734"/>
                  </a:cxn>
                  <a:cxn ang="0">
                    <a:pos x="870" y="599"/>
                  </a:cxn>
                  <a:cxn ang="0">
                    <a:pos x="846" y="437"/>
                  </a:cxn>
                </a:cxnLst>
                <a:rect l="0" t="0" r="r" b="b"/>
                <a:pathLst>
                  <a:path w="872" h="1288">
                    <a:moveTo>
                      <a:pt x="846" y="437"/>
                    </a:moveTo>
                    <a:lnTo>
                      <a:pt x="837" y="419"/>
                    </a:lnTo>
                    <a:lnTo>
                      <a:pt x="837" y="362"/>
                    </a:lnTo>
                    <a:lnTo>
                      <a:pt x="829" y="337"/>
                    </a:lnTo>
                    <a:lnTo>
                      <a:pt x="778" y="284"/>
                    </a:lnTo>
                    <a:lnTo>
                      <a:pt x="665" y="311"/>
                    </a:lnTo>
                    <a:lnTo>
                      <a:pt x="643" y="354"/>
                    </a:lnTo>
                    <a:lnTo>
                      <a:pt x="598" y="396"/>
                    </a:lnTo>
                    <a:lnTo>
                      <a:pt x="555" y="374"/>
                    </a:lnTo>
                    <a:lnTo>
                      <a:pt x="528" y="308"/>
                    </a:lnTo>
                    <a:lnTo>
                      <a:pt x="467" y="268"/>
                    </a:lnTo>
                    <a:lnTo>
                      <a:pt x="510" y="236"/>
                    </a:lnTo>
                    <a:lnTo>
                      <a:pt x="510" y="189"/>
                    </a:lnTo>
                    <a:lnTo>
                      <a:pt x="548" y="184"/>
                    </a:lnTo>
                    <a:lnTo>
                      <a:pt x="569" y="149"/>
                    </a:lnTo>
                    <a:lnTo>
                      <a:pt x="575" y="102"/>
                    </a:lnTo>
                    <a:lnTo>
                      <a:pt x="577" y="85"/>
                    </a:lnTo>
                    <a:lnTo>
                      <a:pt x="571" y="9"/>
                    </a:lnTo>
                    <a:lnTo>
                      <a:pt x="567" y="0"/>
                    </a:lnTo>
                    <a:lnTo>
                      <a:pt x="544" y="4"/>
                    </a:lnTo>
                    <a:lnTo>
                      <a:pt x="507" y="24"/>
                    </a:lnTo>
                    <a:lnTo>
                      <a:pt x="493" y="14"/>
                    </a:lnTo>
                    <a:lnTo>
                      <a:pt x="453" y="41"/>
                    </a:lnTo>
                    <a:lnTo>
                      <a:pt x="424" y="69"/>
                    </a:lnTo>
                    <a:lnTo>
                      <a:pt x="406" y="77"/>
                    </a:lnTo>
                    <a:lnTo>
                      <a:pt x="395" y="112"/>
                    </a:lnTo>
                    <a:lnTo>
                      <a:pt x="403" y="128"/>
                    </a:lnTo>
                    <a:lnTo>
                      <a:pt x="399" y="139"/>
                    </a:lnTo>
                    <a:lnTo>
                      <a:pt x="374" y="169"/>
                    </a:lnTo>
                    <a:lnTo>
                      <a:pt x="331" y="198"/>
                    </a:lnTo>
                    <a:lnTo>
                      <a:pt x="340" y="220"/>
                    </a:lnTo>
                    <a:lnTo>
                      <a:pt x="372" y="220"/>
                    </a:lnTo>
                    <a:lnTo>
                      <a:pt x="393" y="227"/>
                    </a:lnTo>
                    <a:lnTo>
                      <a:pt x="413" y="220"/>
                    </a:lnTo>
                    <a:lnTo>
                      <a:pt x="446" y="220"/>
                    </a:lnTo>
                    <a:lnTo>
                      <a:pt x="449" y="236"/>
                    </a:lnTo>
                    <a:lnTo>
                      <a:pt x="436" y="268"/>
                    </a:lnTo>
                    <a:lnTo>
                      <a:pt x="370" y="313"/>
                    </a:lnTo>
                    <a:lnTo>
                      <a:pt x="372" y="329"/>
                    </a:lnTo>
                    <a:lnTo>
                      <a:pt x="368" y="352"/>
                    </a:lnTo>
                    <a:lnTo>
                      <a:pt x="311" y="349"/>
                    </a:lnTo>
                    <a:lnTo>
                      <a:pt x="243" y="361"/>
                    </a:lnTo>
                    <a:lnTo>
                      <a:pt x="229" y="337"/>
                    </a:lnTo>
                    <a:lnTo>
                      <a:pt x="137" y="329"/>
                    </a:lnTo>
                    <a:lnTo>
                      <a:pt x="115" y="356"/>
                    </a:lnTo>
                    <a:lnTo>
                      <a:pt x="96" y="392"/>
                    </a:lnTo>
                    <a:lnTo>
                      <a:pt x="110" y="449"/>
                    </a:lnTo>
                    <a:lnTo>
                      <a:pt x="88" y="441"/>
                    </a:lnTo>
                    <a:lnTo>
                      <a:pt x="55" y="448"/>
                    </a:lnTo>
                    <a:lnTo>
                      <a:pt x="81" y="478"/>
                    </a:lnTo>
                    <a:lnTo>
                      <a:pt x="160" y="486"/>
                    </a:lnTo>
                    <a:lnTo>
                      <a:pt x="167" y="509"/>
                    </a:lnTo>
                    <a:lnTo>
                      <a:pt x="108" y="546"/>
                    </a:lnTo>
                    <a:lnTo>
                      <a:pt x="94" y="574"/>
                    </a:lnTo>
                    <a:lnTo>
                      <a:pt x="65" y="594"/>
                    </a:lnTo>
                    <a:lnTo>
                      <a:pt x="63" y="621"/>
                    </a:lnTo>
                    <a:lnTo>
                      <a:pt x="88" y="647"/>
                    </a:lnTo>
                    <a:lnTo>
                      <a:pt x="106" y="650"/>
                    </a:lnTo>
                    <a:lnTo>
                      <a:pt x="106" y="671"/>
                    </a:lnTo>
                    <a:lnTo>
                      <a:pt x="153" y="668"/>
                    </a:lnTo>
                    <a:lnTo>
                      <a:pt x="160" y="693"/>
                    </a:lnTo>
                    <a:lnTo>
                      <a:pt x="282" y="699"/>
                    </a:lnTo>
                    <a:lnTo>
                      <a:pt x="292" y="719"/>
                    </a:lnTo>
                    <a:lnTo>
                      <a:pt x="278" y="732"/>
                    </a:lnTo>
                    <a:lnTo>
                      <a:pt x="229" y="753"/>
                    </a:lnTo>
                    <a:lnTo>
                      <a:pt x="202" y="781"/>
                    </a:lnTo>
                    <a:lnTo>
                      <a:pt x="196" y="836"/>
                    </a:lnTo>
                    <a:lnTo>
                      <a:pt x="180" y="870"/>
                    </a:lnTo>
                    <a:lnTo>
                      <a:pt x="122" y="927"/>
                    </a:lnTo>
                    <a:lnTo>
                      <a:pt x="243" y="908"/>
                    </a:lnTo>
                    <a:lnTo>
                      <a:pt x="302" y="847"/>
                    </a:lnTo>
                    <a:lnTo>
                      <a:pt x="304" y="890"/>
                    </a:lnTo>
                    <a:lnTo>
                      <a:pt x="335" y="894"/>
                    </a:lnTo>
                    <a:lnTo>
                      <a:pt x="338" y="901"/>
                    </a:lnTo>
                    <a:lnTo>
                      <a:pt x="214" y="933"/>
                    </a:lnTo>
                    <a:lnTo>
                      <a:pt x="155" y="936"/>
                    </a:lnTo>
                    <a:lnTo>
                      <a:pt x="115" y="999"/>
                    </a:lnTo>
                    <a:lnTo>
                      <a:pt x="112" y="1025"/>
                    </a:lnTo>
                    <a:lnTo>
                      <a:pt x="102" y="1037"/>
                    </a:lnTo>
                    <a:lnTo>
                      <a:pt x="79" y="1032"/>
                    </a:lnTo>
                    <a:lnTo>
                      <a:pt x="56" y="1041"/>
                    </a:lnTo>
                    <a:lnTo>
                      <a:pt x="32" y="1037"/>
                    </a:lnTo>
                    <a:lnTo>
                      <a:pt x="9" y="1057"/>
                    </a:lnTo>
                    <a:lnTo>
                      <a:pt x="0" y="1088"/>
                    </a:lnTo>
                    <a:lnTo>
                      <a:pt x="92" y="1077"/>
                    </a:lnTo>
                    <a:lnTo>
                      <a:pt x="99" y="1094"/>
                    </a:lnTo>
                    <a:lnTo>
                      <a:pt x="51" y="1117"/>
                    </a:lnTo>
                    <a:lnTo>
                      <a:pt x="20" y="1153"/>
                    </a:lnTo>
                    <a:lnTo>
                      <a:pt x="16" y="1175"/>
                    </a:lnTo>
                    <a:lnTo>
                      <a:pt x="41" y="1173"/>
                    </a:lnTo>
                    <a:lnTo>
                      <a:pt x="51" y="1194"/>
                    </a:lnTo>
                    <a:lnTo>
                      <a:pt x="59" y="1194"/>
                    </a:lnTo>
                    <a:lnTo>
                      <a:pt x="141" y="1167"/>
                    </a:lnTo>
                    <a:lnTo>
                      <a:pt x="145" y="1189"/>
                    </a:lnTo>
                    <a:lnTo>
                      <a:pt x="110" y="1204"/>
                    </a:lnTo>
                    <a:lnTo>
                      <a:pt x="61" y="1247"/>
                    </a:lnTo>
                    <a:lnTo>
                      <a:pt x="77" y="1247"/>
                    </a:lnTo>
                    <a:lnTo>
                      <a:pt x="171" y="1214"/>
                    </a:lnTo>
                    <a:lnTo>
                      <a:pt x="178" y="1226"/>
                    </a:lnTo>
                    <a:lnTo>
                      <a:pt x="169" y="1247"/>
                    </a:lnTo>
                    <a:lnTo>
                      <a:pt x="147" y="1249"/>
                    </a:lnTo>
                    <a:lnTo>
                      <a:pt x="124" y="1263"/>
                    </a:lnTo>
                    <a:lnTo>
                      <a:pt x="131" y="1272"/>
                    </a:lnTo>
                    <a:lnTo>
                      <a:pt x="131" y="1288"/>
                    </a:lnTo>
                    <a:lnTo>
                      <a:pt x="165" y="1272"/>
                    </a:lnTo>
                    <a:lnTo>
                      <a:pt x="194" y="1268"/>
                    </a:lnTo>
                    <a:lnTo>
                      <a:pt x="207" y="1277"/>
                    </a:lnTo>
                    <a:lnTo>
                      <a:pt x="225" y="1280"/>
                    </a:lnTo>
                    <a:lnTo>
                      <a:pt x="252" y="1261"/>
                    </a:lnTo>
                    <a:lnTo>
                      <a:pt x="274" y="1263"/>
                    </a:lnTo>
                    <a:lnTo>
                      <a:pt x="381" y="1227"/>
                    </a:lnTo>
                    <a:lnTo>
                      <a:pt x="408" y="1204"/>
                    </a:lnTo>
                    <a:lnTo>
                      <a:pt x="413" y="1180"/>
                    </a:lnTo>
                    <a:lnTo>
                      <a:pt x="411" y="1153"/>
                    </a:lnTo>
                    <a:lnTo>
                      <a:pt x="424" y="1158"/>
                    </a:lnTo>
                    <a:lnTo>
                      <a:pt x="430" y="1177"/>
                    </a:lnTo>
                    <a:lnTo>
                      <a:pt x="446" y="1186"/>
                    </a:lnTo>
                    <a:lnTo>
                      <a:pt x="493" y="1161"/>
                    </a:lnTo>
                    <a:lnTo>
                      <a:pt x="507" y="1137"/>
                    </a:lnTo>
                    <a:lnTo>
                      <a:pt x="541" y="1142"/>
                    </a:lnTo>
                    <a:lnTo>
                      <a:pt x="555" y="1126"/>
                    </a:lnTo>
                    <a:lnTo>
                      <a:pt x="563" y="1099"/>
                    </a:lnTo>
                    <a:lnTo>
                      <a:pt x="573" y="1086"/>
                    </a:lnTo>
                    <a:lnTo>
                      <a:pt x="663" y="1067"/>
                    </a:lnTo>
                    <a:lnTo>
                      <a:pt x="706" y="1051"/>
                    </a:lnTo>
                    <a:lnTo>
                      <a:pt x="753" y="1051"/>
                    </a:lnTo>
                    <a:lnTo>
                      <a:pt x="780" y="1063"/>
                    </a:lnTo>
                    <a:lnTo>
                      <a:pt x="806" y="1063"/>
                    </a:lnTo>
                    <a:lnTo>
                      <a:pt x="819" y="1039"/>
                    </a:lnTo>
                    <a:lnTo>
                      <a:pt x="805" y="1003"/>
                    </a:lnTo>
                    <a:lnTo>
                      <a:pt x="829" y="936"/>
                    </a:lnTo>
                    <a:lnTo>
                      <a:pt x="841" y="882"/>
                    </a:lnTo>
                    <a:lnTo>
                      <a:pt x="863" y="840"/>
                    </a:lnTo>
                    <a:lnTo>
                      <a:pt x="872" y="809"/>
                    </a:lnTo>
                    <a:lnTo>
                      <a:pt x="863" y="734"/>
                    </a:lnTo>
                    <a:lnTo>
                      <a:pt x="849" y="664"/>
                    </a:lnTo>
                    <a:lnTo>
                      <a:pt x="863" y="658"/>
                    </a:lnTo>
                    <a:lnTo>
                      <a:pt x="870" y="599"/>
                    </a:lnTo>
                    <a:lnTo>
                      <a:pt x="820" y="478"/>
                    </a:lnTo>
                    <a:lnTo>
                      <a:pt x="823" y="448"/>
                    </a:lnTo>
                    <a:lnTo>
                      <a:pt x="846" y="437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GB" dirty="0">
                  <a:latin typeface="Trade Gothic LT Std" pitchFamily="50" charset="0"/>
                </a:endParaRPr>
              </a:p>
            </p:txBody>
          </p:sp>
          <p:sp>
            <p:nvSpPr>
              <p:cNvPr id="25" name="Freeform 1103">
                <a:extLst>
                  <a:ext uri="{FF2B5EF4-FFF2-40B4-BE49-F238E27FC236}">
                    <a16:creationId xmlns:a16="http://schemas.microsoft.com/office/drawing/2014/main" id="{301D1EC2-506F-8CDF-F342-059090912B00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4967288" y="4746626"/>
                <a:ext cx="509588" cy="250825"/>
              </a:xfrm>
              <a:custGeom>
                <a:avLst/>
                <a:gdLst/>
                <a:ahLst/>
                <a:cxnLst>
                  <a:cxn ang="0">
                    <a:pos x="875" y="105"/>
                  </a:cxn>
                  <a:cxn ang="0">
                    <a:pos x="795" y="164"/>
                  </a:cxn>
                  <a:cxn ang="0">
                    <a:pos x="701" y="233"/>
                  </a:cxn>
                  <a:cxn ang="0">
                    <a:pos x="687" y="336"/>
                  </a:cxn>
                  <a:cxn ang="0">
                    <a:pos x="714" y="424"/>
                  </a:cxn>
                  <a:cxn ang="0">
                    <a:pos x="669" y="409"/>
                  </a:cxn>
                  <a:cxn ang="0">
                    <a:pos x="572" y="395"/>
                  </a:cxn>
                  <a:cxn ang="0">
                    <a:pos x="432" y="429"/>
                  </a:cxn>
                  <a:cxn ang="0">
                    <a:pos x="310" y="476"/>
                  </a:cxn>
                  <a:cxn ang="0">
                    <a:pos x="218" y="442"/>
                  </a:cxn>
                  <a:cxn ang="0">
                    <a:pos x="181" y="492"/>
                  </a:cxn>
                  <a:cxn ang="0">
                    <a:pos x="126" y="485"/>
                  </a:cxn>
                  <a:cxn ang="0">
                    <a:pos x="73" y="445"/>
                  </a:cxn>
                  <a:cxn ang="0">
                    <a:pos x="0" y="462"/>
                  </a:cxn>
                  <a:cxn ang="0">
                    <a:pos x="57" y="509"/>
                  </a:cxn>
                  <a:cxn ang="0">
                    <a:pos x="62" y="578"/>
                  </a:cxn>
                  <a:cxn ang="0">
                    <a:pos x="62" y="624"/>
                  </a:cxn>
                  <a:cxn ang="0">
                    <a:pos x="136" y="646"/>
                  </a:cxn>
                  <a:cxn ang="0">
                    <a:pos x="193" y="652"/>
                  </a:cxn>
                  <a:cxn ang="0">
                    <a:pos x="257" y="663"/>
                  </a:cxn>
                  <a:cxn ang="0">
                    <a:pos x="387" y="615"/>
                  </a:cxn>
                  <a:cxn ang="0">
                    <a:pos x="495" y="603"/>
                  </a:cxn>
                  <a:cxn ang="0">
                    <a:pos x="536" y="587"/>
                  </a:cxn>
                  <a:cxn ang="0">
                    <a:pos x="546" y="611"/>
                  </a:cxn>
                  <a:cxn ang="0">
                    <a:pos x="565" y="668"/>
                  </a:cxn>
                  <a:cxn ang="0">
                    <a:pos x="626" y="700"/>
                  </a:cxn>
                  <a:cxn ang="0">
                    <a:pos x="777" y="739"/>
                  </a:cxn>
                  <a:cxn ang="0">
                    <a:pos x="859" y="758"/>
                  </a:cxn>
                  <a:cxn ang="0">
                    <a:pos x="1027" y="770"/>
                  </a:cxn>
                  <a:cxn ang="0">
                    <a:pos x="1091" y="710"/>
                  </a:cxn>
                  <a:cxn ang="0">
                    <a:pos x="1213" y="713"/>
                  </a:cxn>
                  <a:cxn ang="0">
                    <a:pos x="1246" y="680"/>
                  </a:cxn>
                  <a:cxn ang="0">
                    <a:pos x="1318" y="660"/>
                  </a:cxn>
                  <a:cxn ang="0">
                    <a:pos x="1388" y="603"/>
                  </a:cxn>
                  <a:cxn ang="0">
                    <a:pos x="1424" y="551"/>
                  </a:cxn>
                  <a:cxn ang="0">
                    <a:pos x="1458" y="449"/>
                  </a:cxn>
                  <a:cxn ang="0">
                    <a:pos x="1449" y="389"/>
                  </a:cxn>
                  <a:cxn ang="0">
                    <a:pos x="1564" y="356"/>
                  </a:cxn>
                  <a:cxn ang="0">
                    <a:pos x="1538" y="231"/>
                  </a:cxn>
                  <a:cxn ang="0">
                    <a:pos x="1515" y="98"/>
                  </a:cxn>
                  <a:cxn ang="0">
                    <a:pos x="1353" y="70"/>
                  </a:cxn>
                  <a:cxn ang="0">
                    <a:pos x="1269" y="8"/>
                  </a:cxn>
                  <a:cxn ang="0">
                    <a:pos x="1120" y="37"/>
                  </a:cxn>
                  <a:cxn ang="0">
                    <a:pos x="1073" y="102"/>
                  </a:cxn>
                  <a:cxn ang="0">
                    <a:pos x="998" y="121"/>
                  </a:cxn>
                  <a:cxn ang="0">
                    <a:pos x="928" y="95"/>
                  </a:cxn>
                </a:cxnLst>
                <a:rect l="0" t="0" r="r" b="b"/>
                <a:pathLst>
                  <a:path w="1564" h="770">
                    <a:moveTo>
                      <a:pt x="881" y="76"/>
                    </a:moveTo>
                    <a:lnTo>
                      <a:pt x="875" y="105"/>
                    </a:lnTo>
                    <a:lnTo>
                      <a:pt x="810" y="131"/>
                    </a:lnTo>
                    <a:lnTo>
                      <a:pt x="795" y="164"/>
                    </a:lnTo>
                    <a:lnTo>
                      <a:pt x="783" y="198"/>
                    </a:lnTo>
                    <a:lnTo>
                      <a:pt x="701" y="233"/>
                    </a:lnTo>
                    <a:lnTo>
                      <a:pt x="683" y="276"/>
                    </a:lnTo>
                    <a:lnTo>
                      <a:pt x="687" y="336"/>
                    </a:lnTo>
                    <a:lnTo>
                      <a:pt x="712" y="395"/>
                    </a:lnTo>
                    <a:lnTo>
                      <a:pt x="714" y="424"/>
                    </a:lnTo>
                    <a:lnTo>
                      <a:pt x="685" y="437"/>
                    </a:lnTo>
                    <a:lnTo>
                      <a:pt x="669" y="409"/>
                    </a:lnTo>
                    <a:lnTo>
                      <a:pt x="615" y="409"/>
                    </a:lnTo>
                    <a:lnTo>
                      <a:pt x="572" y="395"/>
                    </a:lnTo>
                    <a:lnTo>
                      <a:pt x="556" y="413"/>
                    </a:lnTo>
                    <a:lnTo>
                      <a:pt x="432" y="429"/>
                    </a:lnTo>
                    <a:lnTo>
                      <a:pt x="360" y="476"/>
                    </a:lnTo>
                    <a:lnTo>
                      <a:pt x="310" y="476"/>
                    </a:lnTo>
                    <a:lnTo>
                      <a:pt x="261" y="446"/>
                    </a:lnTo>
                    <a:lnTo>
                      <a:pt x="218" y="442"/>
                    </a:lnTo>
                    <a:lnTo>
                      <a:pt x="193" y="467"/>
                    </a:lnTo>
                    <a:lnTo>
                      <a:pt x="181" y="492"/>
                    </a:lnTo>
                    <a:lnTo>
                      <a:pt x="162" y="503"/>
                    </a:lnTo>
                    <a:lnTo>
                      <a:pt x="126" y="485"/>
                    </a:lnTo>
                    <a:lnTo>
                      <a:pt x="106" y="454"/>
                    </a:lnTo>
                    <a:lnTo>
                      <a:pt x="73" y="445"/>
                    </a:lnTo>
                    <a:lnTo>
                      <a:pt x="38" y="446"/>
                    </a:lnTo>
                    <a:lnTo>
                      <a:pt x="0" y="462"/>
                    </a:lnTo>
                    <a:lnTo>
                      <a:pt x="27" y="492"/>
                    </a:lnTo>
                    <a:lnTo>
                      <a:pt x="57" y="509"/>
                    </a:lnTo>
                    <a:lnTo>
                      <a:pt x="62" y="538"/>
                    </a:lnTo>
                    <a:lnTo>
                      <a:pt x="62" y="578"/>
                    </a:lnTo>
                    <a:lnTo>
                      <a:pt x="40" y="607"/>
                    </a:lnTo>
                    <a:lnTo>
                      <a:pt x="62" y="624"/>
                    </a:lnTo>
                    <a:lnTo>
                      <a:pt x="102" y="641"/>
                    </a:lnTo>
                    <a:lnTo>
                      <a:pt x="136" y="646"/>
                    </a:lnTo>
                    <a:lnTo>
                      <a:pt x="164" y="631"/>
                    </a:lnTo>
                    <a:lnTo>
                      <a:pt x="193" y="652"/>
                    </a:lnTo>
                    <a:lnTo>
                      <a:pt x="241" y="666"/>
                    </a:lnTo>
                    <a:lnTo>
                      <a:pt x="257" y="663"/>
                    </a:lnTo>
                    <a:lnTo>
                      <a:pt x="317" y="645"/>
                    </a:lnTo>
                    <a:lnTo>
                      <a:pt x="387" y="615"/>
                    </a:lnTo>
                    <a:lnTo>
                      <a:pt x="459" y="611"/>
                    </a:lnTo>
                    <a:lnTo>
                      <a:pt x="495" y="603"/>
                    </a:lnTo>
                    <a:lnTo>
                      <a:pt x="513" y="590"/>
                    </a:lnTo>
                    <a:lnTo>
                      <a:pt x="536" y="587"/>
                    </a:lnTo>
                    <a:lnTo>
                      <a:pt x="546" y="593"/>
                    </a:lnTo>
                    <a:lnTo>
                      <a:pt x="546" y="611"/>
                    </a:lnTo>
                    <a:lnTo>
                      <a:pt x="552" y="641"/>
                    </a:lnTo>
                    <a:lnTo>
                      <a:pt x="565" y="668"/>
                    </a:lnTo>
                    <a:lnTo>
                      <a:pt x="610" y="697"/>
                    </a:lnTo>
                    <a:lnTo>
                      <a:pt x="626" y="700"/>
                    </a:lnTo>
                    <a:lnTo>
                      <a:pt x="662" y="725"/>
                    </a:lnTo>
                    <a:lnTo>
                      <a:pt x="777" y="739"/>
                    </a:lnTo>
                    <a:lnTo>
                      <a:pt x="826" y="756"/>
                    </a:lnTo>
                    <a:lnTo>
                      <a:pt x="859" y="758"/>
                    </a:lnTo>
                    <a:lnTo>
                      <a:pt x="918" y="758"/>
                    </a:lnTo>
                    <a:lnTo>
                      <a:pt x="1027" y="770"/>
                    </a:lnTo>
                    <a:lnTo>
                      <a:pt x="1060" y="750"/>
                    </a:lnTo>
                    <a:lnTo>
                      <a:pt x="1091" y="710"/>
                    </a:lnTo>
                    <a:lnTo>
                      <a:pt x="1140" y="697"/>
                    </a:lnTo>
                    <a:lnTo>
                      <a:pt x="1213" y="713"/>
                    </a:lnTo>
                    <a:lnTo>
                      <a:pt x="1230" y="682"/>
                    </a:lnTo>
                    <a:lnTo>
                      <a:pt x="1246" y="680"/>
                    </a:lnTo>
                    <a:lnTo>
                      <a:pt x="1312" y="688"/>
                    </a:lnTo>
                    <a:lnTo>
                      <a:pt x="1318" y="660"/>
                    </a:lnTo>
                    <a:lnTo>
                      <a:pt x="1350" y="644"/>
                    </a:lnTo>
                    <a:lnTo>
                      <a:pt x="1388" y="603"/>
                    </a:lnTo>
                    <a:lnTo>
                      <a:pt x="1429" y="593"/>
                    </a:lnTo>
                    <a:lnTo>
                      <a:pt x="1424" y="551"/>
                    </a:lnTo>
                    <a:lnTo>
                      <a:pt x="1426" y="517"/>
                    </a:lnTo>
                    <a:lnTo>
                      <a:pt x="1458" y="449"/>
                    </a:lnTo>
                    <a:lnTo>
                      <a:pt x="1433" y="417"/>
                    </a:lnTo>
                    <a:lnTo>
                      <a:pt x="1449" y="389"/>
                    </a:lnTo>
                    <a:lnTo>
                      <a:pt x="1546" y="387"/>
                    </a:lnTo>
                    <a:lnTo>
                      <a:pt x="1564" y="356"/>
                    </a:lnTo>
                    <a:lnTo>
                      <a:pt x="1564" y="282"/>
                    </a:lnTo>
                    <a:lnTo>
                      <a:pt x="1538" y="231"/>
                    </a:lnTo>
                    <a:lnTo>
                      <a:pt x="1515" y="150"/>
                    </a:lnTo>
                    <a:lnTo>
                      <a:pt x="1515" y="98"/>
                    </a:lnTo>
                    <a:lnTo>
                      <a:pt x="1485" y="60"/>
                    </a:lnTo>
                    <a:lnTo>
                      <a:pt x="1353" y="70"/>
                    </a:lnTo>
                    <a:lnTo>
                      <a:pt x="1300" y="23"/>
                    </a:lnTo>
                    <a:lnTo>
                      <a:pt x="1269" y="8"/>
                    </a:lnTo>
                    <a:lnTo>
                      <a:pt x="1142" y="0"/>
                    </a:lnTo>
                    <a:lnTo>
                      <a:pt x="1120" y="37"/>
                    </a:lnTo>
                    <a:lnTo>
                      <a:pt x="1109" y="70"/>
                    </a:lnTo>
                    <a:lnTo>
                      <a:pt x="1073" y="102"/>
                    </a:lnTo>
                    <a:lnTo>
                      <a:pt x="1041" y="116"/>
                    </a:lnTo>
                    <a:lnTo>
                      <a:pt x="998" y="121"/>
                    </a:lnTo>
                    <a:lnTo>
                      <a:pt x="956" y="116"/>
                    </a:lnTo>
                    <a:lnTo>
                      <a:pt x="928" y="95"/>
                    </a:lnTo>
                    <a:lnTo>
                      <a:pt x="881" y="76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GB" dirty="0">
                  <a:latin typeface="Trade Gothic LT Std" pitchFamily="50" charset="0"/>
                </a:endParaRPr>
              </a:p>
            </p:txBody>
          </p:sp>
          <p:sp>
            <p:nvSpPr>
              <p:cNvPr id="26" name="Freeform 1104">
                <a:extLst>
                  <a:ext uri="{FF2B5EF4-FFF2-40B4-BE49-F238E27FC236}">
                    <a16:creationId xmlns:a16="http://schemas.microsoft.com/office/drawing/2014/main" id="{B417F148-5BB5-075B-9231-C6CB70A63122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4656138" y="4295776"/>
                <a:ext cx="19050" cy="34925"/>
              </a:xfrm>
              <a:custGeom>
                <a:avLst/>
                <a:gdLst/>
                <a:ahLst/>
                <a:cxnLst>
                  <a:cxn ang="0">
                    <a:pos x="57" y="37"/>
                  </a:cxn>
                  <a:cxn ang="0">
                    <a:pos x="61" y="0"/>
                  </a:cxn>
                  <a:cxn ang="0">
                    <a:pos x="61" y="4"/>
                  </a:cxn>
                  <a:cxn ang="0">
                    <a:pos x="43" y="40"/>
                  </a:cxn>
                  <a:cxn ang="0">
                    <a:pos x="12" y="78"/>
                  </a:cxn>
                  <a:cxn ang="0">
                    <a:pos x="0" y="108"/>
                  </a:cxn>
                  <a:cxn ang="0">
                    <a:pos x="30" y="89"/>
                  </a:cxn>
                  <a:cxn ang="0">
                    <a:pos x="43" y="53"/>
                  </a:cxn>
                  <a:cxn ang="0">
                    <a:pos x="57" y="37"/>
                  </a:cxn>
                </a:cxnLst>
                <a:rect l="0" t="0" r="r" b="b"/>
                <a:pathLst>
                  <a:path w="61" h="108">
                    <a:moveTo>
                      <a:pt x="57" y="37"/>
                    </a:moveTo>
                    <a:lnTo>
                      <a:pt x="61" y="0"/>
                    </a:lnTo>
                    <a:lnTo>
                      <a:pt x="61" y="4"/>
                    </a:lnTo>
                    <a:lnTo>
                      <a:pt x="43" y="40"/>
                    </a:lnTo>
                    <a:lnTo>
                      <a:pt x="12" y="78"/>
                    </a:lnTo>
                    <a:lnTo>
                      <a:pt x="0" y="108"/>
                    </a:lnTo>
                    <a:lnTo>
                      <a:pt x="30" y="89"/>
                    </a:lnTo>
                    <a:lnTo>
                      <a:pt x="43" y="53"/>
                    </a:lnTo>
                    <a:lnTo>
                      <a:pt x="57" y="37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GB" dirty="0">
                  <a:latin typeface="Trade Gothic LT Std" pitchFamily="50" charset="0"/>
                </a:endParaRPr>
              </a:p>
            </p:txBody>
          </p:sp>
          <p:sp>
            <p:nvSpPr>
              <p:cNvPr id="27" name="Freeform 1105">
                <a:extLst>
                  <a:ext uri="{FF2B5EF4-FFF2-40B4-BE49-F238E27FC236}">
                    <a16:creationId xmlns:a16="http://schemas.microsoft.com/office/drawing/2014/main" id="{75B9935C-EA60-3D70-1FF1-A6ECDDD8D845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4605338" y="4456113"/>
                <a:ext cx="20638" cy="14288"/>
              </a:xfrm>
              <a:custGeom>
                <a:avLst/>
                <a:gdLst/>
                <a:ahLst/>
                <a:cxnLst>
                  <a:cxn ang="0">
                    <a:pos x="9" y="12"/>
                  </a:cxn>
                  <a:cxn ang="0">
                    <a:pos x="0" y="3"/>
                  </a:cxn>
                  <a:cxn ang="0">
                    <a:pos x="26" y="0"/>
                  </a:cxn>
                  <a:cxn ang="0">
                    <a:pos x="61" y="33"/>
                  </a:cxn>
                  <a:cxn ang="0">
                    <a:pos x="65" y="43"/>
                  </a:cxn>
                  <a:cxn ang="0">
                    <a:pos x="9" y="12"/>
                  </a:cxn>
                </a:cxnLst>
                <a:rect l="0" t="0" r="r" b="b"/>
                <a:pathLst>
                  <a:path w="65" h="43">
                    <a:moveTo>
                      <a:pt x="9" y="12"/>
                    </a:moveTo>
                    <a:lnTo>
                      <a:pt x="0" y="3"/>
                    </a:lnTo>
                    <a:lnTo>
                      <a:pt x="26" y="0"/>
                    </a:lnTo>
                    <a:lnTo>
                      <a:pt x="61" y="33"/>
                    </a:lnTo>
                    <a:lnTo>
                      <a:pt x="65" y="43"/>
                    </a:lnTo>
                    <a:lnTo>
                      <a:pt x="9" y="12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GB" dirty="0">
                  <a:latin typeface="Trade Gothic LT Std" pitchFamily="50" charset="0"/>
                </a:endParaRPr>
              </a:p>
            </p:txBody>
          </p:sp>
          <p:sp>
            <p:nvSpPr>
              <p:cNvPr id="28" name="Freeform 1106">
                <a:extLst>
                  <a:ext uri="{FF2B5EF4-FFF2-40B4-BE49-F238E27FC236}">
                    <a16:creationId xmlns:a16="http://schemas.microsoft.com/office/drawing/2014/main" id="{5F20B18C-28ED-7C2F-314A-A173B4833B0A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4591051" y="4464051"/>
                <a:ext cx="19050" cy="7938"/>
              </a:xfrm>
              <a:custGeom>
                <a:avLst/>
                <a:gdLst/>
                <a:ahLst/>
                <a:cxnLst>
                  <a:cxn ang="0">
                    <a:pos x="0" y="10"/>
                  </a:cxn>
                  <a:cxn ang="0">
                    <a:pos x="19" y="0"/>
                  </a:cxn>
                  <a:cxn ang="0">
                    <a:pos x="54" y="16"/>
                  </a:cxn>
                  <a:cxn ang="0">
                    <a:pos x="56" y="28"/>
                  </a:cxn>
                  <a:cxn ang="0">
                    <a:pos x="0" y="10"/>
                  </a:cxn>
                </a:cxnLst>
                <a:rect l="0" t="0" r="r" b="b"/>
                <a:pathLst>
                  <a:path w="56" h="28">
                    <a:moveTo>
                      <a:pt x="0" y="10"/>
                    </a:moveTo>
                    <a:lnTo>
                      <a:pt x="19" y="0"/>
                    </a:lnTo>
                    <a:lnTo>
                      <a:pt x="54" y="16"/>
                    </a:lnTo>
                    <a:lnTo>
                      <a:pt x="56" y="28"/>
                    </a:lnTo>
                    <a:lnTo>
                      <a:pt x="0" y="1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GB" dirty="0">
                  <a:latin typeface="Trade Gothic LT Std" pitchFamily="50" charset="0"/>
                </a:endParaRPr>
              </a:p>
            </p:txBody>
          </p:sp>
          <p:sp>
            <p:nvSpPr>
              <p:cNvPr id="29" name="Freeform 1107">
                <a:extLst>
                  <a:ext uri="{FF2B5EF4-FFF2-40B4-BE49-F238E27FC236}">
                    <a16:creationId xmlns:a16="http://schemas.microsoft.com/office/drawing/2014/main" id="{2ACAAC8D-FC41-6EEF-1276-E517E29EF3D9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4578351" y="4483101"/>
                <a:ext cx="7938" cy="11113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35"/>
                  </a:cxn>
                  <a:cxn ang="0">
                    <a:pos x="10" y="35"/>
                  </a:cxn>
                  <a:cxn ang="0">
                    <a:pos x="22" y="23"/>
                  </a:cxn>
                  <a:cxn ang="0">
                    <a:pos x="22" y="10"/>
                  </a:cxn>
                  <a:cxn ang="0">
                    <a:pos x="4" y="0"/>
                  </a:cxn>
                </a:cxnLst>
                <a:rect l="0" t="0" r="r" b="b"/>
                <a:pathLst>
                  <a:path w="22" h="35">
                    <a:moveTo>
                      <a:pt x="4" y="0"/>
                    </a:moveTo>
                    <a:lnTo>
                      <a:pt x="0" y="35"/>
                    </a:lnTo>
                    <a:lnTo>
                      <a:pt x="10" y="35"/>
                    </a:lnTo>
                    <a:lnTo>
                      <a:pt x="22" y="23"/>
                    </a:lnTo>
                    <a:lnTo>
                      <a:pt x="22" y="10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GB" dirty="0">
                  <a:latin typeface="Trade Gothic LT Std" pitchFamily="50" charset="0"/>
                </a:endParaRPr>
              </a:p>
            </p:txBody>
          </p:sp>
          <p:sp>
            <p:nvSpPr>
              <p:cNvPr id="30" name="Freeform 1108">
                <a:extLst>
                  <a:ext uri="{FF2B5EF4-FFF2-40B4-BE49-F238E27FC236}">
                    <a16:creationId xmlns:a16="http://schemas.microsoft.com/office/drawing/2014/main" id="{875AD22D-D360-A672-A1C5-8720AC72C23A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4572001" y="4275138"/>
                <a:ext cx="236538" cy="290513"/>
              </a:xfrm>
              <a:custGeom>
                <a:avLst/>
                <a:gdLst/>
                <a:ahLst/>
                <a:cxnLst>
                  <a:cxn ang="0">
                    <a:pos x="463" y="889"/>
                  </a:cxn>
                  <a:cxn ang="0">
                    <a:pos x="426" y="828"/>
                  </a:cxn>
                  <a:cxn ang="0">
                    <a:pos x="428" y="749"/>
                  </a:cxn>
                  <a:cxn ang="0">
                    <a:pos x="362" y="726"/>
                  </a:cxn>
                  <a:cxn ang="0">
                    <a:pos x="324" y="685"/>
                  </a:cxn>
                  <a:cxn ang="0">
                    <a:pos x="293" y="662"/>
                  </a:cxn>
                  <a:cxn ang="0">
                    <a:pos x="191" y="676"/>
                  </a:cxn>
                  <a:cxn ang="0">
                    <a:pos x="63" y="734"/>
                  </a:cxn>
                  <a:cxn ang="0">
                    <a:pos x="0" y="697"/>
                  </a:cxn>
                  <a:cxn ang="0">
                    <a:pos x="35" y="687"/>
                  </a:cxn>
                  <a:cxn ang="0">
                    <a:pos x="108" y="695"/>
                  </a:cxn>
                  <a:cxn ang="0">
                    <a:pos x="153" y="681"/>
                  </a:cxn>
                  <a:cxn ang="0">
                    <a:pos x="90" y="681"/>
                  </a:cxn>
                  <a:cxn ang="0">
                    <a:pos x="83" y="644"/>
                  </a:cxn>
                  <a:cxn ang="0">
                    <a:pos x="198" y="606"/>
                  </a:cxn>
                  <a:cxn ang="0">
                    <a:pos x="286" y="576"/>
                  </a:cxn>
                  <a:cxn ang="0">
                    <a:pos x="225" y="582"/>
                  </a:cxn>
                  <a:cxn ang="0">
                    <a:pos x="162" y="568"/>
                  </a:cxn>
                  <a:cxn ang="0">
                    <a:pos x="139" y="514"/>
                  </a:cxn>
                  <a:cxn ang="0">
                    <a:pos x="225" y="397"/>
                  </a:cxn>
                  <a:cxn ang="0">
                    <a:pos x="275" y="194"/>
                  </a:cxn>
                  <a:cxn ang="0">
                    <a:pos x="322" y="210"/>
                  </a:cxn>
                  <a:cxn ang="0">
                    <a:pos x="346" y="242"/>
                  </a:cxn>
                  <a:cxn ang="0">
                    <a:pos x="313" y="259"/>
                  </a:cxn>
                  <a:cxn ang="0">
                    <a:pos x="304" y="294"/>
                  </a:cxn>
                  <a:cxn ang="0">
                    <a:pos x="309" y="350"/>
                  </a:cxn>
                  <a:cxn ang="0">
                    <a:pos x="366" y="387"/>
                  </a:cxn>
                  <a:cxn ang="0">
                    <a:pos x="393" y="378"/>
                  </a:cxn>
                  <a:cxn ang="0">
                    <a:pos x="371" y="326"/>
                  </a:cxn>
                  <a:cxn ang="0">
                    <a:pos x="384" y="305"/>
                  </a:cxn>
                  <a:cxn ang="0">
                    <a:pos x="410" y="242"/>
                  </a:cxn>
                  <a:cxn ang="0">
                    <a:pos x="415" y="189"/>
                  </a:cxn>
                  <a:cxn ang="0">
                    <a:pos x="386" y="178"/>
                  </a:cxn>
                  <a:cxn ang="0">
                    <a:pos x="384" y="99"/>
                  </a:cxn>
                  <a:cxn ang="0">
                    <a:pos x="433" y="43"/>
                  </a:cxn>
                  <a:cxn ang="0">
                    <a:pos x="512" y="14"/>
                  </a:cxn>
                  <a:cxn ang="0">
                    <a:pos x="600" y="5"/>
                  </a:cxn>
                  <a:cxn ang="0">
                    <a:pos x="678" y="11"/>
                  </a:cxn>
                  <a:cxn ang="0">
                    <a:pos x="726" y="60"/>
                  </a:cxn>
                  <a:cxn ang="0">
                    <a:pos x="631" y="270"/>
                  </a:cxn>
                  <a:cxn ang="0">
                    <a:pos x="708" y="334"/>
                  </a:cxn>
                  <a:cxn ang="0">
                    <a:pos x="676" y="414"/>
                  </a:cxn>
                  <a:cxn ang="0">
                    <a:pos x="633" y="483"/>
                  </a:cxn>
                  <a:cxn ang="0">
                    <a:pos x="586" y="528"/>
                  </a:cxn>
                  <a:cxn ang="0">
                    <a:pos x="500" y="507"/>
                  </a:cxn>
                  <a:cxn ang="0">
                    <a:pos x="512" y="595"/>
                  </a:cxn>
                  <a:cxn ang="0">
                    <a:pos x="512" y="680"/>
                  </a:cxn>
                  <a:cxn ang="0">
                    <a:pos x="490" y="776"/>
                  </a:cxn>
                  <a:cxn ang="0">
                    <a:pos x="504" y="869"/>
                  </a:cxn>
                </a:cxnLst>
                <a:rect l="0" t="0" r="r" b="b"/>
                <a:pathLst>
                  <a:path w="726" h="889">
                    <a:moveTo>
                      <a:pt x="504" y="889"/>
                    </a:moveTo>
                    <a:lnTo>
                      <a:pt x="463" y="889"/>
                    </a:lnTo>
                    <a:lnTo>
                      <a:pt x="433" y="866"/>
                    </a:lnTo>
                    <a:lnTo>
                      <a:pt x="426" y="828"/>
                    </a:lnTo>
                    <a:lnTo>
                      <a:pt x="431" y="787"/>
                    </a:lnTo>
                    <a:lnTo>
                      <a:pt x="428" y="749"/>
                    </a:lnTo>
                    <a:lnTo>
                      <a:pt x="399" y="728"/>
                    </a:lnTo>
                    <a:lnTo>
                      <a:pt x="362" y="726"/>
                    </a:lnTo>
                    <a:lnTo>
                      <a:pt x="333" y="708"/>
                    </a:lnTo>
                    <a:lnTo>
                      <a:pt x="324" y="685"/>
                    </a:lnTo>
                    <a:lnTo>
                      <a:pt x="313" y="685"/>
                    </a:lnTo>
                    <a:lnTo>
                      <a:pt x="293" y="662"/>
                    </a:lnTo>
                    <a:lnTo>
                      <a:pt x="234" y="665"/>
                    </a:lnTo>
                    <a:lnTo>
                      <a:pt x="191" y="676"/>
                    </a:lnTo>
                    <a:lnTo>
                      <a:pt x="135" y="713"/>
                    </a:lnTo>
                    <a:lnTo>
                      <a:pt x="63" y="734"/>
                    </a:lnTo>
                    <a:lnTo>
                      <a:pt x="0" y="700"/>
                    </a:lnTo>
                    <a:lnTo>
                      <a:pt x="0" y="697"/>
                    </a:lnTo>
                    <a:lnTo>
                      <a:pt x="9" y="689"/>
                    </a:lnTo>
                    <a:lnTo>
                      <a:pt x="35" y="687"/>
                    </a:lnTo>
                    <a:lnTo>
                      <a:pt x="74" y="713"/>
                    </a:lnTo>
                    <a:lnTo>
                      <a:pt x="108" y="695"/>
                    </a:lnTo>
                    <a:lnTo>
                      <a:pt x="140" y="693"/>
                    </a:lnTo>
                    <a:lnTo>
                      <a:pt x="153" y="681"/>
                    </a:lnTo>
                    <a:lnTo>
                      <a:pt x="125" y="676"/>
                    </a:lnTo>
                    <a:lnTo>
                      <a:pt x="90" y="681"/>
                    </a:lnTo>
                    <a:lnTo>
                      <a:pt x="70" y="674"/>
                    </a:lnTo>
                    <a:lnTo>
                      <a:pt x="83" y="644"/>
                    </a:lnTo>
                    <a:lnTo>
                      <a:pt x="160" y="627"/>
                    </a:lnTo>
                    <a:lnTo>
                      <a:pt x="198" y="606"/>
                    </a:lnTo>
                    <a:lnTo>
                      <a:pt x="263" y="590"/>
                    </a:lnTo>
                    <a:lnTo>
                      <a:pt x="286" y="576"/>
                    </a:lnTo>
                    <a:lnTo>
                      <a:pt x="270" y="563"/>
                    </a:lnTo>
                    <a:lnTo>
                      <a:pt x="225" y="582"/>
                    </a:lnTo>
                    <a:lnTo>
                      <a:pt x="191" y="580"/>
                    </a:lnTo>
                    <a:lnTo>
                      <a:pt x="162" y="568"/>
                    </a:lnTo>
                    <a:lnTo>
                      <a:pt x="139" y="547"/>
                    </a:lnTo>
                    <a:lnTo>
                      <a:pt x="139" y="514"/>
                    </a:lnTo>
                    <a:lnTo>
                      <a:pt x="143" y="495"/>
                    </a:lnTo>
                    <a:lnTo>
                      <a:pt x="225" y="397"/>
                    </a:lnTo>
                    <a:lnTo>
                      <a:pt x="252" y="257"/>
                    </a:lnTo>
                    <a:lnTo>
                      <a:pt x="275" y="194"/>
                    </a:lnTo>
                    <a:lnTo>
                      <a:pt x="309" y="181"/>
                    </a:lnTo>
                    <a:lnTo>
                      <a:pt x="322" y="210"/>
                    </a:lnTo>
                    <a:lnTo>
                      <a:pt x="344" y="229"/>
                    </a:lnTo>
                    <a:lnTo>
                      <a:pt x="346" y="242"/>
                    </a:lnTo>
                    <a:lnTo>
                      <a:pt x="344" y="249"/>
                    </a:lnTo>
                    <a:lnTo>
                      <a:pt x="313" y="259"/>
                    </a:lnTo>
                    <a:lnTo>
                      <a:pt x="308" y="271"/>
                    </a:lnTo>
                    <a:lnTo>
                      <a:pt x="304" y="294"/>
                    </a:lnTo>
                    <a:lnTo>
                      <a:pt x="311" y="337"/>
                    </a:lnTo>
                    <a:lnTo>
                      <a:pt x="309" y="350"/>
                    </a:lnTo>
                    <a:lnTo>
                      <a:pt x="330" y="371"/>
                    </a:lnTo>
                    <a:lnTo>
                      <a:pt x="366" y="387"/>
                    </a:lnTo>
                    <a:lnTo>
                      <a:pt x="385" y="387"/>
                    </a:lnTo>
                    <a:lnTo>
                      <a:pt x="393" y="378"/>
                    </a:lnTo>
                    <a:lnTo>
                      <a:pt x="387" y="348"/>
                    </a:lnTo>
                    <a:lnTo>
                      <a:pt x="371" y="326"/>
                    </a:lnTo>
                    <a:lnTo>
                      <a:pt x="368" y="310"/>
                    </a:lnTo>
                    <a:lnTo>
                      <a:pt x="384" y="305"/>
                    </a:lnTo>
                    <a:lnTo>
                      <a:pt x="406" y="284"/>
                    </a:lnTo>
                    <a:lnTo>
                      <a:pt x="410" y="242"/>
                    </a:lnTo>
                    <a:lnTo>
                      <a:pt x="426" y="196"/>
                    </a:lnTo>
                    <a:lnTo>
                      <a:pt x="415" y="189"/>
                    </a:lnTo>
                    <a:lnTo>
                      <a:pt x="390" y="190"/>
                    </a:lnTo>
                    <a:lnTo>
                      <a:pt x="386" y="178"/>
                    </a:lnTo>
                    <a:lnTo>
                      <a:pt x="380" y="116"/>
                    </a:lnTo>
                    <a:lnTo>
                      <a:pt x="384" y="99"/>
                    </a:lnTo>
                    <a:lnTo>
                      <a:pt x="400" y="70"/>
                    </a:lnTo>
                    <a:lnTo>
                      <a:pt x="433" y="43"/>
                    </a:lnTo>
                    <a:lnTo>
                      <a:pt x="472" y="22"/>
                    </a:lnTo>
                    <a:lnTo>
                      <a:pt x="512" y="14"/>
                    </a:lnTo>
                    <a:lnTo>
                      <a:pt x="559" y="25"/>
                    </a:lnTo>
                    <a:lnTo>
                      <a:pt x="600" y="5"/>
                    </a:lnTo>
                    <a:lnTo>
                      <a:pt x="645" y="0"/>
                    </a:lnTo>
                    <a:lnTo>
                      <a:pt x="678" y="11"/>
                    </a:lnTo>
                    <a:lnTo>
                      <a:pt x="709" y="37"/>
                    </a:lnTo>
                    <a:lnTo>
                      <a:pt x="726" y="60"/>
                    </a:lnTo>
                    <a:lnTo>
                      <a:pt x="688" y="231"/>
                    </a:lnTo>
                    <a:lnTo>
                      <a:pt x="631" y="270"/>
                    </a:lnTo>
                    <a:lnTo>
                      <a:pt x="641" y="305"/>
                    </a:lnTo>
                    <a:lnTo>
                      <a:pt x="708" y="334"/>
                    </a:lnTo>
                    <a:lnTo>
                      <a:pt x="703" y="378"/>
                    </a:lnTo>
                    <a:lnTo>
                      <a:pt x="676" y="414"/>
                    </a:lnTo>
                    <a:lnTo>
                      <a:pt x="641" y="440"/>
                    </a:lnTo>
                    <a:lnTo>
                      <a:pt x="633" y="483"/>
                    </a:lnTo>
                    <a:lnTo>
                      <a:pt x="615" y="522"/>
                    </a:lnTo>
                    <a:lnTo>
                      <a:pt x="586" y="528"/>
                    </a:lnTo>
                    <a:lnTo>
                      <a:pt x="539" y="507"/>
                    </a:lnTo>
                    <a:lnTo>
                      <a:pt x="500" y="507"/>
                    </a:lnTo>
                    <a:lnTo>
                      <a:pt x="498" y="540"/>
                    </a:lnTo>
                    <a:lnTo>
                      <a:pt x="512" y="595"/>
                    </a:lnTo>
                    <a:lnTo>
                      <a:pt x="517" y="632"/>
                    </a:lnTo>
                    <a:lnTo>
                      <a:pt x="512" y="680"/>
                    </a:lnTo>
                    <a:lnTo>
                      <a:pt x="512" y="747"/>
                    </a:lnTo>
                    <a:lnTo>
                      <a:pt x="490" y="776"/>
                    </a:lnTo>
                    <a:lnTo>
                      <a:pt x="487" y="803"/>
                    </a:lnTo>
                    <a:lnTo>
                      <a:pt x="504" y="869"/>
                    </a:lnTo>
                    <a:lnTo>
                      <a:pt x="504" y="889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GB" dirty="0">
                  <a:latin typeface="Trade Gothic LT Std" pitchFamily="50" charset="0"/>
                </a:endParaRPr>
              </a:p>
            </p:txBody>
          </p:sp>
          <p:sp>
            <p:nvSpPr>
              <p:cNvPr id="31" name="Freeform 1109">
                <a:extLst>
                  <a:ext uri="{FF2B5EF4-FFF2-40B4-BE49-F238E27FC236}">
                    <a16:creationId xmlns:a16="http://schemas.microsoft.com/office/drawing/2014/main" id="{03A0F200-D9F6-9EF7-23D3-90AAF19C33B7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4910138" y="5321301"/>
                <a:ext cx="63500" cy="149225"/>
              </a:xfrm>
              <a:custGeom>
                <a:avLst/>
                <a:gdLst/>
                <a:ahLst/>
                <a:cxnLst>
                  <a:cxn ang="0">
                    <a:pos x="149" y="0"/>
                  </a:cxn>
                  <a:cxn ang="0">
                    <a:pos x="167" y="10"/>
                  </a:cxn>
                  <a:cxn ang="0">
                    <a:pos x="172" y="121"/>
                  </a:cxn>
                  <a:cxn ang="0">
                    <a:pos x="192" y="221"/>
                  </a:cxn>
                  <a:cxn ang="0">
                    <a:pos x="186" y="262"/>
                  </a:cxn>
                  <a:cxn ang="0">
                    <a:pos x="172" y="297"/>
                  </a:cxn>
                  <a:cxn ang="0">
                    <a:pos x="166" y="334"/>
                  </a:cxn>
                  <a:cxn ang="0">
                    <a:pos x="149" y="387"/>
                  </a:cxn>
                  <a:cxn ang="0">
                    <a:pos x="125" y="432"/>
                  </a:cxn>
                  <a:cxn ang="0">
                    <a:pos x="123" y="454"/>
                  </a:cxn>
                  <a:cxn ang="0">
                    <a:pos x="104" y="426"/>
                  </a:cxn>
                  <a:cxn ang="0">
                    <a:pos x="83" y="420"/>
                  </a:cxn>
                  <a:cxn ang="0">
                    <a:pos x="59" y="407"/>
                  </a:cxn>
                  <a:cxn ang="0">
                    <a:pos x="48" y="387"/>
                  </a:cxn>
                  <a:cxn ang="0">
                    <a:pos x="50" y="355"/>
                  </a:cxn>
                  <a:cxn ang="0">
                    <a:pos x="26" y="346"/>
                  </a:cxn>
                  <a:cxn ang="0">
                    <a:pos x="19" y="324"/>
                  </a:cxn>
                  <a:cxn ang="0">
                    <a:pos x="14" y="244"/>
                  </a:cxn>
                  <a:cxn ang="0">
                    <a:pos x="0" y="225"/>
                  </a:cxn>
                  <a:cxn ang="0">
                    <a:pos x="0" y="165"/>
                  </a:cxn>
                  <a:cxn ang="0">
                    <a:pos x="19" y="117"/>
                  </a:cxn>
                  <a:cxn ang="0">
                    <a:pos x="34" y="121"/>
                  </a:cxn>
                  <a:cxn ang="0">
                    <a:pos x="59" y="110"/>
                  </a:cxn>
                  <a:cxn ang="0">
                    <a:pos x="100" y="80"/>
                  </a:cxn>
                  <a:cxn ang="0">
                    <a:pos x="133" y="71"/>
                  </a:cxn>
                  <a:cxn ang="0">
                    <a:pos x="143" y="53"/>
                  </a:cxn>
                  <a:cxn ang="0">
                    <a:pos x="149" y="0"/>
                  </a:cxn>
                </a:cxnLst>
                <a:rect l="0" t="0" r="r" b="b"/>
                <a:pathLst>
                  <a:path w="192" h="454">
                    <a:moveTo>
                      <a:pt x="149" y="0"/>
                    </a:moveTo>
                    <a:lnTo>
                      <a:pt x="167" y="10"/>
                    </a:lnTo>
                    <a:lnTo>
                      <a:pt x="172" y="121"/>
                    </a:lnTo>
                    <a:lnTo>
                      <a:pt x="192" y="221"/>
                    </a:lnTo>
                    <a:lnTo>
                      <a:pt x="186" y="262"/>
                    </a:lnTo>
                    <a:lnTo>
                      <a:pt x="172" y="297"/>
                    </a:lnTo>
                    <a:lnTo>
                      <a:pt x="166" y="334"/>
                    </a:lnTo>
                    <a:lnTo>
                      <a:pt x="149" y="387"/>
                    </a:lnTo>
                    <a:lnTo>
                      <a:pt x="125" y="432"/>
                    </a:lnTo>
                    <a:lnTo>
                      <a:pt x="123" y="454"/>
                    </a:lnTo>
                    <a:lnTo>
                      <a:pt x="104" y="426"/>
                    </a:lnTo>
                    <a:lnTo>
                      <a:pt x="83" y="420"/>
                    </a:lnTo>
                    <a:lnTo>
                      <a:pt x="59" y="407"/>
                    </a:lnTo>
                    <a:lnTo>
                      <a:pt x="48" y="387"/>
                    </a:lnTo>
                    <a:lnTo>
                      <a:pt x="50" y="355"/>
                    </a:lnTo>
                    <a:lnTo>
                      <a:pt x="26" y="346"/>
                    </a:lnTo>
                    <a:lnTo>
                      <a:pt x="19" y="324"/>
                    </a:lnTo>
                    <a:lnTo>
                      <a:pt x="14" y="244"/>
                    </a:lnTo>
                    <a:lnTo>
                      <a:pt x="0" y="225"/>
                    </a:lnTo>
                    <a:lnTo>
                      <a:pt x="0" y="165"/>
                    </a:lnTo>
                    <a:lnTo>
                      <a:pt x="19" y="117"/>
                    </a:lnTo>
                    <a:lnTo>
                      <a:pt x="34" y="121"/>
                    </a:lnTo>
                    <a:lnTo>
                      <a:pt x="59" y="110"/>
                    </a:lnTo>
                    <a:lnTo>
                      <a:pt x="100" y="80"/>
                    </a:lnTo>
                    <a:lnTo>
                      <a:pt x="133" y="71"/>
                    </a:lnTo>
                    <a:lnTo>
                      <a:pt x="143" y="53"/>
                    </a:lnTo>
                    <a:lnTo>
                      <a:pt x="149" y="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GB" dirty="0">
                  <a:latin typeface="Trade Gothic LT Std" pitchFamily="50" charset="0"/>
                </a:endParaRPr>
              </a:p>
            </p:txBody>
          </p:sp>
          <p:sp>
            <p:nvSpPr>
              <p:cNvPr id="32" name="Freeform 1110">
                <a:extLst>
                  <a:ext uri="{FF2B5EF4-FFF2-40B4-BE49-F238E27FC236}">
                    <a16:creationId xmlns:a16="http://schemas.microsoft.com/office/drawing/2014/main" id="{46481AC8-0E33-3B6E-6DEA-EAF52152CF97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3714751" y="5407026"/>
                <a:ext cx="214313" cy="436563"/>
              </a:xfrm>
              <a:custGeom>
                <a:avLst/>
                <a:gdLst/>
                <a:ahLst/>
                <a:cxnLst>
                  <a:cxn ang="0">
                    <a:pos x="406" y="1224"/>
                  </a:cxn>
                  <a:cxn ang="0">
                    <a:pos x="433" y="1146"/>
                  </a:cxn>
                  <a:cxn ang="0">
                    <a:pos x="510" y="1072"/>
                  </a:cxn>
                  <a:cxn ang="0">
                    <a:pos x="465" y="992"/>
                  </a:cxn>
                  <a:cxn ang="0">
                    <a:pos x="454" y="890"/>
                  </a:cxn>
                  <a:cxn ang="0">
                    <a:pos x="494" y="811"/>
                  </a:cxn>
                  <a:cxn ang="0">
                    <a:pos x="441" y="724"/>
                  </a:cxn>
                  <a:cxn ang="0">
                    <a:pos x="461" y="641"/>
                  </a:cxn>
                  <a:cxn ang="0">
                    <a:pos x="537" y="587"/>
                  </a:cxn>
                  <a:cxn ang="0">
                    <a:pos x="514" y="513"/>
                  </a:cxn>
                  <a:cxn ang="0">
                    <a:pos x="537" y="432"/>
                  </a:cxn>
                  <a:cxn ang="0">
                    <a:pos x="546" y="327"/>
                  </a:cxn>
                  <a:cxn ang="0">
                    <a:pos x="631" y="209"/>
                  </a:cxn>
                  <a:cxn ang="0">
                    <a:pos x="661" y="125"/>
                  </a:cxn>
                  <a:cxn ang="0">
                    <a:pos x="611" y="55"/>
                  </a:cxn>
                  <a:cxn ang="0">
                    <a:pos x="490" y="41"/>
                  </a:cxn>
                  <a:cxn ang="0">
                    <a:pos x="352" y="58"/>
                  </a:cxn>
                  <a:cxn ang="0">
                    <a:pos x="275" y="46"/>
                  </a:cxn>
                  <a:cxn ang="0">
                    <a:pos x="219" y="9"/>
                  </a:cxn>
                  <a:cxn ang="0">
                    <a:pos x="133" y="71"/>
                  </a:cxn>
                  <a:cxn ang="0">
                    <a:pos x="172" y="278"/>
                  </a:cxn>
                  <a:cxn ang="0">
                    <a:pos x="142" y="389"/>
                  </a:cxn>
                  <a:cxn ang="0">
                    <a:pos x="119" y="483"/>
                  </a:cxn>
                  <a:cxn ang="0">
                    <a:pos x="106" y="578"/>
                  </a:cxn>
                  <a:cxn ang="0">
                    <a:pos x="61" y="690"/>
                  </a:cxn>
                  <a:cxn ang="0">
                    <a:pos x="16" y="823"/>
                  </a:cxn>
                  <a:cxn ang="0">
                    <a:pos x="3" y="889"/>
                  </a:cxn>
                  <a:cxn ang="0">
                    <a:pos x="70" y="968"/>
                  </a:cxn>
                  <a:cxn ang="0">
                    <a:pos x="151" y="947"/>
                  </a:cxn>
                  <a:cxn ang="0">
                    <a:pos x="137" y="979"/>
                  </a:cxn>
                  <a:cxn ang="0">
                    <a:pos x="131" y="1082"/>
                  </a:cxn>
                  <a:cxn ang="0">
                    <a:pos x="137" y="1191"/>
                  </a:cxn>
                  <a:cxn ang="0">
                    <a:pos x="110" y="1272"/>
                  </a:cxn>
                  <a:cxn ang="0">
                    <a:pos x="119" y="1326"/>
                  </a:cxn>
                  <a:cxn ang="0">
                    <a:pos x="205" y="1314"/>
                  </a:cxn>
                  <a:cxn ang="0">
                    <a:pos x="287" y="1328"/>
                  </a:cxn>
                  <a:cxn ang="0">
                    <a:pos x="361" y="1317"/>
                  </a:cxn>
                  <a:cxn ang="0">
                    <a:pos x="420" y="1287"/>
                  </a:cxn>
                </a:cxnLst>
                <a:rect l="0" t="0" r="r" b="b"/>
                <a:pathLst>
                  <a:path w="661" h="1328">
                    <a:moveTo>
                      <a:pt x="420" y="1287"/>
                    </a:moveTo>
                    <a:lnTo>
                      <a:pt x="406" y="1224"/>
                    </a:lnTo>
                    <a:lnTo>
                      <a:pt x="404" y="1184"/>
                    </a:lnTo>
                    <a:lnTo>
                      <a:pt x="433" y="1146"/>
                    </a:lnTo>
                    <a:lnTo>
                      <a:pt x="485" y="1105"/>
                    </a:lnTo>
                    <a:lnTo>
                      <a:pt x="510" y="1072"/>
                    </a:lnTo>
                    <a:lnTo>
                      <a:pt x="498" y="1030"/>
                    </a:lnTo>
                    <a:lnTo>
                      <a:pt x="465" y="992"/>
                    </a:lnTo>
                    <a:lnTo>
                      <a:pt x="451" y="943"/>
                    </a:lnTo>
                    <a:lnTo>
                      <a:pt x="454" y="890"/>
                    </a:lnTo>
                    <a:lnTo>
                      <a:pt x="481" y="845"/>
                    </a:lnTo>
                    <a:lnTo>
                      <a:pt x="494" y="811"/>
                    </a:lnTo>
                    <a:lnTo>
                      <a:pt x="485" y="792"/>
                    </a:lnTo>
                    <a:lnTo>
                      <a:pt x="441" y="724"/>
                    </a:lnTo>
                    <a:lnTo>
                      <a:pt x="428" y="665"/>
                    </a:lnTo>
                    <a:lnTo>
                      <a:pt x="461" y="641"/>
                    </a:lnTo>
                    <a:lnTo>
                      <a:pt x="502" y="629"/>
                    </a:lnTo>
                    <a:lnTo>
                      <a:pt x="537" y="587"/>
                    </a:lnTo>
                    <a:lnTo>
                      <a:pt x="539" y="551"/>
                    </a:lnTo>
                    <a:lnTo>
                      <a:pt x="514" y="513"/>
                    </a:lnTo>
                    <a:lnTo>
                      <a:pt x="514" y="486"/>
                    </a:lnTo>
                    <a:lnTo>
                      <a:pt x="537" y="432"/>
                    </a:lnTo>
                    <a:lnTo>
                      <a:pt x="546" y="377"/>
                    </a:lnTo>
                    <a:lnTo>
                      <a:pt x="546" y="327"/>
                    </a:lnTo>
                    <a:lnTo>
                      <a:pt x="551" y="290"/>
                    </a:lnTo>
                    <a:lnTo>
                      <a:pt x="631" y="209"/>
                    </a:lnTo>
                    <a:lnTo>
                      <a:pt x="661" y="155"/>
                    </a:lnTo>
                    <a:lnTo>
                      <a:pt x="661" y="125"/>
                    </a:lnTo>
                    <a:lnTo>
                      <a:pt x="631" y="93"/>
                    </a:lnTo>
                    <a:lnTo>
                      <a:pt x="611" y="55"/>
                    </a:lnTo>
                    <a:lnTo>
                      <a:pt x="553" y="43"/>
                    </a:lnTo>
                    <a:lnTo>
                      <a:pt x="490" y="41"/>
                    </a:lnTo>
                    <a:lnTo>
                      <a:pt x="441" y="66"/>
                    </a:lnTo>
                    <a:lnTo>
                      <a:pt x="352" y="58"/>
                    </a:lnTo>
                    <a:lnTo>
                      <a:pt x="303" y="63"/>
                    </a:lnTo>
                    <a:lnTo>
                      <a:pt x="275" y="46"/>
                    </a:lnTo>
                    <a:lnTo>
                      <a:pt x="271" y="0"/>
                    </a:lnTo>
                    <a:lnTo>
                      <a:pt x="219" y="9"/>
                    </a:lnTo>
                    <a:lnTo>
                      <a:pt x="164" y="32"/>
                    </a:lnTo>
                    <a:lnTo>
                      <a:pt x="133" y="71"/>
                    </a:lnTo>
                    <a:lnTo>
                      <a:pt x="164" y="237"/>
                    </a:lnTo>
                    <a:lnTo>
                      <a:pt x="172" y="278"/>
                    </a:lnTo>
                    <a:lnTo>
                      <a:pt x="158" y="305"/>
                    </a:lnTo>
                    <a:lnTo>
                      <a:pt x="142" y="389"/>
                    </a:lnTo>
                    <a:lnTo>
                      <a:pt x="131" y="422"/>
                    </a:lnTo>
                    <a:lnTo>
                      <a:pt x="119" y="483"/>
                    </a:lnTo>
                    <a:lnTo>
                      <a:pt x="115" y="539"/>
                    </a:lnTo>
                    <a:lnTo>
                      <a:pt x="106" y="578"/>
                    </a:lnTo>
                    <a:lnTo>
                      <a:pt x="84" y="645"/>
                    </a:lnTo>
                    <a:lnTo>
                      <a:pt x="61" y="690"/>
                    </a:lnTo>
                    <a:lnTo>
                      <a:pt x="16" y="755"/>
                    </a:lnTo>
                    <a:lnTo>
                      <a:pt x="16" y="823"/>
                    </a:lnTo>
                    <a:lnTo>
                      <a:pt x="0" y="878"/>
                    </a:lnTo>
                    <a:lnTo>
                      <a:pt x="3" y="889"/>
                    </a:lnTo>
                    <a:lnTo>
                      <a:pt x="34" y="908"/>
                    </a:lnTo>
                    <a:lnTo>
                      <a:pt x="70" y="968"/>
                    </a:lnTo>
                    <a:lnTo>
                      <a:pt x="97" y="956"/>
                    </a:lnTo>
                    <a:lnTo>
                      <a:pt x="151" y="947"/>
                    </a:lnTo>
                    <a:lnTo>
                      <a:pt x="149" y="963"/>
                    </a:lnTo>
                    <a:lnTo>
                      <a:pt x="137" y="979"/>
                    </a:lnTo>
                    <a:lnTo>
                      <a:pt x="140" y="1038"/>
                    </a:lnTo>
                    <a:lnTo>
                      <a:pt x="131" y="1082"/>
                    </a:lnTo>
                    <a:lnTo>
                      <a:pt x="137" y="1107"/>
                    </a:lnTo>
                    <a:lnTo>
                      <a:pt x="137" y="1191"/>
                    </a:lnTo>
                    <a:lnTo>
                      <a:pt x="131" y="1224"/>
                    </a:lnTo>
                    <a:lnTo>
                      <a:pt x="110" y="1272"/>
                    </a:lnTo>
                    <a:lnTo>
                      <a:pt x="108" y="1312"/>
                    </a:lnTo>
                    <a:lnTo>
                      <a:pt x="119" y="1326"/>
                    </a:lnTo>
                    <a:lnTo>
                      <a:pt x="160" y="1314"/>
                    </a:lnTo>
                    <a:lnTo>
                      <a:pt x="205" y="1314"/>
                    </a:lnTo>
                    <a:lnTo>
                      <a:pt x="253" y="1317"/>
                    </a:lnTo>
                    <a:lnTo>
                      <a:pt x="287" y="1328"/>
                    </a:lnTo>
                    <a:lnTo>
                      <a:pt x="328" y="1328"/>
                    </a:lnTo>
                    <a:lnTo>
                      <a:pt x="361" y="1317"/>
                    </a:lnTo>
                    <a:lnTo>
                      <a:pt x="388" y="1299"/>
                    </a:lnTo>
                    <a:lnTo>
                      <a:pt x="420" y="1287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GB" dirty="0">
                  <a:latin typeface="Trade Gothic LT Std" pitchFamily="50" charset="0"/>
                </a:endParaRPr>
              </a:p>
            </p:txBody>
          </p:sp>
          <p:sp>
            <p:nvSpPr>
              <p:cNvPr id="33" name="Freeform 1111">
                <a:extLst>
                  <a:ext uri="{FF2B5EF4-FFF2-40B4-BE49-F238E27FC236}">
                    <a16:creationId xmlns:a16="http://schemas.microsoft.com/office/drawing/2014/main" id="{DB07F731-63EA-892D-FEC4-40D5D3420B26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4968876" y="4906963"/>
                <a:ext cx="19050" cy="38100"/>
              </a:xfrm>
              <a:custGeom>
                <a:avLst/>
                <a:gdLst/>
                <a:ahLst/>
                <a:cxnLst>
                  <a:cxn ang="0">
                    <a:pos x="29" y="116"/>
                  </a:cxn>
                  <a:cxn ang="0">
                    <a:pos x="51" y="87"/>
                  </a:cxn>
                  <a:cxn ang="0">
                    <a:pos x="51" y="47"/>
                  </a:cxn>
                  <a:cxn ang="0">
                    <a:pos x="46" y="18"/>
                  </a:cxn>
                  <a:cxn ang="0">
                    <a:pos x="16" y="0"/>
                  </a:cxn>
                  <a:cxn ang="0">
                    <a:pos x="5" y="35"/>
                  </a:cxn>
                  <a:cxn ang="0">
                    <a:pos x="0" y="71"/>
                  </a:cxn>
                  <a:cxn ang="0">
                    <a:pos x="29" y="116"/>
                  </a:cxn>
                </a:cxnLst>
                <a:rect l="0" t="0" r="r" b="b"/>
                <a:pathLst>
                  <a:path w="51" h="116">
                    <a:moveTo>
                      <a:pt x="29" y="116"/>
                    </a:moveTo>
                    <a:lnTo>
                      <a:pt x="51" y="87"/>
                    </a:lnTo>
                    <a:lnTo>
                      <a:pt x="51" y="47"/>
                    </a:lnTo>
                    <a:lnTo>
                      <a:pt x="46" y="18"/>
                    </a:lnTo>
                    <a:lnTo>
                      <a:pt x="16" y="0"/>
                    </a:lnTo>
                    <a:lnTo>
                      <a:pt x="5" y="35"/>
                    </a:lnTo>
                    <a:lnTo>
                      <a:pt x="0" y="71"/>
                    </a:lnTo>
                    <a:lnTo>
                      <a:pt x="29" y="116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GB" dirty="0">
                  <a:latin typeface="Trade Gothic LT Std" pitchFamily="50" charset="0"/>
                </a:endParaRPr>
              </a:p>
            </p:txBody>
          </p:sp>
          <p:sp>
            <p:nvSpPr>
              <p:cNvPr id="34" name="Freeform 1112">
                <a:extLst>
                  <a:ext uri="{FF2B5EF4-FFF2-40B4-BE49-F238E27FC236}">
                    <a16:creationId xmlns:a16="http://schemas.microsoft.com/office/drawing/2014/main" id="{8A7BCCCF-16B2-1395-0E55-A460FA028AEC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5384801" y="5103813"/>
                <a:ext cx="263525" cy="265113"/>
              </a:xfrm>
              <a:custGeom>
                <a:avLst/>
                <a:gdLst/>
                <a:ahLst/>
                <a:cxnLst>
                  <a:cxn ang="0">
                    <a:pos x="542" y="781"/>
                  </a:cxn>
                  <a:cxn ang="0">
                    <a:pos x="481" y="723"/>
                  </a:cxn>
                  <a:cxn ang="0">
                    <a:pos x="426" y="677"/>
                  </a:cxn>
                  <a:cxn ang="0">
                    <a:pos x="368" y="673"/>
                  </a:cxn>
                  <a:cxn ang="0">
                    <a:pos x="305" y="526"/>
                  </a:cxn>
                  <a:cxn ang="0">
                    <a:pos x="195" y="427"/>
                  </a:cxn>
                  <a:cxn ang="0">
                    <a:pos x="132" y="352"/>
                  </a:cxn>
                  <a:cxn ang="0">
                    <a:pos x="87" y="276"/>
                  </a:cxn>
                  <a:cxn ang="0">
                    <a:pos x="80" y="226"/>
                  </a:cxn>
                  <a:cxn ang="0">
                    <a:pos x="28" y="154"/>
                  </a:cxn>
                  <a:cxn ang="0">
                    <a:pos x="13" y="112"/>
                  </a:cxn>
                  <a:cxn ang="0">
                    <a:pos x="31" y="5"/>
                  </a:cxn>
                  <a:cxn ang="0">
                    <a:pos x="116" y="75"/>
                  </a:cxn>
                  <a:cxn ang="0">
                    <a:pos x="230" y="20"/>
                  </a:cxn>
                  <a:cxn ang="0">
                    <a:pos x="296" y="35"/>
                  </a:cxn>
                  <a:cxn ang="0">
                    <a:pos x="335" y="39"/>
                  </a:cxn>
                  <a:cxn ang="0">
                    <a:pos x="403" y="41"/>
                  </a:cxn>
                  <a:cxn ang="0">
                    <a:pos x="467" y="38"/>
                  </a:cxn>
                  <a:cxn ang="0">
                    <a:pos x="504" y="60"/>
                  </a:cxn>
                  <a:cxn ang="0">
                    <a:pos x="570" y="71"/>
                  </a:cxn>
                  <a:cxn ang="0">
                    <a:pos x="604" y="57"/>
                  </a:cxn>
                  <a:cxn ang="0">
                    <a:pos x="625" y="110"/>
                  </a:cxn>
                  <a:cxn ang="0">
                    <a:pos x="698" y="106"/>
                  </a:cxn>
                  <a:cxn ang="0">
                    <a:pos x="745" y="133"/>
                  </a:cxn>
                  <a:cxn ang="0">
                    <a:pos x="709" y="217"/>
                  </a:cxn>
                  <a:cxn ang="0">
                    <a:pos x="706" y="240"/>
                  </a:cxn>
                  <a:cxn ang="0">
                    <a:pos x="715" y="287"/>
                  </a:cxn>
                  <a:cxn ang="0">
                    <a:pos x="744" y="302"/>
                  </a:cxn>
                  <a:cxn ang="0">
                    <a:pos x="772" y="328"/>
                  </a:cxn>
                  <a:cxn ang="0">
                    <a:pos x="791" y="351"/>
                  </a:cxn>
                  <a:cxn ang="0">
                    <a:pos x="786" y="381"/>
                  </a:cxn>
                  <a:cxn ang="0">
                    <a:pos x="728" y="371"/>
                  </a:cxn>
                  <a:cxn ang="0">
                    <a:pos x="751" y="409"/>
                  </a:cxn>
                  <a:cxn ang="0">
                    <a:pos x="781" y="475"/>
                  </a:cxn>
                  <a:cxn ang="0">
                    <a:pos x="757" y="482"/>
                  </a:cxn>
                  <a:cxn ang="0">
                    <a:pos x="721" y="505"/>
                  </a:cxn>
                  <a:cxn ang="0">
                    <a:pos x="689" y="510"/>
                  </a:cxn>
                  <a:cxn ang="0">
                    <a:pos x="660" y="514"/>
                  </a:cxn>
                  <a:cxn ang="0">
                    <a:pos x="681" y="549"/>
                  </a:cxn>
                  <a:cxn ang="0">
                    <a:pos x="684" y="589"/>
                  </a:cxn>
                  <a:cxn ang="0">
                    <a:pos x="663" y="562"/>
                  </a:cxn>
                  <a:cxn ang="0">
                    <a:pos x="609" y="584"/>
                  </a:cxn>
                  <a:cxn ang="0">
                    <a:pos x="598" y="639"/>
                  </a:cxn>
                  <a:cxn ang="0">
                    <a:pos x="564" y="659"/>
                  </a:cxn>
                  <a:cxn ang="0">
                    <a:pos x="559" y="707"/>
                  </a:cxn>
                  <a:cxn ang="0">
                    <a:pos x="578" y="753"/>
                  </a:cxn>
                </a:cxnLst>
                <a:rect l="0" t="0" r="r" b="b"/>
                <a:pathLst>
                  <a:path w="803" h="810">
                    <a:moveTo>
                      <a:pt x="558" y="810"/>
                    </a:moveTo>
                    <a:lnTo>
                      <a:pt x="559" y="783"/>
                    </a:lnTo>
                    <a:lnTo>
                      <a:pt x="542" y="781"/>
                    </a:lnTo>
                    <a:lnTo>
                      <a:pt x="543" y="762"/>
                    </a:lnTo>
                    <a:lnTo>
                      <a:pt x="513" y="757"/>
                    </a:lnTo>
                    <a:lnTo>
                      <a:pt x="481" y="723"/>
                    </a:lnTo>
                    <a:lnTo>
                      <a:pt x="456" y="719"/>
                    </a:lnTo>
                    <a:lnTo>
                      <a:pt x="428" y="696"/>
                    </a:lnTo>
                    <a:lnTo>
                      <a:pt x="426" y="677"/>
                    </a:lnTo>
                    <a:lnTo>
                      <a:pt x="399" y="674"/>
                    </a:lnTo>
                    <a:lnTo>
                      <a:pt x="372" y="690"/>
                    </a:lnTo>
                    <a:lnTo>
                      <a:pt x="368" y="673"/>
                    </a:lnTo>
                    <a:lnTo>
                      <a:pt x="395" y="657"/>
                    </a:lnTo>
                    <a:lnTo>
                      <a:pt x="311" y="568"/>
                    </a:lnTo>
                    <a:lnTo>
                      <a:pt x="305" y="526"/>
                    </a:lnTo>
                    <a:lnTo>
                      <a:pt x="290" y="511"/>
                    </a:lnTo>
                    <a:lnTo>
                      <a:pt x="270" y="503"/>
                    </a:lnTo>
                    <a:lnTo>
                      <a:pt x="195" y="427"/>
                    </a:lnTo>
                    <a:lnTo>
                      <a:pt x="193" y="409"/>
                    </a:lnTo>
                    <a:lnTo>
                      <a:pt x="158" y="360"/>
                    </a:lnTo>
                    <a:lnTo>
                      <a:pt x="132" y="352"/>
                    </a:lnTo>
                    <a:lnTo>
                      <a:pt x="101" y="303"/>
                    </a:lnTo>
                    <a:lnTo>
                      <a:pt x="84" y="303"/>
                    </a:lnTo>
                    <a:lnTo>
                      <a:pt x="87" y="276"/>
                    </a:lnTo>
                    <a:lnTo>
                      <a:pt x="95" y="267"/>
                    </a:lnTo>
                    <a:lnTo>
                      <a:pt x="80" y="247"/>
                    </a:lnTo>
                    <a:lnTo>
                      <a:pt x="80" y="226"/>
                    </a:lnTo>
                    <a:lnTo>
                      <a:pt x="60" y="203"/>
                    </a:lnTo>
                    <a:lnTo>
                      <a:pt x="45" y="158"/>
                    </a:lnTo>
                    <a:lnTo>
                      <a:pt x="28" y="154"/>
                    </a:lnTo>
                    <a:lnTo>
                      <a:pt x="0" y="130"/>
                    </a:lnTo>
                    <a:lnTo>
                      <a:pt x="1" y="121"/>
                    </a:lnTo>
                    <a:lnTo>
                      <a:pt x="13" y="112"/>
                    </a:lnTo>
                    <a:lnTo>
                      <a:pt x="9" y="98"/>
                    </a:lnTo>
                    <a:lnTo>
                      <a:pt x="10" y="27"/>
                    </a:lnTo>
                    <a:lnTo>
                      <a:pt x="31" y="5"/>
                    </a:lnTo>
                    <a:lnTo>
                      <a:pt x="63" y="11"/>
                    </a:lnTo>
                    <a:lnTo>
                      <a:pt x="66" y="22"/>
                    </a:lnTo>
                    <a:lnTo>
                      <a:pt x="116" y="75"/>
                    </a:lnTo>
                    <a:lnTo>
                      <a:pt x="126" y="77"/>
                    </a:lnTo>
                    <a:lnTo>
                      <a:pt x="161" y="12"/>
                    </a:lnTo>
                    <a:lnTo>
                      <a:pt x="230" y="20"/>
                    </a:lnTo>
                    <a:lnTo>
                      <a:pt x="245" y="0"/>
                    </a:lnTo>
                    <a:lnTo>
                      <a:pt x="251" y="0"/>
                    </a:lnTo>
                    <a:lnTo>
                      <a:pt x="296" y="35"/>
                    </a:lnTo>
                    <a:lnTo>
                      <a:pt x="311" y="35"/>
                    </a:lnTo>
                    <a:lnTo>
                      <a:pt x="319" y="25"/>
                    </a:lnTo>
                    <a:lnTo>
                      <a:pt x="335" y="39"/>
                    </a:lnTo>
                    <a:lnTo>
                      <a:pt x="390" y="47"/>
                    </a:lnTo>
                    <a:lnTo>
                      <a:pt x="395" y="40"/>
                    </a:lnTo>
                    <a:lnTo>
                      <a:pt x="403" y="41"/>
                    </a:lnTo>
                    <a:lnTo>
                      <a:pt x="434" y="66"/>
                    </a:lnTo>
                    <a:lnTo>
                      <a:pt x="445" y="64"/>
                    </a:lnTo>
                    <a:lnTo>
                      <a:pt x="467" y="38"/>
                    </a:lnTo>
                    <a:lnTo>
                      <a:pt x="479" y="41"/>
                    </a:lnTo>
                    <a:lnTo>
                      <a:pt x="494" y="59"/>
                    </a:lnTo>
                    <a:lnTo>
                      <a:pt x="504" y="60"/>
                    </a:lnTo>
                    <a:lnTo>
                      <a:pt x="515" y="44"/>
                    </a:lnTo>
                    <a:lnTo>
                      <a:pt x="556" y="51"/>
                    </a:lnTo>
                    <a:lnTo>
                      <a:pt x="570" y="71"/>
                    </a:lnTo>
                    <a:lnTo>
                      <a:pt x="579" y="64"/>
                    </a:lnTo>
                    <a:lnTo>
                      <a:pt x="578" y="57"/>
                    </a:lnTo>
                    <a:lnTo>
                      <a:pt x="604" y="57"/>
                    </a:lnTo>
                    <a:lnTo>
                      <a:pt x="629" y="86"/>
                    </a:lnTo>
                    <a:lnTo>
                      <a:pt x="624" y="102"/>
                    </a:lnTo>
                    <a:lnTo>
                      <a:pt x="625" y="110"/>
                    </a:lnTo>
                    <a:lnTo>
                      <a:pt x="645" y="126"/>
                    </a:lnTo>
                    <a:lnTo>
                      <a:pt x="675" y="124"/>
                    </a:lnTo>
                    <a:lnTo>
                      <a:pt x="698" y="106"/>
                    </a:lnTo>
                    <a:lnTo>
                      <a:pt x="743" y="110"/>
                    </a:lnTo>
                    <a:lnTo>
                      <a:pt x="751" y="121"/>
                    </a:lnTo>
                    <a:lnTo>
                      <a:pt x="745" y="133"/>
                    </a:lnTo>
                    <a:lnTo>
                      <a:pt x="745" y="150"/>
                    </a:lnTo>
                    <a:lnTo>
                      <a:pt x="726" y="177"/>
                    </a:lnTo>
                    <a:lnTo>
                      <a:pt x="709" y="217"/>
                    </a:lnTo>
                    <a:lnTo>
                      <a:pt x="701" y="222"/>
                    </a:lnTo>
                    <a:lnTo>
                      <a:pt x="701" y="233"/>
                    </a:lnTo>
                    <a:lnTo>
                      <a:pt x="706" y="240"/>
                    </a:lnTo>
                    <a:lnTo>
                      <a:pt x="694" y="260"/>
                    </a:lnTo>
                    <a:lnTo>
                      <a:pt x="702" y="284"/>
                    </a:lnTo>
                    <a:lnTo>
                      <a:pt x="715" y="287"/>
                    </a:lnTo>
                    <a:lnTo>
                      <a:pt x="724" y="295"/>
                    </a:lnTo>
                    <a:lnTo>
                      <a:pt x="738" y="290"/>
                    </a:lnTo>
                    <a:lnTo>
                      <a:pt x="744" y="302"/>
                    </a:lnTo>
                    <a:lnTo>
                      <a:pt x="747" y="315"/>
                    </a:lnTo>
                    <a:lnTo>
                      <a:pt x="763" y="330"/>
                    </a:lnTo>
                    <a:lnTo>
                      <a:pt x="772" y="328"/>
                    </a:lnTo>
                    <a:lnTo>
                      <a:pt x="776" y="332"/>
                    </a:lnTo>
                    <a:lnTo>
                      <a:pt x="775" y="342"/>
                    </a:lnTo>
                    <a:lnTo>
                      <a:pt x="791" y="351"/>
                    </a:lnTo>
                    <a:lnTo>
                      <a:pt x="801" y="353"/>
                    </a:lnTo>
                    <a:lnTo>
                      <a:pt x="803" y="366"/>
                    </a:lnTo>
                    <a:lnTo>
                      <a:pt x="786" y="381"/>
                    </a:lnTo>
                    <a:lnTo>
                      <a:pt x="757" y="383"/>
                    </a:lnTo>
                    <a:lnTo>
                      <a:pt x="738" y="371"/>
                    </a:lnTo>
                    <a:lnTo>
                      <a:pt x="728" y="371"/>
                    </a:lnTo>
                    <a:lnTo>
                      <a:pt x="724" y="376"/>
                    </a:lnTo>
                    <a:lnTo>
                      <a:pt x="728" y="385"/>
                    </a:lnTo>
                    <a:lnTo>
                      <a:pt x="751" y="409"/>
                    </a:lnTo>
                    <a:lnTo>
                      <a:pt x="775" y="442"/>
                    </a:lnTo>
                    <a:lnTo>
                      <a:pt x="782" y="447"/>
                    </a:lnTo>
                    <a:lnTo>
                      <a:pt x="781" y="475"/>
                    </a:lnTo>
                    <a:lnTo>
                      <a:pt x="775" y="485"/>
                    </a:lnTo>
                    <a:lnTo>
                      <a:pt x="764" y="490"/>
                    </a:lnTo>
                    <a:lnTo>
                      <a:pt x="757" y="482"/>
                    </a:lnTo>
                    <a:lnTo>
                      <a:pt x="746" y="481"/>
                    </a:lnTo>
                    <a:lnTo>
                      <a:pt x="737" y="497"/>
                    </a:lnTo>
                    <a:lnTo>
                      <a:pt x="721" y="505"/>
                    </a:lnTo>
                    <a:lnTo>
                      <a:pt x="705" y="505"/>
                    </a:lnTo>
                    <a:lnTo>
                      <a:pt x="698" y="511"/>
                    </a:lnTo>
                    <a:lnTo>
                      <a:pt x="689" y="510"/>
                    </a:lnTo>
                    <a:lnTo>
                      <a:pt x="684" y="500"/>
                    </a:lnTo>
                    <a:lnTo>
                      <a:pt x="672" y="501"/>
                    </a:lnTo>
                    <a:lnTo>
                      <a:pt x="660" y="514"/>
                    </a:lnTo>
                    <a:lnTo>
                      <a:pt x="666" y="524"/>
                    </a:lnTo>
                    <a:lnTo>
                      <a:pt x="678" y="531"/>
                    </a:lnTo>
                    <a:lnTo>
                      <a:pt x="681" y="549"/>
                    </a:lnTo>
                    <a:lnTo>
                      <a:pt x="689" y="560"/>
                    </a:lnTo>
                    <a:lnTo>
                      <a:pt x="689" y="582"/>
                    </a:lnTo>
                    <a:lnTo>
                      <a:pt x="684" y="589"/>
                    </a:lnTo>
                    <a:lnTo>
                      <a:pt x="675" y="588"/>
                    </a:lnTo>
                    <a:lnTo>
                      <a:pt x="669" y="582"/>
                    </a:lnTo>
                    <a:lnTo>
                      <a:pt x="663" y="562"/>
                    </a:lnTo>
                    <a:lnTo>
                      <a:pt x="657" y="555"/>
                    </a:lnTo>
                    <a:lnTo>
                      <a:pt x="640" y="555"/>
                    </a:lnTo>
                    <a:lnTo>
                      <a:pt x="609" y="584"/>
                    </a:lnTo>
                    <a:lnTo>
                      <a:pt x="604" y="603"/>
                    </a:lnTo>
                    <a:lnTo>
                      <a:pt x="598" y="611"/>
                    </a:lnTo>
                    <a:lnTo>
                      <a:pt x="598" y="639"/>
                    </a:lnTo>
                    <a:lnTo>
                      <a:pt x="590" y="647"/>
                    </a:lnTo>
                    <a:lnTo>
                      <a:pt x="574" y="647"/>
                    </a:lnTo>
                    <a:lnTo>
                      <a:pt x="564" y="659"/>
                    </a:lnTo>
                    <a:lnTo>
                      <a:pt x="562" y="693"/>
                    </a:lnTo>
                    <a:lnTo>
                      <a:pt x="558" y="696"/>
                    </a:lnTo>
                    <a:lnTo>
                      <a:pt x="559" y="707"/>
                    </a:lnTo>
                    <a:lnTo>
                      <a:pt x="569" y="726"/>
                    </a:lnTo>
                    <a:lnTo>
                      <a:pt x="579" y="737"/>
                    </a:lnTo>
                    <a:lnTo>
                      <a:pt x="578" y="753"/>
                    </a:lnTo>
                    <a:lnTo>
                      <a:pt x="559" y="783"/>
                    </a:lnTo>
                    <a:lnTo>
                      <a:pt x="558" y="81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GB" dirty="0">
                  <a:latin typeface="Trade Gothic LT Std" pitchFamily="50" charset="0"/>
                </a:endParaRPr>
              </a:p>
            </p:txBody>
          </p:sp>
          <p:sp>
            <p:nvSpPr>
              <p:cNvPr id="35" name="Freeform 1113">
                <a:extLst>
                  <a:ext uri="{FF2B5EF4-FFF2-40B4-BE49-F238E27FC236}">
                    <a16:creationId xmlns:a16="http://schemas.microsoft.com/office/drawing/2014/main" id="{BF858457-138F-DF32-55AE-3F176146171B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5408613" y="4791076"/>
                <a:ext cx="449263" cy="273050"/>
              </a:xfrm>
              <a:custGeom>
                <a:avLst/>
                <a:gdLst/>
                <a:ahLst/>
                <a:cxnLst>
                  <a:cxn ang="0">
                    <a:pos x="265" y="173"/>
                  </a:cxn>
                  <a:cxn ang="0">
                    <a:pos x="478" y="239"/>
                  </a:cxn>
                  <a:cxn ang="0">
                    <a:pos x="550" y="165"/>
                  </a:cxn>
                  <a:cxn ang="0">
                    <a:pos x="724" y="97"/>
                  </a:cxn>
                  <a:cxn ang="0">
                    <a:pos x="837" y="93"/>
                  </a:cxn>
                  <a:cxn ang="0">
                    <a:pos x="893" y="38"/>
                  </a:cxn>
                  <a:cxn ang="0">
                    <a:pos x="1017" y="11"/>
                  </a:cxn>
                  <a:cxn ang="0">
                    <a:pos x="1121" y="16"/>
                  </a:cxn>
                  <a:cxn ang="0">
                    <a:pos x="1229" y="45"/>
                  </a:cxn>
                  <a:cxn ang="0">
                    <a:pos x="1328" y="108"/>
                  </a:cxn>
                  <a:cxn ang="0">
                    <a:pos x="1376" y="180"/>
                  </a:cxn>
                  <a:cxn ang="0">
                    <a:pos x="1334" y="233"/>
                  </a:cxn>
                  <a:cxn ang="0">
                    <a:pos x="1252" y="255"/>
                  </a:cxn>
                  <a:cxn ang="0">
                    <a:pos x="1211" y="323"/>
                  </a:cxn>
                  <a:cxn ang="0">
                    <a:pos x="1180" y="403"/>
                  </a:cxn>
                  <a:cxn ang="0">
                    <a:pos x="1116" y="503"/>
                  </a:cxn>
                  <a:cxn ang="0">
                    <a:pos x="1058" y="598"/>
                  </a:cxn>
                  <a:cxn ang="0">
                    <a:pos x="972" y="691"/>
                  </a:cxn>
                  <a:cxn ang="0">
                    <a:pos x="841" y="728"/>
                  </a:cxn>
                  <a:cxn ang="0">
                    <a:pos x="779" y="718"/>
                  </a:cxn>
                  <a:cxn ang="0">
                    <a:pos x="674" y="759"/>
                  </a:cxn>
                  <a:cxn ang="0">
                    <a:pos x="595" y="781"/>
                  </a:cxn>
                  <a:cxn ang="0">
                    <a:pos x="496" y="814"/>
                  </a:cxn>
                  <a:cxn ang="0">
                    <a:pos x="382" y="833"/>
                  </a:cxn>
                  <a:cxn ang="0">
                    <a:pos x="284" y="783"/>
                  </a:cxn>
                  <a:cxn ang="0">
                    <a:pos x="189" y="699"/>
                  </a:cxn>
                  <a:cxn ang="0">
                    <a:pos x="108" y="622"/>
                  </a:cxn>
                  <a:cxn ang="0">
                    <a:pos x="54" y="524"/>
                  </a:cxn>
                  <a:cxn ang="0">
                    <a:pos x="0" y="508"/>
                  </a:cxn>
                  <a:cxn ang="0">
                    <a:pos x="79" y="457"/>
                  </a:cxn>
                  <a:cxn ang="0">
                    <a:pos x="76" y="381"/>
                  </a:cxn>
                  <a:cxn ang="0">
                    <a:pos x="83" y="281"/>
                  </a:cxn>
                  <a:cxn ang="0">
                    <a:pos x="196" y="251"/>
                  </a:cxn>
                  <a:cxn ang="0">
                    <a:pos x="214" y="146"/>
                  </a:cxn>
                </a:cxnLst>
                <a:rect l="0" t="0" r="r" b="b"/>
                <a:pathLst>
                  <a:path w="1376" h="833">
                    <a:moveTo>
                      <a:pt x="214" y="146"/>
                    </a:moveTo>
                    <a:lnTo>
                      <a:pt x="265" y="173"/>
                    </a:lnTo>
                    <a:lnTo>
                      <a:pt x="355" y="243"/>
                    </a:lnTo>
                    <a:lnTo>
                      <a:pt x="478" y="239"/>
                    </a:lnTo>
                    <a:lnTo>
                      <a:pt x="501" y="237"/>
                    </a:lnTo>
                    <a:lnTo>
                      <a:pt x="550" y="165"/>
                    </a:lnTo>
                    <a:lnTo>
                      <a:pt x="665" y="130"/>
                    </a:lnTo>
                    <a:lnTo>
                      <a:pt x="724" y="97"/>
                    </a:lnTo>
                    <a:lnTo>
                      <a:pt x="787" y="117"/>
                    </a:lnTo>
                    <a:lnTo>
                      <a:pt x="837" y="93"/>
                    </a:lnTo>
                    <a:lnTo>
                      <a:pt x="876" y="81"/>
                    </a:lnTo>
                    <a:lnTo>
                      <a:pt x="893" y="38"/>
                    </a:lnTo>
                    <a:lnTo>
                      <a:pt x="955" y="5"/>
                    </a:lnTo>
                    <a:lnTo>
                      <a:pt x="1017" y="11"/>
                    </a:lnTo>
                    <a:lnTo>
                      <a:pt x="1062" y="0"/>
                    </a:lnTo>
                    <a:lnTo>
                      <a:pt x="1121" y="16"/>
                    </a:lnTo>
                    <a:lnTo>
                      <a:pt x="1182" y="57"/>
                    </a:lnTo>
                    <a:lnTo>
                      <a:pt x="1229" y="45"/>
                    </a:lnTo>
                    <a:lnTo>
                      <a:pt x="1285" y="74"/>
                    </a:lnTo>
                    <a:lnTo>
                      <a:pt x="1328" y="108"/>
                    </a:lnTo>
                    <a:lnTo>
                      <a:pt x="1361" y="140"/>
                    </a:lnTo>
                    <a:lnTo>
                      <a:pt x="1376" y="180"/>
                    </a:lnTo>
                    <a:lnTo>
                      <a:pt x="1361" y="206"/>
                    </a:lnTo>
                    <a:lnTo>
                      <a:pt x="1334" y="233"/>
                    </a:lnTo>
                    <a:lnTo>
                      <a:pt x="1306" y="233"/>
                    </a:lnTo>
                    <a:lnTo>
                      <a:pt x="1252" y="255"/>
                    </a:lnTo>
                    <a:lnTo>
                      <a:pt x="1213" y="295"/>
                    </a:lnTo>
                    <a:lnTo>
                      <a:pt x="1211" y="323"/>
                    </a:lnTo>
                    <a:lnTo>
                      <a:pt x="1189" y="361"/>
                    </a:lnTo>
                    <a:lnTo>
                      <a:pt x="1180" y="403"/>
                    </a:lnTo>
                    <a:lnTo>
                      <a:pt x="1135" y="454"/>
                    </a:lnTo>
                    <a:lnTo>
                      <a:pt x="1116" y="503"/>
                    </a:lnTo>
                    <a:lnTo>
                      <a:pt x="1086" y="561"/>
                    </a:lnTo>
                    <a:lnTo>
                      <a:pt x="1058" y="598"/>
                    </a:lnTo>
                    <a:lnTo>
                      <a:pt x="1031" y="665"/>
                    </a:lnTo>
                    <a:lnTo>
                      <a:pt x="972" y="691"/>
                    </a:lnTo>
                    <a:lnTo>
                      <a:pt x="853" y="728"/>
                    </a:lnTo>
                    <a:lnTo>
                      <a:pt x="841" y="728"/>
                    </a:lnTo>
                    <a:lnTo>
                      <a:pt x="824" y="701"/>
                    </a:lnTo>
                    <a:lnTo>
                      <a:pt x="779" y="718"/>
                    </a:lnTo>
                    <a:lnTo>
                      <a:pt x="734" y="720"/>
                    </a:lnTo>
                    <a:lnTo>
                      <a:pt x="674" y="759"/>
                    </a:lnTo>
                    <a:lnTo>
                      <a:pt x="621" y="761"/>
                    </a:lnTo>
                    <a:lnTo>
                      <a:pt x="595" y="781"/>
                    </a:lnTo>
                    <a:lnTo>
                      <a:pt x="544" y="786"/>
                    </a:lnTo>
                    <a:lnTo>
                      <a:pt x="496" y="814"/>
                    </a:lnTo>
                    <a:lnTo>
                      <a:pt x="447" y="828"/>
                    </a:lnTo>
                    <a:lnTo>
                      <a:pt x="382" y="833"/>
                    </a:lnTo>
                    <a:lnTo>
                      <a:pt x="327" y="796"/>
                    </a:lnTo>
                    <a:lnTo>
                      <a:pt x="284" y="783"/>
                    </a:lnTo>
                    <a:lnTo>
                      <a:pt x="242" y="726"/>
                    </a:lnTo>
                    <a:lnTo>
                      <a:pt x="189" y="699"/>
                    </a:lnTo>
                    <a:lnTo>
                      <a:pt x="150" y="643"/>
                    </a:lnTo>
                    <a:lnTo>
                      <a:pt x="108" y="622"/>
                    </a:lnTo>
                    <a:lnTo>
                      <a:pt x="74" y="573"/>
                    </a:lnTo>
                    <a:lnTo>
                      <a:pt x="54" y="524"/>
                    </a:lnTo>
                    <a:lnTo>
                      <a:pt x="27" y="509"/>
                    </a:lnTo>
                    <a:lnTo>
                      <a:pt x="0" y="508"/>
                    </a:lnTo>
                    <a:lnTo>
                      <a:pt x="38" y="467"/>
                    </a:lnTo>
                    <a:lnTo>
                      <a:pt x="79" y="457"/>
                    </a:lnTo>
                    <a:lnTo>
                      <a:pt x="74" y="415"/>
                    </a:lnTo>
                    <a:lnTo>
                      <a:pt x="76" y="381"/>
                    </a:lnTo>
                    <a:lnTo>
                      <a:pt x="108" y="313"/>
                    </a:lnTo>
                    <a:lnTo>
                      <a:pt x="83" y="281"/>
                    </a:lnTo>
                    <a:lnTo>
                      <a:pt x="99" y="253"/>
                    </a:lnTo>
                    <a:lnTo>
                      <a:pt x="196" y="251"/>
                    </a:lnTo>
                    <a:lnTo>
                      <a:pt x="214" y="220"/>
                    </a:lnTo>
                    <a:lnTo>
                      <a:pt x="214" y="146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GB" dirty="0">
                  <a:latin typeface="Trade Gothic LT Std" pitchFamily="50" charset="0"/>
                </a:endParaRPr>
              </a:p>
            </p:txBody>
          </p:sp>
          <p:sp>
            <p:nvSpPr>
              <p:cNvPr id="36" name="Freeform 1114">
                <a:extLst>
                  <a:ext uri="{FF2B5EF4-FFF2-40B4-BE49-F238E27FC236}">
                    <a16:creationId xmlns:a16="http://schemas.microsoft.com/office/drawing/2014/main" id="{8899C109-70D1-0613-CFE7-F00491F22515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5276851" y="4111626"/>
                <a:ext cx="663575" cy="623888"/>
              </a:xfrm>
              <a:custGeom>
                <a:avLst/>
                <a:gdLst/>
                <a:ahLst/>
                <a:cxnLst>
                  <a:cxn ang="0">
                    <a:pos x="1942" y="1207"/>
                  </a:cxn>
                  <a:cxn ang="0">
                    <a:pos x="2014" y="1331"/>
                  </a:cxn>
                  <a:cxn ang="0">
                    <a:pos x="2014" y="1482"/>
                  </a:cxn>
                  <a:cxn ang="0">
                    <a:pos x="1818" y="1656"/>
                  </a:cxn>
                  <a:cxn ang="0">
                    <a:pos x="1754" y="1900"/>
                  </a:cxn>
                  <a:cxn ang="0">
                    <a:pos x="1661" y="1891"/>
                  </a:cxn>
                  <a:cxn ang="0">
                    <a:pos x="1551" y="1803"/>
                  </a:cxn>
                  <a:cxn ang="0">
                    <a:pos x="1416" y="1822"/>
                  </a:cxn>
                  <a:cxn ang="0">
                    <a:pos x="1278" y="1815"/>
                  </a:cxn>
                  <a:cxn ang="0">
                    <a:pos x="1180" y="1860"/>
                  </a:cxn>
                  <a:cxn ang="0">
                    <a:pos x="1086" y="1765"/>
                  </a:cxn>
                  <a:cxn ang="0">
                    <a:pos x="966" y="1773"/>
                  </a:cxn>
                  <a:cxn ang="0">
                    <a:pos x="789" y="1617"/>
                  </a:cxn>
                  <a:cxn ang="0">
                    <a:pos x="736" y="1537"/>
                  </a:cxn>
                  <a:cxn ang="0">
                    <a:pos x="566" y="1517"/>
                  </a:cxn>
                  <a:cxn ang="0">
                    <a:pos x="507" y="1558"/>
                  </a:cxn>
                  <a:cxn ang="0">
                    <a:pos x="453" y="1439"/>
                  </a:cxn>
                  <a:cxn ang="0">
                    <a:pos x="371" y="1380"/>
                  </a:cxn>
                  <a:cxn ang="0">
                    <a:pos x="244" y="1331"/>
                  </a:cxn>
                  <a:cxn ang="0">
                    <a:pos x="126" y="1354"/>
                  </a:cxn>
                  <a:cxn ang="0">
                    <a:pos x="158" y="1180"/>
                  </a:cxn>
                  <a:cxn ang="0">
                    <a:pos x="86" y="1003"/>
                  </a:cxn>
                  <a:cxn ang="0">
                    <a:pos x="70" y="868"/>
                  </a:cxn>
                  <a:cxn ang="0">
                    <a:pos x="2" y="707"/>
                  </a:cxn>
                  <a:cxn ang="0">
                    <a:pos x="38" y="587"/>
                  </a:cxn>
                  <a:cxn ang="0">
                    <a:pos x="13" y="416"/>
                  </a:cxn>
                  <a:cxn ang="0">
                    <a:pos x="76" y="389"/>
                  </a:cxn>
                  <a:cxn ang="0">
                    <a:pos x="58" y="321"/>
                  </a:cxn>
                  <a:cxn ang="0">
                    <a:pos x="142" y="275"/>
                  </a:cxn>
                  <a:cxn ang="0">
                    <a:pos x="378" y="199"/>
                  </a:cxn>
                  <a:cxn ang="0">
                    <a:pos x="638" y="33"/>
                  </a:cxn>
                  <a:cxn ang="0">
                    <a:pos x="893" y="10"/>
                  </a:cxn>
                  <a:cxn ang="0">
                    <a:pos x="946" y="80"/>
                  </a:cxn>
                  <a:cxn ang="0">
                    <a:pos x="931" y="183"/>
                  </a:cxn>
                  <a:cxn ang="0">
                    <a:pos x="975" y="169"/>
                  </a:cxn>
                  <a:cxn ang="0">
                    <a:pos x="1082" y="155"/>
                  </a:cxn>
                  <a:cxn ang="0">
                    <a:pos x="1410" y="193"/>
                  </a:cxn>
                  <a:cxn ang="0">
                    <a:pos x="1777" y="157"/>
                  </a:cxn>
                  <a:cxn ang="0">
                    <a:pos x="1917" y="277"/>
                  </a:cxn>
                  <a:cxn ang="0">
                    <a:pos x="1991" y="607"/>
                  </a:cxn>
                  <a:cxn ang="0">
                    <a:pos x="1946" y="792"/>
                  </a:cxn>
                  <a:cxn ang="0">
                    <a:pos x="1872" y="912"/>
                  </a:cxn>
                </a:cxnLst>
                <a:rect l="0" t="0" r="r" b="b"/>
                <a:pathLst>
                  <a:path w="2032" h="1907">
                    <a:moveTo>
                      <a:pt x="1915" y="1112"/>
                    </a:moveTo>
                    <a:lnTo>
                      <a:pt x="1935" y="1159"/>
                    </a:lnTo>
                    <a:lnTo>
                      <a:pt x="1942" y="1207"/>
                    </a:lnTo>
                    <a:lnTo>
                      <a:pt x="1968" y="1274"/>
                    </a:lnTo>
                    <a:lnTo>
                      <a:pt x="1975" y="1287"/>
                    </a:lnTo>
                    <a:lnTo>
                      <a:pt x="2014" y="1331"/>
                    </a:lnTo>
                    <a:lnTo>
                      <a:pt x="2009" y="1373"/>
                    </a:lnTo>
                    <a:lnTo>
                      <a:pt x="2032" y="1428"/>
                    </a:lnTo>
                    <a:lnTo>
                      <a:pt x="2014" y="1482"/>
                    </a:lnTo>
                    <a:lnTo>
                      <a:pt x="1946" y="1537"/>
                    </a:lnTo>
                    <a:lnTo>
                      <a:pt x="1875" y="1585"/>
                    </a:lnTo>
                    <a:lnTo>
                      <a:pt x="1818" y="1656"/>
                    </a:lnTo>
                    <a:lnTo>
                      <a:pt x="1752" y="1799"/>
                    </a:lnTo>
                    <a:lnTo>
                      <a:pt x="1745" y="1852"/>
                    </a:lnTo>
                    <a:lnTo>
                      <a:pt x="1754" y="1900"/>
                    </a:lnTo>
                    <a:lnTo>
                      <a:pt x="1716" y="1907"/>
                    </a:lnTo>
                    <a:lnTo>
                      <a:pt x="1697" y="1902"/>
                    </a:lnTo>
                    <a:lnTo>
                      <a:pt x="1661" y="1891"/>
                    </a:lnTo>
                    <a:lnTo>
                      <a:pt x="1619" y="1860"/>
                    </a:lnTo>
                    <a:lnTo>
                      <a:pt x="1590" y="1828"/>
                    </a:lnTo>
                    <a:lnTo>
                      <a:pt x="1551" y="1803"/>
                    </a:lnTo>
                    <a:lnTo>
                      <a:pt x="1500" y="1799"/>
                    </a:lnTo>
                    <a:lnTo>
                      <a:pt x="1454" y="1803"/>
                    </a:lnTo>
                    <a:lnTo>
                      <a:pt x="1416" y="1822"/>
                    </a:lnTo>
                    <a:lnTo>
                      <a:pt x="1389" y="1842"/>
                    </a:lnTo>
                    <a:lnTo>
                      <a:pt x="1350" y="1815"/>
                    </a:lnTo>
                    <a:lnTo>
                      <a:pt x="1278" y="1815"/>
                    </a:lnTo>
                    <a:lnTo>
                      <a:pt x="1245" y="1850"/>
                    </a:lnTo>
                    <a:lnTo>
                      <a:pt x="1209" y="1868"/>
                    </a:lnTo>
                    <a:lnTo>
                      <a:pt x="1180" y="1860"/>
                    </a:lnTo>
                    <a:lnTo>
                      <a:pt x="1155" y="1823"/>
                    </a:lnTo>
                    <a:lnTo>
                      <a:pt x="1118" y="1787"/>
                    </a:lnTo>
                    <a:lnTo>
                      <a:pt x="1086" y="1765"/>
                    </a:lnTo>
                    <a:lnTo>
                      <a:pt x="1049" y="1782"/>
                    </a:lnTo>
                    <a:lnTo>
                      <a:pt x="1008" y="1792"/>
                    </a:lnTo>
                    <a:lnTo>
                      <a:pt x="966" y="1773"/>
                    </a:lnTo>
                    <a:lnTo>
                      <a:pt x="895" y="1740"/>
                    </a:lnTo>
                    <a:lnTo>
                      <a:pt x="823" y="1634"/>
                    </a:lnTo>
                    <a:lnTo>
                      <a:pt x="789" y="1617"/>
                    </a:lnTo>
                    <a:lnTo>
                      <a:pt x="771" y="1623"/>
                    </a:lnTo>
                    <a:lnTo>
                      <a:pt x="737" y="1597"/>
                    </a:lnTo>
                    <a:lnTo>
                      <a:pt x="736" y="1537"/>
                    </a:lnTo>
                    <a:lnTo>
                      <a:pt x="660" y="1529"/>
                    </a:lnTo>
                    <a:lnTo>
                      <a:pt x="570" y="1495"/>
                    </a:lnTo>
                    <a:lnTo>
                      <a:pt x="566" y="1517"/>
                    </a:lnTo>
                    <a:lnTo>
                      <a:pt x="577" y="1539"/>
                    </a:lnTo>
                    <a:lnTo>
                      <a:pt x="534" y="1570"/>
                    </a:lnTo>
                    <a:lnTo>
                      <a:pt x="507" y="1558"/>
                    </a:lnTo>
                    <a:lnTo>
                      <a:pt x="434" y="1490"/>
                    </a:lnTo>
                    <a:lnTo>
                      <a:pt x="453" y="1449"/>
                    </a:lnTo>
                    <a:lnTo>
                      <a:pt x="453" y="1439"/>
                    </a:lnTo>
                    <a:lnTo>
                      <a:pt x="448" y="1431"/>
                    </a:lnTo>
                    <a:lnTo>
                      <a:pt x="405" y="1425"/>
                    </a:lnTo>
                    <a:lnTo>
                      <a:pt x="371" y="1380"/>
                    </a:lnTo>
                    <a:lnTo>
                      <a:pt x="291" y="1364"/>
                    </a:lnTo>
                    <a:lnTo>
                      <a:pt x="264" y="1366"/>
                    </a:lnTo>
                    <a:lnTo>
                      <a:pt x="244" y="1331"/>
                    </a:lnTo>
                    <a:lnTo>
                      <a:pt x="205" y="1310"/>
                    </a:lnTo>
                    <a:lnTo>
                      <a:pt x="150" y="1369"/>
                    </a:lnTo>
                    <a:lnTo>
                      <a:pt x="126" y="1354"/>
                    </a:lnTo>
                    <a:lnTo>
                      <a:pt x="140" y="1323"/>
                    </a:lnTo>
                    <a:lnTo>
                      <a:pt x="154" y="1255"/>
                    </a:lnTo>
                    <a:lnTo>
                      <a:pt x="158" y="1180"/>
                    </a:lnTo>
                    <a:lnTo>
                      <a:pt x="154" y="1163"/>
                    </a:lnTo>
                    <a:lnTo>
                      <a:pt x="95" y="1093"/>
                    </a:lnTo>
                    <a:lnTo>
                      <a:pt x="86" y="1003"/>
                    </a:lnTo>
                    <a:lnTo>
                      <a:pt x="88" y="965"/>
                    </a:lnTo>
                    <a:lnTo>
                      <a:pt x="81" y="905"/>
                    </a:lnTo>
                    <a:lnTo>
                      <a:pt x="70" y="868"/>
                    </a:lnTo>
                    <a:lnTo>
                      <a:pt x="62" y="778"/>
                    </a:lnTo>
                    <a:lnTo>
                      <a:pt x="56" y="748"/>
                    </a:lnTo>
                    <a:lnTo>
                      <a:pt x="2" y="707"/>
                    </a:lnTo>
                    <a:lnTo>
                      <a:pt x="0" y="680"/>
                    </a:lnTo>
                    <a:lnTo>
                      <a:pt x="15" y="632"/>
                    </a:lnTo>
                    <a:lnTo>
                      <a:pt x="38" y="587"/>
                    </a:lnTo>
                    <a:lnTo>
                      <a:pt x="43" y="541"/>
                    </a:lnTo>
                    <a:lnTo>
                      <a:pt x="43" y="478"/>
                    </a:lnTo>
                    <a:lnTo>
                      <a:pt x="13" y="416"/>
                    </a:lnTo>
                    <a:lnTo>
                      <a:pt x="5" y="383"/>
                    </a:lnTo>
                    <a:lnTo>
                      <a:pt x="65" y="410"/>
                    </a:lnTo>
                    <a:lnTo>
                      <a:pt x="76" y="389"/>
                    </a:lnTo>
                    <a:lnTo>
                      <a:pt x="76" y="359"/>
                    </a:lnTo>
                    <a:lnTo>
                      <a:pt x="27" y="343"/>
                    </a:lnTo>
                    <a:lnTo>
                      <a:pt x="58" y="321"/>
                    </a:lnTo>
                    <a:lnTo>
                      <a:pt x="95" y="308"/>
                    </a:lnTo>
                    <a:lnTo>
                      <a:pt x="99" y="321"/>
                    </a:lnTo>
                    <a:lnTo>
                      <a:pt x="142" y="275"/>
                    </a:lnTo>
                    <a:lnTo>
                      <a:pt x="191" y="249"/>
                    </a:lnTo>
                    <a:lnTo>
                      <a:pt x="258" y="237"/>
                    </a:lnTo>
                    <a:lnTo>
                      <a:pt x="378" y="199"/>
                    </a:lnTo>
                    <a:lnTo>
                      <a:pt x="500" y="95"/>
                    </a:lnTo>
                    <a:lnTo>
                      <a:pt x="551" y="78"/>
                    </a:lnTo>
                    <a:lnTo>
                      <a:pt x="638" y="33"/>
                    </a:lnTo>
                    <a:lnTo>
                      <a:pt x="799" y="0"/>
                    </a:lnTo>
                    <a:lnTo>
                      <a:pt x="850" y="0"/>
                    </a:lnTo>
                    <a:lnTo>
                      <a:pt x="893" y="10"/>
                    </a:lnTo>
                    <a:lnTo>
                      <a:pt x="924" y="26"/>
                    </a:lnTo>
                    <a:lnTo>
                      <a:pt x="951" y="55"/>
                    </a:lnTo>
                    <a:lnTo>
                      <a:pt x="946" y="80"/>
                    </a:lnTo>
                    <a:lnTo>
                      <a:pt x="879" y="38"/>
                    </a:lnTo>
                    <a:lnTo>
                      <a:pt x="883" y="63"/>
                    </a:lnTo>
                    <a:lnTo>
                      <a:pt x="931" y="183"/>
                    </a:lnTo>
                    <a:lnTo>
                      <a:pt x="956" y="195"/>
                    </a:lnTo>
                    <a:lnTo>
                      <a:pt x="960" y="182"/>
                    </a:lnTo>
                    <a:lnTo>
                      <a:pt x="975" y="169"/>
                    </a:lnTo>
                    <a:lnTo>
                      <a:pt x="992" y="180"/>
                    </a:lnTo>
                    <a:lnTo>
                      <a:pt x="1030" y="166"/>
                    </a:lnTo>
                    <a:lnTo>
                      <a:pt x="1082" y="155"/>
                    </a:lnTo>
                    <a:lnTo>
                      <a:pt x="1118" y="134"/>
                    </a:lnTo>
                    <a:lnTo>
                      <a:pt x="1170" y="153"/>
                    </a:lnTo>
                    <a:lnTo>
                      <a:pt x="1410" y="193"/>
                    </a:lnTo>
                    <a:lnTo>
                      <a:pt x="1590" y="191"/>
                    </a:lnTo>
                    <a:lnTo>
                      <a:pt x="1691" y="169"/>
                    </a:lnTo>
                    <a:lnTo>
                      <a:pt x="1777" y="157"/>
                    </a:lnTo>
                    <a:lnTo>
                      <a:pt x="1834" y="186"/>
                    </a:lnTo>
                    <a:lnTo>
                      <a:pt x="1901" y="233"/>
                    </a:lnTo>
                    <a:lnTo>
                      <a:pt x="1917" y="277"/>
                    </a:lnTo>
                    <a:lnTo>
                      <a:pt x="1919" y="303"/>
                    </a:lnTo>
                    <a:lnTo>
                      <a:pt x="1924" y="342"/>
                    </a:lnTo>
                    <a:lnTo>
                      <a:pt x="1991" y="607"/>
                    </a:lnTo>
                    <a:lnTo>
                      <a:pt x="1993" y="666"/>
                    </a:lnTo>
                    <a:lnTo>
                      <a:pt x="1989" y="731"/>
                    </a:lnTo>
                    <a:lnTo>
                      <a:pt x="1946" y="792"/>
                    </a:lnTo>
                    <a:lnTo>
                      <a:pt x="1889" y="824"/>
                    </a:lnTo>
                    <a:lnTo>
                      <a:pt x="1852" y="870"/>
                    </a:lnTo>
                    <a:lnTo>
                      <a:pt x="1872" y="912"/>
                    </a:lnTo>
                    <a:lnTo>
                      <a:pt x="1928" y="961"/>
                    </a:lnTo>
                    <a:lnTo>
                      <a:pt x="1915" y="1112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GB" dirty="0">
                  <a:latin typeface="Trade Gothic LT Std" pitchFamily="50" charset="0"/>
                </a:endParaRPr>
              </a:p>
            </p:txBody>
          </p:sp>
          <p:sp>
            <p:nvSpPr>
              <p:cNvPr id="37" name="Freeform 1115">
                <a:extLst>
                  <a:ext uri="{FF2B5EF4-FFF2-40B4-BE49-F238E27FC236}">
                    <a16:creationId xmlns:a16="http://schemas.microsoft.com/office/drawing/2014/main" id="{199D7D06-0D72-FE47-667E-84C9AB6FDA61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5734051" y="3722688"/>
                <a:ext cx="495300" cy="292100"/>
              </a:xfrm>
              <a:custGeom>
                <a:avLst/>
                <a:gdLst/>
                <a:ahLst/>
                <a:cxnLst>
                  <a:cxn ang="0">
                    <a:pos x="0" y="688"/>
                  </a:cxn>
                  <a:cxn ang="0">
                    <a:pos x="46" y="438"/>
                  </a:cxn>
                  <a:cxn ang="0">
                    <a:pos x="90" y="347"/>
                  </a:cxn>
                  <a:cxn ang="0">
                    <a:pos x="123" y="235"/>
                  </a:cxn>
                  <a:cxn ang="0">
                    <a:pos x="193" y="165"/>
                  </a:cxn>
                  <a:cxn ang="0">
                    <a:pos x="322" y="123"/>
                  </a:cxn>
                  <a:cxn ang="0">
                    <a:pos x="423" y="253"/>
                  </a:cxn>
                  <a:cxn ang="0">
                    <a:pos x="443" y="319"/>
                  </a:cxn>
                  <a:cxn ang="0">
                    <a:pos x="468" y="341"/>
                  </a:cxn>
                  <a:cxn ang="0">
                    <a:pos x="551" y="404"/>
                  </a:cxn>
                  <a:cxn ang="0">
                    <a:pos x="631" y="377"/>
                  </a:cxn>
                  <a:cxn ang="0">
                    <a:pos x="649" y="421"/>
                  </a:cxn>
                  <a:cxn ang="0">
                    <a:pos x="678" y="341"/>
                  </a:cxn>
                  <a:cxn ang="0">
                    <a:pos x="694" y="78"/>
                  </a:cxn>
                  <a:cxn ang="0">
                    <a:pos x="746" y="51"/>
                  </a:cxn>
                  <a:cxn ang="0">
                    <a:pos x="891" y="0"/>
                  </a:cxn>
                  <a:cxn ang="0">
                    <a:pos x="1000" y="52"/>
                  </a:cxn>
                  <a:cxn ang="0">
                    <a:pos x="1077" y="108"/>
                  </a:cxn>
                  <a:cxn ang="0">
                    <a:pos x="1188" y="183"/>
                  </a:cxn>
                  <a:cxn ang="0">
                    <a:pos x="1276" y="162"/>
                  </a:cxn>
                  <a:cxn ang="0">
                    <a:pos x="1341" y="183"/>
                  </a:cxn>
                  <a:cxn ang="0">
                    <a:pos x="1375" y="232"/>
                  </a:cxn>
                  <a:cxn ang="0">
                    <a:pos x="1416" y="275"/>
                  </a:cxn>
                  <a:cxn ang="0">
                    <a:pos x="1400" y="392"/>
                  </a:cxn>
                  <a:cxn ang="0">
                    <a:pos x="1419" y="430"/>
                  </a:cxn>
                  <a:cxn ang="0">
                    <a:pos x="1443" y="477"/>
                  </a:cxn>
                  <a:cxn ang="0">
                    <a:pos x="1501" y="588"/>
                  </a:cxn>
                  <a:cxn ang="0">
                    <a:pos x="1515" y="676"/>
                  </a:cxn>
                  <a:cxn ang="0">
                    <a:pos x="1474" y="707"/>
                  </a:cxn>
                  <a:cxn ang="0">
                    <a:pos x="1403" y="768"/>
                  </a:cxn>
                  <a:cxn ang="0">
                    <a:pos x="1357" y="847"/>
                  </a:cxn>
                  <a:cxn ang="0">
                    <a:pos x="1269" y="830"/>
                  </a:cxn>
                  <a:cxn ang="0">
                    <a:pos x="1238" y="877"/>
                  </a:cxn>
                  <a:cxn ang="0">
                    <a:pos x="1184" y="887"/>
                  </a:cxn>
                  <a:cxn ang="0">
                    <a:pos x="1130" y="859"/>
                  </a:cxn>
                  <a:cxn ang="0">
                    <a:pos x="964" y="706"/>
                  </a:cxn>
                  <a:cxn ang="0">
                    <a:pos x="874" y="698"/>
                  </a:cxn>
                  <a:cxn ang="0">
                    <a:pos x="816" y="593"/>
                  </a:cxn>
                  <a:cxn ang="0">
                    <a:pos x="745" y="648"/>
                  </a:cxn>
                  <a:cxn ang="0">
                    <a:pos x="572" y="616"/>
                  </a:cxn>
                  <a:cxn ang="0">
                    <a:pos x="483" y="610"/>
                  </a:cxn>
                  <a:cxn ang="0">
                    <a:pos x="427" y="610"/>
                  </a:cxn>
                  <a:cxn ang="0">
                    <a:pos x="368" y="622"/>
                  </a:cxn>
                  <a:cxn ang="0">
                    <a:pos x="311" y="604"/>
                  </a:cxn>
                  <a:cxn ang="0">
                    <a:pos x="164" y="636"/>
                  </a:cxn>
                  <a:cxn ang="0">
                    <a:pos x="76" y="719"/>
                  </a:cxn>
                  <a:cxn ang="0">
                    <a:pos x="13" y="729"/>
                  </a:cxn>
                </a:cxnLst>
                <a:rect l="0" t="0" r="r" b="b"/>
                <a:pathLst>
                  <a:path w="1515" h="894">
                    <a:moveTo>
                      <a:pt x="13" y="729"/>
                    </a:moveTo>
                    <a:lnTo>
                      <a:pt x="0" y="688"/>
                    </a:lnTo>
                    <a:lnTo>
                      <a:pt x="19" y="499"/>
                    </a:lnTo>
                    <a:lnTo>
                      <a:pt x="46" y="438"/>
                    </a:lnTo>
                    <a:lnTo>
                      <a:pt x="76" y="395"/>
                    </a:lnTo>
                    <a:lnTo>
                      <a:pt x="90" y="347"/>
                    </a:lnTo>
                    <a:lnTo>
                      <a:pt x="98" y="289"/>
                    </a:lnTo>
                    <a:lnTo>
                      <a:pt x="123" y="235"/>
                    </a:lnTo>
                    <a:lnTo>
                      <a:pt x="159" y="191"/>
                    </a:lnTo>
                    <a:lnTo>
                      <a:pt x="193" y="165"/>
                    </a:lnTo>
                    <a:lnTo>
                      <a:pt x="237" y="156"/>
                    </a:lnTo>
                    <a:lnTo>
                      <a:pt x="322" y="123"/>
                    </a:lnTo>
                    <a:lnTo>
                      <a:pt x="351" y="174"/>
                    </a:lnTo>
                    <a:lnTo>
                      <a:pt x="423" y="253"/>
                    </a:lnTo>
                    <a:lnTo>
                      <a:pt x="432" y="294"/>
                    </a:lnTo>
                    <a:lnTo>
                      <a:pt x="443" y="319"/>
                    </a:lnTo>
                    <a:lnTo>
                      <a:pt x="451" y="278"/>
                    </a:lnTo>
                    <a:lnTo>
                      <a:pt x="468" y="341"/>
                    </a:lnTo>
                    <a:lnTo>
                      <a:pt x="490" y="370"/>
                    </a:lnTo>
                    <a:lnTo>
                      <a:pt x="551" y="404"/>
                    </a:lnTo>
                    <a:lnTo>
                      <a:pt x="571" y="404"/>
                    </a:lnTo>
                    <a:lnTo>
                      <a:pt x="631" y="377"/>
                    </a:lnTo>
                    <a:lnTo>
                      <a:pt x="633" y="399"/>
                    </a:lnTo>
                    <a:lnTo>
                      <a:pt x="649" y="421"/>
                    </a:lnTo>
                    <a:lnTo>
                      <a:pt x="655" y="366"/>
                    </a:lnTo>
                    <a:lnTo>
                      <a:pt x="678" y="341"/>
                    </a:lnTo>
                    <a:lnTo>
                      <a:pt x="691" y="315"/>
                    </a:lnTo>
                    <a:lnTo>
                      <a:pt x="694" y="78"/>
                    </a:lnTo>
                    <a:lnTo>
                      <a:pt x="716" y="56"/>
                    </a:lnTo>
                    <a:lnTo>
                      <a:pt x="746" y="51"/>
                    </a:lnTo>
                    <a:lnTo>
                      <a:pt x="795" y="14"/>
                    </a:lnTo>
                    <a:lnTo>
                      <a:pt x="891" y="0"/>
                    </a:lnTo>
                    <a:lnTo>
                      <a:pt x="954" y="14"/>
                    </a:lnTo>
                    <a:lnTo>
                      <a:pt x="1000" y="52"/>
                    </a:lnTo>
                    <a:lnTo>
                      <a:pt x="1058" y="74"/>
                    </a:lnTo>
                    <a:lnTo>
                      <a:pt x="1077" y="108"/>
                    </a:lnTo>
                    <a:lnTo>
                      <a:pt x="1158" y="181"/>
                    </a:lnTo>
                    <a:lnTo>
                      <a:pt x="1188" y="183"/>
                    </a:lnTo>
                    <a:lnTo>
                      <a:pt x="1216" y="169"/>
                    </a:lnTo>
                    <a:lnTo>
                      <a:pt x="1276" y="162"/>
                    </a:lnTo>
                    <a:lnTo>
                      <a:pt x="1338" y="180"/>
                    </a:lnTo>
                    <a:lnTo>
                      <a:pt x="1341" y="183"/>
                    </a:lnTo>
                    <a:lnTo>
                      <a:pt x="1362" y="205"/>
                    </a:lnTo>
                    <a:lnTo>
                      <a:pt x="1375" y="232"/>
                    </a:lnTo>
                    <a:lnTo>
                      <a:pt x="1400" y="249"/>
                    </a:lnTo>
                    <a:lnTo>
                      <a:pt x="1416" y="275"/>
                    </a:lnTo>
                    <a:lnTo>
                      <a:pt x="1421" y="303"/>
                    </a:lnTo>
                    <a:lnTo>
                      <a:pt x="1400" y="392"/>
                    </a:lnTo>
                    <a:lnTo>
                      <a:pt x="1389" y="420"/>
                    </a:lnTo>
                    <a:lnTo>
                      <a:pt x="1419" y="430"/>
                    </a:lnTo>
                    <a:lnTo>
                      <a:pt x="1444" y="448"/>
                    </a:lnTo>
                    <a:lnTo>
                      <a:pt x="1443" y="477"/>
                    </a:lnTo>
                    <a:lnTo>
                      <a:pt x="1493" y="556"/>
                    </a:lnTo>
                    <a:lnTo>
                      <a:pt x="1501" y="588"/>
                    </a:lnTo>
                    <a:lnTo>
                      <a:pt x="1514" y="615"/>
                    </a:lnTo>
                    <a:lnTo>
                      <a:pt x="1515" y="676"/>
                    </a:lnTo>
                    <a:lnTo>
                      <a:pt x="1511" y="706"/>
                    </a:lnTo>
                    <a:lnTo>
                      <a:pt x="1474" y="707"/>
                    </a:lnTo>
                    <a:lnTo>
                      <a:pt x="1445" y="725"/>
                    </a:lnTo>
                    <a:lnTo>
                      <a:pt x="1403" y="768"/>
                    </a:lnTo>
                    <a:lnTo>
                      <a:pt x="1395" y="798"/>
                    </a:lnTo>
                    <a:lnTo>
                      <a:pt x="1357" y="847"/>
                    </a:lnTo>
                    <a:lnTo>
                      <a:pt x="1328" y="853"/>
                    </a:lnTo>
                    <a:lnTo>
                      <a:pt x="1269" y="830"/>
                    </a:lnTo>
                    <a:lnTo>
                      <a:pt x="1245" y="847"/>
                    </a:lnTo>
                    <a:lnTo>
                      <a:pt x="1238" y="877"/>
                    </a:lnTo>
                    <a:lnTo>
                      <a:pt x="1213" y="894"/>
                    </a:lnTo>
                    <a:lnTo>
                      <a:pt x="1184" y="887"/>
                    </a:lnTo>
                    <a:lnTo>
                      <a:pt x="1158" y="870"/>
                    </a:lnTo>
                    <a:lnTo>
                      <a:pt x="1130" y="859"/>
                    </a:lnTo>
                    <a:lnTo>
                      <a:pt x="1061" y="775"/>
                    </a:lnTo>
                    <a:lnTo>
                      <a:pt x="964" y="706"/>
                    </a:lnTo>
                    <a:lnTo>
                      <a:pt x="903" y="708"/>
                    </a:lnTo>
                    <a:lnTo>
                      <a:pt x="874" y="698"/>
                    </a:lnTo>
                    <a:lnTo>
                      <a:pt x="837" y="614"/>
                    </a:lnTo>
                    <a:lnTo>
                      <a:pt x="816" y="593"/>
                    </a:lnTo>
                    <a:lnTo>
                      <a:pt x="788" y="603"/>
                    </a:lnTo>
                    <a:lnTo>
                      <a:pt x="745" y="648"/>
                    </a:lnTo>
                    <a:lnTo>
                      <a:pt x="687" y="661"/>
                    </a:lnTo>
                    <a:lnTo>
                      <a:pt x="572" y="616"/>
                    </a:lnTo>
                    <a:lnTo>
                      <a:pt x="542" y="618"/>
                    </a:lnTo>
                    <a:lnTo>
                      <a:pt x="483" y="610"/>
                    </a:lnTo>
                    <a:lnTo>
                      <a:pt x="455" y="618"/>
                    </a:lnTo>
                    <a:lnTo>
                      <a:pt x="427" y="610"/>
                    </a:lnTo>
                    <a:lnTo>
                      <a:pt x="399" y="622"/>
                    </a:lnTo>
                    <a:lnTo>
                      <a:pt x="368" y="622"/>
                    </a:lnTo>
                    <a:lnTo>
                      <a:pt x="341" y="607"/>
                    </a:lnTo>
                    <a:lnTo>
                      <a:pt x="311" y="604"/>
                    </a:lnTo>
                    <a:lnTo>
                      <a:pt x="250" y="607"/>
                    </a:lnTo>
                    <a:lnTo>
                      <a:pt x="164" y="636"/>
                    </a:lnTo>
                    <a:lnTo>
                      <a:pt x="109" y="666"/>
                    </a:lnTo>
                    <a:lnTo>
                      <a:pt x="76" y="719"/>
                    </a:lnTo>
                    <a:lnTo>
                      <a:pt x="51" y="736"/>
                    </a:lnTo>
                    <a:lnTo>
                      <a:pt x="13" y="729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GB" dirty="0">
                  <a:latin typeface="Trade Gothic LT Std" pitchFamily="50" charset="0"/>
                </a:endParaRPr>
              </a:p>
            </p:txBody>
          </p:sp>
          <p:sp>
            <p:nvSpPr>
              <p:cNvPr id="38" name="Freeform 1116">
                <a:extLst>
                  <a:ext uri="{FF2B5EF4-FFF2-40B4-BE49-F238E27FC236}">
                    <a16:creationId xmlns:a16="http://schemas.microsoft.com/office/drawing/2014/main" id="{E1A7375A-0B76-E2C2-40EF-B828E476E92F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5808663" y="4389438"/>
                <a:ext cx="1214438" cy="803275"/>
              </a:xfrm>
              <a:custGeom>
                <a:avLst/>
                <a:gdLst/>
                <a:ahLst/>
                <a:cxnLst>
                  <a:cxn ang="0">
                    <a:pos x="551" y="1435"/>
                  </a:cxn>
                  <a:cxn ang="0">
                    <a:pos x="146" y="1410"/>
                  </a:cxn>
                  <a:cxn ang="0">
                    <a:pos x="67" y="1054"/>
                  </a:cxn>
                  <a:cxn ang="0">
                    <a:pos x="316" y="689"/>
                  </a:cxn>
                  <a:cxn ang="0">
                    <a:pos x="312" y="358"/>
                  </a:cxn>
                  <a:cxn ang="0">
                    <a:pos x="450" y="194"/>
                  </a:cxn>
                  <a:cxn ang="0">
                    <a:pos x="818" y="168"/>
                  </a:cxn>
                  <a:cxn ang="0">
                    <a:pos x="1028" y="253"/>
                  </a:cxn>
                  <a:cxn ang="0">
                    <a:pos x="1223" y="288"/>
                  </a:cxn>
                  <a:cxn ang="0">
                    <a:pos x="1436" y="259"/>
                  </a:cxn>
                  <a:cxn ang="0">
                    <a:pos x="1671" y="320"/>
                  </a:cxn>
                  <a:cxn ang="0">
                    <a:pos x="1763" y="196"/>
                  </a:cxn>
                  <a:cxn ang="0">
                    <a:pos x="2003" y="67"/>
                  </a:cxn>
                  <a:cxn ang="0">
                    <a:pos x="2196" y="23"/>
                  </a:cxn>
                  <a:cxn ang="0">
                    <a:pos x="2469" y="95"/>
                  </a:cxn>
                  <a:cxn ang="0">
                    <a:pos x="2486" y="271"/>
                  </a:cxn>
                  <a:cxn ang="0">
                    <a:pos x="2686" y="392"/>
                  </a:cxn>
                  <a:cxn ang="0">
                    <a:pos x="2831" y="620"/>
                  </a:cxn>
                  <a:cxn ang="0">
                    <a:pos x="3138" y="609"/>
                  </a:cxn>
                  <a:cxn ang="0">
                    <a:pos x="3339" y="744"/>
                  </a:cxn>
                  <a:cxn ang="0">
                    <a:pos x="3575" y="837"/>
                  </a:cxn>
                  <a:cxn ang="0">
                    <a:pos x="3679" y="1055"/>
                  </a:cxn>
                  <a:cxn ang="0">
                    <a:pos x="3611" y="1196"/>
                  </a:cxn>
                  <a:cxn ang="0">
                    <a:pos x="3593" y="1453"/>
                  </a:cxn>
                  <a:cxn ang="0">
                    <a:pos x="3313" y="1563"/>
                  </a:cxn>
                  <a:cxn ang="0">
                    <a:pos x="3047" y="1738"/>
                  </a:cxn>
                  <a:cxn ang="0">
                    <a:pos x="2822" y="1812"/>
                  </a:cxn>
                  <a:cxn ang="0">
                    <a:pos x="2706" y="1929"/>
                  </a:cxn>
                  <a:cxn ang="0">
                    <a:pos x="2644" y="2037"/>
                  </a:cxn>
                  <a:cxn ang="0">
                    <a:pos x="2560" y="1994"/>
                  </a:cxn>
                  <a:cxn ang="0">
                    <a:pos x="2482" y="1892"/>
                  </a:cxn>
                  <a:cxn ang="0">
                    <a:pos x="2462" y="1968"/>
                  </a:cxn>
                  <a:cxn ang="0">
                    <a:pos x="2553" y="2012"/>
                  </a:cxn>
                  <a:cxn ang="0">
                    <a:pos x="2638" y="2086"/>
                  </a:cxn>
                  <a:cxn ang="0">
                    <a:pos x="2796" y="2205"/>
                  </a:cxn>
                  <a:cxn ang="0">
                    <a:pos x="2979" y="2183"/>
                  </a:cxn>
                  <a:cxn ang="0">
                    <a:pos x="2693" y="2310"/>
                  </a:cxn>
                  <a:cxn ang="0">
                    <a:pos x="2535" y="2413"/>
                  </a:cxn>
                  <a:cxn ang="0">
                    <a:pos x="2357" y="2383"/>
                  </a:cxn>
                  <a:cxn ang="0">
                    <a:pos x="2262" y="2205"/>
                  </a:cxn>
                  <a:cxn ang="0">
                    <a:pos x="2286" y="2052"/>
                  </a:cxn>
                  <a:cxn ang="0">
                    <a:pos x="2306" y="1955"/>
                  </a:cxn>
                  <a:cxn ang="0">
                    <a:pos x="2075" y="1933"/>
                  </a:cxn>
                  <a:cxn ang="0">
                    <a:pos x="1969" y="1851"/>
                  </a:cxn>
                  <a:cxn ang="0">
                    <a:pos x="2026" y="1759"/>
                  </a:cxn>
                  <a:cxn ang="0">
                    <a:pos x="1833" y="1825"/>
                  </a:cxn>
                  <a:cxn ang="0">
                    <a:pos x="1675" y="1902"/>
                  </a:cxn>
                  <a:cxn ang="0">
                    <a:pos x="1619" y="2044"/>
                  </a:cxn>
                  <a:cxn ang="0">
                    <a:pos x="1557" y="2111"/>
                  </a:cxn>
                  <a:cxn ang="0">
                    <a:pos x="1371" y="2210"/>
                  </a:cxn>
                  <a:cxn ang="0">
                    <a:pos x="1311" y="2089"/>
                  </a:cxn>
                  <a:cxn ang="0">
                    <a:pos x="1427" y="1860"/>
                  </a:cxn>
                  <a:cxn ang="0">
                    <a:pos x="1610" y="1805"/>
                  </a:cxn>
                  <a:cxn ang="0">
                    <a:pos x="1514" y="1579"/>
                  </a:cxn>
                  <a:cxn ang="0">
                    <a:pos x="1443" y="1380"/>
                  </a:cxn>
                  <a:cxn ang="0">
                    <a:pos x="1154" y="1265"/>
                  </a:cxn>
                </a:cxnLst>
                <a:rect l="0" t="0" r="r" b="b"/>
                <a:pathLst>
                  <a:path w="3710" h="2456">
                    <a:moveTo>
                      <a:pt x="927" y="1321"/>
                    </a:moveTo>
                    <a:lnTo>
                      <a:pt x="900" y="1317"/>
                    </a:lnTo>
                    <a:lnTo>
                      <a:pt x="773" y="1394"/>
                    </a:lnTo>
                    <a:lnTo>
                      <a:pt x="708" y="1396"/>
                    </a:lnTo>
                    <a:lnTo>
                      <a:pt x="648" y="1412"/>
                    </a:lnTo>
                    <a:lnTo>
                      <a:pt x="586" y="1455"/>
                    </a:lnTo>
                    <a:lnTo>
                      <a:pt x="551" y="1435"/>
                    </a:lnTo>
                    <a:lnTo>
                      <a:pt x="508" y="1398"/>
                    </a:lnTo>
                    <a:lnTo>
                      <a:pt x="451" y="1400"/>
                    </a:lnTo>
                    <a:lnTo>
                      <a:pt x="395" y="1416"/>
                    </a:lnTo>
                    <a:lnTo>
                      <a:pt x="305" y="1410"/>
                    </a:lnTo>
                    <a:lnTo>
                      <a:pt x="238" y="1398"/>
                    </a:lnTo>
                    <a:lnTo>
                      <a:pt x="174" y="1398"/>
                    </a:lnTo>
                    <a:lnTo>
                      <a:pt x="146" y="1410"/>
                    </a:lnTo>
                    <a:lnTo>
                      <a:pt x="131" y="1369"/>
                    </a:lnTo>
                    <a:lnTo>
                      <a:pt x="99" y="1337"/>
                    </a:lnTo>
                    <a:lnTo>
                      <a:pt x="56" y="1304"/>
                    </a:lnTo>
                    <a:lnTo>
                      <a:pt x="0" y="1274"/>
                    </a:lnTo>
                    <a:lnTo>
                      <a:pt x="23" y="1189"/>
                    </a:lnTo>
                    <a:lnTo>
                      <a:pt x="66" y="1079"/>
                    </a:lnTo>
                    <a:lnTo>
                      <a:pt x="67" y="1054"/>
                    </a:lnTo>
                    <a:lnTo>
                      <a:pt x="86" y="1059"/>
                    </a:lnTo>
                    <a:lnTo>
                      <a:pt x="123" y="1051"/>
                    </a:lnTo>
                    <a:lnTo>
                      <a:pt x="115" y="1004"/>
                    </a:lnTo>
                    <a:lnTo>
                      <a:pt x="122" y="951"/>
                    </a:lnTo>
                    <a:lnTo>
                      <a:pt x="188" y="809"/>
                    </a:lnTo>
                    <a:lnTo>
                      <a:pt x="245" y="736"/>
                    </a:lnTo>
                    <a:lnTo>
                      <a:pt x="316" y="689"/>
                    </a:lnTo>
                    <a:lnTo>
                      <a:pt x="384" y="633"/>
                    </a:lnTo>
                    <a:lnTo>
                      <a:pt x="402" y="580"/>
                    </a:lnTo>
                    <a:lnTo>
                      <a:pt x="379" y="524"/>
                    </a:lnTo>
                    <a:lnTo>
                      <a:pt x="384" y="483"/>
                    </a:lnTo>
                    <a:lnTo>
                      <a:pt x="345" y="439"/>
                    </a:lnTo>
                    <a:lnTo>
                      <a:pt x="338" y="425"/>
                    </a:lnTo>
                    <a:lnTo>
                      <a:pt x="312" y="358"/>
                    </a:lnTo>
                    <a:lnTo>
                      <a:pt x="305" y="310"/>
                    </a:lnTo>
                    <a:lnTo>
                      <a:pt x="285" y="264"/>
                    </a:lnTo>
                    <a:lnTo>
                      <a:pt x="308" y="242"/>
                    </a:lnTo>
                    <a:lnTo>
                      <a:pt x="338" y="237"/>
                    </a:lnTo>
                    <a:lnTo>
                      <a:pt x="368" y="242"/>
                    </a:lnTo>
                    <a:lnTo>
                      <a:pt x="427" y="215"/>
                    </a:lnTo>
                    <a:lnTo>
                      <a:pt x="450" y="194"/>
                    </a:lnTo>
                    <a:lnTo>
                      <a:pt x="458" y="165"/>
                    </a:lnTo>
                    <a:lnTo>
                      <a:pt x="488" y="152"/>
                    </a:lnTo>
                    <a:lnTo>
                      <a:pt x="640" y="128"/>
                    </a:lnTo>
                    <a:lnTo>
                      <a:pt x="669" y="140"/>
                    </a:lnTo>
                    <a:lnTo>
                      <a:pt x="732" y="142"/>
                    </a:lnTo>
                    <a:lnTo>
                      <a:pt x="764" y="135"/>
                    </a:lnTo>
                    <a:lnTo>
                      <a:pt x="818" y="168"/>
                    </a:lnTo>
                    <a:lnTo>
                      <a:pt x="876" y="185"/>
                    </a:lnTo>
                    <a:lnTo>
                      <a:pt x="907" y="189"/>
                    </a:lnTo>
                    <a:lnTo>
                      <a:pt x="937" y="184"/>
                    </a:lnTo>
                    <a:lnTo>
                      <a:pt x="963" y="199"/>
                    </a:lnTo>
                    <a:lnTo>
                      <a:pt x="993" y="206"/>
                    </a:lnTo>
                    <a:lnTo>
                      <a:pt x="1021" y="221"/>
                    </a:lnTo>
                    <a:lnTo>
                      <a:pt x="1028" y="253"/>
                    </a:lnTo>
                    <a:lnTo>
                      <a:pt x="1051" y="272"/>
                    </a:lnTo>
                    <a:lnTo>
                      <a:pt x="1111" y="268"/>
                    </a:lnTo>
                    <a:lnTo>
                      <a:pt x="1115" y="299"/>
                    </a:lnTo>
                    <a:lnTo>
                      <a:pt x="1139" y="318"/>
                    </a:lnTo>
                    <a:lnTo>
                      <a:pt x="1163" y="299"/>
                    </a:lnTo>
                    <a:lnTo>
                      <a:pt x="1192" y="288"/>
                    </a:lnTo>
                    <a:lnTo>
                      <a:pt x="1223" y="288"/>
                    </a:lnTo>
                    <a:lnTo>
                      <a:pt x="1247" y="264"/>
                    </a:lnTo>
                    <a:lnTo>
                      <a:pt x="1271" y="283"/>
                    </a:lnTo>
                    <a:lnTo>
                      <a:pt x="1300" y="293"/>
                    </a:lnTo>
                    <a:lnTo>
                      <a:pt x="1331" y="286"/>
                    </a:lnTo>
                    <a:lnTo>
                      <a:pt x="1347" y="310"/>
                    </a:lnTo>
                    <a:lnTo>
                      <a:pt x="1375" y="328"/>
                    </a:lnTo>
                    <a:lnTo>
                      <a:pt x="1436" y="259"/>
                    </a:lnTo>
                    <a:lnTo>
                      <a:pt x="1486" y="296"/>
                    </a:lnTo>
                    <a:lnTo>
                      <a:pt x="1497" y="328"/>
                    </a:lnTo>
                    <a:lnTo>
                      <a:pt x="1521" y="347"/>
                    </a:lnTo>
                    <a:lnTo>
                      <a:pt x="1547" y="328"/>
                    </a:lnTo>
                    <a:lnTo>
                      <a:pt x="1580" y="331"/>
                    </a:lnTo>
                    <a:lnTo>
                      <a:pt x="1640" y="318"/>
                    </a:lnTo>
                    <a:lnTo>
                      <a:pt x="1671" y="320"/>
                    </a:lnTo>
                    <a:lnTo>
                      <a:pt x="1700" y="333"/>
                    </a:lnTo>
                    <a:lnTo>
                      <a:pt x="1718" y="358"/>
                    </a:lnTo>
                    <a:lnTo>
                      <a:pt x="1748" y="351"/>
                    </a:lnTo>
                    <a:lnTo>
                      <a:pt x="1763" y="323"/>
                    </a:lnTo>
                    <a:lnTo>
                      <a:pt x="1755" y="259"/>
                    </a:lnTo>
                    <a:lnTo>
                      <a:pt x="1763" y="229"/>
                    </a:lnTo>
                    <a:lnTo>
                      <a:pt x="1763" y="196"/>
                    </a:lnTo>
                    <a:lnTo>
                      <a:pt x="1776" y="168"/>
                    </a:lnTo>
                    <a:lnTo>
                      <a:pt x="1840" y="100"/>
                    </a:lnTo>
                    <a:lnTo>
                      <a:pt x="1869" y="86"/>
                    </a:lnTo>
                    <a:lnTo>
                      <a:pt x="1901" y="86"/>
                    </a:lnTo>
                    <a:lnTo>
                      <a:pt x="1928" y="68"/>
                    </a:lnTo>
                    <a:lnTo>
                      <a:pt x="2005" y="67"/>
                    </a:lnTo>
                    <a:lnTo>
                      <a:pt x="2003" y="67"/>
                    </a:lnTo>
                    <a:lnTo>
                      <a:pt x="2026" y="87"/>
                    </a:lnTo>
                    <a:lnTo>
                      <a:pt x="2054" y="95"/>
                    </a:lnTo>
                    <a:lnTo>
                      <a:pt x="2081" y="82"/>
                    </a:lnTo>
                    <a:lnTo>
                      <a:pt x="2101" y="59"/>
                    </a:lnTo>
                    <a:lnTo>
                      <a:pt x="2108" y="28"/>
                    </a:lnTo>
                    <a:lnTo>
                      <a:pt x="2135" y="11"/>
                    </a:lnTo>
                    <a:lnTo>
                      <a:pt x="2196" y="23"/>
                    </a:lnTo>
                    <a:lnTo>
                      <a:pt x="2228" y="23"/>
                    </a:lnTo>
                    <a:lnTo>
                      <a:pt x="2288" y="5"/>
                    </a:lnTo>
                    <a:lnTo>
                      <a:pt x="2347" y="14"/>
                    </a:lnTo>
                    <a:lnTo>
                      <a:pt x="2406" y="0"/>
                    </a:lnTo>
                    <a:lnTo>
                      <a:pt x="2453" y="38"/>
                    </a:lnTo>
                    <a:lnTo>
                      <a:pt x="2468" y="64"/>
                    </a:lnTo>
                    <a:lnTo>
                      <a:pt x="2469" y="95"/>
                    </a:lnTo>
                    <a:lnTo>
                      <a:pt x="2515" y="136"/>
                    </a:lnTo>
                    <a:lnTo>
                      <a:pt x="2534" y="162"/>
                    </a:lnTo>
                    <a:lnTo>
                      <a:pt x="2534" y="196"/>
                    </a:lnTo>
                    <a:lnTo>
                      <a:pt x="2503" y="213"/>
                    </a:lnTo>
                    <a:lnTo>
                      <a:pt x="2474" y="215"/>
                    </a:lnTo>
                    <a:lnTo>
                      <a:pt x="2486" y="242"/>
                    </a:lnTo>
                    <a:lnTo>
                      <a:pt x="2486" y="271"/>
                    </a:lnTo>
                    <a:lnTo>
                      <a:pt x="2503" y="329"/>
                    </a:lnTo>
                    <a:lnTo>
                      <a:pt x="2528" y="348"/>
                    </a:lnTo>
                    <a:lnTo>
                      <a:pt x="2557" y="360"/>
                    </a:lnTo>
                    <a:lnTo>
                      <a:pt x="2617" y="376"/>
                    </a:lnTo>
                    <a:lnTo>
                      <a:pt x="2645" y="364"/>
                    </a:lnTo>
                    <a:lnTo>
                      <a:pt x="2674" y="365"/>
                    </a:lnTo>
                    <a:lnTo>
                      <a:pt x="2686" y="392"/>
                    </a:lnTo>
                    <a:lnTo>
                      <a:pt x="2725" y="438"/>
                    </a:lnTo>
                    <a:lnTo>
                      <a:pt x="2752" y="539"/>
                    </a:lnTo>
                    <a:lnTo>
                      <a:pt x="2743" y="569"/>
                    </a:lnTo>
                    <a:lnTo>
                      <a:pt x="2752" y="598"/>
                    </a:lnTo>
                    <a:lnTo>
                      <a:pt x="2778" y="617"/>
                    </a:lnTo>
                    <a:lnTo>
                      <a:pt x="2804" y="634"/>
                    </a:lnTo>
                    <a:lnTo>
                      <a:pt x="2831" y="620"/>
                    </a:lnTo>
                    <a:lnTo>
                      <a:pt x="2860" y="614"/>
                    </a:lnTo>
                    <a:lnTo>
                      <a:pt x="2891" y="620"/>
                    </a:lnTo>
                    <a:lnTo>
                      <a:pt x="2932" y="661"/>
                    </a:lnTo>
                    <a:lnTo>
                      <a:pt x="2963" y="651"/>
                    </a:lnTo>
                    <a:lnTo>
                      <a:pt x="2990" y="665"/>
                    </a:lnTo>
                    <a:lnTo>
                      <a:pt x="3082" y="637"/>
                    </a:lnTo>
                    <a:lnTo>
                      <a:pt x="3138" y="609"/>
                    </a:lnTo>
                    <a:lnTo>
                      <a:pt x="3166" y="618"/>
                    </a:lnTo>
                    <a:lnTo>
                      <a:pt x="3185" y="644"/>
                    </a:lnTo>
                    <a:lnTo>
                      <a:pt x="3226" y="727"/>
                    </a:lnTo>
                    <a:lnTo>
                      <a:pt x="3265" y="772"/>
                    </a:lnTo>
                    <a:lnTo>
                      <a:pt x="3297" y="771"/>
                    </a:lnTo>
                    <a:lnTo>
                      <a:pt x="3307" y="740"/>
                    </a:lnTo>
                    <a:lnTo>
                      <a:pt x="3339" y="744"/>
                    </a:lnTo>
                    <a:lnTo>
                      <a:pt x="3357" y="768"/>
                    </a:lnTo>
                    <a:lnTo>
                      <a:pt x="3387" y="772"/>
                    </a:lnTo>
                    <a:lnTo>
                      <a:pt x="3415" y="785"/>
                    </a:lnTo>
                    <a:lnTo>
                      <a:pt x="3436" y="806"/>
                    </a:lnTo>
                    <a:lnTo>
                      <a:pt x="3497" y="803"/>
                    </a:lnTo>
                    <a:lnTo>
                      <a:pt x="3546" y="837"/>
                    </a:lnTo>
                    <a:lnTo>
                      <a:pt x="3575" y="837"/>
                    </a:lnTo>
                    <a:lnTo>
                      <a:pt x="3620" y="877"/>
                    </a:lnTo>
                    <a:lnTo>
                      <a:pt x="3653" y="883"/>
                    </a:lnTo>
                    <a:lnTo>
                      <a:pt x="3683" y="881"/>
                    </a:lnTo>
                    <a:lnTo>
                      <a:pt x="3708" y="898"/>
                    </a:lnTo>
                    <a:lnTo>
                      <a:pt x="3680" y="912"/>
                    </a:lnTo>
                    <a:lnTo>
                      <a:pt x="3710" y="1000"/>
                    </a:lnTo>
                    <a:lnTo>
                      <a:pt x="3679" y="1055"/>
                    </a:lnTo>
                    <a:lnTo>
                      <a:pt x="3620" y="1068"/>
                    </a:lnTo>
                    <a:lnTo>
                      <a:pt x="3638" y="1093"/>
                    </a:lnTo>
                    <a:lnTo>
                      <a:pt x="3669" y="1099"/>
                    </a:lnTo>
                    <a:lnTo>
                      <a:pt x="3686" y="1124"/>
                    </a:lnTo>
                    <a:lnTo>
                      <a:pt x="3627" y="1140"/>
                    </a:lnTo>
                    <a:lnTo>
                      <a:pt x="3614" y="1167"/>
                    </a:lnTo>
                    <a:lnTo>
                      <a:pt x="3611" y="1196"/>
                    </a:lnTo>
                    <a:lnTo>
                      <a:pt x="3629" y="1220"/>
                    </a:lnTo>
                    <a:lnTo>
                      <a:pt x="3640" y="1249"/>
                    </a:lnTo>
                    <a:lnTo>
                      <a:pt x="3633" y="1279"/>
                    </a:lnTo>
                    <a:lnTo>
                      <a:pt x="3659" y="1293"/>
                    </a:lnTo>
                    <a:lnTo>
                      <a:pt x="3647" y="1354"/>
                    </a:lnTo>
                    <a:lnTo>
                      <a:pt x="3621" y="1441"/>
                    </a:lnTo>
                    <a:lnTo>
                      <a:pt x="3593" y="1453"/>
                    </a:lnTo>
                    <a:lnTo>
                      <a:pt x="3536" y="1439"/>
                    </a:lnTo>
                    <a:lnTo>
                      <a:pt x="3505" y="1445"/>
                    </a:lnTo>
                    <a:lnTo>
                      <a:pt x="3452" y="1416"/>
                    </a:lnTo>
                    <a:lnTo>
                      <a:pt x="3430" y="1436"/>
                    </a:lnTo>
                    <a:lnTo>
                      <a:pt x="3396" y="1487"/>
                    </a:lnTo>
                    <a:lnTo>
                      <a:pt x="3339" y="1509"/>
                    </a:lnTo>
                    <a:lnTo>
                      <a:pt x="3313" y="1563"/>
                    </a:lnTo>
                    <a:lnTo>
                      <a:pt x="3316" y="1595"/>
                    </a:lnTo>
                    <a:lnTo>
                      <a:pt x="3318" y="1650"/>
                    </a:lnTo>
                    <a:lnTo>
                      <a:pt x="3230" y="1662"/>
                    </a:lnTo>
                    <a:lnTo>
                      <a:pt x="3180" y="1674"/>
                    </a:lnTo>
                    <a:lnTo>
                      <a:pt x="3144" y="1712"/>
                    </a:lnTo>
                    <a:lnTo>
                      <a:pt x="3117" y="1710"/>
                    </a:lnTo>
                    <a:lnTo>
                      <a:pt x="3047" y="1738"/>
                    </a:lnTo>
                    <a:lnTo>
                      <a:pt x="3035" y="1782"/>
                    </a:lnTo>
                    <a:lnTo>
                      <a:pt x="2990" y="1756"/>
                    </a:lnTo>
                    <a:lnTo>
                      <a:pt x="2907" y="1797"/>
                    </a:lnTo>
                    <a:lnTo>
                      <a:pt x="2896" y="1814"/>
                    </a:lnTo>
                    <a:lnTo>
                      <a:pt x="2891" y="1795"/>
                    </a:lnTo>
                    <a:lnTo>
                      <a:pt x="2851" y="1810"/>
                    </a:lnTo>
                    <a:lnTo>
                      <a:pt x="2822" y="1812"/>
                    </a:lnTo>
                    <a:lnTo>
                      <a:pt x="2763" y="1866"/>
                    </a:lnTo>
                    <a:lnTo>
                      <a:pt x="2749" y="1868"/>
                    </a:lnTo>
                    <a:lnTo>
                      <a:pt x="2728" y="1908"/>
                    </a:lnTo>
                    <a:lnTo>
                      <a:pt x="2700" y="1949"/>
                    </a:lnTo>
                    <a:lnTo>
                      <a:pt x="2673" y="1962"/>
                    </a:lnTo>
                    <a:lnTo>
                      <a:pt x="2681" y="1942"/>
                    </a:lnTo>
                    <a:lnTo>
                      <a:pt x="2706" y="1929"/>
                    </a:lnTo>
                    <a:lnTo>
                      <a:pt x="2722" y="1911"/>
                    </a:lnTo>
                    <a:lnTo>
                      <a:pt x="2706" y="1856"/>
                    </a:lnTo>
                    <a:lnTo>
                      <a:pt x="2689" y="1856"/>
                    </a:lnTo>
                    <a:lnTo>
                      <a:pt x="2671" y="1911"/>
                    </a:lnTo>
                    <a:lnTo>
                      <a:pt x="2634" y="1949"/>
                    </a:lnTo>
                    <a:lnTo>
                      <a:pt x="2644" y="2003"/>
                    </a:lnTo>
                    <a:lnTo>
                      <a:pt x="2644" y="2037"/>
                    </a:lnTo>
                    <a:lnTo>
                      <a:pt x="2625" y="2037"/>
                    </a:lnTo>
                    <a:lnTo>
                      <a:pt x="2625" y="2023"/>
                    </a:lnTo>
                    <a:lnTo>
                      <a:pt x="2605" y="1980"/>
                    </a:lnTo>
                    <a:lnTo>
                      <a:pt x="2609" y="1968"/>
                    </a:lnTo>
                    <a:lnTo>
                      <a:pt x="2601" y="1951"/>
                    </a:lnTo>
                    <a:lnTo>
                      <a:pt x="2575" y="1969"/>
                    </a:lnTo>
                    <a:lnTo>
                      <a:pt x="2560" y="1994"/>
                    </a:lnTo>
                    <a:lnTo>
                      <a:pt x="2553" y="1988"/>
                    </a:lnTo>
                    <a:lnTo>
                      <a:pt x="2562" y="1963"/>
                    </a:lnTo>
                    <a:lnTo>
                      <a:pt x="2553" y="1951"/>
                    </a:lnTo>
                    <a:lnTo>
                      <a:pt x="2503" y="1951"/>
                    </a:lnTo>
                    <a:lnTo>
                      <a:pt x="2499" y="1942"/>
                    </a:lnTo>
                    <a:lnTo>
                      <a:pt x="2496" y="1911"/>
                    </a:lnTo>
                    <a:lnTo>
                      <a:pt x="2482" y="1892"/>
                    </a:lnTo>
                    <a:lnTo>
                      <a:pt x="2476" y="1945"/>
                    </a:lnTo>
                    <a:lnTo>
                      <a:pt x="2467" y="1949"/>
                    </a:lnTo>
                    <a:lnTo>
                      <a:pt x="2400" y="1929"/>
                    </a:lnTo>
                    <a:lnTo>
                      <a:pt x="2417" y="1942"/>
                    </a:lnTo>
                    <a:lnTo>
                      <a:pt x="2435" y="1963"/>
                    </a:lnTo>
                    <a:lnTo>
                      <a:pt x="2451" y="1960"/>
                    </a:lnTo>
                    <a:lnTo>
                      <a:pt x="2462" y="1968"/>
                    </a:lnTo>
                    <a:lnTo>
                      <a:pt x="2472" y="1988"/>
                    </a:lnTo>
                    <a:lnTo>
                      <a:pt x="2474" y="2010"/>
                    </a:lnTo>
                    <a:lnTo>
                      <a:pt x="2486" y="2025"/>
                    </a:lnTo>
                    <a:lnTo>
                      <a:pt x="2496" y="2017"/>
                    </a:lnTo>
                    <a:lnTo>
                      <a:pt x="2499" y="1991"/>
                    </a:lnTo>
                    <a:lnTo>
                      <a:pt x="2535" y="1999"/>
                    </a:lnTo>
                    <a:lnTo>
                      <a:pt x="2553" y="2012"/>
                    </a:lnTo>
                    <a:lnTo>
                      <a:pt x="2573" y="2012"/>
                    </a:lnTo>
                    <a:lnTo>
                      <a:pt x="2556" y="2058"/>
                    </a:lnTo>
                    <a:lnTo>
                      <a:pt x="2565" y="2064"/>
                    </a:lnTo>
                    <a:lnTo>
                      <a:pt x="2589" y="2052"/>
                    </a:lnTo>
                    <a:lnTo>
                      <a:pt x="2598" y="2059"/>
                    </a:lnTo>
                    <a:lnTo>
                      <a:pt x="2591" y="2090"/>
                    </a:lnTo>
                    <a:lnTo>
                      <a:pt x="2638" y="2086"/>
                    </a:lnTo>
                    <a:lnTo>
                      <a:pt x="2661" y="2115"/>
                    </a:lnTo>
                    <a:lnTo>
                      <a:pt x="2663" y="2161"/>
                    </a:lnTo>
                    <a:lnTo>
                      <a:pt x="2673" y="2194"/>
                    </a:lnTo>
                    <a:lnTo>
                      <a:pt x="2684" y="2178"/>
                    </a:lnTo>
                    <a:lnTo>
                      <a:pt x="2751" y="2197"/>
                    </a:lnTo>
                    <a:lnTo>
                      <a:pt x="2756" y="2174"/>
                    </a:lnTo>
                    <a:lnTo>
                      <a:pt x="2796" y="2205"/>
                    </a:lnTo>
                    <a:lnTo>
                      <a:pt x="2839" y="2156"/>
                    </a:lnTo>
                    <a:lnTo>
                      <a:pt x="2855" y="2153"/>
                    </a:lnTo>
                    <a:lnTo>
                      <a:pt x="2864" y="2174"/>
                    </a:lnTo>
                    <a:lnTo>
                      <a:pt x="2894" y="2158"/>
                    </a:lnTo>
                    <a:lnTo>
                      <a:pt x="2943" y="2147"/>
                    </a:lnTo>
                    <a:lnTo>
                      <a:pt x="2986" y="2152"/>
                    </a:lnTo>
                    <a:lnTo>
                      <a:pt x="2979" y="2183"/>
                    </a:lnTo>
                    <a:lnTo>
                      <a:pt x="2964" y="2197"/>
                    </a:lnTo>
                    <a:lnTo>
                      <a:pt x="2959" y="2226"/>
                    </a:lnTo>
                    <a:lnTo>
                      <a:pt x="2959" y="2267"/>
                    </a:lnTo>
                    <a:lnTo>
                      <a:pt x="2891" y="2268"/>
                    </a:lnTo>
                    <a:lnTo>
                      <a:pt x="2878" y="2282"/>
                    </a:lnTo>
                    <a:lnTo>
                      <a:pt x="2761" y="2246"/>
                    </a:lnTo>
                    <a:lnTo>
                      <a:pt x="2693" y="2310"/>
                    </a:lnTo>
                    <a:lnTo>
                      <a:pt x="2661" y="2346"/>
                    </a:lnTo>
                    <a:lnTo>
                      <a:pt x="2616" y="2336"/>
                    </a:lnTo>
                    <a:lnTo>
                      <a:pt x="2562" y="2352"/>
                    </a:lnTo>
                    <a:lnTo>
                      <a:pt x="2582" y="2363"/>
                    </a:lnTo>
                    <a:lnTo>
                      <a:pt x="2558" y="2368"/>
                    </a:lnTo>
                    <a:lnTo>
                      <a:pt x="2540" y="2395"/>
                    </a:lnTo>
                    <a:lnTo>
                      <a:pt x="2535" y="2413"/>
                    </a:lnTo>
                    <a:lnTo>
                      <a:pt x="2523" y="2424"/>
                    </a:lnTo>
                    <a:lnTo>
                      <a:pt x="2499" y="2428"/>
                    </a:lnTo>
                    <a:lnTo>
                      <a:pt x="2456" y="2456"/>
                    </a:lnTo>
                    <a:lnTo>
                      <a:pt x="2394" y="2450"/>
                    </a:lnTo>
                    <a:lnTo>
                      <a:pt x="2384" y="2447"/>
                    </a:lnTo>
                    <a:lnTo>
                      <a:pt x="2340" y="2411"/>
                    </a:lnTo>
                    <a:lnTo>
                      <a:pt x="2357" y="2383"/>
                    </a:lnTo>
                    <a:lnTo>
                      <a:pt x="2357" y="2346"/>
                    </a:lnTo>
                    <a:lnTo>
                      <a:pt x="2363" y="2316"/>
                    </a:lnTo>
                    <a:lnTo>
                      <a:pt x="2359" y="2281"/>
                    </a:lnTo>
                    <a:lnTo>
                      <a:pt x="2340" y="2239"/>
                    </a:lnTo>
                    <a:lnTo>
                      <a:pt x="2316" y="2232"/>
                    </a:lnTo>
                    <a:lnTo>
                      <a:pt x="2290" y="2235"/>
                    </a:lnTo>
                    <a:lnTo>
                      <a:pt x="2262" y="2205"/>
                    </a:lnTo>
                    <a:lnTo>
                      <a:pt x="2219" y="2178"/>
                    </a:lnTo>
                    <a:lnTo>
                      <a:pt x="2158" y="2178"/>
                    </a:lnTo>
                    <a:lnTo>
                      <a:pt x="2157" y="2170"/>
                    </a:lnTo>
                    <a:lnTo>
                      <a:pt x="2169" y="2146"/>
                    </a:lnTo>
                    <a:lnTo>
                      <a:pt x="2206" y="2127"/>
                    </a:lnTo>
                    <a:lnTo>
                      <a:pt x="2253" y="2078"/>
                    </a:lnTo>
                    <a:lnTo>
                      <a:pt x="2286" y="2052"/>
                    </a:lnTo>
                    <a:lnTo>
                      <a:pt x="2390" y="2023"/>
                    </a:lnTo>
                    <a:lnTo>
                      <a:pt x="2406" y="2012"/>
                    </a:lnTo>
                    <a:lnTo>
                      <a:pt x="2390" y="2003"/>
                    </a:lnTo>
                    <a:lnTo>
                      <a:pt x="2388" y="1974"/>
                    </a:lnTo>
                    <a:lnTo>
                      <a:pt x="2363" y="1951"/>
                    </a:lnTo>
                    <a:lnTo>
                      <a:pt x="2343" y="1976"/>
                    </a:lnTo>
                    <a:lnTo>
                      <a:pt x="2306" y="1955"/>
                    </a:lnTo>
                    <a:lnTo>
                      <a:pt x="2304" y="1940"/>
                    </a:lnTo>
                    <a:lnTo>
                      <a:pt x="2271" y="1949"/>
                    </a:lnTo>
                    <a:lnTo>
                      <a:pt x="2267" y="1960"/>
                    </a:lnTo>
                    <a:lnTo>
                      <a:pt x="2241" y="1960"/>
                    </a:lnTo>
                    <a:lnTo>
                      <a:pt x="2158" y="1980"/>
                    </a:lnTo>
                    <a:lnTo>
                      <a:pt x="2097" y="1957"/>
                    </a:lnTo>
                    <a:lnTo>
                      <a:pt x="2075" y="1933"/>
                    </a:lnTo>
                    <a:lnTo>
                      <a:pt x="2053" y="1927"/>
                    </a:lnTo>
                    <a:lnTo>
                      <a:pt x="2010" y="1931"/>
                    </a:lnTo>
                    <a:lnTo>
                      <a:pt x="2005" y="1915"/>
                    </a:lnTo>
                    <a:lnTo>
                      <a:pt x="2054" y="1879"/>
                    </a:lnTo>
                    <a:lnTo>
                      <a:pt x="2048" y="1868"/>
                    </a:lnTo>
                    <a:lnTo>
                      <a:pt x="1989" y="1862"/>
                    </a:lnTo>
                    <a:lnTo>
                      <a:pt x="1969" y="1851"/>
                    </a:lnTo>
                    <a:lnTo>
                      <a:pt x="1999" y="1839"/>
                    </a:lnTo>
                    <a:lnTo>
                      <a:pt x="2091" y="1851"/>
                    </a:lnTo>
                    <a:lnTo>
                      <a:pt x="2099" y="1845"/>
                    </a:lnTo>
                    <a:lnTo>
                      <a:pt x="2091" y="1834"/>
                    </a:lnTo>
                    <a:lnTo>
                      <a:pt x="2068" y="1828"/>
                    </a:lnTo>
                    <a:lnTo>
                      <a:pt x="2044" y="1795"/>
                    </a:lnTo>
                    <a:lnTo>
                      <a:pt x="2026" y="1759"/>
                    </a:lnTo>
                    <a:lnTo>
                      <a:pt x="2016" y="1787"/>
                    </a:lnTo>
                    <a:lnTo>
                      <a:pt x="1987" y="1800"/>
                    </a:lnTo>
                    <a:lnTo>
                      <a:pt x="1954" y="1812"/>
                    </a:lnTo>
                    <a:lnTo>
                      <a:pt x="1960" y="1773"/>
                    </a:lnTo>
                    <a:lnTo>
                      <a:pt x="1937" y="1791"/>
                    </a:lnTo>
                    <a:lnTo>
                      <a:pt x="1894" y="1814"/>
                    </a:lnTo>
                    <a:lnTo>
                      <a:pt x="1833" y="1825"/>
                    </a:lnTo>
                    <a:lnTo>
                      <a:pt x="1808" y="1839"/>
                    </a:lnTo>
                    <a:lnTo>
                      <a:pt x="1782" y="1845"/>
                    </a:lnTo>
                    <a:lnTo>
                      <a:pt x="1777" y="1877"/>
                    </a:lnTo>
                    <a:lnTo>
                      <a:pt x="1735" y="1942"/>
                    </a:lnTo>
                    <a:lnTo>
                      <a:pt x="1720" y="1938"/>
                    </a:lnTo>
                    <a:lnTo>
                      <a:pt x="1706" y="1908"/>
                    </a:lnTo>
                    <a:lnTo>
                      <a:pt x="1675" y="1902"/>
                    </a:lnTo>
                    <a:lnTo>
                      <a:pt x="1661" y="1886"/>
                    </a:lnTo>
                    <a:lnTo>
                      <a:pt x="1671" y="1911"/>
                    </a:lnTo>
                    <a:lnTo>
                      <a:pt x="1704" y="1940"/>
                    </a:lnTo>
                    <a:lnTo>
                      <a:pt x="1712" y="1980"/>
                    </a:lnTo>
                    <a:lnTo>
                      <a:pt x="1690" y="2021"/>
                    </a:lnTo>
                    <a:lnTo>
                      <a:pt x="1671" y="2042"/>
                    </a:lnTo>
                    <a:lnTo>
                      <a:pt x="1619" y="2044"/>
                    </a:lnTo>
                    <a:lnTo>
                      <a:pt x="1610" y="2062"/>
                    </a:lnTo>
                    <a:lnTo>
                      <a:pt x="1588" y="2072"/>
                    </a:lnTo>
                    <a:lnTo>
                      <a:pt x="1586" y="2100"/>
                    </a:lnTo>
                    <a:lnTo>
                      <a:pt x="1567" y="2090"/>
                    </a:lnTo>
                    <a:lnTo>
                      <a:pt x="1564" y="2055"/>
                    </a:lnTo>
                    <a:lnTo>
                      <a:pt x="1557" y="2039"/>
                    </a:lnTo>
                    <a:lnTo>
                      <a:pt x="1557" y="2111"/>
                    </a:lnTo>
                    <a:lnTo>
                      <a:pt x="1564" y="2168"/>
                    </a:lnTo>
                    <a:lnTo>
                      <a:pt x="1553" y="2172"/>
                    </a:lnTo>
                    <a:lnTo>
                      <a:pt x="1532" y="2161"/>
                    </a:lnTo>
                    <a:lnTo>
                      <a:pt x="1500" y="2158"/>
                    </a:lnTo>
                    <a:lnTo>
                      <a:pt x="1467" y="2172"/>
                    </a:lnTo>
                    <a:lnTo>
                      <a:pt x="1410" y="2181"/>
                    </a:lnTo>
                    <a:lnTo>
                      <a:pt x="1371" y="2210"/>
                    </a:lnTo>
                    <a:lnTo>
                      <a:pt x="1331" y="2213"/>
                    </a:lnTo>
                    <a:lnTo>
                      <a:pt x="1283" y="2149"/>
                    </a:lnTo>
                    <a:lnTo>
                      <a:pt x="1252" y="2153"/>
                    </a:lnTo>
                    <a:lnTo>
                      <a:pt x="1252" y="2142"/>
                    </a:lnTo>
                    <a:lnTo>
                      <a:pt x="1288" y="2142"/>
                    </a:lnTo>
                    <a:lnTo>
                      <a:pt x="1309" y="2120"/>
                    </a:lnTo>
                    <a:lnTo>
                      <a:pt x="1311" y="2089"/>
                    </a:lnTo>
                    <a:lnTo>
                      <a:pt x="1322" y="2061"/>
                    </a:lnTo>
                    <a:lnTo>
                      <a:pt x="1350" y="2044"/>
                    </a:lnTo>
                    <a:lnTo>
                      <a:pt x="1355" y="2015"/>
                    </a:lnTo>
                    <a:lnTo>
                      <a:pt x="1375" y="1993"/>
                    </a:lnTo>
                    <a:lnTo>
                      <a:pt x="1403" y="1979"/>
                    </a:lnTo>
                    <a:lnTo>
                      <a:pt x="1413" y="1889"/>
                    </a:lnTo>
                    <a:lnTo>
                      <a:pt x="1427" y="1860"/>
                    </a:lnTo>
                    <a:lnTo>
                      <a:pt x="1455" y="1846"/>
                    </a:lnTo>
                    <a:lnTo>
                      <a:pt x="1471" y="1872"/>
                    </a:lnTo>
                    <a:lnTo>
                      <a:pt x="1497" y="1858"/>
                    </a:lnTo>
                    <a:lnTo>
                      <a:pt x="1584" y="1879"/>
                    </a:lnTo>
                    <a:lnTo>
                      <a:pt x="1610" y="1863"/>
                    </a:lnTo>
                    <a:lnTo>
                      <a:pt x="1622" y="1835"/>
                    </a:lnTo>
                    <a:lnTo>
                      <a:pt x="1610" y="1805"/>
                    </a:lnTo>
                    <a:lnTo>
                      <a:pt x="1615" y="1776"/>
                    </a:lnTo>
                    <a:lnTo>
                      <a:pt x="1611" y="1748"/>
                    </a:lnTo>
                    <a:lnTo>
                      <a:pt x="1597" y="1721"/>
                    </a:lnTo>
                    <a:lnTo>
                      <a:pt x="1542" y="1693"/>
                    </a:lnTo>
                    <a:lnTo>
                      <a:pt x="1516" y="1639"/>
                    </a:lnTo>
                    <a:lnTo>
                      <a:pt x="1523" y="1609"/>
                    </a:lnTo>
                    <a:lnTo>
                      <a:pt x="1514" y="1579"/>
                    </a:lnTo>
                    <a:lnTo>
                      <a:pt x="1483" y="1575"/>
                    </a:lnTo>
                    <a:lnTo>
                      <a:pt x="1469" y="1549"/>
                    </a:lnTo>
                    <a:lnTo>
                      <a:pt x="1446" y="1528"/>
                    </a:lnTo>
                    <a:lnTo>
                      <a:pt x="1457" y="1467"/>
                    </a:lnTo>
                    <a:lnTo>
                      <a:pt x="1458" y="1438"/>
                    </a:lnTo>
                    <a:lnTo>
                      <a:pt x="1457" y="1407"/>
                    </a:lnTo>
                    <a:lnTo>
                      <a:pt x="1443" y="1380"/>
                    </a:lnTo>
                    <a:lnTo>
                      <a:pt x="1412" y="1388"/>
                    </a:lnTo>
                    <a:lnTo>
                      <a:pt x="1370" y="1345"/>
                    </a:lnTo>
                    <a:lnTo>
                      <a:pt x="1339" y="1337"/>
                    </a:lnTo>
                    <a:lnTo>
                      <a:pt x="1279" y="1348"/>
                    </a:lnTo>
                    <a:lnTo>
                      <a:pt x="1252" y="1339"/>
                    </a:lnTo>
                    <a:lnTo>
                      <a:pt x="1181" y="1280"/>
                    </a:lnTo>
                    <a:lnTo>
                      <a:pt x="1154" y="1265"/>
                    </a:lnTo>
                    <a:lnTo>
                      <a:pt x="1094" y="1245"/>
                    </a:lnTo>
                    <a:lnTo>
                      <a:pt x="1034" y="1266"/>
                    </a:lnTo>
                    <a:lnTo>
                      <a:pt x="1004" y="1269"/>
                    </a:lnTo>
                    <a:lnTo>
                      <a:pt x="974" y="1263"/>
                    </a:lnTo>
                    <a:lnTo>
                      <a:pt x="947" y="1280"/>
                    </a:lnTo>
                    <a:lnTo>
                      <a:pt x="927" y="1321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GB" dirty="0">
                  <a:latin typeface="Trade Gothic LT Std" pitchFamily="50" charset="0"/>
                </a:endParaRPr>
              </a:p>
            </p:txBody>
          </p:sp>
          <p:sp>
            <p:nvSpPr>
              <p:cNvPr id="39" name="Freeform 1117">
                <a:extLst>
                  <a:ext uri="{FF2B5EF4-FFF2-40B4-BE49-F238E27FC236}">
                    <a16:creationId xmlns:a16="http://schemas.microsoft.com/office/drawing/2014/main" id="{92983097-5905-EAC4-9CE5-17B6ABBC80F2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5132388" y="4524376"/>
                <a:ext cx="460375" cy="271463"/>
              </a:xfrm>
              <a:custGeom>
                <a:avLst/>
                <a:gdLst/>
                <a:ahLst/>
                <a:cxnLst>
                  <a:cxn ang="0">
                    <a:pos x="1384" y="531"/>
                  </a:cxn>
                  <a:cxn ang="0">
                    <a:pos x="1321" y="555"/>
                  </a:cxn>
                  <a:cxn ang="0">
                    <a:pos x="1271" y="595"/>
                  </a:cxn>
                  <a:cxn ang="0">
                    <a:pos x="1259" y="657"/>
                  </a:cxn>
                  <a:cxn ang="0">
                    <a:pos x="1207" y="696"/>
                  </a:cxn>
                  <a:cxn ang="0">
                    <a:pos x="1159" y="759"/>
                  </a:cxn>
                  <a:cxn ang="0">
                    <a:pos x="1082" y="750"/>
                  </a:cxn>
                  <a:cxn ang="0">
                    <a:pos x="1031" y="784"/>
                  </a:cxn>
                  <a:cxn ang="0">
                    <a:pos x="1009" y="776"/>
                  </a:cxn>
                  <a:cxn ang="0">
                    <a:pos x="848" y="747"/>
                  </a:cxn>
                  <a:cxn ang="0">
                    <a:pos x="764" y="685"/>
                  </a:cxn>
                  <a:cxn ang="0">
                    <a:pos x="615" y="715"/>
                  </a:cxn>
                  <a:cxn ang="0">
                    <a:pos x="568" y="780"/>
                  </a:cxn>
                  <a:cxn ang="0">
                    <a:pos x="493" y="798"/>
                  </a:cxn>
                  <a:cxn ang="0">
                    <a:pos x="423" y="773"/>
                  </a:cxn>
                  <a:cxn ang="0">
                    <a:pos x="358" y="731"/>
                  </a:cxn>
                  <a:cxn ang="0">
                    <a:pos x="227" y="609"/>
                  </a:cxn>
                  <a:cxn ang="0">
                    <a:pos x="85" y="475"/>
                  </a:cxn>
                  <a:cxn ang="0">
                    <a:pos x="76" y="363"/>
                  </a:cxn>
                  <a:cxn ang="0">
                    <a:pos x="0" y="305"/>
                  </a:cxn>
                  <a:cxn ang="0">
                    <a:pos x="4" y="255"/>
                  </a:cxn>
                  <a:cxn ang="0">
                    <a:pos x="71" y="307"/>
                  </a:cxn>
                  <a:cxn ang="0">
                    <a:pos x="147" y="230"/>
                  </a:cxn>
                  <a:cxn ang="0">
                    <a:pos x="276" y="179"/>
                  </a:cxn>
                  <a:cxn ang="0">
                    <a:pos x="444" y="84"/>
                  </a:cxn>
                  <a:cxn ang="0">
                    <a:pos x="493" y="9"/>
                  </a:cxn>
                  <a:cxn ang="0">
                    <a:pos x="545" y="89"/>
                  </a:cxn>
                  <a:cxn ang="0">
                    <a:pos x="594" y="104"/>
                  </a:cxn>
                  <a:cxn ang="0">
                    <a:pos x="688" y="67"/>
                  </a:cxn>
                  <a:cxn ang="0">
                    <a:pos x="735" y="100"/>
                  </a:cxn>
                  <a:cxn ang="0">
                    <a:pos x="849" y="160"/>
                  </a:cxn>
                  <a:cxn ang="0">
                    <a:pos x="897" y="174"/>
                  </a:cxn>
                  <a:cxn ang="0">
                    <a:pos x="878" y="225"/>
                  </a:cxn>
                  <a:cxn ang="0">
                    <a:pos x="978" y="305"/>
                  </a:cxn>
                  <a:cxn ang="0">
                    <a:pos x="1009" y="253"/>
                  </a:cxn>
                  <a:cxn ang="0">
                    <a:pos x="1104" y="264"/>
                  </a:cxn>
                  <a:cxn ang="0">
                    <a:pos x="1181" y="332"/>
                  </a:cxn>
                  <a:cxn ang="0">
                    <a:pos x="1233" y="352"/>
                  </a:cxn>
                  <a:cxn ang="0">
                    <a:pos x="1339" y="475"/>
                  </a:cxn>
                </a:cxnLst>
                <a:rect l="0" t="0" r="r" b="b"/>
                <a:pathLst>
                  <a:path w="1410" h="827">
                    <a:moveTo>
                      <a:pt x="1410" y="508"/>
                    </a:moveTo>
                    <a:lnTo>
                      <a:pt x="1384" y="531"/>
                    </a:lnTo>
                    <a:lnTo>
                      <a:pt x="1342" y="528"/>
                    </a:lnTo>
                    <a:lnTo>
                      <a:pt x="1321" y="555"/>
                    </a:lnTo>
                    <a:lnTo>
                      <a:pt x="1302" y="585"/>
                    </a:lnTo>
                    <a:lnTo>
                      <a:pt x="1271" y="595"/>
                    </a:lnTo>
                    <a:lnTo>
                      <a:pt x="1262" y="611"/>
                    </a:lnTo>
                    <a:lnTo>
                      <a:pt x="1259" y="657"/>
                    </a:lnTo>
                    <a:lnTo>
                      <a:pt x="1239" y="690"/>
                    </a:lnTo>
                    <a:lnTo>
                      <a:pt x="1207" y="696"/>
                    </a:lnTo>
                    <a:lnTo>
                      <a:pt x="1207" y="722"/>
                    </a:lnTo>
                    <a:lnTo>
                      <a:pt x="1159" y="759"/>
                    </a:lnTo>
                    <a:lnTo>
                      <a:pt x="1103" y="765"/>
                    </a:lnTo>
                    <a:lnTo>
                      <a:pt x="1082" y="750"/>
                    </a:lnTo>
                    <a:lnTo>
                      <a:pt x="1055" y="747"/>
                    </a:lnTo>
                    <a:lnTo>
                      <a:pt x="1031" y="784"/>
                    </a:lnTo>
                    <a:lnTo>
                      <a:pt x="1009" y="827"/>
                    </a:lnTo>
                    <a:lnTo>
                      <a:pt x="1009" y="776"/>
                    </a:lnTo>
                    <a:lnTo>
                      <a:pt x="980" y="737"/>
                    </a:lnTo>
                    <a:lnTo>
                      <a:pt x="848" y="747"/>
                    </a:lnTo>
                    <a:lnTo>
                      <a:pt x="795" y="700"/>
                    </a:lnTo>
                    <a:lnTo>
                      <a:pt x="764" y="685"/>
                    </a:lnTo>
                    <a:lnTo>
                      <a:pt x="637" y="677"/>
                    </a:lnTo>
                    <a:lnTo>
                      <a:pt x="615" y="715"/>
                    </a:lnTo>
                    <a:lnTo>
                      <a:pt x="604" y="747"/>
                    </a:lnTo>
                    <a:lnTo>
                      <a:pt x="568" y="780"/>
                    </a:lnTo>
                    <a:lnTo>
                      <a:pt x="536" y="794"/>
                    </a:lnTo>
                    <a:lnTo>
                      <a:pt x="493" y="798"/>
                    </a:lnTo>
                    <a:lnTo>
                      <a:pt x="450" y="794"/>
                    </a:lnTo>
                    <a:lnTo>
                      <a:pt x="423" y="773"/>
                    </a:lnTo>
                    <a:lnTo>
                      <a:pt x="376" y="753"/>
                    </a:lnTo>
                    <a:lnTo>
                      <a:pt x="358" y="731"/>
                    </a:lnTo>
                    <a:lnTo>
                      <a:pt x="264" y="655"/>
                    </a:lnTo>
                    <a:lnTo>
                      <a:pt x="227" y="609"/>
                    </a:lnTo>
                    <a:lnTo>
                      <a:pt x="121" y="526"/>
                    </a:lnTo>
                    <a:lnTo>
                      <a:pt x="85" y="475"/>
                    </a:lnTo>
                    <a:lnTo>
                      <a:pt x="85" y="408"/>
                    </a:lnTo>
                    <a:lnTo>
                      <a:pt x="76" y="363"/>
                    </a:lnTo>
                    <a:lnTo>
                      <a:pt x="31" y="342"/>
                    </a:lnTo>
                    <a:lnTo>
                      <a:pt x="0" y="305"/>
                    </a:lnTo>
                    <a:lnTo>
                      <a:pt x="0" y="271"/>
                    </a:lnTo>
                    <a:lnTo>
                      <a:pt x="4" y="255"/>
                    </a:lnTo>
                    <a:lnTo>
                      <a:pt x="63" y="309"/>
                    </a:lnTo>
                    <a:lnTo>
                      <a:pt x="71" y="307"/>
                    </a:lnTo>
                    <a:lnTo>
                      <a:pt x="90" y="257"/>
                    </a:lnTo>
                    <a:lnTo>
                      <a:pt x="147" y="230"/>
                    </a:lnTo>
                    <a:lnTo>
                      <a:pt x="213" y="210"/>
                    </a:lnTo>
                    <a:lnTo>
                      <a:pt x="276" y="179"/>
                    </a:lnTo>
                    <a:lnTo>
                      <a:pt x="301" y="136"/>
                    </a:lnTo>
                    <a:lnTo>
                      <a:pt x="444" y="84"/>
                    </a:lnTo>
                    <a:lnTo>
                      <a:pt x="456" y="0"/>
                    </a:lnTo>
                    <a:lnTo>
                      <a:pt x="493" y="9"/>
                    </a:lnTo>
                    <a:lnTo>
                      <a:pt x="518" y="54"/>
                    </a:lnTo>
                    <a:lnTo>
                      <a:pt x="545" y="89"/>
                    </a:lnTo>
                    <a:lnTo>
                      <a:pt x="570" y="89"/>
                    </a:lnTo>
                    <a:lnTo>
                      <a:pt x="594" y="104"/>
                    </a:lnTo>
                    <a:lnTo>
                      <a:pt x="649" y="46"/>
                    </a:lnTo>
                    <a:lnTo>
                      <a:pt x="688" y="67"/>
                    </a:lnTo>
                    <a:lnTo>
                      <a:pt x="708" y="102"/>
                    </a:lnTo>
                    <a:lnTo>
                      <a:pt x="735" y="100"/>
                    </a:lnTo>
                    <a:lnTo>
                      <a:pt x="815" y="115"/>
                    </a:lnTo>
                    <a:lnTo>
                      <a:pt x="849" y="160"/>
                    </a:lnTo>
                    <a:lnTo>
                      <a:pt x="892" y="167"/>
                    </a:lnTo>
                    <a:lnTo>
                      <a:pt x="897" y="174"/>
                    </a:lnTo>
                    <a:lnTo>
                      <a:pt x="897" y="185"/>
                    </a:lnTo>
                    <a:lnTo>
                      <a:pt x="878" y="225"/>
                    </a:lnTo>
                    <a:lnTo>
                      <a:pt x="951" y="293"/>
                    </a:lnTo>
                    <a:lnTo>
                      <a:pt x="978" y="305"/>
                    </a:lnTo>
                    <a:lnTo>
                      <a:pt x="1021" y="275"/>
                    </a:lnTo>
                    <a:lnTo>
                      <a:pt x="1009" y="253"/>
                    </a:lnTo>
                    <a:lnTo>
                      <a:pt x="1014" y="230"/>
                    </a:lnTo>
                    <a:lnTo>
                      <a:pt x="1104" y="264"/>
                    </a:lnTo>
                    <a:lnTo>
                      <a:pt x="1180" y="273"/>
                    </a:lnTo>
                    <a:lnTo>
                      <a:pt x="1181" y="332"/>
                    </a:lnTo>
                    <a:lnTo>
                      <a:pt x="1215" y="358"/>
                    </a:lnTo>
                    <a:lnTo>
                      <a:pt x="1233" y="352"/>
                    </a:lnTo>
                    <a:lnTo>
                      <a:pt x="1267" y="369"/>
                    </a:lnTo>
                    <a:lnTo>
                      <a:pt x="1339" y="475"/>
                    </a:lnTo>
                    <a:lnTo>
                      <a:pt x="1410" y="508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GB" dirty="0">
                  <a:latin typeface="Trade Gothic LT Std" pitchFamily="50" charset="0"/>
                </a:endParaRPr>
              </a:p>
            </p:txBody>
          </p:sp>
          <p:grpSp>
            <p:nvGrpSpPr>
              <p:cNvPr id="40" name="Group 1118">
                <a:extLst>
                  <a:ext uri="{FF2B5EF4-FFF2-40B4-BE49-F238E27FC236}">
                    <a16:creationId xmlns:a16="http://schemas.microsoft.com/office/drawing/2014/main" id="{96949C42-F629-A085-AB77-BC07BFAAA7A4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5649912" y="5432432"/>
                <a:ext cx="579438" cy="588963"/>
                <a:chOff x="2991" y="2968"/>
                <a:chExt cx="295" cy="300"/>
              </a:xfrm>
              <a:grpFill/>
            </p:grpSpPr>
            <p:sp>
              <p:nvSpPr>
                <p:cNvPr id="174" name="Freeform 1119">
                  <a:extLst>
                    <a:ext uri="{FF2B5EF4-FFF2-40B4-BE49-F238E27FC236}">
                      <a16:creationId xmlns:a16="http://schemas.microsoft.com/office/drawing/2014/main" id="{32439C86-C7D9-131C-6E93-36731C5F73B4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3156" y="3013"/>
                  <a:ext cx="11" cy="10"/>
                </a:xfrm>
                <a:custGeom>
                  <a:avLst/>
                  <a:gdLst/>
                  <a:ahLst/>
                  <a:cxnLst>
                    <a:cxn ang="0">
                      <a:pos x="41" y="51"/>
                    </a:cxn>
                    <a:cxn ang="0">
                      <a:pos x="61" y="43"/>
                    </a:cxn>
                    <a:cxn ang="0">
                      <a:pos x="52" y="33"/>
                    </a:cxn>
                    <a:cxn ang="0">
                      <a:pos x="50" y="6"/>
                    </a:cxn>
                    <a:cxn ang="0">
                      <a:pos x="32" y="0"/>
                    </a:cxn>
                    <a:cxn ang="0">
                      <a:pos x="0" y="30"/>
                    </a:cxn>
                    <a:cxn ang="0">
                      <a:pos x="3" y="47"/>
                    </a:cxn>
                    <a:cxn ang="0">
                      <a:pos x="25" y="59"/>
                    </a:cxn>
                    <a:cxn ang="0">
                      <a:pos x="41" y="51"/>
                    </a:cxn>
                  </a:cxnLst>
                  <a:rect l="0" t="0" r="r" b="b"/>
                  <a:pathLst>
                    <a:path w="61" h="59">
                      <a:moveTo>
                        <a:pt x="41" y="51"/>
                      </a:moveTo>
                      <a:lnTo>
                        <a:pt x="61" y="43"/>
                      </a:lnTo>
                      <a:lnTo>
                        <a:pt x="52" y="33"/>
                      </a:lnTo>
                      <a:lnTo>
                        <a:pt x="50" y="6"/>
                      </a:lnTo>
                      <a:lnTo>
                        <a:pt x="32" y="0"/>
                      </a:lnTo>
                      <a:lnTo>
                        <a:pt x="0" y="30"/>
                      </a:lnTo>
                      <a:lnTo>
                        <a:pt x="3" y="47"/>
                      </a:lnTo>
                      <a:lnTo>
                        <a:pt x="25" y="59"/>
                      </a:lnTo>
                      <a:lnTo>
                        <a:pt x="41" y="51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GB" dirty="0">
                    <a:latin typeface="Trade Gothic LT Std" pitchFamily="50" charset="0"/>
                  </a:endParaRPr>
                </a:p>
              </p:txBody>
            </p:sp>
            <p:sp>
              <p:nvSpPr>
                <p:cNvPr id="175" name="Freeform 1120">
                  <a:extLst>
                    <a:ext uri="{FF2B5EF4-FFF2-40B4-BE49-F238E27FC236}">
                      <a16:creationId xmlns:a16="http://schemas.microsoft.com/office/drawing/2014/main" id="{41BBDC9A-D6E6-4396-3B8B-77051DFF9CF7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3174" y="3050"/>
                  <a:ext cx="11" cy="8"/>
                </a:xfrm>
                <a:custGeom>
                  <a:avLst/>
                  <a:gdLst/>
                  <a:ahLst/>
                  <a:cxnLst>
                    <a:cxn ang="0">
                      <a:pos x="70" y="18"/>
                    </a:cxn>
                    <a:cxn ang="0">
                      <a:pos x="63" y="18"/>
                    </a:cxn>
                    <a:cxn ang="0">
                      <a:pos x="61" y="2"/>
                    </a:cxn>
                    <a:cxn ang="0">
                      <a:pos x="38" y="0"/>
                    </a:cxn>
                    <a:cxn ang="0">
                      <a:pos x="8" y="6"/>
                    </a:cxn>
                    <a:cxn ang="0">
                      <a:pos x="0" y="43"/>
                    </a:cxn>
                    <a:cxn ang="0">
                      <a:pos x="14" y="51"/>
                    </a:cxn>
                    <a:cxn ang="0">
                      <a:pos x="24" y="38"/>
                    </a:cxn>
                    <a:cxn ang="0">
                      <a:pos x="51" y="49"/>
                    </a:cxn>
                    <a:cxn ang="0">
                      <a:pos x="70" y="18"/>
                    </a:cxn>
                  </a:cxnLst>
                  <a:rect l="0" t="0" r="r" b="b"/>
                  <a:pathLst>
                    <a:path w="70" h="51">
                      <a:moveTo>
                        <a:pt x="70" y="18"/>
                      </a:moveTo>
                      <a:lnTo>
                        <a:pt x="63" y="18"/>
                      </a:lnTo>
                      <a:lnTo>
                        <a:pt x="61" y="2"/>
                      </a:lnTo>
                      <a:lnTo>
                        <a:pt x="38" y="0"/>
                      </a:lnTo>
                      <a:lnTo>
                        <a:pt x="8" y="6"/>
                      </a:lnTo>
                      <a:lnTo>
                        <a:pt x="0" y="43"/>
                      </a:lnTo>
                      <a:lnTo>
                        <a:pt x="14" y="51"/>
                      </a:lnTo>
                      <a:lnTo>
                        <a:pt x="24" y="38"/>
                      </a:lnTo>
                      <a:lnTo>
                        <a:pt x="51" y="49"/>
                      </a:lnTo>
                      <a:lnTo>
                        <a:pt x="70" y="18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GB" dirty="0">
                    <a:latin typeface="Trade Gothic LT Std" pitchFamily="50" charset="0"/>
                  </a:endParaRPr>
                </a:p>
              </p:txBody>
            </p:sp>
            <p:sp>
              <p:nvSpPr>
                <p:cNvPr id="176" name="Freeform 1121">
                  <a:extLst>
                    <a:ext uri="{FF2B5EF4-FFF2-40B4-BE49-F238E27FC236}">
                      <a16:creationId xmlns:a16="http://schemas.microsoft.com/office/drawing/2014/main" id="{532773D1-FB67-1ED9-6662-6E8EA6A2C8EC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3203" y="3073"/>
                  <a:ext cx="26" cy="20"/>
                </a:xfrm>
                <a:custGeom>
                  <a:avLst/>
                  <a:gdLst/>
                  <a:ahLst/>
                  <a:cxnLst>
                    <a:cxn ang="0">
                      <a:pos x="135" y="100"/>
                    </a:cxn>
                    <a:cxn ang="0">
                      <a:pos x="158" y="104"/>
                    </a:cxn>
                    <a:cxn ang="0">
                      <a:pos x="139" y="61"/>
                    </a:cxn>
                    <a:cxn ang="0">
                      <a:pos x="101" y="0"/>
                    </a:cxn>
                    <a:cxn ang="0">
                      <a:pos x="9" y="43"/>
                    </a:cxn>
                    <a:cxn ang="0">
                      <a:pos x="0" y="77"/>
                    </a:cxn>
                    <a:cxn ang="0">
                      <a:pos x="25" y="82"/>
                    </a:cxn>
                    <a:cxn ang="0">
                      <a:pos x="54" y="65"/>
                    </a:cxn>
                    <a:cxn ang="0">
                      <a:pos x="76" y="63"/>
                    </a:cxn>
                    <a:cxn ang="0">
                      <a:pos x="59" y="102"/>
                    </a:cxn>
                    <a:cxn ang="0">
                      <a:pos x="90" y="117"/>
                    </a:cxn>
                    <a:cxn ang="0">
                      <a:pos x="121" y="100"/>
                    </a:cxn>
                    <a:cxn ang="0">
                      <a:pos x="121" y="86"/>
                    </a:cxn>
                    <a:cxn ang="0">
                      <a:pos x="135" y="100"/>
                    </a:cxn>
                  </a:cxnLst>
                  <a:rect l="0" t="0" r="r" b="b"/>
                  <a:pathLst>
                    <a:path w="158" h="117">
                      <a:moveTo>
                        <a:pt x="135" y="100"/>
                      </a:moveTo>
                      <a:lnTo>
                        <a:pt x="158" y="104"/>
                      </a:lnTo>
                      <a:lnTo>
                        <a:pt x="139" y="61"/>
                      </a:lnTo>
                      <a:lnTo>
                        <a:pt x="101" y="0"/>
                      </a:lnTo>
                      <a:lnTo>
                        <a:pt x="9" y="43"/>
                      </a:lnTo>
                      <a:lnTo>
                        <a:pt x="0" y="77"/>
                      </a:lnTo>
                      <a:lnTo>
                        <a:pt x="25" y="82"/>
                      </a:lnTo>
                      <a:lnTo>
                        <a:pt x="54" y="65"/>
                      </a:lnTo>
                      <a:lnTo>
                        <a:pt x="76" y="63"/>
                      </a:lnTo>
                      <a:lnTo>
                        <a:pt x="59" y="102"/>
                      </a:lnTo>
                      <a:lnTo>
                        <a:pt x="90" y="117"/>
                      </a:lnTo>
                      <a:lnTo>
                        <a:pt x="121" y="100"/>
                      </a:lnTo>
                      <a:lnTo>
                        <a:pt x="121" y="86"/>
                      </a:lnTo>
                      <a:lnTo>
                        <a:pt x="135" y="100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GB" dirty="0">
                    <a:latin typeface="Trade Gothic LT Std" pitchFamily="50" charset="0"/>
                  </a:endParaRPr>
                </a:p>
              </p:txBody>
            </p:sp>
            <p:sp>
              <p:nvSpPr>
                <p:cNvPr id="177" name="Freeform 1122">
                  <a:extLst>
                    <a:ext uri="{FF2B5EF4-FFF2-40B4-BE49-F238E27FC236}">
                      <a16:creationId xmlns:a16="http://schemas.microsoft.com/office/drawing/2014/main" id="{C028E696-6A4E-2B92-7EB5-9D2640EFD60F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3203" y="3109"/>
                  <a:ext cx="9" cy="17"/>
                </a:xfrm>
                <a:custGeom>
                  <a:avLst/>
                  <a:gdLst/>
                  <a:ahLst/>
                  <a:cxnLst>
                    <a:cxn ang="0">
                      <a:pos x="18" y="102"/>
                    </a:cxn>
                    <a:cxn ang="0">
                      <a:pos x="43" y="87"/>
                    </a:cxn>
                    <a:cxn ang="0">
                      <a:pos x="52" y="19"/>
                    </a:cxn>
                    <a:cxn ang="0">
                      <a:pos x="43" y="3"/>
                    </a:cxn>
                    <a:cxn ang="0">
                      <a:pos x="0" y="0"/>
                    </a:cxn>
                    <a:cxn ang="0">
                      <a:pos x="0" y="28"/>
                    </a:cxn>
                    <a:cxn ang="0">
                      <a:pos x="23" y="57"/>
                    </a:cxn>
                    <a:cxn ang="0">
                      <a:pos x="4" y="83"/>
                    </a:cxn>
                    <a:cxn ang="0">
                      <a:pos x="4" y="100"/>
                    </a:cxn>
                    <a:cxn ang="0">
                      <a:pos x="18" y="102"/>
                    </a:cxn>
                  </a:cxnLst>
                  <a:rect l="0" t="0" r="r" b="b"/>
                  <a:pathLst>
                    <a:path w="52" h="102">
                      <a:moveTo>
                        <a:pt x="18" y="102"/>
                      </a:moveTo>
                      <a:lnTo>
                        <a:pt x="43" y="87"/>
                      </a:lnTo>
                      <a:lnTo>
                        <a:pt x="52" y="19"/>
                      </a:lnTo>
                      <a:lnTo>
                        <a:pt x="43" y="3"/>
                      </a:lnTo>
                      <a:lnTo>
                        <a:pt x="0" y="0"/>
                      </a:lnTo>
                      <a:lnTo>
                        <a:pt x="0" y="28"/>
                      </a:lnTo>
                      <a:lnTo>
                        <a:pt x="23" y="57"/>
                      </a:lnTo>
                      <a:lnTo>
                        <a:pt x="4" y="83"/>
                      </a:lnTo>
                      <a:lnTo>
                        <a:pt x="4" y="100"/>
                      </a:lnTo>
                      <a:lnTo>
                        <a:pt x="18" y="102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GB" dirty="0">
                    <a:latin typeface="Trade Gothic LT Std" pitchFamily="50" charset="0"/>
                  </a:endParaRPr>
                </a:p>
              </p:txBody>
            </p:sp>
            <p:sp>
              <p:nvSpPr>
                <p:cNvPr id="178" name="Freeform 1123">
                  <a:extLst>
                    <a:ext uri="{FF2B5EF4-FFF2-40B4-BE49-F238E27FC236}">
                      <a16:creationId xmlns:a16="http://schemas.microsoft.com/office/drawing/2014/main" id="{021EF6CB-56ED-C248-A928-6CFAB804E7EE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3267" y="3202"/>
                  <a:ext cx="19" cy="23"/>
                </a:xfrm>
                <a:custGeom>
                  <a:avLst/>
                  <a:gdLst/>
                  <a:ahLst/>
                  <a:cxnLst>
                    <a:cxn ang="0">
                      <a:pos x="68" y="97"/>
                    </a:cxn>
                    <a:cxn ang="0">
                      <a:pos x="84" y="90"/>
                    </a:cxn>
                    <a:cxn ang="0">
                      <a:pos x="88" y="70"/>
                    </a:cxn>
                    <a:cxn ang="0">
                      <a:pos x="104" y="43"/>
                    </a:cxn>
                    <a:cxn ang="0">
                      <a:pos x="113" y="0"/>
                    </a:cxn>
                    <a:cxn ang="0">
                      <a:pos x="59" y="22"/>
                    </a:cxn>
                    <a:cxn ang="0">
                      <a:pos x="4" y="70"/>
                    </a:cxn>
                    <a:cxn ang="0">
                      <a:pos x="0" y="90"/>
                    </a:cxn>
                    <a:cxn ang="0">
                      <a:pos x="2" y="133"/>
                    </a:cxn>
                    <a:cxn ang="0">
                      <a:pos x="68" y="97"/>
                    </a:cxn>
                  </a:cxnLst>
                  <a:rect l="0" t="0" r="r" b="b"/>
                  <a:pathLst>
                    <a:path w="113" h="133">
                      <a:moveTo>
                        <a:pt x="68" y="97"/>
                      </a:moveTo>
                      <a:lnTo>
                        <a:pt x="84" y="90"/>
                      </a:lnTo>
                      <a:lnTo>
                        <a:pt x="88" y="70"/>
                      </a:lnTo>
                      <a:lnTo>
                        <a:pt x="104" y="43"/>
                      </a:lnTo>
                      <a:lnTo>
                        <a:pt x="113" y="0"/>
                      </a:lnTo>
                      <a:lnTo>
                        <a:pt x="59" y="22"/>
                      </a:lnTo>
                      <a:lnTo>
                        <a:pt x="4" y="70"/>
                      </a:lnTo>
                      <a:lnTo>
                        <a:pt x="0" y="90"/>
                      </a:lnTo>
                      <a:lnTo>
                        <a:pt x="2" y="133"/>
                      </a:lnTo>
                      <a:lnTo>
                        <a:pt x="68" y="97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GB" dirty="0">
                    <a:latin typeface="Trade Gothic LT Std" pitchFamily="50" charset="0"/>
                  </a:endParaRPr>
                </a:p>
              </p:txBody>
            </p:sp>
            <p:sp>
              <p:nvSpPr>
                <p:cNvPr id="179" name="Freeform 1124">
                  <a:extLst>
                    <a:ext uri="{FF2B5EF4-FFF2-40B4-BE49-F238E27FC236}">
                      <a16:creationId xmlns:a16="http://schemas.microsoft.com/office/drawing/2014/main" id="{0A688A26-7C09-7C0F-F87C-543310C5C569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3123" y="3238"/>
                  <a:ext cx="95" cy="30"/>
                </a:xfrm>
                <a:custGeom>
                  <a:avLst/>
                  <a:gdLst/>
                  <a:ahLst/>
                  <a:cxnLst>
                    <a:cxn ang="0">
                      <a:pos x="310" y="60"/>
                    </a:cxn>
                    <a:cxn ang="0">
                      <a:pos x="281" y="49"/>
                    </a:cxn>
                    <a:cxn ang="0">
                      <a:pos x="169" y="68"/>
                    </a:cxn>
                    <a:cxn ang="0">
                      <a:pos x="144" y="47"/>
                    </a:cxn>
                    <a:cxn ang="0">
                      <a:pos x="123" y="45"/>
                    </a:cxn>
                    <a:cxn ang="0">
                      <a:pos x="132" y="23"/>
                    </a:cxn>
                    <a:cxn ang="0">
                      <a:pos x="117" y="5"/>
                    </a:cxn>
                    <a:cxn ang="0">
                      <a:pos x="95" y="25"/>
                    </a:cxn>
                    <a:cxn ang="0">
                      <a:pos x="54" y="2"/>
                    </a:cxn>
                    <a:cxn ang="0">
                      <a:pos x="40" y="0"/>
                    </a:cxn>
                    <a:cxn ang="0">
                      <a:pos x="31" y="30"/>
                    </a:cxn>
                    <a:cxn ang="0">
                      <a:pos x="11" y="23"/>
                    </a:cxn>
                    <a:cxn ang="0">
                      <a:pos x="0" y="105"/>
                    </a:cxn>
                    <a:cxn ang="0">
                      <a:pos x="20" y="101"/>
                    </a:cxn>
                    <a:cxn ang="0">
                      <a:pos x="52" y="103"/>
                    </a:cxn>
                    <a:cxn ang="0">
                      <a:pos x="87" y="99"/>
                    </a:cxn>
                    <a:cxn ang="0">
                      <a:pos x="132" y="101"/>
                    </a:cxn>
                    <a:cxn ang="0">
                      <a:pos x="189" y="115"/>
                    </a:cxn>
                    <a:cxn ang="0">
                      <a:pos x="210" y="130"/>
                    </a:cxn>
                    <a:cxn ang="0">
                      <a:pos x="240" y="142"/>
                    </a:cxn>
                    <a:cxn ang="0">
                      <a:pos x="259" y="180"/>
                    </a:cxn>
                    <a:cxn ang="0">
                      <a:pos x="320" y="175"/>
                    </a:cxn>
                    <a:cxn ang="0">
                      <a:pos x="359" y="161"/>
                    </a:cxn>
                    <a:cxn ang="0">
                      <a:pos x="392" y="164"/>
                    </a:cxn>
                    <a:cxn ang="0">
                      <a:pos x="421" y="158"/>
                    </a:cxn>
                    <a:cxn ang="0">
                      <a:pos x="462" y="156"/>
                    </a:cxn>
                    <a:cxn ang="0">
                      <a:pos x="496" y="146"/>
                    </a:cxn>
                    <a:cxn ang="0">
                      <a:pos x="535" y="164"/>
                    </a:cxn>
                    <a:cxn ang="0">
                      <a:pos x="568" y="108"/>
                    </a:cxn>
                    <a:cxn ang="0">
                      <a:pos x="562" y="90"/>
                    </a:cxn>
                    <a:cxn ang="0">
                      <a:pos x="537" y="103"/>
                    </a:cxn>
                    <a:cxn ang="0">
                      <a:pos x="517" y="105"/>
                    </a:cxn>
                    <a:cxn ang="0">
                      <a:pos x="490" y="117"/>
                    </a:cxn>
                    <a:cxn ang="0">
                      <a:pos x="457" y="105"/>
                    </a:cxn>
                    <a:cxn ang="0">
                      <a:pos x="439" y="76"/>
                    </a:cxn>
                    <a:cxn ang="0">
                      <a:pos x="398" y="81"/>
                    </a:cxn>
                    <a:cxn ang="0">
                      <a:pos x="336" y="79"/>
                    </a:cxn>
                    <a:cxn ang="0">
                      <a:pos x="310" y="72"/>
                    </a:cxn>
                    <a:cxn ang="0">
                      <a:pos x="310" y="60"/>
                    </a:cxn>
                  </a:cxnLst>
                  <a:rect l="0" t="0" r="r" b="b"/>
                  <a:pathLst>
                    <a:path w="568" h="180">
                      <a:moveTo>
                        <a:pt x="310" y="60"/>
                      </a:moveTo>
                      <a:lnTo>
                        <a:pt x="281" y="49"/>
                      </a:lnTo>
                      <a:lnTo>
                        <a:pt x="169" y="68"/>
                      </a:lnTo>
                      <a:lnTo>
                        <a:pt x="144" y="47"/>
                      </a:lnTo>
                      <a:lnTo>
                        <a:pt x="123" y="45"/>
                      </a:lnTo>
                      <a:lnTo>
                        <a:pt x="132" y="23"/>
                      </a:lnTo>
                      <a:lnTo>
                        <a:pt x="117" y="5"/>
                      </a:lnTo>
                      <a:lnTo>
                        <a:pt x="95" y="25"/>
                      </a:lnTo>
                      <a:lnTo>
                        <a:pt x="54" y="2"/>
                      </a:lnTo>
                      <a:lnTo>
                        <a:pt x="40" y="0"/>
                      </a:lnTo>
                      <a:lnTo>
                        <a:pt x="31" y="30"/>
                      </a:lnTo>
                      <a:lnTo>
                        <a:pt x="11" y="23"/>
                      </a:lnTo>
                      <a:lnTo>
                        <a:pt x="0" y="105"/>
                      </a:lnTo>
                      <a:lnTo>
                        <a:pt x="20" y="101"/>
                      </a:lnTo>
                      <a:lnTo>
                        <a:pt x="52" y="103"/>
                      </a:lnTo>
                      <a:lnTo>
                        <a:pt x="87" y="99"/>
                      </a:lnTo>
                      <a:lnTo>
                        <a:pt x="132" y="101"/>
                      </a:lnTo>
                      <a:lnTo>
                        <a:pt x="189" y="115"/>
                      </a:lnTo>
                      <a:lnTo>
                        <a:pt x="210" y="130"/>
                      </a:lnTo>
                      <a:lnTo>
                        <a:pt x="240" y="142"/>
                      </a:lnTo>
                      <a:lnTo>
                        <a:pt x="259" y="180"/>
                      </a:lnTo>
                      <a:lnTo>
                        <a:pt x="320" y="175"/>
                      </a:lnTo>
                      <a:lnTo>
                        <a:pt x="359" y="161"/>
                      </a:lnTo>
                      <a:lnTo>
                        <a:pt x="392" y="164"/>
                      </a:lnTo>
                      <a:lnTo>
                        <a:pt x="421" y="158"/>
                      </a:lnTo>
                      <a:lnTo>
                        <a:pt x="462" y="156"/>
                      </a:lnTo>
                      <a:lnTo>
                        <a:pt x="496" y="146"/>
                      </a:lnTo>
                      <a:lnTo>
                        <a:pt x="535" y="164"/>
                      </a:lnTo>
                      <a:lnTo>
                        <a:pt x="568" y="108"/>
                      </a:lnTo>
                      <a:lnTo>
                        <a:pt x="562" y="90"/>
                      </a:lnTo>
                      <a:lnTo>
                        <a:pt x="537" y="103"/>
                      </a:lnTo>
                      <a:lnTo>
                        <a:pt x="517" y="105"/>
                      </a:lnTo>
                      <a:lnTo>
                        <a:pt x="490" y="117"/>
                      </a:lnTo>
                      <a:lnTo>
                        <a:pt x="457" y="105"/>
                      </a:lnTo>
                      <a:lnTo>
                        <a:pt x="439" y="76"/>
                      </a:lnTo>
                      <a:lnTo>
                        <a:pt x="398" y="81"/>
                      </a:lnTo>
                      <a:lnTo>
                        <a:pt x="336" y="79"/>
                      </a:lnTo>
                      <a:lnTo>
                        <a:pt x="310" y="72"/>
                      </a:lnTo>
                      <a:lnTo>
                        <a:pt x="310" y="60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GB" dirty="0">
                    <a:latin typeface="Trade Gothic LT Std" pitchFamily="50" charset="0"/>
                  </a:endParaRPr>
                </a:p>
              </p:txBody>
            </p:sp>
            <p:sp>
              <p:nvSpPr>
                <p:cNvPr id="180" name="Freeform 1125">
                  <a:extLst>
                    <a:ext uri="{FF2B5EF4-FFF2-40B4-BE49-F238E27FC236}">
                      <a16:creationId xmlns:a16="http://schemas.microsoft.com/office/drawing/2014/main" id="{9545D8FF-A120-C18B-131D-FA477B408B61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3163" y="3138"/>
                  <a:ext cx="10" cy="13"/>
                </a:xfrm>
                <a:custGeom>
                  <a:avLst/>
                  <a:gdLst/>
                  <a:ahLst/>
                  <a:cxnLst>
                    <a:cxn ang="0">
                      <a:pos x="50" y="80"/>
                    </a:cxn>
                    <a:cxn ang="0">
                      <a:pos x="61" y="67"/>
                    </a:cxn>
                    <a:cxn ang="0">
                      <a:pos x="61" y="40"/>
                    </a:cxn>
                    <a:cxn ang="0">
                      <a:pos x="55" y="25"/>
                    </a:cxn>
                    <a:cxn ang="0">
                      <a:pos x="29" y="7"/>
                    </a:cxn>
                    <a:cxn ang="0">
                      <a:pos x="3" y="0"/>
                    </a:cxn>
                    <a:cxn ang="0">
                      <a:pos x="0" y="17"/>
                    </a:cxn>
                    <a:cxn ang="0">
                      <a:pos x="18" y="38"/>
                    </a:cxn>
                    <a:cxn ang="0">
                      <a:pos x="39" y="79"/>
                    </a:cxn>
                    <a:cxn ang="0">
                      <a:pos x="50" y="80"/>
                    </a:cxn>
                  </a:cxnLst>
                  <a:rect l="0" t="0" r="r" b="b"/>
                  <a:pathLst>
                    <a:path w="61" h="80">
                      <a:moveTo>
                        <a:pt x="50" y="80"/>
                      </a:moveTo>
                      <a:lnTo>
                        <a:pt x="61" y="67"/>
                      </a:lnTo>
                      <a:lnTo>
                        <a:pt x="61" y="40"/>
                      </a:lnTo>
                      <a:lnTo>
                        <a:pt x="55" y="25"/>
                      </a:lnTo>
                      <a:lnTo>
                        <a:pt x="29" y="7"/>
                      </a:lnTo>
                      <a:lnTo>
                        <a:pt x="3" y="0"/>
                      </a:lnTo>
                      <a:lnTo>
                        <a:pt x="0" y="17"/>
                      </a:lnTo>
                      <a:lnTo>
                        <a:pt x="18" y="38"/>
                      </a:lnTo>
                      <a:lnTo>
                        <a:pt x="39" y="79"/>
                      </a:lnTo>
                      <a:lnTo>
                        <a:pt x="50" y="80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GB" dirty="0">
                    <a:latin typeface="Trade Gothic LT Std" pitchFamily="50" charset="0"/>
                  </a:endParaRPr>
                </a:p>
              </p:txBody>
            </p:sp>
            <p:sp>
              <p:nvSpPr>
                <p:cNvPr id="181" name="Freeform 1126">
                  <a:extLst>
                    <a:ext uri="{FF2B5EF4-FFF2-40B4-BE49-F238E27FC236}">
                      <a16:creationId xmlns:a16="http://schemas.microsoft.com/office/drawing/2014/main" id="{9350E859-2BB0-5E2D-A51B-9315780C6AF3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3186" y="3173"/>
                  <a:ext cx="7" cy="10"/>
                </a:xfrm>
                <a:custGeom>
                  <a:avLst/>
                  <a:gdLst/>
                  <a:ahLst/>
                  <a:cxnLst>
                    <a:cxn ang="0">
                      <a:pos x="10" y="61"/>
                    </a:cxn>
                    <a:cxn ang="0">
                      <a:pos x="34" y="59"/>
                    </a:cxn>
                    <a:cxn ang="0">
                      <a:pos x="40" y="0"/>
                    </a:cxn>
                    <a:cxn ang="0">
                      <a:pos x="18" y="4"/>
                    </a:cxn>
                    <a:cxn ang="0">
                      <a:pos x="0" y="25"/>
                    </a:cxn>
                    <a:cxn ang="0">
                      <a:pos x="0" y="57"/>
                    </a:cxn>
                    <a:cxn ang="0">
                      <a:pos x="10" y="61"/>
                    </a:cxn>
                  </a:cxnLst>
                  <a:rect l="0" t="0" r="r" b="b"/>
                  <a:pathLst>
                    <a:path w="40" h="61">
                      <a:moveTo>
                        <a:pt x="10" y="61"/>
                      </a:moveTo>
                      <a:lnTo>
                        <a:pt x="34" y="59"/>
                      </a:lnTo>
                      <a:lnTo>
                        <a:pt x="40" y="0"/>
                      </a:lnTo>
                      <a:lnTo>
                        <a:pt x="18" y="4"/>
                      </a:lnTo>
                      <a:lnTo>
                        <a:pt x="0" y="25"/>
                      </a:lnTo>
                      <a:lnTo>
                        <a:pt x="0" y="57"/>
                      </a:lnTo>
                      <a:lnTo>
                        <a:pt x="10" y="61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GB" dirty="0">
                    <a:latin typeface="Trade Gothic LT Std" pitchFamily="50" charset="0"/>
                  </a:endParaRPr>
                </a:p>
              </p:txBody>
            </p:sp>
            <p:sp>
              <p:nvSpPr>
                <p:cNvPr id="182" name="Freeform 1127">
                  <a:extLst>
                    <a:ext uri="{FF2B5EF4-FFF2-40B4-BE49-F238E27FC236}">
                      <a16:creationId xmlns:a16="http://schemas.microsoft.com/office/drawing/2014/main" id="{BAAB6D5E-72AF-C20A-2EEA-B69DB7535B9A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3041" y="3123"/>
                  <a:ext cx="80" cy="81"/>
                </a:xfrm>
                <a:custGeom>
                  <a:avLst/>
                  <a:gdLst/>
                  <a:ahLst/>
                  <a:cxnLst>
                    <a:cxn ang="0">
                      <a:pos x="186" y="0"/>
                    </a:cxn>
                    <a:cxn ang="0">
                      <a:pos x="136" y="7"/>
                    </a:cxn>
                    <a:cxn ang="0">
                      <a:pos x="82" y="43"/>
                    </a:cxn>
                    <a:cxn ang="0">
                      <a:pos x="53" y="31"/>
                    </a:cxn>
                    <a:cxn ang="0">
                      <a:pos x="10" y="101"/>
                    </a:cxn>
                    <a:cxn ang="0">
                      <a:pos x="0" y="135"/>
                    </a:cxn>
                    <a:cxn ang="0">
                      <a:pos x="25" y="185"/>
                    </a:cxn>
                    <a:cxn ang="0">
                      <a:pos x="82" y="211"/>
                    </a:cxn>
                    <a:cxn ang="0">
                      <a:pos x="109" y="259"/>
                    </a:cxn>
                    <a:cxn ang="0">
                      <a:pos x="90" y="320"/>
                    </a:cxn>
                    <a:cxn ang="0">
                      <a:pos x="100" y="369"/>
                    </a:cxn>
                    <a:cxn ang="0">
                      <a:pos x="120" y="391"/>
                    </a:cxn>
                    <a:cxn ang="0">
                      <a:pos x="150" y="403"/>
                    </a:cxn>
                    <a:cxn ang="0">
                      <a:pos x="158" y="363"/>
                    </a:cxn>
                    <a:cxn ang="0">
                      <a:pos x="184" y="331"/>
                    </a:cxn>
                    <a:cxn ang="0">
                      <a:pos x="199" y="358"/>
                    </a:cxn>
                    <a:cxn ang="0">
                      <a:pos x="229" y="383"/>
                    </a:cxn>
                    <a:cxn ang="0">
                      <a:pos x="246" y="443"/>
                    </a:cxn>
                    <a:cxn ang="0">
                      <a:pos x="251" y="483"/>
                    </a:cxn>
                    <a:cxn ang="0">
                      <a:pos x="269" y="487"/>
                    </a:cxn>
                    <a:cxn ang="0">
                      <a:pos x="284" y="412"/>
                    </a:cxn>
                    <a:cxn ang="0">
                      <a:pos x="319" y="397"/>
                    </a:cxn>
                    <a:cxn ang="0">
                      <a:pos x="341" y="434"/>
                    </a:cxn>
                    <a:cxn ang="0">
                      <a:pos x="370" y="461"/>
                    </a:cxn>
                    <a:cxn ang="0">
                      <a:pos x="402" y="479"/>
                    </a:cxn>
                    <a:cxn ang="0">
                      <a:pos x="395" y="397"/>
                    </a:cxn>
                    <a:cxn ang="0">
                      <a:pos x="368" y="286"/>
                    </a:cxn>
                    <a:cxn ang="0">
                      <a:pos x="341" y="246"/>
                    </a:cxn>
                    <a:cxn ang="0">
                      <a:pos x="330" y="201"/>
                    </a:cxn>
                    <a:cxn ang="0">
                      <a:pos x="398" y="244"/>
                    </a:cxn>
                    <a:cxn ang="0">
                      <a:pos x="404" y="266"/>
                    </a:cxn>
                    <a:cxn ang="0">
                      <a:pos x="422" y="261"/>
                    </a:cxn>
                    <a:cxn ang="0">
                      <a:pos x="447" y="238"/>
                    </a:cxn>
                    <a:cxn ang="0">
                      <a:pos x="479" y="234"/>
                    </a:cxn>
                    <a:cxn ang="0">
                      <a:pos x="473" y="207"/>
                    </a:cxn>
                    <a:cxn ang="0">
                      <a:pos x="428" y="178"/>
                    </a:cxn>
                    <a:cxn ang="0">
                      <a:pos x="400" y="122"/>
                    </a:cxn>
                    <a:cxn ang="0">
                      <a:pos x="402" y="92"/>
                    </a:cxn>
                    <a:cxn ang="0">
                      <a:pos x="368" y="74"/>
                    </a:cxn>
                    <a:cxn ang="0">
                      <a:pos x="276" y="43"/>
                    </a:cxn>
                    <a:cxn ang="0">
                      <a:pos x="231" y="29"/>
                    </a:cxn>
                    <a:cxn ang="0">
                      <a:pos x="210" y="29"/>
                    </a:cxn>
                    <a:cxn ang="0">
                      <a:pos x="186" y="0"/>
                    </a:cxn>
                  </a:cxnLst>
                  <a:rect l="0" t="0" r="r" b="b"/>
                  <a:pathLst>
                    <a:path w="479" h="487">
                      <a:moveTo>
                        <a:pt x="186" y="0"/>
                      </a:moveTo>
                      <a:lnTo>
                        <a:pt x="136" y="7"/>
                      </a:lnTo>
                      <a:lnTo>
                        <a:pt x="82" y="43"/>
                      </a:lnTo>
                      <a:lnTo>
                        <a:pt x="53" y="31"/>
                      </a:lnTo>
                      <a:lnTo>
                        <a:pt x="10" y="101"/>
                      </a:lnTo>
                      <a:lnTo>
                        <a:pt x="0" y="135"/>
                      </a:lnTo>
                      <a:lnTo>
                        <a:pt x="25" y="185"/>
                      </a:lnTo>
                      <a:lnTo>
                        <a:pt x="82" y="211"/>
                      </a:lnTo>
                      <a:lnTo>
                        <a:pt x="109" y="259"/>
                      </a:lnTo>
                      <a:lnTo>
                        <a:pt x="90" y="320"/>
                      </a:lnTo>
                      <a:lnTo>
                        <a:pt x="100" y="369"/>
                      </a:lnTo>
                      <a:lnTo>
                        <a:pt x="120" y="391"/>
                      </a:lnTo>
                      <a:lnTo>
                        <a:pt x="150" y="403"/>
                      </a:lnTo>
                      <a:lnTo>
                        <a:pt x="158" y="363"/>
                      </a:lnTo>
                      <a:lnTo>
                        <a:pt x="184" y="331"/>
                      </a:lnTo>
                      <a:lnTo>
                        <a:pt x="199" y="358"/>
                      </a:lnTo>
                      <a:lnTo>
                        <a:pt x="229" y="383"/>
                      </a:lnTo>
                      <a:lnTo>
                        <a:pt x="246" y="443"/>
                      </a:lnTo>
                      <a:lnTo>
                        <a:pt x="251" y="483"/>
                      </a:lnTo>
                      <a:lnTo>
                        <a:pt x="269" y="487"/>
                      </a:lnTo>
                      <a:lnTo>
                        <a:pt x="284" y="412"/>
                      </a:lnTo>
                      <a:lnTo>
                        <a:pt x="319" y="397"/>
                      </a:lnTo>
                      <a:lnTo>
                        <a:pt x="341" y="434"/>
                      </a:lnTo>
                      <a:lnTo>
                        <a:pt x="370" y="461"/>
                      </a:lnTo>
                      <a:lnTo>
                        <a:pt x="402" y="479"/>
                      </a:lnTo>
                      <a:lnTo>
                        <a:pt x="395" y="397"/>
                      </a:lnTo>
                      <a:lnTo>
                        <a:pt x="368" y="286"/>
                      </a:lnTo>
                      <a:lnTo>
                        <a:pt x="341" y="246"/>
                      </a:lnTo>
                      <a:lnTo>
                        <a:pt x="330" y="201"/>
                      </a:lnTo>
                      <a:lnTo>
                        <a:pt x="398" y="244"/>
                      </a:lnTo>
                      <a:lnTo>
                        <a:pt x="404" y="266"/>
                      </a:lnTo>
                      <a:lnTo>
                        <a:pt x="422" y="261"/>
                      </a:lnTo>
                      <a:lnTo>
                        <a:pt x="447" y="238"/>
                      </a:lnTo>
                      <a:lnTo>
                        <a:pt x="479" y="234"/>
                      </a:lnTo>
                      <a:lnTo>
                        <a:pt x="473" y="207"/>
                      </a:lnTo>
                      <a:lnTo>
                        <a:pt x="428" y="178"/>
                      </a:lnTo>
                      <a:lnTo>
                        <a:pt x="400" y="122"/>
                      </a:lnTo>
                      <a:lnTo>
                        <a:pt x="402" y="92"/>
                      </a:lnTo>
                      <a:lnTo>
                        <a:pt x="368" y="74"/>
                      </a:lnTo>
                      <a:lnTo>
                        <a:pt x="276" y="43"/>
                      </a:lnTo>
                      <a:lnTo>
                        <a:pt x="231" y="29"/>
                      </a:lnTo>
                      <a:lnTo>
                        <a:pt x="210" y="29"/>
                      </a:lnTo>
                      <a:lnTo>
                        <a:pt x="186" y="0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GB" dirty="0">
                    <a:latin typeface="Trade Gothic LT Std" pitchFamily="50" charset="0"/>
                  </a:endParaRPr>
                </a:p>
              </p:txBody>
            </p:sp>
            <p:sp>
              <p:nvSpPr>
                <p:cNvPr id="183" name="Freeform 1128">
                  <a:extLst>
                    <a:ext uri="{FF2B5EF4-FFF2-40B4-BE49-F238E27FC236}">
                      <a16:creationId xmlns:a16="http://schemas.microsoft.com/office/drawing/2014/main" id="{B6D12711-FDB6-2E95-D7DA-4E5D8D7FACD9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3015" y="3119"/>
                  <a:ext cx="14" cy="15"/>
                </a:xfrm>
                <a:custGeom>
                  <a:avLst/>
                  <a:gdLst/>
                  <a:ahLst/>
                  <a:cxnLst>
                    <a:cxn ang="0">
                      <a:pos x="77" y="89"/>
                    </a:cxn>
                    <a:cxn ang="0">
                      <a:pos x="86" y="56"/>
                    </a:cxn>
                    <a:cxn ang="0">
                      <a:pos x="59" y="36"/>
                    </a:cxn>
                    <a:cxn ang="0">
                      <a:pos x="49" y="0"/>
                    </a:cxn>
                    <a:cxn ang="0">
                      <a:pos x="30" y="11"/>
                    </a:cxn>
                    <a:cxn ang="0">
                      <a:pos x="0" y="40"/>
                    </a:cxn>
                    <a:cxn ang="0">
                      <a:pos x="30" y="73"/>
                    </a:cxn>
                    <a:cxn ang="0">
                      <a:pos x="57" y="76"/>
                    </a:cxn>
                    <a:cxn ang="0">
                      <a:pos x="77" y="89"/>
                    </a:cxn>
                  </a:cxnLst>
                  <a:rect l="0" t="0" r="r" b="b"/>
                  <a:pathLst>
                    <a:path w="86" h="89">
                      <a:moveTo>
                        <a:pt x="77" y="89"/>
                      </a:moveTo>
                      <a:lnTo>
                        <a:pt x="86" y="56"/>
                      </a:lnTo>
                      <a:lnTo>
                        <a:pt x="59" y="36"/>
                      </a:lnTo>
                      <a:lnTo>
                        <a:pt x="49" y="0"/>
                      </a:lnTo>
                      <a:lnTo>
                        <a:pt x="30" y="11"/>
                      </a:lnTo>
                      <a:lnTo>
                        <a:pt x="0" y="40"/>
                      </a:lnTo>
                      <a:lnTo>
                        <a:pt x="30" y="73"/>
                      </a:lnTo>
                      <a:lnTo>
                        <a:pt x="57" y="76"/>
                      </a:lnTo>
                      <a:lnTo>
                        <a:pt x="77" y="89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GB" dirty="0">
                    <a:latin typeface="Trade Gothic LT Std" pitchFamily="50" charset="0"/>
                  </a:endParaRPr>
                </a:p>
              </p:txBody>
            </p:sp>
            <p:sp>
              <p:nvSpPr>
                <p:cNvPr id="184" name="Freeform 1129">
                  <a:extLst>
                    <a:ext uri="{FF2B5EF4-FFF2-40B4-BE49-F238E27FC236}">
                      <a16:creationId xmlns:a16="http://schemas.microsoft.com/office/drawing/2014/main" id="{2B19FB89-AD22-79FA-27F9-69956AD134FF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3103" y="3092"/>
                  <a:ext cx="57" cy="47"/>
                </a:xfrm>
                <a:custGeom>
                  <a:avLst/>
                  <a:gdLst/>
                  <a:ahLst/>
                  <a:cxnLst>
                    <a:cxn ang="0">
                      <a:pos x="330" y="247"/>
                    </a:cxn>
                    <a:cxn ang="0">
                      <a:pos x="338" y="259"/>
                    </a:cxn>
                    <a:cxn ang="0">
                      <a:pos x="336" y="227"/>
                    </a:cxn>
                    <a:cxn ang="0">
                      <a:pos x="278" y="210"/>
                    </a:cxn>
                    <a:cxn ang="0">
                      <a:pos x="256" y="155"/>
                    </a:cxn>
                    <a:cxn ang="0">
                      <a:pos x="256" y="124"/>
                    </a:cxn>
                    <a:cxn ang="0">
                      <a:pos x="235" y="102"/>
                    </a:cxn>
                    <a:cxn ang="0">
                      <a:pos x="178" y="90"/>
                    </a:cxn>
                    <a:cxn ang="0">
                      <a:pos x="140" y="71"/>
                    </a:cxn>
                    <a:cxn ang="0">
                      <a:pos x="82" y="16"/>
                    </a:cxn>
                    <a:cxn ang="0">
                      <a:pos x="74" y="0"/>
                    </a:cxn>
                    <a:cxn ang="0">
                      <a:pos x="53" y="0"/>
                    </a:cxn>
                    <a:cxn ang="0">
                      <a:pos x="16" y="30"/>
                    </a:cxn>
                    <a:cxn ang="0">
                      <a:pos x="0" y="49"/>
                    </a:cxn>
                    <a:cxn ang="0">
                      <a:pos x="39" y="49"/>
                    </a:cxn>
                    <a:cxn ang="0">
                      <a:pos x="82" y="90"/>
                    </a:cxn>
                    <a:cxn ang="0">
                      <a:pos x="117" y="118"/>
                    </a:cxn>
                    <a:cxn ang="0">
                      <a:pos x="124" y="146"/>
                    </a:cxn>
                    <a:cxn ang="0">
                      <a:pos x="156" y="165"/>
                    </a:cxn>
                    <a:cxn ang="0">
                      <a:pos x="199" y="169"/>
                    </a:cxn>
                    <a:cxn ang="0">
                      <a:pos x="240" y="200"/>
                    </a:cxn>
                    <a:cxn ang="0">
                      <a:pos x="252" y="223"/>
                    </a:cxn>
                    <a:cxn ang="0">
                      <a:pos x="262" y="257"/>
                    </a:cxn>
                    <a:cxn ang="0">
                      <a:pos x="283" y="275"/>
                    </a:cxn>
                    <a:cxn ang="0">
                      <a:pos x="330" y="282"/>
                    </a:cxn>
                    <a:cxn ang="0">
                      <a:pos x="330" y="247"/>
                    </a:cxn>
                  </a:cxnLst>
                  <a:rect l="0" t="0" r="r" b="b"/>
                  <a:pathLst>
                    <a:path w="338" h="282">
                      <a:moveTo>
                        <a:pt x="330" y="247"/>
                      </a:moveTo>
                      <a:lnTo>
                        <a:pt x="338" y="259"/>
                      </a:lnTo>
                      <a:lnTo>
                        <a:pt x="336" y="227"/>
                      </a:lnTo>
                      <a:lnTo>
                        <a:pt x="278" y="210"/>
                      </a:lnTo>
                      <a:lnTo>
                        <a:pt x="256" y="155"/>
                      </a:lnTo>
                      <a:lnTo>
                        <a:pt x="256" y="124"/>
                      </a:lnTo>
                      <a:lnTo>
                        <a:pt x="235" y="102"/>
                      </a:lnTo>
                      <a:lnTo>
                        <a:pt x="178" y="90"/>
                      </a:lnTo>
                      <a:lnTo>
                        <a:pt x="140" y="71"/>
                      </a:lnTo>
                      <a:lnTo>
                        <a:pt x="82" y="16"/>
                      </a:lnTo>
                      <a:lnTo>
                        <a:pt x="74" y="0"/>
                      </a:lnTo>
                      <a:lnTo>
                        <a:pt x="53" y="0"/>
                      </a:lnTo>
                      <a:lnTo>
                        <a:pt x="16" y="30"/>
                      </a:lnTo>
                      <a:lnTo>
                        <a:pt x="0" y="49"/>
                      </a:lnTo>
                      <a:lnTo>
                        <a:pt x="39" y="49"/>
                      </a:lnTo>
                      <a:lnTo>
                        <a:pt x="82" y="90"/>
                      </a:lnTo>
                      <a:lnTo>
                        <a:pt x="117" y="118"/>
                      </a:lnTo>
                      <a:lnTo>
                        <a:pt x="124" y="146"/>
                      </a:lnTo>
                      <a:lnTo>
                        <a:pt x="156" y="165"/>
                      </a:lnTo>
                      <a:lnTo>
                        <a:pt x="199" y="169"/>
                      </a:lnTo>
                      <a:lnTo>
                        <a:pt x="240" y="200"/>
                      </a:lnTo>
                      <a:lnTo>
                        <a:pt x="252" y="223"/>
                      </a:lnTo>
                      <a:lnTo>
                        <a:pt x="262" y="257"/>
                      </a:lnTo>
                      <a:lnTo>
                        <a:pt x="283" y="275"/>
                      </a:lnTo>
                      <a:lnTo>
                        <a:pt x="330" y="282"/>
                      </a:lnTo>
                      <a:lnTo>
                        <a:pt x="330" y="247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GB" dirty="0">
                    <a:latin typeface="Trade Gothic LT Std" pitchFamily="50" charset="0"/>
                  </a:endParaRPr>
                </a:p>
              </p:txBody>
            </p:sp>
            <p:sp>
              <p:nvSpPr>
                <p:cNvPr id="185" name="Freeform 1130">
                  <a:extLst>
                    <a:ext uri="{FF2B5EF4-FFF2-40B4-BE49-F238E27FC236}">
                      <a16:creationId xmlns:a16="http://schemas.microsoft.com/office/drawing/2014/main" id="{8C2562B5-5473-4C78-84FC-C3CC6776D06D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2991" y="3059"/>
                  <a:ext cx="14" cy="17"/>
                </a:xfrm>
                <a:custGeom>
                  <a:avLst/>
                  <a:gdLst/>
                  <a:ahLst/>
                  <a:cxnLst>
                    <a:cxn ang="0">
                      <a:pos x="80" y="101"/>
                    </a:cxn>
                    <a:cxn ang="0">
                      <a:pos x="84" y="85"/>
                    </a:cxn>
                    <a:cxn ang="0">
                      <a:pos x="49" y="17"/>
                    </a:cxn>
                    <a:cxn ang="0">
                      <a:pos x="26" y="0"/>
                    </a:cxn>
                    <a:cxn ang="0">
                      <a:pos x="0" y="9"/>
                    </a:cxn>
                    <a:cxn ang="0">
                      <a:pos x="33" y="77"/>
                    </a:cxn>
                    <a:cxn ang="0">
                      <a:pos x="57" y="103"/>
                    </a:cxn>
                    <a:cxn ang="0">
                      <a:pos x="80" y="101"/>
                    </a:cxn>
                  </a:cxnLst>
                  <a:rect l="0" t="0" r="r" b="b"/>
                  <a:pathLst>
                    <a:path w="84" h="103">
                      <a:moveTo>
                        <a:pt x="80" y="101"/>
                      </a:moveTo>
                      <a:lnTo>
                        <a:pt x="84" y="85"/>
                      </a:lnTo>
                      <a:lnTo>
                        <a:pt x="49" y="17"/>
                      </a:lnTo>
                      <a:lnTo>
                        <a:pt x="26" y="0"/>
                      </a:lnTo>
                      <a:lnTo>
                        <a:pt x="0" y="9"/>
                      </a:lnTo>
                      <a:lnTo>
                        <a:pt x="33" y="77"/>
                      </a:lnTo>
                      <a:lnTo>
                        <a:pt x="57" y="103"/>
                      </a:lnTo>
                      <a:lnTo>
                        <a:pt x="80" y="101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GB" dirty="0">
                    <a:latin typeface="Trade Gothic LT Std" pitchFamily="50" charset="0"/>
                  </a:endParaRPr>
                </a:p>
              </p:txBody>
            </p:sp>
            <p:sp>
              <p:nvSpPr>
                <p:cNvPr id="186" name="Freeform 1131">
                  <a:extLst>
                    <a:ext uri="{FF2B5EF4-FFF2-40B4-BE49-F238E27FC236}">
                      <a16:creationId xmlns:a16="http://schemas.microsoft.com/office/drawing/2014/main" id="{BA86D187-9377-C752-42EA-498AC52EB11C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3008" y="2968"/>
                  <a:ext cx="218" cy="182"/>
                </a:xfrm>
                <a:custGeom>
                  <a:avLst/>
                  <a:gdLst/>
                  <a:ahLst/>
                  <a:cxnLst>
                    <a:cxn ang="0">
                      <a:pos x="1174" y="264"/>
                    </a:cxn>
                    <a:cxn ang="0">
                      <a:pos x="961" y="242"/>
                    </a:cxn>
                    <a:cxn ang="0">
                      <a:pos x="913" y="249"/>
                    </a:cxn>
                    <a:cxn ang="0">
                      <a:pos x="835" y="273"/>
                    </a:cxn>
                    <a:cxn ang="0">
                      <a:pos x="718" y="322"/>
                    </a:cxn>
                    <a:cxn ang="0">
                      <a:pos x="804" y="375"/>
                    </a:cxn>
                    <a:cxn ang="0">
                      <a:pos x="849" y="434"/>
                    </a:cxn>
                    <a:cxn ang="0">
                      <a:pos x="749" y="387"/>
                    </a:cxn>
                    <a:cxn ang="0">
                      <a:pos x="774" y="451"/>
                    </a:cxn>
                    <a:cxn ang="0">
                      <a:pos x="749" y="467"/>
                    </a:cxn>
                    <a:cxn ang="0">
                      <a:pos x="690" y="417"/>
                    </a:cxn>
                    <a:cxn ang="0">
                      <a:pos x="683" y="461"/>
                    </a:cxn>
                    <a:cxn ang="0">
                      <a:pos x="697" y="504"/>
                    </a:cxn>
                    <a:cxn ang="0">
                      <a:pos x="639" y="420"/>
                    </a:cxn>
                    <a:cxn ang="0">
                      <a:pos x="551" y="349"/>
                    </a:cxn>
                    <a:cxn ang="0">
                      <a:pos x="510" y="340"/>
                    </a:cxn>
                    <a:cxn ang="0">
                      <a:pos x="501" y="448"/>
                    </a:cxn>
                    <a:cxn ang="0">
                      <a:pos x="533" y="523"/>
                    </a:cxn>
                    <a:cxn ang="0">
                      <a:pos x="614" y="642"/>
                    </a:cxn>
                    <a:cxn ang="0">
                      <a:pos x="641" y="710"/>
                    </a:cxn>
                    <a:cxn ang="0">
                      <a:pos x="607" y="716"/>
                    </a:cxn>
                    <a:cxn ang="0">
                      <a:pos x="598" y="669"/>
                    </a:cxn>
                    <a:cxn ang="0">
                      <a:pos x="555" y="696"/>
                    </a:cxn>
                    <a:cxn ang="0">
                      <a:pos x="565" y="760"/>
                    </a:cxn>
                    <a:cxn ang="0">
                      <a:pos x="524" y="762"/>
                    </a:cxn>
                    <a:cxn ang="0">
                      <a:pos x="503" y="793"/>
                    </a:cxn>
                    <a:cxn ang="0">
                      <a:pos x="580" y="823"/>
                    </a:cxn>
                    <a:cxn ang="0">
                      <a:pos x="641" y="840"/>
                    </a:cxn>
                    <a:cxn ang="0">
                      <a:pos x="683" y="882"/>
                    </a:cxn>
                    <a:cxn ang="0">
                      <a:pos x="740" y="935"/>
                    </a:cxn>
                    <a:cxn ang="0">
                      <a:pos x="788" y="956"/>
                    </a:cxn>
                    <a:cxn ang="0">
                      <a:pos x="743" y="1064"/>
                    </a:cxn>
                    <a:cxn ang="0">
                      <a:pos x="655" y="1025"/>
                    </a:cxn>
                    <a:cxn ang="0">
                      <a:pos x="567" y="1007"/>
                    </a:cxn>
                    <a:cxn ang="0">
                      <a:pos x="612" y="966"/>
                    </a:cxn>
                    <a:cxn ang="0">
                      <a:pos x="517" y="910"/>
                    </a:cxn>
                    <a:cxn ang="0">
                      <a:pos x="459" y="916"/>
                    </a:cxn>
                    <a:cxn ang="0">
                      <a:pos x="365" y="915"/>
                    </a:cxn>
                    <a:cxn ang="0">
                      <a:pos x="249" y="903"/>
                    </a:cxn>
                    <a:cxn ang="0">
                      <a:pos x="228" y="916"/>
                    </a:cxn>
                    <a:cxn ang="0">
                      <a:pos x="190" y="898"/>
                    </a:cxn>
                    <a:cxn ang="0">
                      <a:pos x="122" y="782"/>
                    </a:cxn>
                    <a:cxn ang="0">
                      <a:pos x="196" y="780"/>
                    </a:cxn>
                    <a:cxn ang="0">
                      <a:pos x="129" y="725"/>
                    </a:cxn>
                    <a:cxn ang="0">
                      <a:pos x="63" y="665"/>
                    </a:cxn>
                    <a:cxn ang="0">
                      <a:pos x="12" y="578"/>
                    </a:cxn>
                    <a:cxn ang="0">
                      <a:pos x="0" y="568"/>
                    </a:cxn>
                    <a:cxn ang="0">
                      <a:pos x="36" y="545"/>
                    </a:cxn>
                    <a:cxn ang="0">
                      <a:pos x="63" y="478"/>
                    </a:cxn>
                    <a:cxn ang="0">
                      <a:pos x="133" y="387"/>
                    </a:cxn>
                    <a:cxn ang="0">
                      <a:pos x="181" y="291"/>
                    </a:cxn>
                    <a:cxn ang="0">
                      <a:pos x="307" y="235"/>
                    </a:cxn>
                    <a:cxn ang="0">
                      <a:pos x="415" y="169"/>
                    </a:cxn>
                    <a:cxn ang="0">
                      <a:pos x="546" y="119"/>
                    </a:cxn>
                    <a:cxn ang="0">
                      <a:pos x="619" y="111"/>
                    </a:cxn>
                    <a:cxn ang="0">
                      <a:pos x="765" y="97"/>
                    </a:cxn>
                    <a:cxn ang="0">
                      <a:pos x="923" y="60"/>
                    </a:cxn>
                    <a:cxn ang="0">
                      <a:pos x="1092" y="140"/>
                    </a:cxn>
                    <a:cxn ang="0">
                      <a:pos x="1218" y="79"/>
                    </a:cxn>
                    <a:cxn ang="0">
                      <a:pos x="1268" y="0"/>
                    </a:cxn>
                    <a:cxn ang="0">
                      <a:pos x="1311" y="52"/>
                    </a:cxn>
                    <a:cxn ang="0">
                      <a:pos x="1267" y="126"/>
                    </a:cxn>
                    <a:cxn ang="0">
                      <a:pos x="1247" y="238"/>
                    </a:cxn>
                  </a:cxnLst>
                  <a:rect l="0" t="0" r="r" b="b"/>
                  <a:pathLst>
                    <a:path w="1311" h="1095">
                      <a:moveTo>
                        <a:pt x="1208" y="293"/>
                      </a:moveTo>
                      <a:lnTo>
                        <a:pt x="1174" y="264"/>
                      </a:lnTo>
                      <a:lnTo>
                        <a:pt x="997" y="217"/>
                      </a:lnTo>
                      <a:lnTo>
                        <a:pt x="961" y="242"/>
                      </a:lnTo>
                      <a:lnTo>
                        <a:pt x="941" y="249"/>
                      </a:lnTo>
                      <a:lnTo>
                        <a:pt x="913" y="249"/>
                      </a:lnTo>
                      <a:lnTo>
                        <a:pt x="873" y="232"/>
                      </a:lnTo>
                      <a:lnTo>
                        <a:pt x="835" y="273"/>
                      </a:lnTo>
                      <a:lnTo>
                        <a:pt x="774" y="286"/>
                      </a:lnTo>
                      <a:lnTo>
                        <a:pt x="718" y="322"/>
                      </a:lnTo>
                      <a:lnTo>
                        <a:pt x="749" y="355"/>
                      </a:lnTo>
                      <a:lnTo>
                        <a:pt x="804" y="375"/>
                      </a:lnTo>
                      <a:lnTo>
                        <a:pt x="839" y="414"/>
                      </a:lnTo>
                      <a:lnTo>
                        <a:pt x="849" y="434"/>
                      </a:lnTo>
                      <a:lnTo>
                        <a:pt x="808" y="401"/>
                      </a:lnTo>
                      <a:lnTo>
                        <a:pt x="749" y="387"/>
                      </a:lnTo>
                      <a:lnTo>
                        <a:pt x="733" y="421"/>
                      </a:lnTo>
                      <a:lnTo>
                        <a:pt x="774" y="451"/>
                      </a:lnTo>
                      <a:lnTo>
                        <a:pt x="778" y="498"/>
                      </a:lnTo>
                      <a:lnTo>
                        <a:pt x="749" y="467"/>
                      </a:lnTo>
                      <a:lnTo>
                        <a:pt x="726" y="431"/>
                      </a:lnTo>
                      <a:lnTo>
                        <a:pt x="690" y="417"/>
                      </a:lnTo>
                      <a:lnTo>
                        <a:pt x="675" y="421"/>
                      </a:lnTo>
                      <a:lnTo>
                        <a:pt x="683" y="461"/>
                      </a:lnTo>
                      <a:lnTo>
                        <a:pt x="718" y="489"/>
                      </a:lnTo>
                      <a:lnTo>
                        <a:pt x="697" y="504"/>
                      </a:lnTo>
                      <a:lnTo>
                        <a:pt x="659" y="467"/>
                      </a:lnTo>
                      <a:lnTo>
                        <a:pt x="639" y="420"/>
                      </a:lnTo>
                      <a:lnTo>
                        <a:pt x="553" y="363"/>
                      </a:lnTo>
                      <a:lnTo>
                        <a:pt x="551" y="349"/>
                      </a:lnTo>
                      <a:lnTo>
                        <a:pt x="563" y="322"/>
                      </a:lnTo>
                      <a:lnTo>
                        <a:pt x="510" y="340"/>
                      </a:lnTo>
                      <a:lnTo>
                        <a:pt x="501" y="393"/>
                      </a:lnTo>
                      <a:lnTo>
                        <a:pt x="501" y="448"/>
                      </a:lnTo>
                      <a:lnTo>
                        <a:pt x="508" y="495"/>
                      </a:lnTo>
                      <a:lnTo>
                        <a:pt x="533" y="523"/>
                      </a:lnTo>
                      <a:lnTo>
                        <a:pt x="549" y="579"/>
                      </a:lnTo>
                      <a:lnTo>
                        <a:pt x="614" y="642"/>
                      </a:lnTo>
                      <a:lnTo>
                        <a:pt x="633" y="680"/>
                      </a:lnTo>
                      <a:lnTo>
                        <a:pt x="641" y="710"/>
                      </a:lnTo>
                      <a:lnTo>
                        <a:pt x="623" y="721"/>
                      </a:lnTo>
                      <a:lnTo>
                        <a:pt x="607" y="716"/>
                      </a:lnTo>
                      <a:lnTo>
                        <a:pt x="614" y="692"/>
                      </a:lnTo>
                      <a:lnTo>
                        <a:pt x="598" y="669"/>
                      </a:lnTo>
                      <a:lnTo>
                        <a:pt x="565" y="665"/>
                      </a:lnTo>
                      <a:lnTo>
                        <a:pt x="555" y="696"/>
                      </a:lnTo>
                      <a:lnTo>
                        <a:pt x="576" y="747"/>
                      </a:lnTo>
                      <a:lnTo>
                        <a:pt x="565" y="760"/>
                      </a:lnTo>
                      <a:lnTo>
                        <a:pt x="546" y="763"/>
                      </a:lnTo>
                      <a:lnTo>
                        <a:pt x="524" y="762"/>
                      </a:lnTo>
                      <a:lnTo>
                        <a:pt x="487" y="768"/>
                      </a:lnTo>
                      <a:lnTo>
                        <a:pt x="503" y="793"/>
                      </a:lnTo>
                      <a:lnTo>
                        <a:pt x="546" y="813"/>
                      </a:lnTo>
                      <a:lnTo>
                        <a:pt x="580" y="823"/>
                      </a:lnTo>
                      <a:lnTo>
                        <a:pt x="607" y="837"/>
                      </a:lnTo>
                      <a:lnTo>
                        <a:pt x="641" y="840"/>
                      </a:lnTo>
                      <a:lnTo>
                        <a:pt x="659" y="882"/>
                      </a:lnTo>
                      <a:lnTo>
                        <a:pt x="683" y="882"/>
                      </a:lnTo>
                      <a:lnTo>
                        <a:pt x="710" y="913"/>
                      </a:lnTo>
                      <a:lnTo>
                        <a:pt x="740" y="935"/>
                      </a:lnTo>
                      <a:lnTo>
                        <a:pt x="761" y="937"/>
                      </a:lnTo>
                      <a:lnTo>
                        <a:pt x="788" y="956"/>
                      </a:lnTo>
                      <a:lnTo>
                        <a:pt x="792" y="1095"/>
                      </a:lnTo>
                      <a:lnTo>
                        <a:pt x="743" y="1064"/>
                      </a:lnTo>
                      <a:lnTo>
                        <a:pt x="704" y="1016"/>
                      </a:lnTo>
                      <a:lnTo>
                        <a:pt x="655" y="1025"/>
                      </a:lnTo>
                      <a:lnTo>
                        <a:pt x="600" y="1025"/>
                      </a:lnTo>
                      <a:lnTo>
                        <a:pt x="567" y="1007"/>
                      </a:lnTo>
                      <a:lnTo>
                        <a:pt x="606" y="995"/>
                      </a:lnTo>
                      <a:lnTo>
                        <a:pt x="612" y="966"/>
                      </a:lnTo>
                      <a:lnTo>
                        <a:pt x="569" y="959"/>
                      </a:lnTo>
                      <a:lnTo>
                        <a:pt x="517" y="910"/>
                      </a:lnTo>
                      <a:lnTo>
                        <a:pt x="495" y="931"/>
                      </a:lnTo>
                      <a:lnTo>
                        <a:pt x="459" y="916"/>
                      </a:lnTo>
                      <a:lnTo>
                        <a:pt x="411" y="924"/>
                      </a:lnTo>
                      <a:lnTo>
                        <a:pt x="365" y="915"/>
                      </a:lnTo>
                      <a:lnTo>
                        <a:pt x="300" y="924"/>
                      </a:lnTo>
                      <a:lnTo>
                        <a:pt x="249" y="903"/>
                      </a:lnTo>
                      <a:lnTo>
                        <a:pt x="235" y="903"/>
                      </a:lnTo>
                      <a:lnTo>
                        <a:pt x="228" y="916"/>
                      </a:lnTo>
                      <a:lnTo>
                        <a:pt x="206" y="924"/>
                      </a:lnTo>
                      <a:lnTo>
                        <a:pt x="190" y="898"/>
                      </a:lnTo>
                      <a:lnTo>
                        <a:pt x="169" y="851"/>
                      </a:lnTo>
                      <a:lnTo>
                        <a:pt x="122" y="782"/>
                      </a:lnTo>
                      <a:lnTo>
                        <a:pt x="161" y="786"/>
                      </a:lnTo>
                      <a:lnTo>
                        <a:pt x="196" y="780"/>
                      </a:lnTo>
                      <a:lnTo>
                        <a:pt x="183" y="747"/>
                      </a:lnTo>
                      <a:lnTo>
                        <a:pt x="129" y="725"/>
                      </a:lnTo>
                      <a:lnTo>
                        <a:pt x="120" y="760"/>
                      </a:lnTo>
                      <a:lnTo>
                        <a:pt x="63" y="665"/>
                      </a:lnTo>
                      <a:lnTo>
                        <a:pt x="28" y="637"/>
                      </a:lnTo>
                      <a:lnTo>
                        <a:pt x="12" y="578"/>
                      </a:lnTo>
                      <a:lnTo>
                        <a:pt x="5" y="568"/>
                      </a:lnTo>
                      <a:lnTo>
                        <a:pt x="0" y="568"/>
                      </a:lnTo>
                      <a:lnTo>
                        <a:pt x="5" y="570"/>
                      </a:lnTo>
                      <a:lnTo>
                        <a:pt x="36" y="545"/>
                      </a:lnTo>
                      <a:lnTo>
                        <a:pt x="52" y="521"/>
                      </a:lnTo>
                      <a:lnTo>
                        <a:pt x="63" y="478"/>
                      </a:lnTo>
                      <a:lnTo>
                        <a:pt x="100" y="451"/>
                      </a:lnTo>
                      <a:lnTo>
                        <a:pt x="133" y="387"/>
                      </a:lnTo>
                      <a:lnTo>
                        <a:pt x="181" y="342"/>
                      </a:lnTo>
                      <a:lnTo>
                        <a:pt x="181" y="291"/>
                      </a:lnTo>
                      <a:lnTo>
                        <a:pt x="174" y="252"/>
                      </a:lnTo>
                      <a:lnTo>
                        <a:pt x="307" y="235"/>
                      </a:lnTo>
                      <a:lnTo>
                        <a:pt x="348" y="195"/>
                      </a:lnTo>
                      <a:lnTo>
                        <a:pt x="415" y="169"/>
                      </a:lnTo>
                      <a:lnTo>
                        <a:pt x="493" y="169"/>
                      </a:lnTo>
                      <a:lnTo>
                        <a:pt x="546" y="119"/>
                      </a:lnTo>
                      <a:lnTo>
                        <a:pt x="571" y="113"/>
                      </a:lnTo>
                      <a:lnTo>
                        <a:pt x="619" y="111"/>
                      </a:lnTo>
                      <a:lnTo>
                        <a:pt x="680" y="97"/>
                      </a:lnTo>
                      <a:lnTo>
                        <a:pt x="765" y="97"/>
                      </a:lnTo>
                      <a:lnTo>
                        <a:pt x="880" y="58"/>
                      </a:lnTo>
                      <a:lnTo>
                        <a:pt x="923" y="60"/>
                      </a:lnTo>
                      <a:lnTo>
                        <a:pt x="958" y="93"/>
                      </a:lnTo>
                      <a:lnTo>
                        <a:pt x="1092" y="140"/>
                      </a:lnTo>
                      <a:lnTo>
                        <a:pt x="1167" y="123"/>
                      </a:lnTo>
                      <a:lnTo>
                        <a:pt x="1218" y="79"/>
                      </a:lnTo>
                      <a:lnTo>
                        <a:pt x="1224" y="5"/>
                      </a:lnTo>
                      <a:lnTo>
                        <a:pt x="1268" y="0"/>
                      </a:lnTo>
                      <a:lnTo>
                        <a:pt x="1278" y="23"/>
                      </a:lnTo>
                      <a:lnTo>
                        <a:pt x="1311" y="52"/>
                      </a:lnTo>
                      <a:lnTo>
                        <a:pt x="1307" y="94"/>
                      </a:lnTo>
                      <a:lnTo>
                        <a:pt x="1267" y="126"/>
                      </a:lnTo>
                      <a:lnTo>
                        <a:pt x="1260" y="182"/>
                      </a:lnTo>
                      <a:lnTo>
                        <a:pt x="1247" y="238"/>
                      </a:lnTo>
                      <a:lnTo>
                        <a:pt x="1208" y="293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GB" dirty="0">
                    <a:latin typeface="Trade Gothic LT Std" pitchFamily="50" charset="0"/>
                  </a:endParaRPr>
                </a:p>
              </p:txBody>
            </p:sp>
          </p:grpSp>
          <p:sp>
            <p:nvSpPr>
              <p:cNvPr id="41" name="Freeform 1132">
                <a:extLst>
                  <a:ext uri="{FF2B5EF4-FFF2-40B4-BE49-F238E27FC236}">
                    <a16:creationId xmlns:a16="http://schemas.microsoft.com/office/drawing/2014/main" id="{3F0A4F6C-6C54-1582-1B26-B78B89C58B74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6499226" y="5953126"/>
                <a:ext cx="153988" cy="92075"/>
              </a:xfrm>
              <a:custGeom>
                <a:avLst/>
                <a:gdLst/>
                <a:ahLst/>
                <a:cxnLst>
                  <a:cxn ang="0">
                    <a:pos x="346" y="61"/>
                  </a:cxn>
                  <a:cxn ang="0">
                    <a:pos x="395" y="40"/>
                  </a:cxn>
                  <a:cxn ang="0">
                    <a:pos x="420" y="21"/>
                  </a:cxn>
                  <a:cxn ang="0">
                    <a:pos x="456" y="3"/>
                  </a:cxn>
                  <a:cxn ang="0">
                    <a:pos x="472" y="0"/>
                  </a:cxn>
                  <a:cxn ang="0">
                    <a:pos x="461" y="32"/>
                  </a:cxn>
                  <a:cxn ang="0">
                    <a:pos x="429" y="66"/>
                  </a:cxn>
                  <a:cxn ang="0">
                    <a:pos x="402" y="78"/>
                  </a:cxn>
                  <a:cxn ang="0">
                    <a:pos x="362" y="141"/>
                  </a:cxn>
                  <a:cxn ang="0">
                    <a:pos x="369" y="163"/>
                  </a:cxn>
                  <a:cxn ang="0">
                    <a:pos x="346" y="192"/>
                  </a:cxn>
                  <a:cxn ang="0">
                    <a:pos x="301" y="201"/>
                  </a:cxn>
                  <a:cxn ang="0">
                    <a:pos x="257" y="241"/>
                  </a:cxn>
                  <a:cxn ang="0">
                    <a:pos x="198" y="253"/>
                  </a:cxn>
                  <a:cxn ang="0">
                    <a:pos x="161" y="280"/>
                  </a:cxn>
                  <a:cxn ang="0">
                    <a:pos x="95" y="273"/>
                  </a:cxn>
                  <a:cxn ang="0">
                    <a:pos x="48" y="251"/>
                  </a:cxn>
                  <a:cxn ang="0">
                    <a:pos x="18" y="213"/>
                  </a:cxn>
                  <a:cxn ang="0">
                    <a:pos x="0" y="172"/>
                  </a:cxn>
                  <a:cxn ang="0">
                    <a:pos x="48" y="156"/>
                  </a:cxn>
                  <a:cxn ang="0">
                    <a:pos x="81" y="139"/>
                  </a:cxn>
                  <a:cxn ang="0">
                    <a:pos x="118" y="133"/>
                  </a:cxn>
                  <a:cxn ang="0">
                    <a:pos x="143" y="125"/>
                  </a:cxn>
                  <a:cxn ang="0">
                    <a:pos x="147" y="90"/>
                  </a:cxn>
                  <a:cxn ang="0">
                    <a:pos x="161" y="97"/>
                  </a:cxn>
                  <a:cxn ang="0">
                    <a:pos x="234" y="94"/>
                  </a:cxn>
                  <a:cxn ang="0">
                    <a:pos x="346" y="61"/>
                  </a:cxn>
                </a:cxnLst>
                <a:rect l="0" t="0" r="r" b="b"/>
                <a:pathLst>
                  <a:path w="472" h="280">
                    <a:moveTo>
                      <a:pt x="346" y="61"/>
                    </a:moveTo>
                    <a:lnTo>
                      <a:pt x="395" y="40"/>
                    </a:lnTo>
                    <a:lnTo>
                      <a:pt x="420" y="21"/>
                    </a:lnTo>
                    <a:lnTo>
                      <a:pt x="456" y="3"/>
                    </a:lnTo>
                    <a:lnTo>
                      <a:pt x="472" y="0"/>
                    </a:lnTo>
                    <a:lnTo>
                      <a:pt x="461" y="32"/>
                    </a:lnTo>
                    <a:lnTo>
                      <a:pt x="429" y="66"/>
                    </a:lnTo>
                    <a:lnTo>
                      <a:pt x="402" y="78"/>
                    </a:lnTo>
                    <a:lnTo>
                      <a:pt x="362" y="141"/>
                    </a:lnTo>
                    <a:lnTo>
                      <a:pt x="369" y="163"/>
                    </a:lnTo>
                    <a:lnTo>
                      <a:pt x="346" y="192"/>
                    </a:lnTo>
                    <a:lnTo>
                      <a:pt x="301" y="201"/>
                    </a:lnTo>
                    <a:lnTo>
                      <a:pt x="257" y="241"/>
                    </a:lnTo>
                    <a:lnTo>
                      <a:pt x="198" y="253"/>
                    </a:lnTo>
                    <a:lnTo>
                      <a:pt x="161" y="280"/>
                    </a:lnTo>
                    <a:lnTo>
                      <a:pt x="95" y="273"/>
                    </a:lnTo>
                    <a:lnTo>
                      <a:pt x="48" y="251"/>
                    </a:lnTo>
                    <a:lnTo>
                      <a:pt x="18" y="213"/>
                    </a:lnTo>
                    <a:lnTo>
                      <a:pt x="0" y="172"/>
                    </a:lnTo>
                    <a:lnTo>
                      <a:pt x="48" y="156"/>
                    </a:lnTo>
                    <a:lnTo>
                      <a:pt x="81" y="139"/>
                    </a:lnTo>
                    <a:lnTo>
                      <a:pt x="118" y="133"/>
                    </a:lnTo>
                    <a:lnTo>
                      <a:pt x="143" y="125"/>
                    </a:lnTo>
                    <a:lnTo>
                      <a:pt x="147" y="90"/>
                    </a:lnTo>
                    <a:lnTo>
                      <a:pt x="161" y="97"/>
                    </a:lnTo>
                    <a:lnTo>
                      <a:pt x="234" y="94"/>
                    </a:lnTo>
                    <a:lnTo>
                      <a:pt x="346" y="61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GB" dirty="0">
                  <a:latin typeface="Trade Gothic LT Std" pitchFamily="50" charset="0"/>
                </a:endParaRPr>
              </a:p>
            </p:txBody>
          </p:sp>
          <p:sp>
            <p:nvSpPr>
              <p:cNvPr id="42" name="Freeform 1133">
                <a:extLst>
                  <a:ext uri="{FF2B5EF4-FFF2-40B4-BE49-F238E27FC236}">
                    <a16:creationId xmlns:a16="http://schemas.microsoft.com/office/drawing/2014/main" id="{AA8A58E8-B5D5-2AC8-F4F9-F927FEB94B8D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5830888" y="5214938"/>
                <a:ext cx="422275" cy="263525"/>
              </a:xfrm>
              <a:custGeom>
                <a:avLst/>
                <a:gdLst/>
                <a:ahLst/>
                <a:cxnLst>
                  <a:cxn ang="0">
                    <a:pos x="119" y="777"/>
                  </a:cxn>
                  <a:cxn ang="0">
                    <a:pos x="117" y="713"/>
                  </a:cxn>
                  <a:cxn ang="0">
                    <a:pos x="94" y="603"/>
                  </a:cxn>
                  <a:cxn ang="0">
                    <a:pos x="8" y="531"/>
                  </a:cxn>
                  <a:cxn ang="0">
                    <a:pos x="8" y="441"/>
                  </a:cxn>
                  <a:cxn ang="0">
                    <a:pos x="54" y="345"/>
                  </a:cxn>
                  <a:cxn ang="0">
                    <a:pos x="97" y="303"/>
                  </a:cxn>
                  <a:cxn ang="0">
                    <a:pos x="43" y="241"/>
                  </a:cxn>
                  <a:cxn ang="0">
                    <a:pos x="8" y="186"/>
                  </a:cxn>
                  <a:cxn ang="0">
                    <a:pos x="0" y="107"/>
                  </a:cxn>
                  <a:cxn ang="0">
                    <a:pos x="11" y="28"/>
                  </a:cxn>
                  <a:cxn ang="0">
                    <a:pos x="74" y="0"/>
                  </a:cxn>
                  <a:cxn ang="0">
                    <a:pos x="121" y="16"/>
                  </a:cxn>
                  <a:cxn ang="0">
                    <a:pos x="97" y="69"/>
                  </a:cxn>
                  <a:cxn ang="0">
                    <a:pos x="137" y="102"/>
                  </a:cxn>
                  <a:cxn ang="0">
                    <a:pos x="187" y="102"/>
                  </a:cxn>
                  <a:cxn ang="0">
                    <a:pos x="315" y="116"/>
                  </a:cxn>
                  <a:cxn ang="0">
                    <a:pos x="468" y="119"/>
                  </a:cxn>
                  <a:cxn ang="0">
                    <a:pos x="633" y="146"/>
                  </a:cxn>
                  <a:cxn ang="0">
                    <a:pos x="695" y="130"/>
                  </a:cxn>
                  <a:cxn ang="0">
                    <a:pos x="764" y="83"/>
                  </a:cxn>
                  <a:cxn ang="0">
                    <a:pos x="846" y="44"/>
                  </a:cxn>
                  <a:cxn ang="0">
                    <a:pos x="940" y="16"/>
                  </a:cxn>
                  <a:cxn ang="0">
                    <a:pos x="1012" y="18"/>
                  </a:cxn>
                  <a:cxn ang="0">
                    <a:pos x="1037" y="37"/>
                  </a:cxn>
                  <a:cxn ang="0">
                    <a:pos x="1145" y="67"/>
                  </a:cxn>
                  <a:cxn ang="0">
                    <a:pos x="1223" y="120"/>
                  </a:cxn>
                  <a:cxn ang="0">
                    <a:pos x="1288" y="114"/>
                  </a:cxn>
                  <a:cxn ang="0">
                    <a:pos x="1278" y="173"/>
                  </a:cxn>
                  <a:cxn ang="0">
                    <a:pos x="1258" y="215"/>
                  </a:cxn>
                  <a:cxn ang="0">
                    <a:pos x="1188" y="233"/>
                  </a:cxn>
                  <a:cxn ang="0">
                    <a:pos x="1142" y="288"/>
                  </a:cxn>
                  <a:cxn ang="0">
                    <a:pos x="1141" y="399"/>
                  </a:cxn>
                  <a:cxn ang="0">
                    <a:pos x="1108" y="409"/>
                  </a:cxn>
                  <a:cxn ang="0">
                    <a:pos x="1098" y="429"/>
                  </a:cxn>
                  <a:cxn ang="0">
                    <a:pos x="1057" y="466"/>
                  </a:cxn>
                  <a:cxn ang="0">
                    <a:pos x="1069" y="481"/>
                  </a:cxn>
                  <a:cxn ang="0">
                    <a:pos x="1086" y="488"/>
                  </a:cxn>
                  <a:cxn ang="0">
                    <a:pos x="1102" y="513"/>
                  </a:cxn>
                  <a:cxn ang="0">
                    <a:pos x="1116" y="552"/>
                  </a:cxn>
                  <a:cxn ang="0">
                    <a:pos x="1157" y="606"/>
                  </a:cxn>
                  <a:cxn ang="0">
                    <a:pos x="1160" y="630"/>
                  </a:cxn>
                  <a:cxn ang="0">
                    <a:pos x="1129" y="625"/>
                  </a:cxn>
                  <a:cxn ang="0">
                    <a:pos x="1044" y="636"/>
                  </a:cxn>
                  <a:cxn ang="0">
                    <a:pos x="979" y="601"/>
                  </a:cxn>
                  <a:cxn ang="0">
                    <a:pos x="902" y="630"/>
                  </a:cxn>
                  <a:cxn ang="0">
                    <a:pos x="850" y="639"/>
                  </a:cxn>
                  <a:cxn ang="0">
                    <a:pos x="816" y="664"/>
                  </a:cxn>
                  <a:cxn ang="0">
                    <a:pos x="772" y="669"/>
                  </a:cxn>
                  <a:cxn ang="0">
                    <a:pos x="766" y="743"/>
                  </a:cxn>
                  <a:cxn ang="0">
                    <a:pos x="715" y="787"/>
                  </a:cxn>
                  <a:cxn ang="0">
                    <a:pos x="640" y="804"/>
                  </a:cxn>
                  <a:cxn ang="0">
                    <a:pos x="506" y="757"/>
                  </a:cxn>
                  <a:cxn ang="0">
                    <a:pos x="471" y="724"/>
                  </a:cxn>
                  <a:cxn ang="0">
                    <a:pos x="428" y="722"/>
                  </a:cxn>
                  <a:cxn ang="0">
                    <a:pos x="313" y="761"/>
                  </a:cxn>
                  <a:cxn ang="0">
                    <a:pos x="228" y="761"/>
                  </a:cxn>
                  <a:cxn ang="0">
                    <a:pos x="167" y="775"/>
                  </a:cxn>
                  <a:cxn ang="0">
                    <a:pos x="119" y="777"/>
                  </a:cxn>
                </a:cxnLst>
                <a:rect l="0" t="0" r="r" b="b"/>
                <a:pathLst>
                  <a:path w="1288" h="804">
                    <a:moveTo>
                      <a:pt x="119" y="777"/>
                    </a:moveTo>
                    <a:lnTo>
                      <a:pt x="117" y="713"/>
                    </a:lnTo>
                    <a:lnTo>
                      <a:pt x="94" y="603"/>
                    </a:lnTo>
                    <a:lnTo>
                      <a:pt x="8" y="531"/>
                    </a:lnTo>
                    <a:lnTo>
                      <a:pt x="8" y="441"/>
                    </a:lnTo>
                    <a:lnTo>
                      <a:pt x="54" y="345"/>
                    </a:lnTo>
                    <a:lnTo>
                      <a:pt x="97" y="303"/>
                    </a:lnTo>
                    <a:lnTo>
                      <a:pt x="43" y="241"/>
                    </a:lnTo>
                    <a:lnTo>
                      <a:pt x="8" y="186"/>
                    </a:lnTo>
                    <a:lnTo>
                      <a:pt x="0" y="107"/>
                    </a:lnTo>
                    <a:lnTo>
                      <a:pt x="11" y="28"/>
                    </a:lnTo>
                    <a:lnTo>
                      <a:pt x="74" y="0"/>
                    </a:lnTo>
                    <a:lnTo>
                      <a:pt x="121" y="16"/>
                    </a:lnTo>
                    <a:lnTo>
                      <a:pt x="97" y="69"/>
                    </a:lnTo>
                    <a:lnTo>
                      <a:pt x="137" y="102"/>
                    </a:lnTo>
                    <a:lnTo>
                      <a:pt x="187" y="102"/>
                    </a:lnTo>
                    <a:lnTo>
                      <a:pt x="315" y="116"/>
                    </a:lnTo>
                    <a:lnTo>
                      <a:pt x="468" y="119"/>
                    </a:lnTo>
                    <a:lnTo>
                      <a:pt x="633" y="146"/>
                    </a:lnTo>
                    <a:lnTo>
                      <a:pt x="695" y="130"/>
                    </a:lnTo>
                    <a:lnTo>
                      <a:pt x="764" y="83"/>
                    </a:lnTo>
                    <a:lnTo>
                      <a:pt x="846" y="44"/>
                    </a:lnTo>
                    <a:lnTo>
                      <a:pt x="940" y="16"/>
                    </a:lnTo>
                    <a:lnTo>
                      <a:pt x="1012" y="18"/>
                    </a:lnTo>
                    <a:lnTo>
                      <a:pt x="1037" y="37"/>
                    </a:lnTo>
                    <a:lnTo>
                      <a:pt x="1145" y="67"/>
                    </a:lnTo>
                    <a:lnTo>
                      <a:pt x="1223" y="120"/>
                    </a:lnTo>
                    <a:lnTo>
                      <a:pt x="1288" y="114"/>
                    </a:lnTo>
                    <a:lnTo>
                      <a:pt x="1278" y="173"/>
                    </a:lnTo>
                    <a:lnTo>
                      <a:pt x="1258" y="215"/>
                    </a:lnTo>
                    <a:lnTo>
                      <a:pt x="1188" y="233"/>
                    </a:lnTo>
                    <a:lnTo>
                      <a:pt x="1142" y="288"/>
                    </a:lnTo>
                    <a:lnTo>
                      <a:pt x="1141" y="399"/>
                    </a:lnTo>
                    <a:lnTo>
                      <a:pt x="1108" y="409"/>
                    </a:lnTo>
                    <a:lnTo>
                      <a:pt x="1098" y="429"/>
                    </a:lnTo>
                    <a:lnTo>
                      <a:pt x="1057" y="466"/>
                    </a:lnTo>
                    <a:lnTo>
                      <a:pt x="1069" y="481"/>
                    </a:lnTo>
                    <a:lnTo>
                      <a:pt x="1086" y="488"/>
                    </a:lnTo>
                    <a:lnTo>
                      <a:pt x="1102" y="513"/>
                    </a:lnTo>
                    <a:lnTo>
                      <a:pt x="1116" y="552"/>
                    </a:lnTo>
                    <a:lnTo>
                      <a:pt x="1157" y="606"/>
                    </a:lnTo>
                    <a:lnTo>
                      <a:pt x="1160" y="630"/>
                    </a:lnTo>
                    <a:lnTo>
                      <a:pt x="1129" y="625"/>
                    </a:lnTo>
                    <a:lnTo>
                      <a:pt x="1044" y="636"/>
                    </a:lnTo>
                    <a:lnTo>
                      <a:pt x="979" y="601"/>
                    </a:lnTo>
                    <a:lnTo>
                      <a:pt x="902" y="630"/>
                    </a:lnTo>
                    <a:lnTo>
                      <a:pt x="850" y="639"/>
                    </a:lnTo>
                    <a:lnTo>
                      <a:pt x="816" y="664"/>
                    </a:lnTo>
                    <a:lnTo>
                      <a:pt x="772" y="669"/>
                    </a:lnTo>
                    <a:lnTo>
                      <a:pt x="766" y="743"/>
                    </a:lnTo>
                    <a:lnTo>
                      <a:pt x="715" y="787"/>
                    </a:lnTo>
                    <a:lnTo>
                      <a:pt x="640" y="804"/>
                    </a:lnTo>
                    <a:lnTo>
                      <a:pt x="506" y="757"/>
                    </a:lnTo>
                    <a:lnTo>
                      <a:pt x="471" y="724"/>
                    </a:lnTo>
                    <a:lnTo>
                      <a:pt x="428" y="722"/>
                    </a:lnTo>
                    <a:lnTo>
                      <a:pt x="313" y="761"/>
                    </a:lnTo>
                    <a:lnTo>
                      <a:pt x="228" y="761"/>
                    </a:lnTo>
                    <a:lnTo>
                      <a:pt x="167" y="775"/>
                    </a:lnTo>
                    <a:lnTo>
                      <a:pt x="119" y="777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GB" dirty="0">
                  <a:latin typeface="Trade Gothic LT Std" pitchFamily="50" charset="0"/>
                </a:endParaRPr>
              </a:p>
            </p:txBody>
          </p:sp>
          <p:grpSp>
            <p:nvGrpSpPr>
              <p:cNvPr id="43" name="Group 1134">
                <a:extLst>
                  <a:ext uri="{FF2B5EF4-FFF2-40B4-BE49-F238E27FC236}">
                    <a16:creationId xmlns:a16="http://schemas.microsoft.com/office/drawing/2014/main" id="{2BFB21FB-3626-1FA2-3356-167BEFBE9FCE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5238750" y="4986344"/>
                <a:ext cx="393700" cy="382588"/>
                <a:chOff x="2781" y="2740"/>
                <a:chExt cx="201" cy="195"/>
              </a:xfrm>
              <a:grpFill/>
            </p:grpSpPr>
            <p:sp>
              <p:nvSpPr>
                <p:cNvPr id="168" name="Freeform 1135">
                  <a:extLst>
                    <a:ext uri="{FF2B5EF4-FFF2-40B4-BE49-F238E27FC236}">
                      <a16:creationId xmlns:a16="http://schemas.microsoft.com/office/drawing/2014/main" id="{FEACBD6E-E759-B65C-829C-918AD723B362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2812" y="2807"/>
                  <a:ext cx="10" cy="12"/>
                </a:xfrm>
                <a:custGeom>
                  <a:avLst/>
                  <a:gdLst/>
                  <a:ahLst/>
                  <a:cxnLst>
                    <a:cxn ang="0">
                      <a:pos x="18" y="0"/>
                    </a:cxn>
                    <a:cxn ang="0">
                      <a:pos x="29" y="36"/>
                    </a:cxn>
                    <a:cxn ang="0">
                      <a:pos x="56" y="56"/>
                    </a:cxn>
                    <a:cxn ang="0">
                      <a:pos x="60" y="72"/>
                    </a:cxn>
                    <a:cxn ang="0">
                      <a:pos x="33" y="58"/>
                    </a:cxn>
                    <a:cxn ang="0">
                      <a:pos x="10" y="56"/>
                    </a:cxn>
                    <a:cxn ang="0">
                      <a:pos x="0" y="46"/>
                    </a:cxn>
                    <a:cxn ang="0">
                      <a:pos x="8" y="11"/>
                    </a:cxn>
                    <a:cxn ang="0">
                      <a:pos x="18" y="0"/>
                    </a:cxn>
                  </a:cxnLst>
                  <a:rect l="0" t="0" r="r" b="b"/>
                  <a:pathLst>
                    <a:path w="60" h="72">
                      <a:moveTo>
                        <a:pt x="18" y="0"/>
                      </a:moveTo>
                      <a:lnTo>
                        <a:pt x="29" y="36"/>
                      </a:lnTo>
                      <a:lnTo>
                        <a:pt x="56" y="56"/>
                      </a:lnTo>
                      <a:lnTo>
                        <a:pt x="60" y="72"/>
                      </a:lnTo>
                      <a:lnTo>
                        <a:pt x="33" y="58"/>
                      </a:lnTo>
                      <a:lnTo>
                        <a:pt x="10" y="56"/>
                      </a:lnTo>
                      <a:lnTo>
                        <a:pt x="0" y="46"/>
                      </a:lnTo>
                      <a:lnTo>
                        <a:pt x="8" y="11"/>
                      </a:lnTo>
                      <a:lnTo>
                        <a:pt x="18" y="0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GB" dirty="0">
                    <a:latin typeface="Trade Gothic LT Std" pitchFamily="50" charset="0"/>
                  </a:endParaRPr>
                </a:p>
              </p:txBody>
            </p:sp>
            <p:sp>
              <p:nvSpPr>
                <p:cNvPr id="169" name="Freeform 1136">
                  <a:extLst>
                    <a:ext uri="{FF2B5EF4-FFF2-40B4-BE49-F238E27FC236}">
                      <a16:creationId xmlns:a16="http://schemas.microsoft.com/office/drawing/2014/main" id="{6C844E3B-E255-975A-8971-F0D24F98D84E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2807" y="2809"/>
                  <a:ext cx="6" cy="25"/>
                </a:xfrm>
                <a:custGeom>
                  <a:avLst/>
                  <a:gdLst/>
                  <a:ahLst/>
                  <a:cxnLst>
                    <a:cxn ang="0">
                      <a:pos x="5" y="9"/>
                    </a:cxn>
                    <a:cxn ang="0">
                      <a:pos x="3" y="2"/>
                    </a:cxn>
                    <a:cxn ang="0">
                      <a:pos x="10" y="0"/>
                    </a:cxn>
                    <a:cxn ang="0">
                      <a:pos x="17" y="13"/>
                    </a:cxn>
                    <a:cxn ang="0">
                      <a:pos x="17" y="39"/>
                    </a:cxn>
                    <a:cxn ang="0">
                      <a:pos x="23" y="63"/>
                    </a:cxn>
                    <a:cxn ang="0">
                      <a:pos x="23" y="99"/>
                    </a:cxn>
                    <a:cxn ang="0">
                      <a:pos x="37" y="148"/>
                    </a:cxn>
                    <a:cxn ang="0">
                      <a:pos x="0" y="88"/>
                    </a:cxn>
                    <a:cxn ang="0">
                      <a:pos x="0" y="82"/>
                    </a:cxn>
                    <a:cxn ang="0">
                      <a:pos x="17" y="63"/>
                    </a:cxn>
                    <a:cxn ang="0">
                      <a:pos x="17" y="45"/>
                    </a:cxn>
                    <a:cxn ang="0">
                      <a:pos x="5" y="9"/>
                    </a:cxn>
                  </a:cxnLst>
                  <a:rect l="0" t="0" r="r" b="b"/>
                  <a:pathLst>
                    <a:path w="37" h="148">
                      <a:moveTo>
                        <a:pt x="5" y="9"/>
                      </a:moveTo>
                      <a:lnTo>
                        <a:pt x="3" y="2"/>
                      </a:lnTo>
                      <a:lnTo>
                        <a:pt x="10" y="0"/>
                      </a:lnTo>
                      <a:lnTo>
                        <a:pt x="17" y="13"/>
                      </a:lnTo>
                      <a:lnTo>
                        <a:pt x="17" y="39"/>
                      </a:lnTo>
                      <a:lnTo>
                        <a:pt x="23" y="63"/>
                      </a:lnTo>
                      <a:lnTo>
                        <a:pt x="23" y="99"/>
                      </a:lnTo>
                      <a:lnTo>
                        <a:pt x="37" y="148"/>
                      </a:lnTo>
                      <a:lnTo>
                        <a:pt x="0" y="88"/>
                      </a:lnTo>
                      <a:lnTo>
                        <a:pt x="0" y="82"/>
                      </a:lnTo>
                      <a:lnTo>
                        <a:pt x="17" y="63"/>
                      </a:lnTo>
                      <a:lnTo>
                        <a:pt x="17" y="45"/>
                      </a:lnTo>
                      <a:lnTo>
                        <a:pt x="5" y="9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GB" dirty="0">
                    <a:latin typeface="Trade Gothic LT Std" pitchFamily="50" charset="0"/>
                  </a:endParaRPr>
                </a:p>
              </p:txBody>
            </p:sp>
            <p:sp>
              <p:nvSpPr>
                <p:cNvPr id="170" name="Freeform 1137">
                  <a:extLst>
                    <a:ext uri="{FF2B5EF4-FFF2-40B4-BE49-F238E27FC236}">
                      <a16:creationId xmlns:a16="http://schemas.microsoft.com/office/drawing/2014/main" id="{83A2D8F4-3AED-C065-DFD5-1BAE66388A5D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2879" y="2893"/>
                  <a:ext cx="15" cy="6"/>
                </a:xfrm>
                <a:custGeom>
                  <a:avLst/>
                  <a:gdLst/>
                  <a:ahLst/>
                  <a:cxnLst>
                    <a:cxn ang="0">
                      <a:pos x="0" y="5"/>
                    </a:cxn>
                    <a:cxn ang="0">
                      <a:pos x="9" y="0"/>
                    </a:cxn>
                    <a:cxn ang="0">
                      <a:pos x="56" y="10"/>
                    </a:cxn>
                    <a:cxn ang="0">
                      <a:pos x="86" y="21"/>
                    </a:cxn>
                    <a:cxn ang="0">
                      <a:pos x="91" y="27"/>
                    </a:cxn>
                    <a:cxn ang="0">
                      <a:pos x="86" y="32"/>
                    </a:cxn>
                    <a:cxn ang="0">
                      <a:pos x="47" y="36"/>
                    </a:cxn>
                    <a:cxn ang="0">
                      <a:pos x="9" y="32"/>
                    </a:cxn>
                    <a:cxn ang="0">
                      <a:pos x="0" y="5"/>
                    </a:cxn>
                  </a:cxnLst>
                  <a:rect l="0" t="0" r="r" b="b"/>
                  <a:pathLst>
                    <a:path w="91" h="36">
                      <a:moveTo>
                        <a:pt x="0" y="5"/>
                      </a:moveTo>
                      <a:lnTo>
                        <a:pt x="9" y="0"/>
                      </a:lnTo>
                      <a:lnTo>
                        <a:pt x="56" y="10"/>
                      </a:lnTo>
                      <a:lnTo>
                        <a:pt x="86" y="21"/>
                      </a:lnTo>
                      <a:lnTo>
                        <a:pt x="91" y="27"/>
                      </a:lnTo>
                      <a:lnTo>
                        <a:pt x="86" y="32"/>
                      </a:lnTo>
                      <a:lnTo>
                        <a:pt x="47" y="36"/>
                      </a:lnTo>
                      <a:lnTo>
                        <a:pt x="9" y="32"/>
                      </a:lnTo>
                      <a:lnTo>
                        <a:pt x="0" y="5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GB" dirty="0">
                    <a:latin typeface="Trade Gothic LT Std" pitchFamily="50" charset="0"/>
                  </a:endParaRPr>
                </a:p>
              </p:txBody>
            </p:sp>
            <p:sp>
              <p:nvSpPr>
                <p:cNvPr id="171" name="Freeform 1138">
                  <a:extLst>
                    <a:ext uri="{FF2B5EF4-FFF2-40B4-BE49-F238E27FC236}">
                      <a16:creationId xmlns:a16="http://schemas.microsoft.com/office/drawing/2014/main" id="{18050454-73D8-EEA4-7EAD-1E6396FB9546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2888" y="2912"/>
                  <a:ext cx="15" cy="4"/>
                </a:xfrm>
                <a:custGeom>
                  <a:avLst/>
                  <a:gdLst/>
                  <a:ahLst/>
                  <a:cxnLst>
                    <a:cxn ang="0">
                      <a:pos x="0" y="8"/>
                    </a:cxn>
                    <a:cxn ang="0">
                      <a:pos x="7" y="0"/>
                    </a:cxn>
                    <a:cxn ang="0">
                      <a:pos x="75" y="0"/>
                    </a:cxn>
                    <a:cxn ang="0">
                      <a:pos x="89" y="4"/>
                    </a:cxn>
                    <a:cxn ang="0">
                      <a:pos x="93" y="18"/>
                    </a:cxn>
                    <a:cxn ang="0">
                      <a:pos x="2" y="20"/>
                    </a:cxn>
                    <a:cxn ang="0">
                      <a:pos x="0" y="8"/>
                    </a:cxn>
                  </a:cxnLst>
                  <a:rect l="0" t="0" r="r" b="b"/>
                  <a:pathLst>
                    <a:path w="93" h="20">
                      <a:moveTo>
                        <a:pt x="0" y="8"/>
                      </a:moveTo>
                      <a:lnTo>
                        <a:pt x="7" y="0"/>
                      </a:lnTo>
                      <a:lnTo>
                        <a:pt x="75" y="0"/>
                      </a:lnTo>
                      <a:lnTo>
                        <a:pt x="89" y="4"/>
                      </a:lnTo>
                      <a:lnTo>
                        <a:pt x="93" y="18"/>
                      </a:lnTo>
                      <a:lnTo>
                        <a:pt x="2" y="20"/>
                      </a:lnTo>
                      <a:lnTo>
                        <a:pt x="0" y="8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GB" dirty="0">
                    <a:latin typeface="Trade Gothic LT Std" pitchFamily="50" charset="0"/>
                  </a:endParaRPr>
                </a:p>
              </p:txBody>
            </p:sp>
            <p:sp>
              <p:nvSpPr>
                <p:cNvPr id="172" name="Freeform 1139">
                  <a:extLst>
                    <a:ext uri="{FF2B5EF4-FFF2-40B4-BE49-F238E27FC236}">
                      <a16:creationId xmlns:a16="http://schemas.microsoft.com/office/drawing/2014/main" id="{614B0C11-4213-D2EB-5CAE-D3806F132992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2903" y="2909"/>
                  <a:ext cx="46" cy="26"/>
                </a:xfrm>
                <a:custGeom>
                  <a:avLst/>
                  <a:gdLst/>
                  <a:ahLst/>
                  <a:cxnLst>
                    <a:cxn ang="0">
                      <a:pos x="280" y="156"/>
                    </a:cxn>
                    <a:cxn ang="0">
                      <a:pos x="167" y="73"/>
                    </a:cxn>
                    <a:cxn ang="0">
                      <a:pos x="106" y="63"/>
                    </a:cxn>
                    <a:cxn ang="0">
                      <a:pos x="47" y="28"/>
                    </a:cxn>
                    <a:cxn ang="0">
                      <a:pos x="0" y="17"/>
                    </a:cxn>
                    <a:cxn ang="0">
                      <a:pos x="14" y="0"/>
                    </a:cxn>
                    <a:cxn ang="0">
                      <a:pos x="55" y="9"/>
                    </a:cxn>
                    <a:cxn ang="0">
                      <a:pos x="74" y="33"/>
                    </a:cxn>
                    <a:cxn ang="0">
                      <a:pos x="94" y="36"/>
                    </a:cxn>
                    <a:cxn ang="0">
                      <a:pos x="121" y="20"/>
                    </a:cxn>
                    <a:cxn ang="0">
                      <a:pos x="148" y="23"/>
                    </a:cxn>
                    <a:cxn ang="0">
                      <a:pos x="150" y="42"/>
                    </a:cxn>
                    <a:cxn ang="0">
                      <a:pos x="178" y="65"/>
                    </a:cxn>
                    <a:cxn ang="0">
                      <a:pos x="203" y="69"/>
                    </a:cxn>
                    <a:cxn ang="0">
                      <a:pos x="235" y="103"/>
                    </a:cxn>
                    <a:cxn ang="0">
                      <a:pos x="265" y="108"/>
                    </a:cxn>
                    <a:cxn ang="0">
                      <a:pos x="264" y="127"/>
                    </a:cxn>
                    <a:cxn ang="0">
                      <a:pos x="281" y="129"/>
                    </a:cxn>
                    <a:cxn ang="0">
                      <a:pos x="280" y="156"/>
                    </a:cxn>
                  </a:cxnLst>
                  <a:rect l="0" t="0" r="r" b="b"/>
                  <a:pathLst>
                    <a:path w="281" h="156">
                      <a:moveTo>
                        <a:pt x="280" y="156"/>
                      </a:moveTo>
                      <a:lnTo>
                        <a:pt x="167" y="73"/>
                      </a:lnTo>
                      <a:lnTo>
                        <a:pt x="106" y="63"/>
                      </a:lnTo>
                      <a:lnTo>
                        <a:pt x="47" y="28"/>
                      </a:lnTo>
                      <a:lnTo>
                        <a:pt x="0" y="17"/>
                      </a:lnTo>
                      <a:lnTo>
                        <a:pt x="14" y="0"/>
                      </a:lnTo>
                      <a:lnTo>
                        <a:pt x="55" y="9"/>
                      </a:lnTo>
                      <a:lnTo>
                        <a:pt x="74" y="33"/>
                      </a:lnTo>
                      <a:lnTo>
                        <a:pt x="94" y="36"/>
                      </a:lnTo>
                      <a:lnTo>
                        <a:pt x="121" y="20"/>
                      </a:lnTo>
                      <a:lnTo>
                        <a:pt x="148" y="23"/>
                      </a:lnTo>
                      <a:lnTo>
                        <a:pt x="150" y="42"/>
                      </a:lnTo>
                      <a:lnTo>
                        <a:pt x="178" y="65"/>
                      </a:lnTo>
                      <a:lnTo>
                        <a:pt x="203" y="69"/>
                      </a:lnTo>
                      <a:lnTo>
                        <a:pt x="235" y="103"/>
                      </a:lnTo>
                      <a:lnTo>
                        <a:pt x="265" y="108"/>
                      </a:lnTo>
                      <a:lnTo>
                        <a:pt x="264" y="127"/>
                      </a:lnTo>
                      <a:lnTo>
                        <a:pt x="281" y="129"/>
                      </a:lnTo>
                      <a:lnTo>
                        <a:pt x="280" y="156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GB" dirty="0">
                    <a:latin typeface="Trade Gothic LT Std" pitchFamily="50" charset="0"/>
                  </a:endParaRPr>
                </a:p>
              </p:txBody>
            </p:sp>
            <p:sp>
              <p:nvSpPr>
                <p:cNvPr id="173" name="Freeform 1140">
                  <a:extLst>
                    <a:ext uri="{FF2B5EF4-FFF2-40B4-BE49-F238E27FC236}">
                      <a16:creationId xmlns:a16="http://schemas.microsoft.com/office/drawing/2014/main" id="{357CA2B1-581D-CEFA-5D07-9DEF90E8083B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2781" y="2740"/>
                  <a:ext cx="201" cy="172"/>
                </a:xfrm>
                <a:custGeom>
                  <a:avLst/>
                  <a:gdLst/>
                  <a:ahLst/>
                  <a:cxnLst>
                    <a:cxn ang="0">
                      <a:pos x="966" y="231"/>
                    </a:cxn>
                    <a:cxn ang="0">
                      <a:pos x="803" y="186"/>
                    </a:cxn>
                    <a:cxn ang="0">
                      <a:pos x="669" y="46"/>
                    </a:cxn>
                    <a:cxn ang="0">
                      <a:pos x="611" y="25"/>
                    </a:cxn>
                    <a:cxn ang="0">
                      <a:pos x="550" y="14"/>
                    </a:cxn>
                    <a:cxn ang="0">
                      <a:pos x="555" y="60"/>
                    </a:cxn>
                    <a:cxn ang="0">
                      <a:pos x="513" y="72"/>
                    </a:cxn>
                    <a:cxn ang="0">
                      <a:pos x="416" y="128"/>
                    </a:cxn>
                    <a:cxn ang="0">
                      <a:pos x="440" y="209"/>
                    </a:cxn>
                    <a:cxn ang="0">
                      <a:pos x="352" y="274"/>
                    </a:cxn>
                    <a:cxn ang="0">
                      <a:pos x="354" y="356"/>
                    </a:cxn>
                    <a:cxn ang="0">
                      <a:pos x="305" y="349"/>
                    </a:cxn>
                    <a:cxn ang="0">
                      <a:pos x="273" y="336"/>
                    </a:cxn>
                    <a:cxn ang="0">
                      <a:pos x="213" y="284"/>
                    </a:cxn>
                    <a:cxn ang="0">
                      <a:pos x="110" y="343"/>
                    </a:cxn>
                    <a:cxn ang="0">
                      <a:pos x="28" y="345"/>
                    </a:cxn>
                    <a:cxn ang="0">
                      <a:pos x="63" y="501"/>
                    </a:cxn>
                    <a:cxn ang="0">
                      <a:pos x="143" y="436"/>
                    </a:cxn>
                    <a:cxn ang="0">
                      <a:pos x="244" y="420"/>
                    </a:cxn>
                    <a:cxn ang="0">
                      <a:pos x="282" y="480"/>
                    </a:cxn>
                    <a:cxn ang="0">
                      <a:pos x="389" y="656"/>
                    </a:cxn>
                    <a:cxn ang="0">
                      <a:pos x="341" y="702"/>
                    </a:cxn>
                    <a:cxn ang="0">
                      <a:pos x="444" y="805"/>
                    </a:cxn>
                    <a:cxn ang="0">
                      <a:pos x="508" y="886"/>
                    </a:cxn>
                    <a:cxn ang="0">
                      <a:pos x="686" y="915"/>
                    </a:cxn>
                    <a:cxn ang="0">
                      <a:pos x="819" y="1031"/>
                    </a:cxn>
                    <a:cxn ang="0">
                      <a:pos x="756" y="884"/>
                    </a:cxn>
                    <a:cxn ang="0">
                      <a:pos x="646" y="785"/>
                    </a:cxn>
                    <a:cxn ang="0">
                      <a:pos x="583" y="710"/>
                    </a:cxn>
                    <a:cxn ang="0">
                      <a:pos x="538" y="634"/>
                    </a:cxn>
                    <a:cxn ang="0">
                      <a:pos x="531" y="584"/>
                    </a:cxn>
                    <a:cxn ang="0">
                      <a:pos x="479" y="512"/>
                    </a:cxn>
                    <a:cxn ang="0">
                      <a:pos x="464" y="470"/>
                    </a:cxn>
                    <a:cxn ang="0">
                      <a:pos x="482" y="363"/>
                    </a:cxn>
                    <a:cxn ang="0">
                      <a:pos x="567" y="433"/>
                    </a:cxn>
                    <a:cxn ang="0">
                      <a:pos x="681" y="378"/>
                    </a:cxn>
                    <a:cxn ang="0">
                      <a:pos x="747" y="393"/>
                    </a:cxn>
                    <a:cxn ang="0">
                      <a:pos x="786" y="397"/>
                    </a:cxn>
                    <a:cxn ang="0">
                      <a:pos x="854" y="399"/>
                    </a:cxn>
                    <a:cxn ang="0">
                      <a:pos x="918" y="396"/>
                    </a:cxn>
                    <a:cxn ang="0">
                      <a:pos x="955" y="418"/>
                    </a:cxn>
                    <a:cxn ang="0">
                      <a:pos x="1021" y="429"/>
                    </a:cxn>
                    <a:cxn ang="0">
                      <a:pos x="1055" y="415"/>
                    </a:cxn>
                    <a:cxn ang="0">
                      <a:pos x="1076" y="468"/>
                    </a:cxn>
                    <a:cxn ang="0">
                      <a:pos x="1149" y="464"/>
                    </a:cxn>
                    <a:cxn ang="0">
                      <a:pos x="1140" y="407"/>
                    </a:cxn>
                    <a:cxn ang="0">
                      <a:pos x="1162" y="376"/>
                    </a:cxn>
                    <a:cxn ang="0">
                      <a:pos x="1204" y="374"/>
                    </a:cxn>
                    <a:cxn ang="0">
                      <a:pos x="1178" y="365"/>
                    </a:cxn>
                    <a:cxn ang="0">
                      <a:pos x="1136" y="349"/>
                    </a:cxn>
                    <a:cxn ang="0">
                      <a:pos x="1110" y="334"/>
                    </a:cxn>
                    <a:cxn ang="0">
                      <a:pos x="1110" y="310"/>
                    </a:cxn>
                    <a:cxn ang="0">
                      <a:pos x="1128" y="295"/>
                    </a:cxn>
                    <a:cxn ang="0">
                      <a:pos x="1109" y="280"/>
                    </a:cxn>
                    <a:cxn ang="0">
                      <a:pos x="1087" y="273"/>
                    </a:cxn>
                    <a:cxn ang="0">
                      <a:pos x="1088" y="237"/>
                    </a:cxn>
                    <a:cxn ang="0">
                      <a:pos x="1063" y="189"/>
                    </a:cxn>
                  </a:cxnLst>
                  <a:rect l="0" t="0" r="r" b="b"/>
                  <a:pathLst>
                    <a:path w="1204" h="1031">
                      <a:moveTo>
                        <a:pt x="1063" y="189"/>
                      </a:moveTo>
                      <a:lnTo>
                        <a:pt x="1015" y="217"/>
                      </a:lnTo>
                      <a:lnTo>
                        <a:pt x="966" y="231"/>
                      </a:lnTo>
                      <a:lnTo>
                        <a:pt x="901" y="236"/>
                      </a:lnTo>
                      <a:lnTo>
                        <a:pt x="846" y="199"/>
                      </a:lnTo>
                      <a:lnTo>
                        <a:pt x="803" y="186"/>
                      </a:lnTo>
                      <a:lnTo>
                        <a:pt x="761" y="129"/>
                      </a:lnTo>
                      <a:lnTo>
                        <a:pt x="708" y="102"/>
                      </a:lnTo>
                      <a:lnTo>
                        <a:pt x="669" y="46"/>
                      </a:lnTo>
                      <a:lnTo>
                        <a:pt x="627" y="25"/>
                      </a:lnTo>
                      <a:lnTo>
                        <a:pt x="623" y="18"/>
                      </a:lnTo>
                      <a:lnTo>
                        <a:pt x="611" y="25"/>
                      </a:lnTo>
                      <a:lnTo>
                        <a:pt x="578" y="1"/>
                      </a:lnTo>
                      <a:lnTo>
                        <a:pt x="564" y="0"/>
                      </a:lnTo>
                      <a:lnTo>
                        <a:pt x="550" y="14"/>
                      </a:lnTo>
                      <a:lnTo>
                        <a:pt x="550" y="31"/>
                      </a:lnTo>
                      <a:lnTo>
                        <a:pt x="557" y="56"/>
                      </a:lnTo>
                      <a:lnTo>
                        <a:pt x="555" y="60"/>
                      </a:lnTo>
                      <a:lnTo>
                        <a:pt x="542" y="55"/>
                      </a:lnTo>
                      <a:lnTo>
                        <a:pt x="516" y="55"/>
                      </a:lnTo>
                      <a:lnTo>
                        <a:pt x="513" y="72"/>
                      </a:lnTo>
                      <a:lnTo>
                        <a:pt x="502" y="83"/>
                      </a:lnTo>
                      <a:lnTo>
                        <a:pt x="428" y="107"/>
                      </a:lnTo>
                      <a:lnTo>
                        <a:pt x="416" y="128"/>
                      </a:lnTo>
                      <a:lnTo>
                        <a:pt x="417" y="143"/>
                      </a:lnTo>
                      <a:lnTo>
                        <a:pt x="441" y="166"/>
                      </a:lnTo>
                      <a:lnTo>
                        <a:pt x="440" y="209"/>
                      </a:lnTo>
                      <a:lnTo>
                        <a:pt x="424" y="237"/>
                      </a:lnTo>
                      <a:lnTo>
                        <a:pt x="392" y="239"/>
                      </a:lnTo>
                      <a:lnTo>
                        <a:pt x="352" y="274"/>
                      </a:lnTo>
                      <a:lnTo>
                        <a:pt x="365" y="292"/>
                      </a:lnTo>
                      <a:lnTo>
                        <a:pt x="351" y="311"/>
                      </a:lnTo>
                      <a:lnTo>
                        <a:pt x="354" y="356"/>
                      </a:lnTo>
                      <a:lnTo>
                        <a:pt x="335" y="370"/>
                      </a:lnTo>
                      <a:lnTo>
                        <a:pt x="323" y="370"/>
                      </a:lnTo>
                      <a:lnTo>
                        <a:pt x="305" y="349"/>
                      </a:lnTo>
                      <a:lnTo>
                        <a:pt x="289" y="347"/>
                      </a:lnTo>
                      <a:lnTo>
                        <a:pt x="283" y="337"/>
                      </a:lnTo>
                      <a:lnTo>
                        <a:pt x="273" y="336"/>
                      </a:lnTo>
                      <a:lnTo>
                        <a:pt x="272" y="352"/>
                      </a:lnTo>
                      <a:lnTo>
                        <a:pt x="256" y="354"/>
                      </a:lnTo>
                      <a:lnTo>
                        <a:pt x="213" y="284"/>
                      </a:lnTo>
                      <a:lnTo>
                        <a:pt x="202" y="283"/>
                      </a:lnTo>
                      <a:lnTo>
                        <a:pt x="174" y="341"/>
                      </a:lnTo>
                      <a:lnTo>
                        <a:pt x="110" y="343"/>
                      </a:lnTo>
                      <a:lnTo>
                        <a:pt x="90" y="324"/>
                      </a:lnTo>
                      <a:lnTo>
                        <a:pt x="82" y="344"/>
                      </a:lnTo>
                      <a:lnTo>
                        <a:pt x="28" y="345"/>
                      </a:lnTo>
                      <a:lnTo>
                        <a:pt x="0" y="323"/>
                      </a:lnTo>
                      <a:lnTo>
                        <a:pt x="14" y="401"/>
                      </a:lnTo>
                      <a:lnTo>
                        <a:pt x="63" y="501"/>
                      </a:lnTo>
                      <a:lnTo>
                        <a:pt x="81" y="514"/>
                      </a:lnTo>
                      <a:lnTo>
                        <a:pt x="102" y="510"/>
                      </a:lnTo>
                      <a:lnTo>
                        <a:pt x="143" y="436"/>
                      </a:lnTo>
                      <a:lnTo>
                        <a:pt x="167" y="368"/>
                      </a:lnTo>
                      <a:lnTo>
                        <a:pt x="213" y="384"/>
                      </a:lnTo>
                      <a:lnTo>
                        <a:pt x="244" y="420"/>
                      </a:lnTo>
                      <a:lnTo>
                        <a:pt x="256" y="420"/>
                      </a:lnTo>
                      <a:lnTo>
                        <a:pt x="272" y="442"/>
                      </a:lnTo>
                      <a:lnTo>
                        <a:pt x="282" y="480"/>
                      </a:lnTo>
                      <a:lnTo>
                        <a:pt x="282" y="534"/>
                      </a:lnTo>
                      <a:lnTo>
                        <a:pt x="311" y="595"/>
                      </a:lnTo>
                      <a:lnTo>
                        <a:pt x="389" y="656"/>
                      </a:lnTo>
                      <a:lnTo>
                        <a:pt x="350" y="665"/>
                      </a:lnTo>
                      <a:lnTo>
                        <a:pt x="339" y="681"/>
                      </a:lnTo>
                      <a:lnTo>
                        <a:pt x="341" y="702"/>
                      </a:lnTo>
                      <a:lnTo>
                        <a:pt x="382" y="755"/>
                      </a:lnTo>
                      <a:lnTo>
                        <a:pt x="419" y="780"/>
                      </a:lnTo>
                      <a:lnTo>
                        <a:pt x="444" y="805"/>
                      </a:lnTo>
                      <a:lnTo>
                        <a:pt x="485" y="825"/>
                      </a:lnTo>
                      <a:lnTo>
                        <a:pt x="501" y="859"/>
                      </a:lnTo>
                      <a:lnTo>
                        <a:pt x="508" y="886"/>
                      </a:lnTo>
                      <a:lnTo>
                        <a:pt x="575" y="884"/>
                      </a:lnTo>
                      <a:lnTo>
                        <a:pt x="620" y="889"/>
                      </a:lnTo>
                      <a:lnTo>
                        <a:pt x="686" y="915"/>
                      </a:lnTo>
                      <a:lnTo>
                        <a:pt x="741" y="956"/>
                      </a:lnTo>
                      <a:lnTo>
                        <a:pt x="788" y="1008"/>
                      </a:lnTo>
                      <a:lnTo>
                        <a:pt x="819" y="1031"/>
                      </a:lnTo>
                      <a:lnTo>
                        <a:pt x="846" y="1015"/>
                      </a:lnTo>
                      <a:lnTo>
                        <a:pt x="762" y="926"/>
                      </a:lnTo>
                      <a:lnTo>
                        <a:pt x="756" y="884"/>
                      </a:lnTo>
                      <a:lnTo>
                        <a:pt x="741" y="869"/>
                      </a:lnTo>
                      <a:lnTo>
                        <a:pt x="721" y="861"/>
                      </a:lnTo>
                      <a:lnTo>
                        <a:pt x="646" y="785"/>
                      </a:lnTo>
                      <a:lnTo>
                        <a:pt x="644" y="767"/>
                      </a:lnTo>
                      <a:lnTo>
                        <a:pt x="609" y="718"/>
                      </a:lnTo>
                      <a:lnTo>
                        <a:pt x="583" y="710"/>
                      </a:lnTo>
                      <a:lnTo>
                        <a:pt x="552" y="661"/>
                      </a:lnTo>
                      <a:lnTo>
                        <a:pt x="535" y="661"/>
                      </a:lnTo>
                      <a:lnTo>
                        <a:pt x="538" y="634"/>
                      </a:lnTo>
                      <a:lnTo>
                        <a:pt x="546" y="625"/>
                      </a:lnTo>
                      <a:lnTo>
                        <a:pt x="531" y="605"/>
                      </a:lnTo>
                      <a:lnTo>
                        <a:pt x="531" y="584"/>
                      </a:lnTo>
                      <a:lnTo>
                        <a:pt x="511" y="561"/>
                      </a:lnTo>
                      <a:lnTo>
                        <a:pt x="496" y="516"/>
                      </a:lnTo>
                      <a:lnTo>
                        <a:pt x="479" y="512"/>
                      </a:lnTo>
                      <a:lnTo>
                        <a:pt x="451" y="488"/>
                      </a:lnTo>
                      <a:lnTo>
                        <a:pt x="452" y="479"/>
                      </a:lnTo>
                      <a:lnTo>
                        <a:pt x="464" y="470"/>
                      </a:lnTo>
                      <a:lnTo>
                        <a:pt x="460" y="456"/>
                      </a:lnTo>
                      <a:lnTo>
                        <a:pt x="461" y="385"/>
                      </a:lnTo>
                      <a:lnTo>
                        <a:pt x="482" y="363"/>
                      </a:lnTo>
                      <a:lnTo>
                        <a:pt x="514" y="369"/>
                      </a:lnTo>
                      <a:lnTo>
                        <a:pt x="517" y="380"/>
                      </a:lnTo>
                      <a:lnTo>
                        <a:pt x="567" y="433"/>
                      </a:lnTo>
                      <a:lnTo>
                        <a:pt x="577" y="435"/>
                      </a:lnTo>
                      <a:lnTo>
                        <a:pt x="612" y="370"/>
                      </a:lnTo>
                      <a:lnTo>
                        <a:pt x="681" y="378"/>
                      </a:lnTo>
                      <a:lnTo>
                        <a:pt x="696" y="358"/>
                      </a:lnTo>
                      <a:lnTo>
                        <a:pt x="702" y="358"/>
                      </a:lnTo>
                      <a:lnTo>
                        <a:pt x="747" y="393"/>
                      </a:lnTo>
                      <a:lnTo>
                        <a:pt x="762" y="393"/>
                      </a:lnTo>
                      <a:lnTo>
                        <a:pt x="770" y="383"/>
                      </a:lnTo>
                      <a:lnTo>
                        <a:pt x="786" y="397"/>
                      </a:lnTo>
                      <a:lnTo>
                        <a:pt x="841" y="405"/>
                      </a:lnTo>
                      <a:lnTo>
                        <a:pt x="846" y="398"/>
                      </a:lnTo>
                      <a:lnTo>
                        <a:pt x="854" y="399"/>
                      </a:lnTo>
                      <a:lnTo>
                        <a:pt x="885" y="424"/>
                      </a:lnTo>
                      <a:lnTo>
                        <a:pt x="896" y="422"/>
                      </a:lnTo>
                      <a:lnTo>
                        <a:pt x="918" y="396"/>
                      </a:lnTo>
                      <a:lnTo>
                        <a:pt x="930" y="399"/>
                      </a:lnTo>
                      <a:lnTo>
                        <a:pt x="945" y="417"/>
                      </a:lnTo>
                      <a:lnTo>
                        <a:pt x="955" y="418"/>
                      </a:lnTo>
                      <a:lnTo>
                        <a:pt x="966" y="402"/>
                      </a:lnTo>
                      <a:lnTo>
                        <a:pt x="1007" y="409"/>
                      </a:lnTo>
                      <a:lnTo>
                        <a:pt x="1021" y="429"/>
                      </a:lnTo>
                      <a:lnTo>
                        <a:pt x="1030" y="422"/>
                      </a:lnTo>
                      <a:lnTo>
                        <a:pt x="1029" y="415"/>
                      </a:lnTo>
                      <a:lnTo>
                        <a:pt x="1055" y="415"/>
                      </a:lnTo>
                      <a:lnTo>
                        <a:pt x="1080" y="444"/>
                      </a:lnTo>
                      <a:lnTo>
                        <a:pt x="1075" y="460"/>
                      </a:lnTo>
                      <a:lnTo>
                        <a:pt x="1076" y="468"/>
                      </a:lnTo>
                      <a:lnTo>
                        <a:pt x="1096" y="484"/>
                      </a:lnTo>
                      <a:lnTo>
                        <a:pt x="1126" y="482"/>
                      </a:lnTo>
                      <a:lnTo>
                        <a:pt x="1149" y="464"/>
                      </a:lnTo>
                      <a:lnTo>
                        <a:pt x="1153" y="447"/>
                      </a:lnTo>
                      <a:lnTo>
                        <a:pt x="1146" y="441"/>
                      </a:lnTo>
                      <a:lnTo>
                        <a:pt x="1140" y="407"/>
                      </a:lnTo>
                      <a:lnTo>
                        <a:pt x="1150" y="395"/>
                      </a:lnTo>
                      <a:lnTo>
                        <a:pt x="1153" y="378"/>
                      </a:lnTo>
                      <a:lnTo>
                        <a:pt x="1162" y="376"/>
                      </a:lnTo>
                      <a:lnTo>
                        <a:pt x="1175" y="379"/>
                      </a:lnTo>
                      <a:lnTo>
                        <a:pt x="1190" y="383"/>
                      </a:lnTo>
                      <a:lnTo>
                        <a:pt x="1204" y="374"/>
                      </a:lnTo>
                      <a:lnTo>
                        <a:pt x="1202" y="367"/>
                      </a:lnTo>
                      <a:lnTo>
                        <a:pt x="1194" y="363"/>
                      </a:lnTo>
                      <a:lnTo>
                        <a:pt x="1178" y="365"/>
                      </a:lnTo>
                      <a:lnTo>
                        <a:pt x="1165" y="356"/>
                      </a:lnTo>
                      <a:lnTo>
                        <a:pt x="1147" y="357"/>
                      </a:lnTo>
                      <a:lnTo>
                        <a:pt x="1136" y="349"/>
                      </a:lnTo>
                      <a:lnTo>
                        <a:pt x="1130" y="341"/>
                      </a:lnTo>
                      <a:lnTo>
                        <a:pt x="1115" y="341"/>
                      </a:lnTo>
                      <a:lnTo>
                        <a:pt x="1110" y="334"/>
                      </a:lnTo>
                      <a:lnTo>
                        <a:pt x="1112" y="327"/>
                      </a:lnTo>
                      <a:lnTo>
                        <a:pt x="1115" y="317"/>
                      </a:lnTo>
                      <a:lnTo>
                        <a:pt x="1110" y="310"/>
                      </a:lnTo>
                      <a:lnTo>
                        <a:pt x="1113" y="301"/>
                      </a:lnTo>
                      <a:lnTo>
                        <a:pt x="1121" y="301"/>
                      </a:lnTo>
                      <a:lnTo>
                        <a:pt x="1128" y="295"/>
                      </a:lnTo>
                      <a:lnTo>
                        <a:pt x="1128" y="289"/>
                      </a:lnTo>
                      <a:lnTo>
                        <a:pt x="1117" y="280"/>
                      </a:lnTo>
                      <a:lnTo>
                        <a:pt x="1109" y="280"/>
                      </a:lnTo>
                      <a:lnTo>
                        <a:pt x="1101" y="288"/>
                      </a:lnTo>
                      <a:lnTo>
                        <a:pt x="1089" y="282"/>
                      </a:lnTo>
                      <a:lnTo>
                        <a:pt x="1087" y="273"/>
                      </a:lnTo>
                      <a:lnTo>
                        <a:pt x="1099" y="258"/>
                      </a:lnTo>
                      <a:lnTo>
                        <a:pt x="1097" y="245"/>
                      </a:lnTo>
                      <a:lnTo>
                        <a:pt x="1088" y="237"/>
                      </a:lnTo>
                      <a:lnTo>
                        <a:pt x="1093" y="229"/>
                      </a:lnTo>
                      <a:lnTo>
                        <a:pt x="1091" y="215"/>
                      </a:lnTo>
                      <a:lnTo>
                        <a:pt x="1063" y="189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GB" dirty="0">
                    <a:latin typeface="Trade Gothic LT Std" pitchFamily="50" charset="0"/>
                  </a:endParaRPr>
                </a:p>
              </p:txBody>
            </p:sp>
          </p:grpSp>
          <p:sp>
            <p:nvSpPr>
              <p:cNvPr id="44" name="Freeform 1141">
                <a:extLst>
                  <a:ext uri="{FF2B5EF4-FFF2-40B4-BE49-F238E27FC236}">
                    <a16:creationId xmlns:a16="http://schemas.microsoft.com/office/drawing/2014/main" id="{008D7B26-4E35-68D1-2615-C87304244FE1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5624513" y="5356226"/>
                <a:ext cx="117475" cy="263525"/>
              </a:xfrm>
              <a:custGeom>
                <a:avLst/>
                <a:gdLst/>
                <a:ahLst/>
                <a:cxnLst>
                  <a:cxn ang="0">
                    <a:pos x="181" y="803"/>
                  </a:cxn>
                  <a:cxn ang="0">
                    <a:pos x="148" y="786"/>
                  </a:cxn>
                  <a:cxn ang="0">
                    <a:pos x="141" y="747"/>
                  </a:cxn>
                  <a:cxn ang="0">
                    <a:pos x="117" y="710"/>
                  </a:cxn>
                  <a:cxn ang="0">
                    <a:pos x="51" y="686"/>
                  </a:cxn>
                  <a:cxn ang="0">
                    <a:pos x="17" y="632"/>
                  </a:cxn>
                  <a:cxn ang="0">
                    <a:pos x="0" y="598"/>
                  </a:cxn>
                  <a:cxn ang="0">
                    <a:pos x="28" y="603"/>
                  </a:cxn>
                  <a:cxn ang="0">
                    <a:pos x="28" y="571"/>
                  </a:cxn>
                  <a:cxn ang="0">
                    <a:pos x="14" y="519"/>
                  </a:cxn>
                  <a:cxn ang="0">
                    <a:pos x="28" y="471"/>
                  </a:cxn>
                  <a:cxn ang="0">
                    <a:pos x="35" y="462"/>
                  </a:cxn>
                  <a:cxn ang="0">
                    <a:pos x="32" y="426"/>
                  </a:cxn>
                  <a:cxn ang="0">
                    <a:pos x="39" y="395"/>
                  </a:cxn>
                  <a:cxn ang="0">
                    <a:pos x="23" y="354"/>
                  </a:cxn>
                  <a:cxn ang="0">
                    <a:pos x="57" y="240"/>
                  </a:cxn>
                  <a:cxn ang="0">
                    <a:pos x="39" y="219"/>
                  </a:cxn>
                  <a:cxn ang="0">
                    <a:pos x="8" y="213"/>
                  </a:cxn>
                  <a:cxn ang="0">
                    <a:pos x="28" y="154"/>
                  </a:cxn>
                  <a:cxn ang="0">
                    <a:pos x="21" y="113"/>
                  </a:cxn>
                  <a:cxn ang="0">
                    <a:pos x="37" y="59"/>
                  </a:cxn>
                  <a:cxn ang="0">
                    <a:pos x="64" y="37"/>
                  </a:cxn>
                  <a:cxn ang="0">
                    <a:pos x="89" y="0"/>
                  </a:cxn>
                  <a:cxn ang="0">
                    <a:pos x="117" y="28"/>
                  </a:cxn>
                  <a:cxn ang="0">
                    <a:pos x="170" y="34"/>
                  </a:cxn>
                  <a:cxn ang="0">
                    <a:pos x="193" y="77"/>
                  </a:cxn>
                  <a:cxn ang="0">
                    <a:pos x="231" y="92"/>
                  </a:cxn>
                  <a:cxn ang="0">
                    <a:pos x="274" y="152"/>
                  </a:cxn>
                  <a:cxn ang="0">
                    <a:pos x="256" y="287"/>
                  </a:cxn>
                  <a:cxn ang="0">
                    <a:pos x="259" y="350"/>
                  </a:cxn>
                  <a:cxn ang="0">
                    <a:pos x="289" y="424"/>
                  </a:cxn>
                  <a:cxn ang="0">
                    <a:pos x="355" y="487"/>
                  </a:cxn>
                  <a:cxn ang="0">
                    <a:pos x="362" y="526"/>
                  </a:cxn>
                  <a:cxn ang="0">
                    <a:pos x="362" y="577"/>
                  </a:cxn>
                  <a:cxn ang="0">
                    <a:pos x="314" y="622"/>
                  </a:cxn>
                  <a:cxn ang="0">
                    <a:pos x="281" y="686"/>
                  </a:cxn>
                  <a:cxn ang="0">
                    <a:pos x="244" y="713"/>
                  </a:cxn>
                  <a:cxn ang="0">
                    <a:pos x="233" y="756"/>
                  </a:cxn>
                  <a:cxn ang="0">
                    <a:pos x="217" y="780"/>
                  </a:cxn>
                  <a:cxn ang="0">
                    <a:pos x="186" y="805"/>
                  </a:cxn>
                  <a:cxn ang="0">
                    <a:pos x="181" y="803"/>
                  </a:cxn>
                </a:cxnLst>
                <a:rect l="0" t="0" r="r" b="b"/>
                <a:pathLst>
                  <a:path w="362" h="805">
                    <a:moveTo>
                      <a:pt x="181" y="803"/>
                    </a:moveTo>
                    <a:lnTo>
                      <a:pt x="148" y="786"/>
                    </a:lnTo>
                    <a:lnTo>
                      <a:pt x="141" y="747"/>
                    </a:lnTo>
                    <a:lnTo>
                      <a:pt x="117" y="710"/>
                    </a:lnTo>
                    <a:lnTo>
                      <a:pt x="51" y="686"/>
                    </a:lnTo>
                    <a:lnTo>
                      <a:pt x="17" y="632"/>
                    </a:lnTo>
                    <a:lnTo>
                      <a:pt x="0" y="598"/>
                    </a:lnTo>
                    <a:lnTo>
                      <a:pt x="28" y="603"/>
                    </a:lnTo>
                    <a:lnTo>
                      <a:pt x="28" y="571"/>
                    </a:lnTo>
                    <a:lnTo>
                      <a:pt x="14" y="519"/>
                    </a:lnTo>
                    <a:lnTo>
                      <a:pt x="28" y="471"/>
                    </a:lnTo>
                    <a:lnTo>
                      <a:pt x="35" y="462"/>
                    </a:lnTo>
                    <a:lnTo>
                      <a:pt x="32" y="426"/>
                    </a:lnTo>
                    <a:lnTo>
                      <a:pt x="39" y="395"/>
                    </a:lnTo>
                    <a:lnTo>
                      <a:pt x="23" y="354"/>
                    </a:lnTo>
                    <a:lnTo>
                      <a:pt x="57" y="240"/>
                    </a:lnTo>
                    <a:lnTo>
                      <a:pt x="39" y="219"/>
                    </a:lnTo>
                    <a:lnTo>
                      <a:pt x="8" y="213"/>
                    </a:lnTo>
                    <a:lnTo>
                      <a:pt x="28" y="154"/>
                    </a:lnTo>
                    <a:lnTo>
                      <a:pt x="21" y="113"/>
                    </a:lnTo>
                    <a:lnTo>
                      <a:pt x="37" y="59"/>
                    </a:lnTo>
                    <a:lnTo>
                      <a:pt x="64" y="37"/>
                    </a:lnTo>
                    <a:lnTo>
                      <a:pt x="89" y="0"/>
                    </a:lnTo>
                    <a:lnTo>
                      <a:pt x="117" y="28"/>
                    </a:lnTo>
                    <a:lnTo>
                      <a:pt x="170" y="34"/>
                    </a:lnTo>
                    <a:lnTo>
                      <a:pt x="193" y="77"/>
                    </a:lnTo>
                    <a:lnTo>
                      <a:pt x="231" y="92"/>
                    </a:lnTo>
                    <a:lnTo>
                      <a:pt x="274" y="152"/>
                    </a:lnTo>
                    <a:lnTo>
                      <a:pt x="256" y="287"/>
                    </a:lnTo>
                    <a:lnTo>
                      <a:pt x="259" y="350"/>
                    </a:lnTo>
                    <a:lnTo>
                      <a:pt x="289" y="424"/>
                    </a:lnTo>
                    <a:lnTo>
                      <a:pt x="355" y="487"/>
                    </a:lnTo>
                    <a:lnTo>
                      <a:pt x="362" y="526"/>
                    </a:lnTo>
                    <a:lnTo>
                      <a:pt x="362" y="577"/>
                    </a:lnTo>
                    <a:lnTo>
                      <a:pt x="314" y="622"/>
                    </a:lnTo>
                    <a:lnTo>
                      <a:pt x="281" y="686"/>
                    </a:lnTo>
                    <a:lnTo>
                      <a:pt x="244" y="713"/>
                    </a:lnTo>
                    <a:lnTo>
                      <a:pt x="233" y="756"/>
                    </a:lnTo>
                    <a:lnTo>
                      <a:pt x="217" y="780"/>
                    </a:lnTo>
                    <a:lnTo>
                      <a:pt x="186" y="805"/>
                    </a:lnTo>
                    <a:lnTo>
                      <a:pt x="181" y="803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GB" dirty="0">
                  <a:latin typeface="Trade Gothic LT Std" pitchFamily="50" charset="0"/>
                </a:endParaRPr>
              </a:p>
            </p:txBody>
          </p:sp>
          <p:sp>
            <p:nvSpPr>
              <p:cNvPr id="45" name="Freeform 1142">
                <a:extLst>
                  <a:ext uri="{FF2B5EF4-FFF2-40B4-BE49-F238E27FC236}">
                    <a16:creationId xmlns:a16="http://schemas.microsoft.com/office/drawing/2014/main" id="{9AF273A7-71E1-C7A2-6838-6E8A00DA0E44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5738813" y="3916363"/>
                <a:ext cx="385763" cy="298450"/>
              </a:xfrm>
              <a:custGeom>
                <a:avLst/>
                <a:gdLst/>
                <a:ahLst/>
                <a:cxnLst>
                  <a:cxn ang="0">
                    <a:pos x="10" y="217"/>
                  </a:cxn>
                  <a:cxn ang="0">
                    <a:pos x="17" y="292"/>
                  </a:cxn>
                  <a:cxn ang="0">
                    <a:pos x="13" y="241"/>
                  </a:cxn>
                  <a:cxn ang="0">
                    <a:pos x="42" y="354"/>
                  </a:cxn>
                  <a:cxn ang="0">
                    <a:pos x="40" y="413"/>
                  </a:cxn>
                  <a:cxn ang="0">
                    <a:pos x="55" y="441"/>
                  </a:cxn>
                  <a:cxn ang="0">
                    <a:pos x="114" y="452"/>
                  </a:cxn>
                  <a:cxn ang="0">
                    <a:pos x="166" y="480"/>
                  </a:cxn>
                  <a:cxn ang="0">
                    <a:pos x="255" y="501"/>
                  </a:cxn>
                  <a:cxn ang="0">
                    <a:pos x="340" y="512"/>
                  </a:cxn>
                  <a:cxn ang="0">
                    <a:pos x="359" y="652"/>
                  </a:cxn>
                  <a:cxn ang="0">
                    <a:pos x="367" y="753"/>
                  </a:cxn>
                  <a:cxn ang="0">
                    <a:pos x="491" y="829"/>
                  </a:cxn>
                  <a:cxn ang="0">
                    <a:pos x="509" y="899"/>
                  </a:cxn>
                  <a:cxn ang="0">
                    <a:pos x="623" y="900"/>
                  </a:cxn>
                  <a:cxn ang="0">
                    <a:pos x="710" y="898"/>
                  </a:cxn>
                  <a:cxn ang="0">
                    <a:pos x="759" y="890"/>
                  </a:cxn>
                  <a:cxn ang="0">
                    <a:pos x="777" y="833"/>
                  </a:cxn>
                  <a:cxn ang="0">
                    <a:pos x="833" y="822"/>
                  </a:cxn>
                  <a:cxn ang="0">
                    <a:pos x="882" y="782"/>
                  </a:cxn>
                  <a:cxn ang="0">
                    <a:pos x="926" y="817"/>
                  </a:cxn>
                  <a:cxn ang="0">
                    <a:pos x="981" y="821"/>
                  </a:cxn>
                  <a:cxn ang="0">
                    <a:pos x="957" y="768"/>
                  </a:cxn>
                  <a:cxn ang="0">
                    <a:pos x="951" y="710"/>
                  </a:cxn>
                  <a:cxn ang="0">
                    <a:pos x="982" y="628"/>
                  </a:cxn>
                  <a:cxn ang="0">
                    <a:pos x="988" y="567"/>
                  </a:cxn>
                  <a:cxn ang="0">
                    <a:pos x="1023" y="523"/>
                  </a:cxn>
                  <a:cxn ang="0">
                    <a:pos x="1074" y="495"/>
                  </a:cxn>
                  <a:cxn ang="0">
                    <a:pos x="1149" y="482"/>
                  </a:cxn>
                  <a:cxn ang="0">
                    <a:pos x="1155" y="400"/>
                  </a:cxn>
                  <a:cxn ang="0">
                    <a:pos x="1121" y="371"/>
                  </a:cxn>
                  <a:cxn ang="0">
                    <a:pos x="1151" y="327"/>
                  </a:cxn>
                  <a:cxn ang="0">
                    <a:pos x="1169" y="298"/>
                  </a:cxn>
                  <a:cxn ang="0">
                    <a:pos x="1145" y="277"/>
                  </a:cxn>
                  <a:cxn ang="0">
                    <a:pos x="1048" y="182"/>
                  </a:cxn>
                  <a:cxn ang="0">
                    <a:pos x="890" y="115"/>
                  </a:cxn>
                  <a:cxn ang="0">
                    <a:pos x="824" y="21"/>
                  </a:cxn>
                  <a:cxn ang="0">
                    <a:pos x="775" y="10"/>
                  </a:cxn>
                  <a:cxn ang="0">
                    <a:pos x="674" y="68"/>
                  </a:cxn>
                  <a:cxn ang="0">
                    <a:pos x="529" y="25"/>
                  </a:cxn>
                  <a:cxn ang="0">
                    <a:pos x="442" y="25"/>
                  </a:cxn>
                  <a:cxn ang="0">
                    <a:pos x="386" y="29"/>
                  </a:cxn>
                  <a:cxn ang="0">
                    <a:pos x="328" y="14"/>
                  </a:cxn>
                  <a:cxn ang="0">
                    <a:pos x="237" y="14"/>
                  </a:cxn>
                  <a:cxn ang="0">
                    <a:pos x="96" y="73"/>
                  </a:cxn>
                  <a:cxn ang="0">
                    <a:pos x="38" y="143"/>
                  </a:cxn>
                </a:cxnLst>
                <a:rect l="0" t="0" r="r" b="b"/>
                <a:pathLst>
                  <a:path w="1183" h="912">
                    <a:moveTo>
                      <a:pt x="0" y="136"/>
                    </a:moveTo>
                    <a:lnTo>
                      <a:pt x="10" y="217"/>
                    </a:lnTo>
                    <a:lnTo>
                      <a:pt x="10" y="268"/>
                    </a:lnTo>
                    <a:lnTo>
                      <a:pt x="17" y="292"/>
                    </a:lnTo>
                    <a:lnTo>
                      <a:pt x="10" y="205"/>
                    </a:lnTo>
                    <a:lnTo>
                      <a:pt x="13" y="241"/>
                    </a:lnTo>
                    <a:lnTo>
                      <a:pt x="24" y="270"/>
                    </a:lnTo>
                    <a:lnTo>
                      <a:pt x="42" y="354"/>
                    </a:lnTo>
                    <a:lnTo>
                      <a:pt x="44" y="383"/>
                    </a:lnTo>
                    <a:lnTo>
                      <a:pt x="40" y="413"/>
                    </a:lnTo>
                    <a:lnTo>
                      <a:pt x="49" y="413"/>
                    </a:lnTo>
                    <a:lnTo>
                      <a:pt x="55" y="441"/>
                    </a:lnTo>
                    <a:lnTo>
                      <a:pt x="93" y="432"/>
                    </a:lnTo>
                    <a:lnTo>
                      <a:pt x="114" y="452"/>
                    </a:lnTo>
                    <a:lnTo>
                      <a:pt x="143" y="461"/>
                    </a:lnTo>
                    <a:lnTo>
                      <a:pt x="166" y="480"/>
                    </a:lnTo>
                    <a:lnTo>
                      <a:pt x="194" y="490"/>
                    </a:lnTo>
                    <a:lnTo>
                      <a:pt x="255" y="501"/>
                    </a:lnTo>
                    <a:lnTo>
                      <a:pt x="316" y="495"/>
                    </a:lnTo>
                    <a:lnTo>
                      <a:pt x="340" y="512"/>
                    </a:lnTo>
                    <a:lnTo>
                      <a:pt x="381" y="596"/>
                    </a:lnTo>
                    <a:lnTo>
                      <a:pt x="359" y="652"/>
                    </a:lnTo>
                    <a:lnTo>
                      <a:pt x="359" y="715"/>
                    </a:lnTo>
                    <a:lnTo>
                      <a:pt x="367" y="753"/>
                    </a:lnTo>
                    <a:lnTo>
                      <a:pt x="424" y="782"/>
                    </a:lnTo>
                    <a:lnTo>
                      <a:pt x="491" y="829"/>
                    </a:lnTo>
                    <a:lnTo>
                      <a:pt x="507" y="873"/>
                    </a:lnTo>
                    <a:lnTo>
                      <a:pt x="509" y="899"/>
                    </a:lnTo>
                    <a:lnTo>
                      <a:pt x="565" y="912"/>
                    </a:lnTo>
                    <a:lnTo>
                      <a:pt x="623" y="900"/>
                    </a:lnTo>
                    <a:lnTo>
                      <a:pt x="683" y="909"/>
                    </a:lnTo>
                    <a:lnTo>
                      <a:pt x="710" y="898"/>
                    </a:lnTo>
                    <a:lnTo>
                      <a:pt x="732" y="878"/>
                    </a:lnTo>
                    <a:lnTo>
                      <a:pt x="759" y="890"/>
                    </a:lnTo>
                    <a:lnTo>
                      <a:pt x="789" y="887"/>
                    </a:lnTo>
                    <a:lnTo>
                      <a:pt x="777" y="833"/>
                    </a:lnTo>
                    <a:lnTo>
                      <a:pt x="804" y="820"/>
                    </a:lnTo>
                    <a:lnTo>
                      <a:pt x="833" y="822"/>
                    </a:lnTo>
                    <a:lnTo>
                      <a:pt x="853" y="798"/>
                    </a:lnTo>
                    <a:lnTo>
                      <a:pt x="882" y="782"/>
                    </a:lnTo>
                    <a:lnTo>
                      <a:pt x="910" y="792"/>
                    </a:lnTo>
                    <a:lnTo>
                      <a:pt x="926" y="817"/>
                    </a:lnTo>
                    <a:lnTo>
                      <a:pt x="953" y="833"/>
                    </a:lnTo>
                    <a:lnTo>
                      <a:pt x="981" y="821"/>
                    </a:lnTo>
                    <a:lnTo>
                      <a:pt x="975" y="791"/>
                    </a:lnTo>
                    <a:lnTo>
                      <a:pt x="957" y="768"/>
                    </a:lnTo>
                    <a:lnTo>
                      <a:pt x="944" y="739"/>
                    </a:lnTo>
                    <a:lnTo>
                      <a:pt x="951" y="710"/>
                    </a:lnTo>
                    <a:lnTo>
                      <a:pt x="982" y="659"/>
                    </a:lnTo>
                    <a:lnTo>
                      <a:pt x="982" y="628"/>
                    </a:lnTo>
                    <a:lnTo>
                      <a:pt x="990" y="597"/>
                    </a:lnTo>
                    <a:lnTo>
                      <a:pt x="988" y="567"/>
                    </a:lnTo>
                    <a:lnTo>
                      <a:pt x="997" y="537"/>
                    </a:lnTo>
                    <a:lnTo>
                      <a:pt x="1023" y="523"/>
                    </a:lnTo>
                    <a:lnTo>
                      <a:pt x="1053" y="516"/>
                    </a:lnTo>
                    <a:lnTo>
                      <a:pt x="1074" y="495"/>
                    </a:lnTo>
                    <a:lnTo>
                      <a:pt x="1100" y="482"/>
                    </a:lnTo>
                    <a:lnTo>
                      <a:pt x="1149" y="482"/>
                    </a:lnTo>
                    <a:lnTo>
                      <a:pt x="1183" y="414"/>
                    </a:lnTo>
                    <a:lnTo>
                      <a:pt x="1155" y="400"/>
                    </a:lnTo>
                    <a:lnTo>
                      <a:pt x="1123" y="400"/>
                    </a:lnTo>
                    <a:lnTo>
                      <a:pt x="1121" y="371"/>
                    </a:lnTo>
                    <a:lnTo>
                      <a:pt x="1123" y="340"/>
                    </a:lnTo>
                    <a:lnTo>
                      <a:pt x="1151" y="327"/>
                    </a:lnTo>
                    <a:lnTo>
                      <a:pt x="1171" y="306"/>
                    </a:lnTo>
                    <a:lnTo>
                      <a:pt x="1169" y="298"/>
                    </a:lnTo>
                    <a:lnTo>
                      <a:pt x="1171" y="294"/>
                    </a:lnTo>
                    <a:lnTo>
                      <a:pt x="1145" y="277"/>
                    </a:lnTo>
                    <a:lnTo>
                      <a:pt x="1117" y="266"/>
                    </a:lnTo>
                    <a:lnTo>
                      <a:pt x="1048" y="182"/>
                    </a:lnTo>
                    <a:lnTo>
                      <a:pt x="951" y="113"/>
                    </a:lnTo>
                    <a:lnTo>
                      <a:pt x="890" y="115"/>
                    </a:lnTo>
                    <a:lnTo>
                      <a:pt x="861" y="105"/>
                    </a:lnTo>
                    <a:lnTo>
                      <a:pt x="824" y="21"/>
                    </a:lnTo>
                    <a:lnTo>
                      <a:pt x="803" y="0"/>
                    </a:lnTo>
                    <a:lnTo>
                      <a:pt x="775" y="10"/>
                    </a:lnTo>
                    <a:lnTo>
                      <a:pt x="732" y="55"/>
                    </a:lnTo>
                    <a:lnTo>
                      <a:pt x="674" y="68"/>
                    </a:lnTo>
                    <a:lnTo>
                      <a:pt x="559" y="23"/>
                    </a:lnTo>
                    <a:lnTo>
                      <a:pt x="529" y="25"/>
                    </a:lnTo>
                    <a:lnTo>
                      <a:pt x="470" y="17"/>
                    </a:lnTo>
                    <a:lnTo>
                      <a:pt x="442" y="25"/>
                    </a:lnTo>
                    <a:lnTo>
                      <a:pt x="414" y="17"/>
                    </a:lnTo>
                    <a:lnTo>
                      <a:pt x="386" y="29"/>
                    </a:lnTo>
                    <a:lnTo>
                      <a:pt x="355" y="29"/>
                    </a:lnTo>
                    <a:lnTo>
                      <a:pt x="328" y="14"/>
                    </a:lnTo>
                    <a:lnTo>
                      <a:pt x="298" y="11"/>
                    </a:lnTo>
                    <a:lnTo>
                      <a:pt x="237" y="14"/>
                    </a:lnTo>
                    <a:lnTo>
                      <a:pt x="151" y="43"/>
                    </a:lnTo>
                    <a:lnTo>
                      <a:pt x="96" y="73"/>
                    </a:lnTo>
                    <a:lnTo>
                      <a:pt x="63" y="126"/>
                    </a:lnTo>
                    <a:lnTo>
                      <a:pt x="38" y="143"/>
                    </a:lnTo>
                    <a:lnTo>
                      <a:pt x="0" y="136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GB" dirty="0">
                  <a:latin typeface="Trade Gothic LT Std" pitchFamily="50" charset="0"/>
                </a:endParaRPr>
              </a:p>
            </p:txBody>
          </p:sp>
          <p:sp>
            <p:nvSpPr>
              <p:cNvPr id="46" name="Freeform 1143">
                <a:extLst>
                  <a:ext uri="{FF2B5EF4-FFF2-40B4-BE49-F238E27FC236}">
                    <a16:creationId xmlns:a16="http://schemas.microsoft.com/office/drawing/2014/main" id="{42A87F24-947A-13F9-073A-538558A5B6F1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6113463" y="4797426"/>
                <a:ext cx="227013" cy="292100"/>
              </a:xfrm>
              <a:custGeom>
                <a:avLst/>
                <a:gdLst/>
                <a:ahLst/>
                <a:cxnLst>
                  <a:cxn ang="0">
                    <a:pos x="326" y="895"/>
                  </a:cxn>
                  <a:cxn ang="0">
                    <a:pos x="325" y="839"/>
                  </a:cxn>
                  <a:cxn ang="0">
                    <a:pos x="321" y="796"/>
                  </a:cxn>
                  <a:cxn ang="0">
                    <a:pos x="310" y="751"/>
                  </a:cxn>
                  <a:cxn ang="0">
                    <a:pos x="321" y="688"/>
                  </a:cxn>
                  <a:cxn ang="0">
                    <a:pos x="321" y="618"/>
                  </a:cxn>
                  <a:cxn ang="0">
                    <a:pos x="301" y="508"/>
                  </a:cxn>
                  <a:cxn ang="0">
                    <a:pos x="262" y="433"/>
                  </a:cxn>
                  <a:cxn ang="0">
                    <a:pos x="208" y="353"/>
                  </a:cxn>
                  <a:cxn ang="0">
                    <a:pos x="165" y="275"/>
                  </a:cxn>
                  <a:cxn ang="0">
                    <a:pos x="153" y="212"/>
                  </a:cxn>
                  <a:cxn ang="0">
                    <a:pos x="122" y="162"/>
                  </a:cxn>
                  <a:cxn ang="0">
                    <a:pos x="73" y="112"/>
                  </a:cxn>
                  <a:cxn ang="0">
                    <a:pos x="26" y="73"/>
                  </a:cxn>
                  <a:cxn ang="0">
                    <a:pos x="0" y="76"/>
                  </a:cxn>
                  <a:cxn ang="0">
                    <a:pos x="20" y="35"/>
                  </a:cxn>
                  <a:cxn ang="0">
                    <a:pos x="47" y="17"/>
                  </a:cxn>
                  <a:cxn ang="0">
                    <a:pos x="77" y="24"/>
                  </a:cxn>
                  <a:cxn ang="0">
                    <a:pos x="107" y="21"/>
                  </a:cxn>
                  <a:cxn ang="0">
                    <a:pos x="167" y="0"/>
                  </a:cxn>
                  <a:cxn ang="0">
                    <a:pos x="227" y="19"/>
                  </a:cxn>
                  <a:cxn ang="0">
                    <a:pos x="254" y="35"/>
                  </a:cxn>
                  <a:cxn ang="0">
                    <a:pos x="325" y="93"/>
                  </a:cxn>
                  <a:cxn ang="0">
                    <a:pos x="353" y="103"/>
                  </a:cxn>
                  <a:cxn ang="0">
                    <a:pos x="413" y="91"/>
                  </a:cxn>
                  <a:cxn ang="0">
                    <a:pos x="443" y="99"/>
                  </a:cxn>
                  <a:cxn ang="0">
                    <a:pos x="485" y="142"/>
                  </a:cxn>
                  <a:cxn ang="0">
                    <a:pos x="516" y="135"/>
                  </a:cxn>
                  <a:cxn ang="0">
                    <a:pos x="530" y="162"/>
                  </a:cxn>
                  <a:cxn ang="0">
                    <a:pos x="531" y="193"/>
                  </a:cxn>
                  <a:cxn ang="0">
                    <a:pos x="530" y="221"/>
                  </a:cxn>
                  <a:cxn ang="0">
                    <a:pos x="519" y="283"/>
                  </a:cxn>
                  <a:cxn ang="0">
                    <a:pos x="542" y="303"/>
                  </a:cxn>
                  <a:cxn ang="0">
                    <a:pos x="556" y="329"/>
                  </a:cxn>
                  <a:cxn ang="0">
                    <a:pos x="587" y="334"/>
                  </a:cxn>
                  <a:cxn ang="0">
                    <a:pos x="596" y="362"/>
                  </a:cxn>
                  <a:cxn ang="0">
                    <a:pos x="589" y="394"/>
                  </a:cxn>
                  <a:cxn ang="0">
                    <a:pos x="615" y="448"/>
                  </a:cxn>
                  <a:cxn ang="0">
                    <a:pos x="670" y="476"/>
                  </a:cxn>
                  <a:cxn ang="0">
                    <a:pos x="684" y="502"/>
                  </a:cxn>
                  <a:cxn ang="0">
                    <a:pos x="688" y="531"/>
                  </a:cxn>
                  <a:cxn ang="0">
                    <a:pos x="683" y="560"/>
                  </a:cxn>
                  <a:cxn ang="0">
                    <a:pos x="695" y="590"/>
                  </a:cxn>
                  <a:cxn ang="0">
                    <a:pos x="683" y="618"/>
                  </a:cxn>
                  <a:cxn ang="0">
                    <a:pos x="657" y="634"/>
                  </a:cxn>
                  <a:cxn ang="0">
                    <a:pos x="570" y="612"/>
                  </a:cxn>
                  <a:cxn ang="0">
                    <a:pos x="544" y="627"/>
                  </a:cxn>
                  <a:cxn ang="0">
                    <a:pos x="528" y="601"/>
                  </a:cxn>
                  <a:cxn ang="0">
                    <a:pos x="500" y="614"/>
                  </a:cxn>
                  <a:cxn ang="0">
                    <a:pos x="486" y="643"/>
                  </a:cxn>
                  <a:cxn ang="0">
                    <a:pos x="476" y="734"/>
                  </a:cxn>
                  <a:cxn ang="0">
                    <a:pos x="448" y="747"/>
                  </a:cxn>
                  <a:cxn ang="0">
                    <a:pos x="428" y="770"/>
                  </a:cxn>
                  <a:cxn ang="0">
                    <a:pos x="425" y="799"/>
                  </a:cxn>
                  <a:cxn ang="0">
                    <a:pos x="395" y="816"/>
                  </a:cxn>
                  <a:cxn ang="0">
                    <a:pos x="385" y="843"/>
                  </a:cxn>
                  <a:cxn ang="0">
                    <a:pos x="382" y="873"/>
                  </a:cxn>
                  <a:cxn ang="0">
                    <a:pos x="361" y="895"/>
                  </a:cxn>
                  <a:cxn ang="0">
                    <a:pos x="326" y="895"/>
                  </a:cxn>
                </a:cxnLst>
                <a:rect l="0" t="0" r="r" b="b"/>
                <a:pathLst>
                  <a:path w="695" h="895">
                    <a:moveTo>
                      <a:pt x="326" y="895"/>
                    </a:moveTo>
                    <a:lnTo>
                      <a:pt x="325" y="839"/>
                    </a:lnTo>
                    <a:lnTo>
                      <a:pt x="321" y="796"/>
                    </a:lnTo>
                    <a:lnTo>
                      <a:pt x="310" y="751"/>
                    </a:lnTo>
                    <a:lnTo>
                      <a:pt x="321" y="688"/>
                    </a:lnTo>
                    <a:lnTo>
                      <a:pt x="321" y="618"/>
                    </a:lnTo>
                    <a:lnTo>
                      <a:pt x="301" y="508"/>
                    </a:lnTo>
                    <a:lnTo>
                      <a:pt x="262" y="433"/>
                    </a:lnTo>
                    <a:lnTo>
                      <a:pt x="208" y="353"/>
                    </a:lnTo>
                    <a:lnTo>
                      <a:pt x="165" y="275"/>
                    </a:lnTo>
                    <a:lnTo>
                      <a:pt x="153" y="212"/>
                    </a:lnTo>
                    <a:lnTo>
                      <a:pt x="122" y="162"/>
                    </a:lnTo>
                    <a:lnTo>
                      <a:pt x="73" y="112"/>
                    </a:lnTo>
                    <a:lnTo>
                      <a:pt x="26" y="73"/>
                    </a:lnTo>
                    <a:lnTo>
                      <a:pt x="0" y="76"/>
                    </a:lnTo>
                    <a:lnTo>
                      <a:pt x="20" y="35"/>
                    </a:lnTo>
                    <a:lnTo>
                      <a:pt x="47" y="17"/>
                    </a:lnTo>
                    <a:lnTo>
                      <a:pt x="77" y="24"/>
                    </a:lnTo>
                    <a:lnTo>
                      <a:pt x="107" y="21"/>
                    </a:lnTo>
                    <a:lnTo>
                      <a:pt x="167" y="0"/>
                    </a:lnTo>
                    <a:lnTo>
                      <a:pt x="227" y="19"/>
                    </a:lnTo>
                    <a:lnTo>
                      <a:pt x="254" y="35"/>
                    </a:lnTo>
                    <a:lnTo>
                      <a:pt x="325" y="93"/>
                    </a:lnTo>
                    <a:lnTo>
                      <a:pt x="353" y="103"/>
                    </a:lnTo>
                    <a:lnTo>
                      <a:pt x="413" y="91"/>
                    </a:lnTo>
                    <a:lnTo>
                      <a:pt x="443" y="99"/>
                    </a:lnTo>
                    <a:lnTo>
                      <a:pt x="485" y="142"/>
                    </a:lnTo>
                    <a:lnTo>
                      <a:pt x="516" y="135"/>
                    </a:lnTo>
                    <a:lnTo>
                      <a:pt x="530" y="162"/>
                    </a:lnTo>
                    <a:lnTo>
                      <a:pt x="531" y="193"/>
                    </a:lnTo>
                    <a:lnTo>
                      <a:pt x="530" y="221"/>
                    </a:lnTo>
                    <a:lnTo>
                      <a:pt x="519" y="283"/>
                    </a:lnTo>
                    <a:lnTo>
                      <a:pt x="542" y="303"/>
                    </a:lnTo>
                    <a:lnTo>
                      <a:pt x="556" y="329"/>
                    </a:lnTo>
                    <a:lnTo>
                      <a:pt x="587" y="334"/>
                    </a:lnTo>
                    <a:lnTo>
                      <a:pt x="596" y="362"/>
                    </a:lnTo>
                    <a:lnTo>
                      <a:pt x="589" y="394"/>
                    </a:lnTo>
                    <a:lnTo>
                      <a:pt x="615" y="448"/>
                    </a:lnTo>
                    <a:lnTo>
                      <a:pt x="670" y="476"/>
                    </a:lnTo>
                    <a:lnTo>
                      <a:pt x="684" y="502"/>
                    </a:lnTo>
                    <a:lnTo>
                      <a:pt x="688" y="531"/>
                    </a:lnTo>
                    <a:lnTo>
                      <a:pt x="683" y="560"/>
                    </a:lnTo>
                    <a:lnTo>
                      <a:pt x="695" y="590"/>
                    </a:lnTo>
                    <a:lnTo>
                      <a:pt x="683" y="618"/>
                    </a:lnTo>
                    <a:lnTo>
                      <a:pt x="657" y="634"/>
                    </a:lnTo>
                    <a:lnTo>
                      <a:pt x="570" y="612"/>
                    </a:lnTo>
                    <a:lnTo>
                      <a:pt x="544" y="627"/>
                    </a:lnTo>
                    <a:lnTo>
                      <a:pt x="528" y="601"/>
                    </a:lnTo>
                    <a:lnTo>
                      <a:pt x="500" y="614"/>
                    </a:lnTo>
                    <a:lnTo>
                      <a:pt x="486" y="643"/>
                    </a:lnTo>
                    <a:lnTo>
                      <a:pt x="476" y="734"/>
                    </a:lnTo>
                    <a:lnTo>
                      <a:pt x="448" y="747"/>
                    </a:lnTo>
                    <a:lnTo>
                      <a:pt x="428" y="770"/>
                    </a:lnTo>
                    <a:lnTo>
                      <a:pt x="425" y="799"/>
                    </a:lnTo>
                    <a:lnTo>
                      <a:pt x="395" y="816"/>
                    </a:lnTo>
                    <a:lnTo>
                      <a:pt x="385" y="843"/>
                    </a:lnTo>
                    <a:lnTo>
                      <a:pt x="382" y="873"/>
                    </a:lnTo>
                    <a:lnTo>
                      <a:pt x="361" y="895"/>
                    </a:lnTo>
                    <a:lnTo>
                      <a:pt x="326" y="895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GB" dirty="0">
                  <a:latin typeface="Trade Gothic LT Std" pitchFamily="50" charset="0"/>
                </a:endParaRPr>
              </a:p>
            </p:txBody>
          </p:sp>
          <p:sp>
            <p:nvSpPr>
              <p:cNvPr id="47" name="Freeform 1144">
                <a:extLst>
                  <a:ext uri="{FF2B5EF4-FFF2-40B4-BE49-F238E27FC236}">
                    <a16:creationId xmlns:a16="http://schemas.microsoft.com/office/drawing/2014/main" id="{8ECF68A8-FF6B-3D87-ADA9-B23D96676B35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6078538" y="5411788"/>
                <a:ext cx="201613" cy="169863"/>
              </a:xfrm>
              <a:custGeom>
                <a:avLst/>
                <a:gdLst/>
                <a:ahLst/>
                <a:cxnLst>
                  <a:cxn ang="0">
                    <a:pos x="404" y="29"/>
                  </a:cxn>
                  <a:cxn ang="0">
                    <a:pos x="373" y="24"/>
                  </a:cxn>
                  <a:cxn ang="0">
                    <a:pos x="288" y="35"/>
                  </a:cxn>
                  <a:cxn ang="0">
                    <a:pos x="223" y="0"/>
                  </a:cxn>
                  <a:cxn ang="0">
                    <a:pos x="146" y="29"/>
                  </a:cxn>
                  <a:cxn ang="0">
                    <a:pos x="94" y="38"/>
                  </a:cxn>
                  <a:cxn ang="0">
                    <a:pos x="60" y="63"/>
                  </a:cxn>
                  <a:cxn ang="0">
                    <a:pos x="70" y="86"/>
                  </a:cxn>
                  <a:cxn ang="0">
                    <a:pos x="103" y="115"/>
                  </a:cxn>
                  <a:cxn ang="0">
                    <a:pos x="99" y="157"/>
                  </a:cxn>
                  <a:cxn ang="0">
                    <a:pos x="59" y="189"/>
                  </a:cxn>
                  <a:cxn ang="0">
                    <a:pos x="52" y="245"/>
                  </a:cxn>
                  <a:cxn ang="0">
                    <a:pos x="39" y="301"/>
                  </a:cxn>
                  <a:cxn ang="0">
                    <a:pos x="0" y="356"/>
                  </a:cxn>
                  <a:cxn ang="0">
                    <a:pos x="8" y="372"/>
                  </a:cxn>
                  <a:cxn ang="0">
                    <a:pos x="35" y="385"/>
                  </a:cxn>
                  <a:cxn ang="0">
                    <a:pos x="159" y="372"/>
                  </a:cxn>
                  <a:cxn ang="0">
                    <a:pos x="133" y="399"/>
                  </a:cxn>
                  <a:cxn ang="0">
                    <a:pos x="78" y="419"/>
                  </a:cxn>
                  <a:cxn ang="0">
                    <a:pos x="37" y="443"/>
                  </a:cxn>
                  <a:cxn ang="0">
                    <a:pos x="33" y="469"/>
                  </a:cxn>
                  <a:cxn ang="0">
                    <a:pos x="33" y="522"/>
                  </a:cxn>
                  <a:cxn ang="0">
                    <a:pos x="62" y="509"/>
                  </a:cxn>
                  <a:cxn ang="0">
                    <a:pos x="87" y="469"/>
                  </a:cxn>
                  <a:cxn ang="0">
                    <a:pos x="123" y="440"/>
                  </a:cxn>
                  <a:cxn ang="0">
                    <a:pos x="217" y="376"/>
                  </a:cxn>
                  <a:cxn ang="0">
                    <a:pos x="285" y="320"/>
                  </a:cxn>
                  <a:cxn ang="0">
                    <a:pos x="317" y="280"/>
                  </a:cxn>
                  <a:cxn ang="0">
                    <a:pos x="362" y="279"/>
                  </a:cxn>
                  <a:cxn ang="0">
                    <a:pos x="404" y="270"/>
                  </a:cxn>
                  <a:cxn ang="0">
                    <a:pos x="461" y="269"/>
                  </a:cxn>
                  <a:cxn ang="0">
                    <a:pos x="514" y="272"/>
                  </a:cxn>
                  <a:cxn ang="0">
                    <a:pos x="543" y="286"/>
                  </a:cxn>
                  <a:cxn ang="0">
                    <a:pos x="597" y="270"/>
                  </a:cxn>
                  <a:cxn ang="0">
                    <a:pos x="619" y="239"/>
                  </a:cxn>
                  <a:cxn ang="0">
                    <a:pos x="617" y="205"/>
                  </a:cxn>
                  <a:cxn ang="0">
                    <a:pos x="581" y="203"/>
                  </a:cxn>
                  <a:cxn ang="0">
                    <a:pos x="518" y="179"/>
                  </a:cxn>
                  <a:cxn ang="0">
                    <a:pos x="467" y="156"/>
                  </a:cxn>
                  <a:cxn ang="0">
                    <a:pos x="437" y="133"/>
                  </a:cxn>
                  <a:cxn ang="0">
                    <a:pos x="410" y="99"/>
                  </a:cxn>
                  <a:cxn ang="0">
                    <a:pos x="399" y="58"/>
                  </a:cxn>
                  <a:cxn ang="0">
                    <a:pos x="404" y="29"/>
                  </a:cxn>
                </a:cxnLst>
                <a:rect l="0" t="0" r="r" b="b"/>
                <a:pathLst>
                  <a:path w="619" h="522">
                    <a:moveTo>
                      <a:pt x="404" y="29"/>
                    </a:moveTo>
                    <a:lnTo>
                      <a:pt x="373" y="24"/>
                    </a:lnTo>
                    <a:lnTo>
                      <a:pt x="288" y="35"/>
                    </a:lnTo>
                    <a:lnTo>
                      <a:pt x="223" y="0"/>
                    </a:lnTo>
                    <a:lnTo>
                      <a:pt x="146" y="29"/>
                    </a:lnTo>
                    <a:lnTo>
                      <a:pt x="94" y="38"/>
                    </a:lnTo>
                    <a:lnTo>
                      <a:pt x="60" y="63"/>
                    </a:lnTo>
                    <a:lnTo>
                      <a:pt x="70" y="86"/>
                    </a:lnTo>
                    <a:lnTo>
                      <a:pt x="103" y="115"/>
                    </a:lnTo>
                    <a:lnTo>
                      <a:pt x="99" y="157"/>
                    </a:lnTo>
                    <a:lnTo>
                      <a:pt x="59" y="189"/>
                    </a:lnTo>
                    <a:lnTo>
                      <a:pt x="52" y="245"/>
                    </a:lnTo>
                    <a:lnTo>
                      <a:pt x="39" y="301"/>
                    </a:lnTo>
                    <a:lnTo>
                      <a:pt x="0" y="356"/>
                    </a:lnTo>
                    <a:lnTo>
                      <a:pt x="8" y="372"/>
                    </a:lnTo>
                    <a:lnTo>
                      <a:pt x="35" y="385"/>
                    </a:lnTo>
                    <a:lnTo>
                      <a:pt x="159" y="372"/>
                    </a:lnTo>
                    <a:lnTo>
                      <a:pt x="133" y="399"/>
                    </a:lnTo>
                    <a:lnTo>
                      <a:pt x="78" y="419"/>
                    </a:lnTo>
                    <a:lnTo>
                      <a:pt x="37" y="443"/>
                    </a:lnTo>
                    <a:lnTo>
                      <a:pt x="33" y="469"/>
                    </a:lnTo>
                    <a:lnTo>
                      <a:pt x="33" y="522"/>
                    </a:lnTo>
                    <a:lnTo>
                      <a:pt x="62" y="509"/>
                    </a:lnTo>
                    <a:lnTo>
                      <a:pt x="87" y="469"/>
                    </a:lnTo>
                    <a:lnTo>
                      <a:pt x="123" y="440"/>
                    </a:lnTo>
                    <a:lnTo>
                      <a:pt x="217" y="376"/>
                    </a:lnTo>
                    <a:lnTo>
                      <a:pt x="285" y="320"/>
                    </a:lnTo>
                    <a:lnTo>
                      <a:pt x="317" y="280"/>
                    </a:lnTo>
                    <a:lnTo>
                      <a:pt x="362" y="279"/>
                    </a:lnTo>
                    <a:lnTo>
                      <a:pt x="404" y="270"/>
                    </a:lnTo>
                    <a:lnTo>
                      <a:pt x="461" y="269"/>
                    </a:lnTo>
                    <a:lnTo>
                      <a:pt x="514" y="272"/>
                    </a:lnTo>
                    <a:lnTo>
                      <a:pt x="543" y="286"/>
                    </a:lnTo>
                    <a:lnTo>
                      <a:pt x="597" y="270"/>
                    </a:lnTo>
                    <a:lnTo>
                      <a:pt x="619" y="239"/>
                    </a:lnTo>
                    <a:lnTo>
                      <a:pt x="617" y="205"/>
                    </a:lnTo>
                    <a:lnTo>
                      <a:pt x="581" y="203"/>
                    </a:lnTo>
                    <a:lnTo>
                      <a:pt x="518" y="179"/>
                    </a:lnTo>
                    <a:lnTo>
                      <a:pt x="467" y="156"/>
                    </a:lnTo>
                    <a:lnTo>
                      <a:pt x="437" y="133"/>
                    </a:lnTo>
                    <a:lnTo>
                      <a:pt x="410" y="99"/>
                    </a:lnTo>
                    <a:lnTo>
                      <a:pt x="399" y="58"/>
                    </a:lnTo>
                    <a:lnTo>
                      <a:pt x="404" y="29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GB" dirty="0">
                  <a:latin typeface="Trade Gothic LT Std" pitchFamily="50" charset="0"/>
                </a:endParaRPr>
              </a:p>
            </p:txBody>
          </p:sp>
          <p:sp>
            <p:nvSpPr>
              <p:cNvPr id="48" name="Freeform 1146">
                <a:extLst>
                  <a:ext uri="{FF2B5EF4-FFF2-40B4-BE49-F238E27FC236}">
                    <a16:creationId xmlns:a16="http://schemas.microsoft.com/office/drawing/2014/main" id="{631415BD-A78B-5975-9537-196BC404125A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5881688" y="3954463"/>
                <a:ext cx="649288" cy="552450"/>
              </a:xfrm>
              <a:custGeom>
                <a:avLst/>
                <a:gdLst/>
                <a:ahLst/>
                <a:cxnLst>
                  <a:cxn ang="0">
                    <a:pos x="20" y="1394"/>
                  </a:cxn>
                  <a:cxn ang="0">
                    <a:pos x="94" y="1275"/>
                  </a:cxn>
                  <a:cxn ang="0">
                    <a:pos x="139" y="1089"/>
                  </a:cxn>
                  <a:cxn ang="0">
                    <a:pos x="123" y="799"/>
                  </a:cxn>
                  <a:cxn ang="0">
                    <a:pos x="268" y="784"/>
                  </a:cxn>
                  <a:cxn ang="0">
                    <a:pos x="347" y="774"/>
                  </a:cxn>
                  <a:cxn ang="0">
                    <a:pos x="391" y="708"/>
                  </a:cxn>
                  <a:cxn ang="0">
                    <a:pos x="467" y="679"/>
                  </a:cxn>
                  <a:cxn ang="0">
                    <a:pos x="538" y="707"/>
                  </a:cxn>
                  <a:cxn ang="0">
                    <a:pos x="501" y="626"/>
                  </a:cxn>
                  <a:cxn ang="0">
                    <a:pos x="540" y="514"/>
                  </a:cxn>
                  <a:cxn ang="0">
                    <a:pos x="555" y="424"/>
                  </a:cxn>
                  <a:cxn ang="0">
                    <a:pos x="632" y="382"/>
                  </a:cxn>
                  <a:cxn ang="0">
                    <a:pos x="741" y="301"/>
                  </a:cxn>
                  <a:cxn ang="0">
                    <a:pos x="679" y="257"/>
                  </a:cxn>
                  <a:cxn ang="0">
                    <a:pos x="729" y="192"/>
                  </a:cxn>
                  <a:cxn ang="0">
                    <a:pos x="758" y="187"/>
                  </a:cxn>
                  <a:cxn ang="0">
                    <a:pos x="814" y="123"/>
                  </a:cxn>
                  <a:cxn ang="0">
                    <a:pos x="940" y="91"/>
                  </a:cxn>
                  <a:cxn ang="0">
                    <a:pos x="1017" y="1"/>
                  </a:cxn>
                  <a:cxn ang="0">
                    <a:pos x="1124" y="18"/>
                  </a:cxn>
                  <a:cxn ang="0">
                    <a:pos x="1228" y="47"/>
                  </a:cxn>
                  <a:cxn ang="0">
                    <a:pos x="1296" y="160"/>
                  </a:cxn>
                  <a:cxn ang="0">
                    <a:pos x="1400" y="108"/>
                  </a:cxn>
                  <a:cxn ang="0">
                    <a:pos x="1515" y="124"/>
                  </a:cxn>
                  <a:cxn ang="0">
                    <a:pos x="1601" y="199"/>
                  </a:cxn>
                  <a:cxn ang="0">
                    <a:pos x="1595" y="302"/>
                  </a:cxn>
                  <a:cxn ang="0">
                    <a:pos x="1621" y="384"/>
                  </a:cxn>
                  <a:cxn ang="0">
                    <a:pos x="1580" y="461"/>
                  </a:cxn>
                  <a:cxn ang="0">
                    <a:pos x="1648" y="589"/>
                  </a:cxn>
                  <a:cxn ang="0">
                    <a:pos x="1761" y="727"/>
                  </a:cxn>
                  <a:cxn ang="0">
                    <a:pos x="1780" y="811"/>
                  </a:cxn>
                  <a:cxn ang="0">
                    <a:pos x="1904" y="845"/>
                  </a:cxn>
                  <a:cxn ang="0">
                    <a:pos x="1941" y="906"/>
                  </a:cxn>
                  <a:cxn ang="0">
                    <a:pos x="1957" y="980"/>
                  </a:cxn>
                  <a:cxn ang="0">
                    <a:pos x="1867" y="1060"/>
                  </a:cxn>
                  <a:cxn ang="0">
                    <a:pos x="1730" y="1012"/>
                  </a:cxn>
                  <a:cxn ang="0">
                    <a:pos x="1672" y="1065"/>
                  </a:cxn>
                  <a:cxn ang="0">
                    <a:pos x="1726" y="1163"/>
                  </a:cxn>
                  <a:cxn ang="0">
                    <a:pos x="1730" y="1243"/>
                  </a:cxn>
                  <a:cxn ang="0">
                    <a:pos x="1764" y="1316"/>
                  </a:cxn>
                  <a:cxn ang="0">
                    <a:pos x="1679" y="1417"/>
                  </a:cxn>
                  <a:cxn ang="0">
                    <a:pos x="1554" y="1499"/>
                  </a:cxn>
                  <a:cxn ang="0">
                    <a:pos x="1533" y="1590"/>
                  </a:cxn>
                  <a:cxn ang="0">
                    <a:pos x="1496" y="1689"/>
                  </a:cxn>
                  <a:cxn ang="0">
                    <a:pos x="1418" y="1649"/>
                  </a:cxn>
                  <a:cxn ang="0">
                    <a:pos x="1299" y="1678"/>
                  </a:cxn>
                  <a:cxn ang="0">
                    <a:pos x="1214" y="1590"/>
                  </a:cxn>
                  <a:cxn ang="0">
                    <a:pos x="1109" y="1617"/>
                  </a:cxn>
                  <a:cxn ang="0">
                    <a:pos x="1025" y="1595"/>
                  </a:cxn>
                  <a:cxn ang="0">
                    <a:pos x="941" y="1630"/>
                  </a:cxn>
                  <a:cxn ang="0">
                    <a:pos x="889" y="1599"/>
                  </a:cxn>
                  <a:cxn ang="0">
                    <a:pos x="799" y="1552"/>
                  </a:cxn>
                  <a:cxn ang="0">
                    <a:pos x="715" y="1515"/>
                  </a:cxn>
                  <a:cxn ang="0">
                    <a:pos x="596" y="1499"/>
                  </a:cxn>
                  <a:cxn ang="0">
                    <a:pos x="447" y="1471"/>
                  </a:cxn>
                  <a:cxn ang="0">
                    <a:pos x="236" y="1496"/>
                  </a:cxn>
                  <a:cxn ang="0">
                    <a:pos x="146" y="1573"/>
                  </a:cxn>
                  <a:cxn ang="0">
                    <a:pos x="63" y="1595"/>
                  </a:cxn>
                </a:cxnLst>
                <a:rect l="0" t="0" r="r" b="b"/>
                <a:pathLst>
                  <a:path w="1981" h="1689">
                    <a:moveTo>
                      <a:pt x="63" y="1595"/>
                    </a:moveTo>
                    <a:lnTo>
                      <a:pt x="76" y="1444"/>
                    </a:lnTo>
                    <a:lnTo>
                      <a:pt x="20" y="1394"/>
                    </a:lnTo>
                    <a:lnTo>
                      <a:pt x="0" y="1353"/>
                    </a:lnTo>
                    <a:lnTo>
                      <a:pt x="37" y="1306"/>
                    </a:lnTo>
                    <a:lnTo>
                      <a:pt x="94" y="1275"/>
                    </a:lnTo>
                    <a:lnTo>
                      <a:pt x="137" y="1214"/>
                    </a:lnTo>
                    <a:lnTo>
                      <a:pt x="141" y="1148"/>
                    </a:lnTo>
                    <a:lnTo>
                      <a:pt x="139" y="1089"/>
                    </a:lnTo>
                    <a:lnTo>
                      <a:pt x="72" y="824"/>
                    </a:lnTo>
                    <a:lnTo>
                      <a:pt x="67" y="785"/>
                    </a:lnTo>
                    <a:lnTo>
                      <a:pt x="123" y="799"/>
                    </a:lnTo>
                    <a:lnTo>
                      <a:pt x="181" y="786"/>
                    </a:lnTo>
                    <a:lnTo>
                      <a:pt x="241" y="796"/>
                    </a:lnTo>
                    <a:lnTo>
                      <a:pt x="268" y="784"/>
                    </a:lnTo>
                    <a:lnTo>
                      <a:pt x="290" y="764"/>
                    </a:lnTo>
                    <a:lnTo>
                      <a:pt x="317" y="777"/>
                    </a:lnTo>
                    <a:lnTo>
                      <a:pt x="347" y="774"/>
                    </a:lnTo>
                    <a:lnTo>
                      <a:pt x="335" y="720"/>
                    </a:lnTo>
                    <a:lnTo>
                      <a:pt x="362" y="706"/>
                    </a:lnTo>
                    <a:lnTo>
                      <a:pt x="391" y="708"/>
                    </a:lnTo>
                    <a:lnTo>
                      <a:pt x="411" y="685"/>
                    </a:lnTo>
                    <a:lnTo>
                      <a:pt x="438" y="668"/>
                    </a:lnTo>
                    <a:lnTo>
                      <a:pt x="467" y="679"/>
                    </a:lnTo>
                    <a:lnTo>
                      <a:pt x="482" y="704"/>
                    </a:lnTo>
                    <a:lnTo>
                      <a:pt x="510" y="719"/>
                    </a:lnTo>
                    <a:lnTo>
                      <a:pt x="538" y="707"/>
                    </a:lnTo>
                    <a:lnTo>
                      <a:pt x="533" y="678"/>
                    </a:lnTo>
                    <a:lnTo>
                      <a:pt x="514" y="654"/>
                    </a:lnTo>
                    <a:lnTo>
                      <a:pt x="501" y="626"/>
                    </a:lnTo>
                    <a:lnTo>
                      <a:pt x="508" y="596"/>
                    </a:lnTo>
                    <a:lnTo>
                      <a:pt x="540" y="546"/>
                    </a:lnTo>
                    <a:lnTo>
                      <a:pt x="540" y="514"/>
                    </a:lnTo>
                    <a:lnTo>
                      <a:pt x="547" y="484"/>
                    </a:lnTo>
                    <a:lnTo>
                      <a:pt x="546" y="454"/>
                    </a:lnTo>
                    <a:lnTo>
                      <a:pt x="555" y="424"/>
                    </a:lnTo>
                    <a:lnTo>
                      <a:pt x="581" y="409"/>
                    </a:lnTo>
                    <a:lnTo>
                      <a:pt x="611" y="403"/>
                    </a:lnTo>
                    <a:lnTo>
                      <a:pt x="632" y="382"/>
                    </a:lnTo>
                    <a:lnTo>
                      <a:pt x="658" y="368"/>
                    </a:lnTo>
                    <a:lnTo>
                      <a:pt x="707" y="369"/>
                    </a:lnTo>
                    <a:lnTo>
                      <a:pt x="741" y="301"/>
                    </a:lnTo>
                    <a:lnTo>
                      <a:pt x="713" y="287"/>
                    </a:lnTo>
                    <a:lnTo>
                      <a:pt x="681" y="287"/>
                    </a:lnTo>
                    <a:lnTo>
                      <a:pt x="679" y="257"/>
                    </a:lnTo>
                    <a:lnTo>
                      <a:pt x="681" y="227"/>
                    </a:lnTo>
                    <a:lnTo>
                      <a:pt x="709" y="214"/>
                    </a:lnTo>
                    <a:lnTo>
                      <a:pt x="729" y="192"/>
                    </a:lnTo>
                    <a:lnTo>
                      <a:pt x="727" y="184"/>
                    </a:lnTo>
                    <a:lnTo>
                      <a:pt x="729" y="180"/>
                    </a:lnTo>
                    <a:lnTo>
                      <a:pt x="758" y="187"/>
                    </a:lnTo>
                    <a:lnTo>
                      <a:pt x="783" y="170"/>
                    </a:lnTo>
                    <a:lnTo>
                      <a:pt x="790" y="140"/>
                    </a:lnTo>
                    <a:lnTo>
                      <a:pt x="814" y="123"/>
                    </a:lnTo>
                    <a:lnTo>
                      <a:pt x="873" y="146"/>
                    </a:lnTo>
                    <a:lnTo>
                      <a:pt x="902" y="140"/>
                    </a:lnTo>
                    <a:lnTo>
                      <a:pt x="940" y="91"/>
                    </a:lnTo>
                    <a:lnTo>
                      <a:pt x="948" y="61"/>
                    </a:lnTo>
                    <a:lnTo>
                      <a:pt x="990" y="18"/>
                    </a:lnTo>
                    <a:lnTo>
                      <a:pt x="1017" y="1"/>
                    </a:lnTo>
                    <a:lnTo>
                      <a:pt x="1056" y="0"/>
                    </a:lnTo>
                    <a:lnTo>
                      <a:pt x="1065" y="27"/>
                    </a:lnTo>
                    <a:lnTo>
                      <a:pt x="1124" y="18"/>
                    </a:lnTo>
                    <a:lnTo>
                      <a:pt x="1152" y="31"/>
                    </a:lnTo>
                    <a:lnTo>
                      <a:pt x="1168" y="56"/>
                    </a:lnTo>
                    <a:lnTo>
                      <a:pt x="1228" y="47"/>
                    </a:lnTo>
                    <a:lnTo>
                      <a:pt x="1257" y="54"/>
                    </a:lnTo>
                    <a:lnTo>
                      <a:pt x="1303" y="87"/>
                    </a:lnTo>
                    <a:lnTo>
                      <a:pt x="1296" y="160"/>
                    </a:lnTo>
                    <a:lnTo>
                      <a:pt x="1348" y="131"/>
                    </a:lnTo>
                    <a:lnTo>
                      <a:pt x="1378" y="128"/>
                    </a:lnTo>
                    <a:lnTo>
                      <a:pt x="1400" y="108"/>
                    </a:lnTo>
                    <a:lnTo>
                      <a:pt x="1459" y="104"/>
                    </a:lnTo>
                    <a:lnTo>
                      <a:pt x="1489" y="108"/>
                    </a:lnTo>
                    <a:lnTo>
                      <a:pt x="1515" y="124"/>
                    </a:lnTo>
                    <a:lnTo>
                      <a:pt x="1536" y="146"/>
                    </a:lnTo>
                    <a:lnTo>
                      <a:pt x="1571" y="196"/>
                    </a:lnTo>
                    <a:lnTo>
                      <a:pt x="1601" y="199"/>
                    </a:lnTo>
                    <a:lnTo>
                      <a:pt x="1605" y="242"/>
                    </a:lnTo>
                    <a:lnTo>
                      <a:pt x="1595" y="270"/>
                    </a:lnTo>
                    <a:lnTo>
                      <a:pt x="1595" y="302"/>
                    </a:lnTo>
                    <a:lnTo>
                      <a:pt x="1614" y="326"/>
                    </a:lnTo>
                    <a:lnTo>
                      <a:pt x="1625" y="354"/>
                    </a:lnTo>
                    <a:lnTo>
                      <a:pt x="1621" y="384"/>
                    </a:lnTo>
                    <a:lnTo>
                      <a:pt x="1612" y="412"/>
                    </a:lnTo>
                    <a:lnTo>
                      <a:pt x="1587" y="431"/>
                    </a:lnTo>
                    <a:lnTo>
                      <a:pt x="1580" y="461"/>
                    </a:lnTo>
                    <a:lnTo>
                      <a:pt x="1588" y="488"/>
                    </a:lnTo>
                    <a:lnTo>
                      <a:pt x="1631" y="531"/>
                    </a:lnTo>
                    <a:lnTo>
                      <a:pt x="1648" y="589"/>
                    </a:lnTo>
                    <a:lnTo>
                      <a:pt x="1690" y="670"/>
                    </a:lnTo>
                    <a:lnTo>
                      <a:pt x="1706" y="697"/>
                    </a:lnTo>
                    <a:lnTo>
                      <a:pt x="1761" y="727"/>
                    </a:lnTo>
                    <a:lnTo>
                      <a:pt x="1779" y="751"/>
                    </a:lnTo>
                    <a:lnTo>
                      <a:pt x="1784" y="780"/>
                    </a:lnTo>
                    <a:lnTo>
                      <a:pt x="1780" y="811"/>
                    </a:lnTo>
                    <a:lnTo>
                      <a:pt x="1792" y="838"/>
                    </a:lnTo>
                    <a:lnTo>
                      <a:pt x="1881" y="825"/>
                    </a:lnTo>
                    <a:lnTo>
                      <a:pt x="1904" y="845"/>
                    </a:lnTo>
                    <a:lnTo>
                      <a:pt x="1933" y="854"/>
                    </a:lnTo>
                    <a:lnTo>
                      <a:pt x="1923" y="882"/>
                    </a:lnTo>
                    <a:lnTo>
                      <a:pt x="1941" y="906"/>
                    </a:lnTo>
                    <a:lnTo>
                      <a:pt x="1977" y="911"/>
                    </a:lnTo>
                    <a:lnTo>
                      <a:pt x="1981" y="962"/>
                    </a:lnTo>
                    <a:lnTo>
                      <a:pt x="1957" y="980"/>
                    </a:lnTo>
                    <a:lnTo>
                      <a:pt x="1939" y="1004"/>
                    </a:lnTo>
                    <a:lnTo>
                      <a:pt x="1894" y="1044"/>
                    </a:lnTo>
                    <a:lnTo>
                      <a:pt x="1867" y="1060"/>
                    </a:lnTo>
                    <a:lnTo>
                      <a:pt x="1805" y="1053"/>
                    </a:lnTo>
                    <a:lnTo>
                      <a:pt x="1760" y="1013"/>
                    </a:lnTo>
                    <a:lnTo>
                      <a:pt x="1730" y="1012"/>
                    </a:lnTo>
                    <a:lnTo>
                      <a:pt x="1702" y="1023"/>
                    </a:lnTo>
                    <a:lnTo>
                      <a:pt x="1699" y="1054"/>
                    </a:lnTo>
                    <a:lnTo>
                      <a:pt x="1672" y="1065"/>
                    </a:lnTo>
                    <a:lnTo>
                      <a:pt x="1673" y="1096"/>
                    </a:lnTo>
                    <a:lnTo>
                      <a:pt x="1717" y="1134"/>
                    </a:lnTo>
                    <a:lnTo>
                      <a:pt x="1726" y="1163"/>
                    </a:lnTo>
                    <a:lnTo>
                      <a:pt x="1716" y="1192"/>
                    </a:lnTo>
                    <a:lnTo>
                      <a:pt x="1736" y="1214"/>
                    </a:lnTo>
                    <a:lnTo>
                      <a:pt x="1730" y="1243"/>
                    </a:lnTo>
                    <a:lnTo>
                      <a:pt x="1756" y="1258"/>
                    </a:lnTo>
                    <a:lnTo>
                      <a:pt x="1767" y="1287"/>
                    </a:lnTo>
                    <a:lnTo>
                      <a:pt x="1764" y="1316"/>
                    </a:lnTo>
                    <a:lnTo>
                      <a:pt x="1783" y="1398"/>
                    </a:lnTo>
                    <a:lnTo>
                      <a:pt x="1706" y="1399"/>
                    </a:lnTo>
                    <a:lnTo>
                      <a:pt x="1679" y="1417"/>
                    </a:lnTo>
                    <a:lnTo>
                      <a:pt x="1647" y="1417"/>
                    </a:lnTo>
                    <a:lnTo>
                      <a:pt x="1618" y="1431"/>
                    </a:lnTo>
                    <a:lnTo>
                      <a:pt x="1554" y="1499"/>
                    </a:lnTo>
                    <a:lnTo>
                      <a:pt x="1541" y="1527"/>
                    </a:lnTo>
                    <a:lnTo>
                      <a:pt x="1541" y="1560"/>
                    </a:lnTo>
                    <a:lnTo>
                      <a:pt x="1533" y="1590"/>
                    </a:lnTo>
                    <a:lnTo>
                      <a:pt x="1541" y="1654"/>
                    </a:lnTo>
                    <a:lnTo>
                      <a:pt x="1526" y="1682"/>
                    </a:lnTo>
                    <a:lnTo>
                      <a:pt x="1496" y="1689"/>
                    </a:lnTo>
                    <a:lnTo>
                      <a:pt x="1478" y="1664"/>
                    </a:lnTo>
                    <a:lnTo>
                      <a:pt x="1449" y="1651"/>
                    </a:lnTo>
                    <a:lnTo>
                      <a:pt x="1418" y="1649"/>
                    </a:lnTo>
                    <a:lnTo>
                      <a:pt x="1358" y="1662"/>
                    </a:lnTo>
                    <a:lnTo>
                      <a:pt x="1325" y="1659"/>
                    </a:lnTo>
                    <a:lnTo>
                      <a:pt x="1299" y="1678"/>
                    </a:lnTo>
                    <a:lnTo>
                      <a:pt x="1275" y="1659"/>
                    </a:lnTo>
                    <a:lnTo>
                      <a:pt x="1264" y="1627"/>
                    </a:lnTo>
                    <a:lnTo>
                      <a:pt x="1214" y="1590"/>
                    </a:lnTo>
                    <a:lnTo>
                      <a:pt x="1153" y="1659"/>
                    </a:lnTo>
                    <a:lnTo>
                      <a:pt x="1125" y="1641"/>
                    </a:lnTo>
                    <a:lnTo>
                      <a:pt x="1109" y="1617"/>
                    </a:lnTo>
                    <a:lnTo>
                      <a:pt x="1078" y="1624"/>
                    </a:lnTo>
                    <a:lnTo>
                      <a:pt x="1049" y="1614"/>
                    </a:lnTo>
                    <a:lnTo>
                      <a:pt x="1025" y="1595"/>
                    </a:lnTo>
                    <a:lnTo>
                      <a:pt x="1001" y="1619"/>
                    </a:lnTo>
                    <a:lnTo>
                      <a:pt x="970" y="1619"/>
                    </a:lnTo>
                    <a:lnTo>
                      <a:pt x="941" y="1630"/>
                    </a:lnTo>
                    <a:lnTo>
                      <a:pt x="917" y="1649"/>
                    </a:lnTo>
                    <a:lnTo>
                      <a:pt x="893" y="1630"/>
                    </a:lnTo>
                    <a:lnTo>
                      <a:pt x="889" y="1599"/>
                    </a:lnTo>
                    <a:lnTo>
                      <a:pt x="829" y="1603"/>
                    </a:lnTo>
                    <a:lnTo>
                      <a:pt x="806" y="1584"/>
                    </a:lnTo>
                    <a:lnTo>
                      <a:pt x="799" y="1552"/>
                    </a:lnTo>
                    <a:lnTo>
                      <a:pt x="771" y="1537"/>
                    </a:lnTo>
                    <a:lnTo>
                      <a:pt x="741" y="1530"/>
                    </a:lnTo>
                    <a:lnTo>
                      <a:pt x="715" y="1515"/>
                    </a:lnTo>
                    <a:lnTo>
                      <a:pt x="685" y="1520"/>
                    </a:lnTo>
                    <a:lnTo>
                      <a:pt x="654" y="1516"/>
                    </a:lnTo>
                    <a:lnTo>
                      <a:pt x="596" y="1499"/>
                    </a:lnTo>
                    <a:lnTo>
                      <a:pt x="542" y="1466"/>
                    </a:lnTo>
                    <a:lnTo>
                      <a:pt x="510" y="1473"/>
                    </a:lnTo>
                    <a:lnTo>
                      <a:pt x="447" y="1471"/>
                    </a:lnTo>
                    <a:lnTo>
                      <a:pt x="418" y="1459"/>
                    </a:lnTo>
                    <a:lnTo>
                      <a:pt x="266" y="1483"/>
                    </a:lnTo>
                    <a:lnTo>
                      <a:pt x="236" y="1496"/>
                    </a:lnTo>
                    <a:lnTo>
                      <a:pt x="228" y="1525"/>
                    </a:lnTo>
                    <a:lnTo>
                      <a:pt x="205" y="1546"/>
                    </a:lnTo>
                    <a:lnTo>
                      <a:pt x="146" y="1573"/>
                    </a:lnTo>
                    <a:lnTo>
                      <a:pt x="116" y="1568"/>
                    </a:lnTo>
                    <a:lnTo>
                      <a:pt x="86" y="1573"/>
                    </a:lnTo>
                    <a:lnTo>
                      <a:pt x="63" y="1595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GB" dirty="0">
                  <a:latin typeface="Trade Gothic LT Std" pitchFamily="50" charset="0"/>
                </a:endParaRPr>
              </a:p>
            </p:txBody>
          </p:sp>
          <p:sp>
            <p:nvSpPr>
              <p:cNvPr id="49" name="Freeform 1147">
                <a:extLst>
                  <a:ext uri="{FF2B5EF4-FFF2-40B4-BE49-F238E27FC236}">
                    <a16:creationId xmlns:a16="http://schemas.microsoft.com/office/drawing/2014/main" id="{4C498C0B-272D-5381-4598-7BFB496F115C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5462588" y="4689476"/>
                <a:ext cx="369888" cy="182563"/>
              </a:xfrm>
              <a:custGeom>
                <a:avLst/>
                <a:gdLst/>
                <a:ahLst/>
                <a:cxnLst>
                  <a:cxn ang="0">
                    <a:pos x="1065" y="358"/>
                  </a:cxn>
                  <a:cxn ang="0">
                    <a:pos x="1018" y="370"/>
                  </a:cxn>
                  <a:cxn ang="0">
                    <a:pos x="957" y="329"/>
                  </a:cxn>
                  <a:cxn ang="0">
                    <a:pos x="898" y="313"/>
                  </a:cxn>
                  <a:cxn ang="0">
                    <a:pos x="853" y="324"/>
                  </a:cxn>
                  <a:cxn ang="0">
                    <a:pos x="791" y="318"/>
                  </a:cxn>
                  <a:cxn ang="0">
                    <a:pos x="729" y="351"/>
                  </a:cxn>
                  <a:cxn ang="0">
                    <a:pos x="712" y="394"/>
                  </a:cxn>
                  <a:cxn ang="0">
                    <a:pos x="673" y="406"/>
                  </a:cxn>
                  <a:cxn ang="0">
                    <a:pos x="623" y="431"/>
                  </a:cxn>
                  <a:cxn ang="0">
                    <a:pos x="560" y="410"/>
                  </a:cxn>
                  <a:cxn ang="0">
                    <a:pos x="501" y="444"/>
                  </a:cxn>
                  <a:cxn ang="0">
                    <a:pos x="386" y="478"/>
                  </a:cxn>
                  <a:cxn ang="0">
                    <a:pos x="337" y="551"/>
                  </a:cxn>
                  <a:cxn ang="0">
                    <a:pos x="314" y="552"/>
                  </a:cxn>
                  <a:cxn ang="0">
                    <a:pos x="191" y="557"/>
                  </a:cxn>
                  <a:cxn ang="0">
                    <a:pos x="101" y="486"/>
                  </a:cxn>
                  <a:cxn ang="0">
                    <a:pos x="49" y="460"/>
                  </a:cxn>
                  <a:cxn ang="0">
                    <a:pos x="23" y="408"/>
                  </a:cxn>
                  <a:cxn ang="0">
                    <a:pos x="0" y="327"/>
                  </a:cxn>
                  <a:cxn ang="0">
                    <a:pos x="22" y="284"/>
                  </a:cxn>
                  <a:cxn ang="0">
                    <a:pos x="46" y="247"/>
                  </a:cxn>
                  <a:cxn ang="0">
                    <a:pos x="73" y="250"/>
                  </a:cxn>
                  <a:cxn ang="0">
                    <a:pos x="94" y="265"/>
                  </a:cxn>
                  <a:cxn ang="0">
                    <a:pos x="150" y="259"/>
                  </a:cxn>
                  <a:cxn ang="0">
                    <a:pos x="198" y="222"/>
                  </a:cxn>
                  <a:cxn ang="0">
                    <a:pos x="198" y="196"/>
                  </a:cxn>
                  <a:cxn ang="0">
                    <a:pos x="230" y="190"/>
                  </a:cxn>
                  <a:cxn ang="0">
                    <a:pos x="250" y="157"/>
                  </a:cxn>
                  <a:cxn ang="0">
                    <a:pos x="253" y="111"/>
                  </a:cxn>
                  <a:cxn ang="0">
                    <a:pos x="262" y="95"/>
                  </a:cxn>
                  <a:cxn ang="0">
                    <a:pos x="293" y="85"/>
                  </a:cxn>
                  <a:cxn ang="0">
                    <a:pos x="312" y="55"/>
                  </a:cxn>
                  <a:cxn ang="0">
                    <a:pos x="333" y="28"/>
                  </a:cxn>
                  <a:cxn ang="0">
                    <a:pos x="375" y="31"/>
                  </a:cxn>
                  <a:cxn ang="0">
                    <a:pos x="401" y="8"/>
                  </a:cxn>
                  <a:cxn ang="0">
                    <a:pos x="443" y="28"/>
                  </a:cxn>
                  <a:cxn ang="0">
                    <a:pos x="484" y="18"/>
                  </a:cxn>
                  <a:cxn ang="0">
                    <a:pos x="521" y="0"/>
                  </a:cxn>
                  <a:cxn ang="0">
                    <a:pos x="553" y="23"/>
                  </a:cxn>
                  <a:cxn ang="0">
                    <a:pos x="590" y="59"/>
                  </a:cxn>
                  <a:cxn ang="0">
                    <a:pos x="614" y="95"/>
                  </a:cxn>
                  <a:cxn ang="0">
                    <a:pos x="643" y="104"/>
                  </a:cxn>
                  <a:cxn ang="0">
                    <a:pos x="680" y="85"/>
                  </a:cxn>
                  <a:cxn ang="0">
                    <a:pos x="713" y="50"/>
                  </a:cxn>
                  <a:cxn ang="0">
                    <a:pos x="785" y="50"/>
                  </a:cxn>
                  <a:cxn ang="0">
                    <a:pos x="824" y="77"/>
                  </a:cxn>
                  <a:cxn ang="0">
                    <a:pos x="851" y="57"/>
                  </a:cxn>
                  <a:cxn ang="0">
                    <a:pos x="889" y="38"/>
                  </a:cxn>
                  <a:cxn ang="0">
                    <a:pos x="935" y="35"/>
                  </a:cxn>
                  <a:cxn ang="0">
                    <a:pos x="986" y="38"/>
                  </a:cxn>
                  <a:cxn ang="0">
                    <a:pos x="1025" y="63"/>
                  </a:cxn>
                  <a:cxn ang="0">
                    <a:pos x="1054" y="95"/>
                  </a:cxn>
                  <a:cxn ang="0">
                    <a:pos x="1096" y="127"/>
                  </a:cxn>
                  <a:cxn ang="0">
                    <a:pos x="1132" y="138"/>
                  </a:cxn>
                  <a:cxn ang="0">
                    <a:pos x="1131" y="163"/>
                  </a:cxn>
                  <a:cxn ang="0">
                    <a:pos x="1088" y="273"/>
                  </a:cxn>
                  <a:cxn ang="0">
                    <a:pos x="1065" y="358"/>
                  </a:cxn>
                </a:cxnLst>
                <a:rect l="0" t="0" r="r" b="b"/>
                <a:pathLst>
                  <a:path w="1132" h="557">
                    <a:moveTo>
                      <a:pt x="1065" y="358"/>
                    </a:moveTo>
                    <a:lnTo>
                      <a:pt x="1018" y="370"/>
                    </a:lnTo>
                    <a:lnTo>
                      <a:pt x="957" y="329"/>
                    </a:lnTo>
                    <a:lnTo>
                      <a:pt x="898" y="313"/>
                    </a:lnTo>
                    <a:lnTo>
                      <a:pt x="853" y="324"/>
                    </a:lnTo>
                    <a:lnTo>
                      <a:pt x="791" y="318"/>
                    </a:lnTo>
                    <a:lnTo>
                      <a:pt x="729" y="351"/>
                    </a:lnTo>
                    <a:lnTo>
                      <a:pt x="712" y="394"/>
                    </a:lnTo>
                    <a:lnTo>
                      <a:pt x="673" y="406"/>
                    </a:lnTo>
                    <a:lnTo>
                      <a:pt x="623" y="431"/>
                    </a:lnTo>
                    <a:lnTo>
                      <a:pt x="560" y="410"/>
                    </a:lnTo>
                    <a:lnTo>
                      <a:pt x="501" y="444"/>
                    </a:lnTo>
                    <a:lnTo>
                      <a:pt x="386" y="478"/>
                    </a:lnTo>
                    <a:lnTo>
                      <a:pt x="337" y="551"/>
                    </a:lnTo>
                    <a:lnTo>
                      <a:pt x="314" y="552"/>
                    </a:lnTo>
                    <a:lnTo>
                      <a:pt x="191" y="557"/>
                    </a:lnTo>
                    <a:lnTo>
                      <a:pt x="101" y="486"/>
                    </a:lnTo>
                    <a:lnTo>
                      <a:pt x="49" y="460"/>
                    </a:lnTo>
                    <a:lnTo>
                      <a:pt x="23" y="408"/>
                    </a:lnTo>
                    <a:lnTo>
                      <a:pt x="0" y="327"/>
                    </a:lnTo>
                    <a:lnTo>
                      <a:pt x="22" y="284"/>
                    </a:lnTo>
                    <a:lnTo>
                      <a:pt x="46" y="247"/>
                    </a:lnTo>
                    <a:lnTo>
                      <a:pt x="73" y="250"/>
                    </a:lnTo>
                    <a:lnTo>
                      <a:pt x="94" y="265"/>
                    </a:lnTo>
                    <a:lnTo>
                      <a:pt x="150" y="259"/>
                    </a:lnTo>
                    <a:lnTo>
                      <a:pt x="198" y="222"/>
                    </a:lnTo>
                    <a:lnTo>
                      <a:pt x="198" y="196"/>
                    </a:lnTo>
                    <a:lnTo>
                      <a:pt x="230" y="190"/>
                    </a:lnTo>
                    <a:lnTo>
                      <a:pt x="250" y="157"/>
                    </a:lnTo>
                    <a:lnTo>
                      <a:pt x="253" y="111"/>
                    </a:lnTo>
                    <a:lnTo>
                      <a:pt x="262" y="95"/>
                    </a:lnTo>
                    <a:lnTo>
                      <a:pt x="293" y="85"/>
                    </a:lnTo>
                    <a:lnTo>
                      <a:pt x="312" y="55"/>
                    </a:lnTo>
                    <a:lnTo>
                      <a:pt x="333" y="28"/>
                    </a:lnTo>
                    <a:lnTo>
                      <a:pt x="375" y="31"/>
                    </a:lnTo>
                    <a:lnTo>
                      <a:pt x="401" y="8"/>
                    </a:lnTo>
                    <a:lnTo>
                      <a:pt x="443" y="28"/>
                    </a:lnTo>
                    <a:lnTo>
                      <a:pt x="484" y="18"/>
                    </a:lnTo>
                    <a:lnTo>
                      <a:pt x="521" y="0"/>
                    </a:lnTo>
                    <a:lnTo>
                      <a:pt x="553" y="23"/>
                    </a:lnTo>
                    <a:lnTo>
                      <a:pt x="590" y="59"/>
                    </a:lnTo>
                    <a:lnTo>
                      <a:pt x="614" y="95"/>
                    </a:lnTo>
                    <a:lnTo>
                      <a:pt x="643" y="104"/>
                    </a:lnTo>
                    <a:lnTo>
                      <a:pt x="680" y="85"/>
                    </a:lnTo>
                    <a:lnTo>
                      <a:pt x="713" y="50"/>
                    </a:lnTo>
                    <a:lnTo>
                      <a:pt x="785" y="50"/>
                    </a:lnTo>
                    <a:lnTo>
                      <a:pt x="824" y="77"/>
                    </a:lnTo>
                    <a:lnTo>
                      <a:pt x="851" y="57"/>
                    </a:lnTo>
                    <a:lnTo>
                      <a:pt x="889" y="38"/>
                    </a:lnTo>
                    <a:lnTo>
                      <a:pt x="935" y="35"/>
                    </a:lnTo>
                    <a:lnTo>
                      <a:pt x="986" y="38"/>
                    </a:lnTo>
                    <a:lnTo>
                      <a:pt x="1025" y="63"/>
                    </a:lnTo>
                    <a:lnTo>
                      <a:pt x="1054" y="95"/>
                    </a:lnTo>
                    <a:lnTo>
                      <a:pt x="1096" y="127"/>
                    </a:lnTo>
                    <a:lnTo>
                      <a:pt x="1132" y="138"/>
                    </a:lnTo>
                    <a:lnTo>
                      <a:pt x="1131" y="163"/>
                    </a:lnTo>
                    <a:lnTo>
                      <a:pt x="1088" y="273"/>
                    </a:lnTo>
                    <a:lnTo>
                      <a:pt x="1065" y="358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GB" dirty="0">
                  <a:latin typeface="Trade Gothic LT Std" pitchFamily="50" charset="0"/>
                </a:endParaRPr>
              </a:p>
            </p:txBody>
          </p:sp>
          <p:sp>
            <p:nvSpPr>
              <p:cNvPr id="50" name="Freeform 1148">
                <a:extLst>
                  <a:ext uri="{FF2B5EF4-FFF2-40B4-BE49-F238E27FC236}">
                    <a16:creationId xmlns:a16="http://schemas.microsoft.com/office/drawing/2014/main" id="{62D69374-2A6A-C2E4-A2BA-06162D7E7255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5230813" y="4957763"/>
                <a:ext cx="212725" cy="149225"/>
              </a:xfrm>
              <a:custGeom>
                <a:avLst/>
                <a:gdLst/>
                <a:ahLst/>
                <a:cxnLst>
                  <a:cxn ang="0">
                    <a:pos x="510" y="16"/>
                  </a:cxn>
                  <a:cxn ang="0">
                    <a:pos x="438" y="36"/>
                  </a:cxn>
                  <a:cxn ang="0">
                    <a:pos x="405" y="69"/>
                  </a:cxn>
                  <a:cxn ang="0">
                    <a:pos x="283" y="66"/>
                  </a:cxn>
                  <a:cxn ang="0">
                    <a:pos x="219" y="126"/>
                  </a:cxn>
                  <a:cxn ang="0">
                    <a:pos x="51" y="114"/>
                  </a:cxn>
                  <a:cxn ang="0">
                    <a:pos x="0" y="178"/>
                  </a:cxn>
                  <a:cxn ang="0">
                    <a:pos x="10" y="202"/>
                  </a:cxn>
                  <a:cxn ang="0">
                    <a:pos x="20" y="223"/>
                  </a:cxn>
                  <a:cxn ang="0">
                    <a:pos x="34" y="278"/>
                  </a:cxn>
                  <a:cxn ang="0">
                    <a:pos x="43" y="315"/>
                  </a:cxn>
                  <a:cxn ang="0">
                    <a:pos x="81" y="347"/>
                  </a:cxn>
                  <a:cxn ang="0">
                    <a:pos x="104" y="369"/>
                  </a:cxn>
                  <a:cxn ang="0">
                    <a:pos x="86" y="396"/>
                  </a:cxn>
                  <a:cxn ang="0">
                    <a:pos x="47" y="396"/>
                  </a:cxn>
                  <a:cxn ang="0">
                    <a:pos x="51" y="434"/>
                  </a:cxn>
                  <a:cxn ang="0">
                    <a:pos x="113" y="413"/>
                  </a:cxn>
                  <a:cxn ang="0">
                    <a:pos x="197" y="430"/>
                  </a:cxn>
                  <a:cxn ang="0">
                    <a:pos x="236" y="373"/>
                  </a:cxn>
                  <a:cxn ang="0">
                    <a:pos x="295" y="441"/>
                  </a:cxn>
                  <a:cxn ang="0">
                    <a:pos x="306" y="426"/>
                  </a:cxn>
                  <a:cxn ang="0">
                    <a:pos x="328" y="438"/>
                  </a:cxn>
                  <a:cxn ang="0">
                    <a:pos x="358" y="459"/>
                  </a:cxn>
                  <a:cxn ang="0">
                    <a:pos x="374" y="400"/>
                  </a:cxn>
                  <a:cxn ang="0">
                    <a:pos x="375" y="363"/>
                  </a:cxn>
                  <a:cxn ang="0">
                    <a:pos x="447" y="326"/>
                  </a:cxn>
                  <a:cxn ang="0">
                    <a:pos x="464" y="255"/>
                  </a:cxn>
                  <a:cxn ang="0">
                    <a:pos x="439" y="217"/>
                  </a:cxn>
                  <a:cxn ang="0">
                    <a:pos x="525" y="172"/>
                  </a:cxn>
                  <a:cxn ang="0">
                    <a:pos x="539" y="144"/>
                  </a:cxn>
                  <a:cxn ang="0">
                    <a:pos x="578" y="149"/>
                  </a:cxn>
                  <a:cxn ang="0">
                    <a:pos x="573" y="120"/>
                  </a:cxn>
                  <a:cxn ang="0">
                    <a:pos x="587" y="89"/>
                  </a:cxn>
                  <a:cxn ang="0">
                    <a:pos x="634" y="114"/>
                  </a:cxn>
                  <a:cxn ang="0">
                    <a:pos x="650" y="114"/>
                  </a:cxn>
                  <a:cxn ang="0">
                    <a:pos x="596" y="16"/>
                  </a:cxn>
                  <a:cxn ang="0">
                    <a:pos x="542" y="0"/>
                  </a:cxn>
                </a:cxnLst>
                <a:rect l="0" t="0" r="r" b="b"/>
                <a:pathLst>
                  <a:path w="650" h="459">
                    <a:moveTo>
                      <a:pt x="542" y="0"/>
                    </a:moveTo>
                    <a:lnTo>
                      <a:pt x="510" y="16"/>
                    </a:lnTo>
                    <a:lnTo>
                      <a:pt x="504" y="44"/>
                    </a:lnTo>
                    <a:lnTo>
                      <a:pt x="438" y="36"/>
                    </a:lnTo>
                    <a:lnTo>
                      <a:pt x="422" y="38"/>
                    </a:lnTo>
                    <a:lnTo>
                      <a:pt x="405" y="69"/>
                    </a:lnTo>
                    <a:lnTo>
                      <a:pt x="332" y="53"/>
                    </a:lnTo>
                    <a:lnTo>
                      <a:pt x="283" y="66"/>
                    </a:lnTo>
                    <a:lnTo>
                      <a:pt x="252" y="106"/>
                    </a:lnTo>
                    <a:lnTo>
                      <a:pt x="219" y="126"/>
                    </a:lnTo>
                    <a:lnTo>
                      <a:pt x="110" y="114"/>
                    </a:lnTo>
                    <a:lnTo>
                      <a:pt x="51" y="114"/>
                    </a:lnTo>
                    <a:lnTo>
                      <a:pt x="12" y="151"/>
                    </a:lnTo>
                    <a:lnTo>
                      <a:pt x="0" y="178"/>
                    </a:lnTo>
                    <a:lnTo>
                      <a:pt x="0" y="196"/>
                    </a:lnTo>
                    <a:lnTo>
                      <a:pt x="10" y="202"/>
                    </a:lnTo>
                    <a:lnTo>
                      <a:pt x="30" y="198"/>
                    </a:lnTo>
                    <a:lnTo>
                      <a:pt x="20" y="223"/>
                    </a:lnTo>
                    <a:lnTo>
                      <a:pt x="16" y="254"/>
                    </a:lnTo>
                    <a:lnTo>
                      <a:pt x="34" y="278"/>
                    </a:lnTo>
                    <a:lnTo>
                      <a:pt x="34" y="306"/>
                    </a:lnTo>
                    <a:lnTo>
                      <a:pt x="43" y="315"/>
                    </a:lnTo>
                    <a:lnTo>
                      <a:pt x="73" y="328"/>
                    </a:lnTo>
                    <a:lnTo>
                      <a:pt x="81" y="347"/>
                    </a:lnTo>
                    <a:lnTo>
                      <a:pt x="95" y="353"/>
                    </a:lnTo>
                    <a:lnTo>
                      <a:pt x="104" y="369"/>
                    </a:lnTo>
                    <a:lnTo>
                      <a:pt x="100" y="385"/>
                    </a:lnTo>
                    <a:lnTo>
                      <a:pt x="86" y="396"/>
                    </a:lnTo>
                    <a:lnTo>
                      <a:pt x="66" y="400"/>
                    </a:lnTo>
                    <a:lnTo>
                      <a:pt x="47" y="396"/>
                    </a:lnTo>
                    <a:lnTo>
                      <a:pt x="23" y="412"/>
                    </a:lnTo>
                    <a:lnTo>
                      <a:pt x="51" y="434"/>
                    </a:lnTo>
                    <a:lnTo>
                      <a:pt x="105" y="433"/>
                    </a:lnTo>
                    <a:lnTo>
                      <a:pt x="113" y="413"/>
                    </a:lnTo>
                    <a:lnTo>
                      <a:pt x="133" y="432"/>
                    </a:lnTo>
                    <a:lnTo>
                      <a:pt x="197" y="430"/>
                    </a:lnTo>
                    <a:lnTo>
                      <a:pt x="225" y="372"/>
                    </a:lnTo>
                    <a:lnTo>
                      <a:pt x="236" y="373"/>
                    </a:lnTo>
                    <a:lnTo>
                      <a:pt x="279" y="443"/>
                    </a:lnTo>
                    <a:lnTo>
                      <a:pt x="295" y="441"/>
                    </a:lnTo>
                    <a:lnTo>
                      <a:pt x="296" y="425"/>
                    </a:lnTo>
                    <a:lnTo>
                      <a:pt x="306" y="426"/>
                    </a:lnTo>
                    <a:lnTo>
                      <a:pt x="312" y="436"/>
                    </a:lnTo>
                    <a:lnTo>
                      <a:pt x="328" y="438"/>
                    </a:lnTo>
                    <a:lnTo>
                      <a:pt x="346" y="459"/>
                    </a:lnTo>
                    <a:lnTo>
                      <a:pt x="358" y="459"/>
                    </a:lnTo>
                    <a:lnTo>
                      <a:pt x="377" y="445"/>
                    </a:lnTo>
                    <a:lnTo>
                      <a:pt x="374" y="400"/>
                    </a:lnTo>
                    <a:lnTo>
                      <a:pt x="388" y="381"/>
                    </a:lnTo>
                    <a:lnTo>
                      <a:pt x="375" y="363"/>
                    </a:lnTo>
                    <a:lnTo>
                      <a:pt x="415" y="328"/>
                    </a:lnTo>
                    <a:lnTo>
                      <a:pt x="447" y="326"/>
                    </a:lnTo>
                    <a:lnTo>
                      <a:pt x="463" y="298"/>
                    </a:lnTo>
                    <a:lnTo>
                      <a:pt x="464" y="255"/>
                    </a:lnTo>
                    <a:lnTo>
                      <a:pt x="440" y="232"/>
                    </a:lnTo>
                    <a:lnTo>
                      <a:pt x="439" y="217"/>
                    </a:lnTo>
                    <a:lnTo>
                      <a:pt x="451" y="196"/>
                    </a:lnTo>
                    <a:lnTo>
                      <a:pt x="525" y="172"/>
                    </a:lnTo>
                    <a:lnTo>
                      <a:pt x="536" y="161"/>
                    </a:lnTo>
                    <a:lnTo>
                      <a:pt x="539" y="144"/>
                    </a:lnTo>
                    <a:lnTo>
                      <a:pt x="565" y="144"/>
                    </a:lnTo>
                    <a:lnTo>
                      <a:pt x="578" y="149"/>
                    </a:lnTo>
                    <a:lnTo>
                      <a:pt x="580" y="145"/>
                    </a:lnTo>
                    <a:lnTo>
                      <a:pt x="573" y="120"/>
                    </a:lnTo>
                    <a:lnTo>
                      <a:pt x="573" y="103"/>
                    </a:lnTo>
                    <a:lnTo>
                      <a:pt x="587" y="89"/>
                    </a:lnTo>
                    <a:lnTo>
                      <a:pt x="601" y="90"/>
                    </a:lnTo>
                    <a:lnTo>
                      <a:pt x="634" y="114"/>
                    </a:lnTo>
                    <a:lnTo>
                      <a:pt x="646" y="107"/>
                    </a:lnTo>
                    <a:lnTo>
                      <a:pt x="650" y="114"/>
                    </a:lnTo>
                    <a:lnTo>
                      <a:pt x="616" y="65"/>
                    </a:lnTo>
                    <a:lnTo>
                      <a:pt x="596" y="16"/>
                    </a:lnTo>
                    <a:lnTo>
                      <a:pt x="569" y="1"/>
                    </a:lnTo>
                    <a:lnTo>
                      <a:pt x="542" y="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GB" dirty="0">
                  <a:latin typeface="Trade Gothic LT Std" pitchFamily="50" charset="0"/>
                </a:endParaRPr>
              </a:p>
            </p:txBody>
          </p:sp>
          <p:sp>
            <p:nvSpPr>
              <p:cNvPr id="51" name="Freeform 1149">
                <a:extLst>
                  <a:ext uri="{FF2B5EF4-FFF2-40B4-BE49-F238E27FC236}">
                    <a16:creationId xmlns:a16="http://schemas.microsoft.com/office/drawing/2014/main" id="{8CA73937-3AC4-A4B0-935A-6AA72AD0B29C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5707063" y="5384801"/>
                <a:ext cx="163513" cy="130175"/>
              </a:xfrm>
              <a:custGeom>
                <a:avLst/>
                <a:gdLst/>
                <a:ahLst/>
                <a:cxnLst>
                  <a:cxn ang="0">
                    <a:pos x="99" y="400"/>
                  </a:cxn>
                  <a:cxn ang="0">
                    <a:pos x="33" y="337"/>
                  </a:cxn>
                  <a:cxn ang="0">
                    <a:pos x="3" y="263"/>
                  </a:cxn>
                  <a:cxn ang="0">
                    <a:pos x="0" y="200"/>
                  </a:cxn>
                  <a:cxn ang="0">
                    <a:pos x="18" y="65"/>
                  </a:cxn>
                  <a:cxn ang="0">
                    <a:pos x="26" y="71"/>
                  </a:cxn>
                  <a:cxn ang="0">
                    <a:pos x="41" y="72"/>
                  </a:cxn>
                  <a:cxn ang="0">
                    <a:pos x="54" y="62"/>
                  </a:cxn>
                  <a:cxn ang="0">
                    <a:pos x="57" y="28"/>
                  </a:cxn>
                  <a:cxn ang="0">
                    <a:pos x="120" y="8"/>
                  </a:cxn>
                  <a:cxn ang="0">
                    <a:pos x="133" y="12"/>
                  </a:cxn>
                  <a:cxn ang="0">
                    <a:pos x="156" y="38"/>
                  </a:cxn>
                  <a:cxn ang="0">
                    <a:pos x="165" y="37"/>
                  </a:cxn>
                  <a:cxn ang="0">
                    <a:pos x="166" y="20"/>
                  </a:cxn>
                  <a:cxn ang="0">
                    <a:pos x="195" y="3"/>
                  </a:cxn>
                  <a:cxn ang="0">
                    <a:pos x="254" y="15"/>
                  </a:cxn>
                  <a:cxn ang="0">
                    <a:pos x="268" y="0"/>
                  </a:cxn>
                  <a:cxn ang="0">
                    <a:pos x="322" y="10"/>
                  </a:cxn>
                  <a:cxn ang="0">
                    <a:pos x="362" y="4"/>
                  </a:cxn>
                  <a:cxn ang="0">
                    <a:pos x="385" y="15"/>
                  </a:cxn>
                  <a:cxn ang="0">
                    <a:pos x="471" y="87"/>
                  </a:cxn>
                  <a:cxn ang="0">
                    <a:pos x="494" y="197"/>
                  </a:cxn>
                  <a:cxn ang="0">
                    <a:pos x="496" y="261"/>
                  </a:cxn>
                  <a:cxn ang="0">
                    <a:pos x="471" y="267"/>
                  </a:cxn>
                  <a:cxn ang="0">
                    <a:pos x="418" y="317"/>
                  </a:cxn>
                  <a:cxn ang="0">
                    <a:pos x="340" y="317"/>
                  </a:cxn>
                  <a:cxn ang="0">
                    <a:pos x="273" y="343"/>
                  </a:cxn>
                  <a:cxn ang="0">
                    <a:pos x="232" y="383"/>
                  </a:cxn>
                  <a:cxn ang="0">
                    <a:pos x="99" y="400"/>
                  </a:cxn>
                </a:cxnLst>
                <a:rect l="0" t="0" r="r" b="b"/>
                <a:pathLst>
                  <a:path w="496" h="400">
                    <a:moveTo>
                      <a:pt x="99" y="400"/>
                    </a:moveTo>
                    <a:lnTo>
                      <a:pt x="33" y="337"/>
                    </a:lnTo>
                    <a:lnTo>
                      <a:pt x="3" y="263"/>
                    </a:lnTo>
                    <a:lnTo>
                      <a:pt x="0" y="200"/>
                    </a:lnTo>
                    <a:lnTo>
                      <a:pt x="18" y="65"/>
                    </a:lnTo>
                    <a:lnTo>
                      <a:pt x="26" y="71"/>
                    </a:lnTo>
                    <a:lnTo>
                      <a:pt x="41" y="72"/>
                    </a:lnTo>
                    <a:lnTo>
                      <a:pt x="54" y="62"/>
                    </a:lnTo>
                    <a:lnTo>
                      <a:pt x="57" y="28"/>
                    </a:lnTo>
                    <a:lnTo>
                      <a:pt x="120" y="8"/>
                    </a:lnTo>
                    <a:lnTo>
                      <a:pt x="133" y="12"/>
                    </a:lnTo>
                    <a:lnTo>
                      <a:pt x="156" y="38"/>
                    </a:lnTo>
                    <a:lnTo>
                      <a:pt x="165" y="37"/>
                    </a:lnTo>
                    <a:lnTo>
                      <a:pt x="166" y="20"/>
                    </a:lnTo>
                    <a:lnTo>
                      <a:pt x="195" y="3"/>
                    </a:lnTo>
                    <a:lnTo>
                      <a:pt x="254" y="15"/>
                    </a:lnTo>
                    <a:lnTo>
                      <a:pt x="268" y="0"/>
                    </a:lnTo>
                    <a:lnTo>
                      <a:pt x="322" y="10"/>
                    </a:lnTo>
                    <a:lnTo>
                      <a:pt x="362" y="4"/>
                    </a:lnTo>
                    <a:lnTo>
                      <a:pt x="385" y="15"/>
                    </a:lnTo>
                    <a:lnTo>
                      <a:pt x="471" y="87"/>
                    </a:lnTo>
                    <a:lnTo>
                      <a:pt x="494" y="197"/>
                    </a:lnTo>
                    <a:lnTo>
                      <a:pt x="496" y="261"/>
                    </a:lnTo>
                    <a:lnTo>
                      <a:pt x="471" y="267"/>
                    </a:lnTo>
                    <a:lnTo>
                      <a:pt x="418" y="317"/>
                    </a:lnTo>
                    <a:lnTo>
                      <a:pt x="340" y="317"/>
                    </a:lnTo>
                    <a:lnTo>
                      <a:pt x="273" y="343"/>
                    </a:lnTo>
                    <a:lnTo>
                      <a:pt x="232" y="383"/>
                    </a:lnTo>
                    <a:lnTo>
                      <a:pt x="99" y="40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GB" dirty="0">
                  <a:latin typeface="Trade Gothic LT Std" pitchFamily="50" charset="0"/>
                </a:endParaRPr>
              </a:p>
            </p:txBody>
          </p:sp>
          <p:sp>
            <p:nvSpPr>
              <p:cNvPr id="52" name="Freeform 1150">
                <a:extLst>
                  <a:ext uri="{FF2B5EF4-FFF2-40B4-BE49-F238E27FC236}">
                    <a16:creationId xmlns:a16="http://schemas.microsoft.com/office/drawing/2014/main" id="{2759DDB4-850C-B5DA-78EF-42EF81C0BBD3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5683251" y="4819651"/>
                <a:ext cx="638175" cy="442913"/>
              </a:xfrm>
              <a:custGeom>
                <a:avLst/>
                <a:gdLst/>
                <a:ahLst/>
                <a:cxnLst>
                  <a:cxn ang="0">
                    <a:pos x="1675" y="1330"/>
                  </a:cxn>
                  <a:cxn ang="0">
                    <a:pos x="1489" y="1247"/>
                  </a:cxn>
                  <a:cxn ang="0">
                    <a:pos x="1392" y="1226"/>
                  </a:cxn>
                  <a:cxn ang="0">
                    <a:pos x="1216" y="1293"/>
                  </a:cxn>
                  <a:cxn ang="0">
                    <a:pos x="1085" y="1356"/>
                  </a:cxn>
                  <a:cxn ang="0">
                    <a:pos x="767" y="1326"/>
                  </a:cxn>
                  <a:cxn ang="0">
                    <a:pos x="589" y="1312"/>
                  </a:cxn>
                  <a:cxn ang="0">
                    <a:pos x="573" y="1226"/>
                  </a:cxn>
                  <a:cxn ang="0">
                    <a:pos x="490" y="1200"/>
                  </a:cxn>
                  <a:cxn ang="0">
                    <a:pos x="499" y="1099"/>
                  </a:cxn>
                  <a:cxn ang="0">
                    <a:pos x="429" y="1091"/>
                  </a:cxn>
                  <a:cxn ang="0">
                    <a:pos x="266" y="1009"/>
                  </a:cxn>
                  <a:cxn ang="0">
                    <a:pos x="253" y="917"/>
                  </a:cxn>
                  <a:cxn ang="0">
                    <a:pos x="183" y="887"/>
                  </a:cxn>
                  <a:cxn ang="0">
                    <a:pos x="133" y="768"/>
                  </a:cxn>
                  <a:cxn ang="0">
                    <a:pos x="73" y="680"/>
                  </a:cxn>
                  <a:cxn ang="0">
                    <a:pos x="0" y="641"/>
                  </a:cxn>
                  <a:cxn ang="0">
                    <a:pos x="131" y="604"/>
                  </a:cxn>
                  <a:cxn ang="0">
                    <a:pos x="217" y="511"/>
                  </a:cxn>
                  <a:cxn ang="0">
                    <a:pos x="275" y="416"/>
                  </a:cxn>
                  <a:cxn ang="0">
                    <a:pos x="339" y="316"/>
                  </a:cxn>
                  <a:cxn ang="0">
                    <a:pos x="370" y="236"/>
                  </a:cxn>
                  <a:cxn ang="0">
                    <a:pos x="411" y="168"/>
                  </a:cxn>
                  <a:cxn ang="0">
                    <a:pos x="493" y="146"/>
                  </a:cxn>
                  <a:cxn ang="0">
                    <a:pos x="535" y="93"/>
                  </a:cxn>
                  <a:cxn ang="0">
                    <a:pos x="626" y="82"/>
                  </a:cxn>
                  <a:cxn ang="0">
                    <a:pos x="783" y="100"/>
                  </a:cxn>
                  <a:cxn ang="0">
                    <a:pos x="896" y="82"/>
                  </a:cxn>
                  <a:cxn ang="0">
                    <a:pos x="974" y="139"/>
                  </a:cxn>
                  <a:cxn ang="0">
                    <a:pos x="1097" y="79"/>
                  </a:cxn>
                  <a:cxn ang="0">
                    <a:pos x="1288" y="0"/>
                  </a:cxn>
                  <a:cxn ang="0">
                    <a:pos x="1341" y="2"/>
                  </a:cxn>
                  <a:cxn ang="0">
                    <a:pos x="1437" y="91"/>
                  </a:cxn>
                  <a:cxn ang="0">
                    <a:pos x="1480" y="204"/>
                  </a:cxn>
                  <a:cxn ang="0">
                    <a:pos x="1577" y="362"/>
                  </a:cxn>
                  <a:cxn ang="0">
                    <a:pos x="1636" y="547"/>
                  </a:cxn>
                  <a:cxn ang="0">
                    <a:pos x="1625" y="680"/>
                  </a:cxn>
                  <a:cxn ang="0">
                    <a:pos x="1640" y="768"/>
                  </a:cxn>
                  <a:cxn ang="0">
                    <a:pos x="1640" y="837"/>
                  </a:cxn>
                  <a:cxn ang="0">
                    <a:pos x="1720" y="897"/>
                  </a:cxn>
                  <a:cxn ang="0">
                    <a:pos x="1798" y="865"/>
                  </a:cxn>
                  <a:cxn ang="0">
                    <a:pos x="1888" y="842"/>
                  </a:cxn>
                  <a:cxn ang="0">
                    <a:pos x="1941" y="856"/>
                  </a:cxn>
                  <a:cxn ang="0">
                    <a:pos x="1949" y="948"/>
                  </a:cxn>
                  <a:cxn ang="0">
                    <a:pos x="1930" y="1009"/>
                  </a:cxn>
                  <a:cxn ang="0">
                    <a:pos x="1875" y="1038"/>
                  </a:cxn>
                  <a:cxn ang="0">
                    <a:pos x="1808" y="1104"/>
                  </a:cxn>
                  <a:cxn ang="0">
                    <a:pos x="1771" y="1105"/>
                  </a:cxn>
                  <a:cxn ang="0">
                    <a:pos x="1818" y="1032"/>
                  </a:cxn>
                  <a:cxn ang="0">
                    <a:pos x="1789" y="979"/>
                  </a:cxn>
                  <a:cxn ang="0">
                    <a:pos x="1758" y="1112"/>
                  </a:cxn>
                  <a:cxn ang="0">
                    <a:pos x="1740" y="1185"/>
                  </a:cxn>
                  <a:cxn ang="0">
                    <a:pos x="1735" y="1281"/>
                  </a:cxn>
                </a:cxnLst>
                <a:rect l="0" t="0" r="r" b="b"/>
                <a:pathLst>
                  <a:path w="1952" h="1356">
                    <a:moveTo>
                      <a:pt x="1740" y="1324"/>
                    </a:moveTo>
                    <a:lnTo>
                      <a:pt x="1675" y="1330"/>
                    </a:lnTo>
                    <a:lnTo>
                      <a:pt x="1597" y="1277"/>
                    </a:lnTo>
                    <a:lnTo>
                      <a:pt x="1489" y="1247"/>
                    </a:lnTo>
                    <a:lnTo>
                      <a:pt x="1464" y="1228"/>
                    </a:lnTo>
                    <a:lnTo>
                      <a:pt x="1392" y="1226"/>
                    </a:lnTo>
                    <a:lnTo>
                      <a:pt x="1298" y="1254"/>
                    </a:lnTo>
                    <a:lnTo>
                      <a:pt x="1216" y="1293"/>
                    </a:lnTo>
                    <a:lnTo>
                      <a:pt x="1147" y="1340"/>
                    </a:lnTo>
                    <a:lnTo>
                      <a:pt x="1085" y="1356"/>
                    </a:lnTo>
                    <a:lnTo>
                      <a:pt x="920" y="1329"/>
                    </a:lnTo>
                    <a:lnTo>
                      <a:pt x="767" y="1326"/>
                    </a:lnTo>
                    <a:lnTo>
                      <a:pt x="639" y="1312"/>
                    </a:lnTo>
                    <a:lnTo>
                      <a:pt x="589" y="1312"/>
                    </a:lnTo>
                    <a:lnTo>
                      <a:pt x="549" y="1279"/>
                    </a:lnTo>
                    <a:lnTo>
                      <a:pt x="573" y="1226"/>
                    </a:lnTo>
                    <a:lnTo>
                      <a:pt x="526" y="1210"/>
                    </a:lnTo>
                    <a:lnTo>
                      <a:pt x="490" y="1200"/>
                    </a:lnTo>
                    <a:lnTo>
                      <a:pt x="460" y="1139"/>
                    </a:lnTo>
                    <a:lnTo>
                      <a:pt x="499" y="1099"/>
                    </a:lnTo>
                    <a:lnTo>
                      <a:pt x="473" y="1058"/>
                    </a:lnTo>
                    <a:lnTo>
                      <a:pt x="429" y="1091"/>
                    </a:lnTo>
                    <a:lnTo>
                      <a:pt x="323" y="1054"/>
                    </a:lnTo>
                    <a:lnTo>
                      <a:pt x="266" y="1009"/>
                    </a:lnTo>
                    <a:lnTo>
                      <a:pt x="262" y="952"/>
                    </a:lnTo>
                    <a:lnTo>
                      <a:pt x="253" y="917"/>
                    </a:lnTo>
                    <a:lnTo>
                      <a:pt x="223" y="897"/>
                    </a:lnTo>
                    <a:lnTo>
                      <a:pt x="183" y="887"/>
                    </a:lnTo>
                    <a:lnTo>
                      <a:pt x="149" y="837"/>
                    </a:lnTo>
                    <a:lnTo>
                      <a:pt x="133" y="768"/>
                    </a:lnTo>
                    <a:lnTo>
                      <a:pt x="111" y="725"/>
                    </a:lnTo>
                    <a:lnTo>
                      <a:pt x="73" y="680"/>
                    </a:lnTo>
                    <a:lnTo>
                      <a:pt x="18" y="655"/>
                    </a:lnTo>
                    <a:lnTo>
                      <a:pt x="0" y="641"/>
                    </a:lnTo>
                    <a:lnTo>
                      <a:pt x="12" y="641"/>
                    </a:lnTo>
                    <a:lnTo>
                      <a:pt x="131" y="604"/>
                    </a:lnTo>
                    <a:lnTo>
                      <a:pt x="190" y="578"/>
                    </a:lnTo>
                    <a:lnTo>
                      <a:pt x="217" y="511"/>
                    </a:lnTo>
                    <a:lnTo>
                      <a:pt x="245" y="474"/>
                    </a:lnTo>
                    <a:lnTo>
                      <a:pt x="275" y="416"/>
                    </a:lnTo>
                    <a:lnTo>
                      <a:pt x="294" y="367"/>
                    </a:lnTo>
                    <a:lnTo>
                      <a:pt x="339" y="316"/>
                    </a:lnTo>
                    <a:lnTo>
                      <a:pt x="348" y="274"/>
                    </a:lnTo>
                    <a:lnTo>
                      <a:pt x="370" y="236"/>
                    </a:lnTo>
                    <a:lnTo>
                      <a:pt x="372" y="208"/>
                    </a:lnTo>
                    <a:lnTo>
                      <a:pt x="411" y="168"/>
                    </a:lnTo>
                    <a:lnTo>
                      <a:pt x="465" y="146"/>
                    </a:lnTo>
                    <a:lnTo>
                      <a:pt x="493" y="146"/>
                    </a:lnTo>
                    <a:lnTo>
                      <a:pt x="520" y="119"/>
                    </a:lnTo>
                    <a:lnTo>
                      <a:pt x="535" y="93"/>
                    </a:lnTo>
                    <a:lnTo>
                      <a:pt x="563" y="82"/>
                    </a:lnTo>
                    <a:lnTo>
                      <a:pt x="626" y="82"/>
                    </a:lnTo>
                    <a:lnTo>
                      <a:pt x="693" y="93"/>
                    </a:lnTo>
                    <a:lnTo>
                      <a:pt x="783" y="100"/>
                    </a:lnTo>
                    <a:lnTo>
                      <a:pt x="839" y="84"/>
                    </a:lnTo>
                    <a:lnTo>
                      <a:pt x="896" y="82"/>
                    </a:lnTo>
                    <a:lnTo>
                      <a:pt x="939" y="119"/>
                    </a:lnTo>
                    <a:lnTo>
                      <a:pt x="974" y="139"/>
                    </a:lnTo>
                    <a:lnTo>
                      <a:pt x="1036" y="96"/>
                    </a:lnTo>
                    <a:lnTo>
                      <a:pt x="1097" y="79"/>
                    </a:lnTo>
                    <a:lnTo>
                      <a:pt x="1161" y="78"/>
                    </a:lnTo>
                    <a:lnTo>
                      <a:pt x="1288" y="0"/>
                    </a:lnTo>
                    <a:lnTo>
                      <a:pt x="1315" y="5"/>
                    </a:lnTo>
                    <a:lnTo>
                      <a:pt x="1341" y="2"/>
                    </a:lnTo>
                    <a:lnTo>
                      <a:pt x="1388" y="41"/>
                    </a:lnTo>
                    <a:lnTo>
                      <a:pt x="1437" y="91"/>
                    </a:lnTo>
                    <a:lnTo>
                      <a:pt x="1468" y="141"/>
                    </a:lnTo>
                    <a:lnTo>
                      <a:pt x="1480" y="204"/>
                    </a:lnTo>
                    <a:lnTo>
                      <a:pt x="1523" y="282"/>
                    </a:lnTo>
                    <a:lnTo>
                      <a:pt x="1577" y="362"/>
                    </a:lnTo>
                    <a:lnTo>
                      <a:pt x="1616" y="437"/>
                    </a:lnTo>
                    <a:lnTo>
                      <a:pt x="1636" y="547"/>
                    </a:lnTo>
                    <a:lnTo>
                      <a:pt x="1636" y="617"/>
                    </a:lnTo>
                    <a:lnTo>
                      <a:pt x="1625" y="680"/>
                    </a:lnTo>
                    <a:lnTo>
                      <a:pt x="1636" y="725"/>
                    </a:lnTo>
                    <a:lnTo>
                      <a:pt x="1640" y="768"/>
                    </a:lnTo>
                    <a:lnTo>
                      <a:pt x="1641" y="824"/>
                    </a:lnTo>
                    <a:lnTo>
                      <a:pt x="1640" y="837"/>
                    </a:lnTo>
                    <a:lnTo>
                      <a:pt x="1673" y="833"/>
                    </a:lnTo>
                    <a:lnTo>
                      <a:pt x="1720" y="897"/>
                    </a:lnTo>
                    <a:lnTo>
                      <a:pt x="1759" y="894"/>
                    </a:lnTo>
                    <a:lnTo>
                      <a:pt x="1798" y="865"/>
                    </a:lnTo>
                    <a:lnTo>
                      <a:pt x="1855" y="856"/>
                    </a:lnTo>
                    <a:lnTo>
                      <a:pt x="1888" y="842"/>
                    </a:lnTo>
                    <a:lnTo>
                      <a:pt x="1920" y="844"/>
                    </a:lnTo>
                    <a:lnTo>
                      <a:pt x="1941" y="856"/>
                    </a:lnTo>
                    <a:lnTo>
                      <a:pt x="1952" y="883"/>
                    </a:lnTo>
                    <a:lnTo>
                      <a:pt x="1949" y="948"/>
                    </a:lnTo>
                    <a:lnTo>
                      <a:pt x="1943" y="989"/>
                    </a:lnTo>
                    <a:lnTo>
                      <a:pt x="1930" y="1009"/>
                    </a:lnTo>
                    <a:lnTo>
                      <a:pt x="1912" y="1030"/>
                    </a:lnTo>
                    <a:lnTo>
                      <a:pt x="1875" y="1038"/>
                    </a:lnTo>
                    <a:lnTo>
                      <a:pt x="1836" y="1065"/>
                    </a:lnTo>
                    <a:lnTo>
                      <a:pt x="1808" y="1104"/>
                    </a:lnTo>
                    <a:lnTo>
                      <a:pt x="1780" y="1128"/>
                    </a:lnTo>
                    <a:lnTo>
                      <a:pt x="1771" y="1105"/>
                    </a:lnTo>
                    <a:lnTo>
                      <a:pt x="1796" y="1078"/>
                    </a:lnTo>
                    <a:lnTo>
                      <a:pt x="1818" y="1032"/>
                    </a:lnTo>
                    <a:lnTo>
                      <a:pt x="1818" y="979"/>
                    </a:lnTo>
                    <a:lnTo>
                      <a:pt x="1789" y="979"/>
                    </a:lnTo>
                    <a:lnTo>
                      <a:pt x="1775" y="1065"/>
                    </a:lnTo>
                    <a:lnTo>
                      <a:pt x="1758" y="1112"/>
                    </a:lnTo>
                    <a:lnTo>
                      <a:pt x="1751" y="1152"/>
                    </a:lnTo>
                    <a:lnTo>
                      <a:pt x="1740" y="1185"/>
                    </a:lnTo>
                    <a:lnTo>
                      <a:pt x="1740" y="1252"/>
                    </a:lnTo>
                    <a:lnTo>
                      <a:pt x="1735" y="1281"/>
                    </a:lnTo>
                    <a:lnTo>
                      <a:pt x="1740" y="1324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GB" dirty="0">
                  <a:latin typeface="Trade Gothic LT Std" pitchFamily="50" charset="0"/>
                </a:endParaRPr>
              </a:p>
            </p:txBody>
          </p:sp>
          <p:grpSp>
            <p:nvGrpSpPr>
              <p:cNvPr id="53" name="Group 1151">
                <a:extLst>
                  <a:ext uri="{FF2B5EF4-FFF2-40B4-BE49-F238E27FC236}">
                    <a16:creationId xmlns:a16="http://schemas.microsoft.com/office/drawing/2014/main" id="{99DBA83C-E2DD-E4CF-3D51-282057E1E190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5795962" y="3514730"/>
                <a:ext cx="428625" cy="268288"/>
                <a:chOff x="3065" y="1990"/>
                <a:chExt cx="219" cy="137"/>
              </a:xfrm>
              <a:grpFill/>
            </p:grpSpPr>
            <p:sp>
              <p:nvSpPr>
                <p:cNvPr id="7" name="Freeform 1152">
                  <a:extLst>
                    <a:ext uri="{FF2B5EF4-FFF2-40B4-BE49-F238E27FC236}">
                      <a16:creationId xmlns:a16="http://schemas.microsoft.com/office/drawing/2014/main" id="{0490BCE5-201F-7012-BFB8-9EB2729DC2A0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3065" y="2059"/>
                  <a:ext cx="46" cy="44"/>
                </a:xfrm>
                <a:custGeom>
                  <a:avLst/>
                  <a:gdLst/>
                  <a:ahLst/>
                  <a:cxnLst>
                    <a:cxn ang="0">
                      <a:pos x="228" y="4"/>
                    </a:cxn>
                    <a:cxn ang="0">
                      <a:pos x="208" y="0"/>
                    </a:cxn>
                    <a:cxn ang="0">
                      <a:pos x="146" y="9"/>
                    </a:cxn>
                    <a:cxn ang="0">
                      <a:pos x="97" y="7"/>
                    </a:cxn>
                    <a:cxn ang="0">
                      <a:pos x="74" y="48"/>
                    </a:cxn>
                    <a:cxn ang="0">
                      <a:pos x="54" y="42"/>
                    </a:cxn>
                    <a:cxn ang="0">
                      <a:pos x="33" y="56"/>
                    </a:cxn>
                    <a:cxn ang="0">
                      <a:pos x="0" y="42"/>
                    </a:cxn>
                    <a:cxn ang="0">
                      <a:pos x="0" y="130"/>
                    </a:cxn>
                    <a:cxn ang="0">
                      <a:pos x="24" y="160"/>
                    </a:cxn>
                    <a:cxn ang="0">
                      <a:pos x="45" y="171"/>
                    </a:cxn>
                    <a:cxn ang="0">
                      <a:pos x="47" y="198"/>
                    </a:cxn>
                    <a:cxn ang="0">
                      <a:pos x="27" y="232"/>
                    </a:cxn>
                    <a:cxn ang="0">
                      <a:pos x="24" y="259"/>
                    </a:cxn>
                    <a:cxn ang="0">
                      <a:pos x="56" y="218"/>
                    </a:cxn>
                    <a:cxn ang="0">
                      <a:pos x="80" y="171"/>
                    </a:cxn>
                    <a:cxn ang="0">
                      <a:pos x="94" y="128"/>
                    </a:cxn>
                    <a:cxn ang="0">
                      <a:pos x="138" y="144"/>
                    </a:cxn>
                    <a:cxn ang="0">
                      <a:pos x="156" y="144"/>
                    </a:cxn>
                    <a:cxn ang="0">
                      <a:pos x="174" y="138"/>
                    </a:cxn>
                    <a:cxn ang="0">
                      <a:pos x="189" y="110"/>
                    </a:cxn>
                    <a:cxn ang="0">
                      <a:pos x="228" y="93"/>
                    </a:cxn>
                    <a:cxn ang="0">
                      <a:pos x="246" y="70"/>
                    </a:cxn>
                    <a:cxn ang="0">
                      <a:pos x="278" y="65"/>
                    </a:cxn>
                    <a:cxn ang="0">
                      <a:pos x="273" y="50"/>
                    </a:cxn>
                    <a:cxn ang="0">
                      <a:pos x="239" y="16"/>
                    </a:cxn>
                    <a:cxn ang="0">
                      <a:pos x="228" y="11"/>
                    </a:cxn>
                    <a:cxn ang="0">
                      <a:pos x="228" y="4"/>
                    </a:cxn>
                  </a:cxnLst>
                  <a:rect l="0" t="0" r="r" b="b"/>
                  <a:pathLst>
                    <a:path w="278" h="259">
                      <a:moveTo>
                        <a:pt x="228" y="4"/>
                      </a:moveTo>
                      <a:lnTo>
                        <a:pt x="208" y="0"/>
                      </a:lnTo>
                      <a:lnTo>
                        <a:pt x="146" y="9"/>
                      </a:lnTo>
                      <a:lnTo>
                        <a:pt x="97" y="7"/>
                      </a:lnTo>
                      <a:lnTo>
                        <a:pt x="74" y="48"/>
                      </a:lnTo>
                      <a:lnTo>
                        <a:pt x="54" y="42"/>
                      </a:lnTo>
                      <a:lnTo>
                        <a:pt x="33" y="56"/>
                      </a:lnTo>
                      <a:lnTo>
                        <a:pt x="0" y="42"/>
                      </a:lnTo>
                      <a:lnTo>
                        <a:pt x="0" y="130"/>
                      </a:lnTo>
                      <a:lnTo>
                        <a:pt x="24" y="160"/>
                      </a:lnTo>
                      <a:lnTo>
                        <a:pt x="45" y="171"/>
                      </a:lnTo>
                      <a:lnTo>
                        <a:pt x="47" y="198"/>
                      </a:lnTo>
                      <a:lnTo>
                        <a:pt x="27" y="232"/>
                      </a:lnTo>
                      <a:lnTo>
                        <a:pt x="24" y="259"/>
                      </a:lnTo>
                      <a:lnTo>
                        <a:pt x="56" y="218"/>
                      </a:lnTo>
                      <a:lnTo>
                        <a:pt x="80" y="171"/>
                      </a:lnTo>
                      <a:lnTo>
                        <a:pt x="94" y="128"/>
                      </a:lnTo>
                      <a:lnTo>
                        <a:pt x="138" y="144"/>
                      </a:lnTo>
                      <a:lnTo>
                        <a:pt x="156" y="144"/>
                      </a:lnTo>
                      <a:lnTo>
                        <a:pt x="174" y="138"/>
                      </a:lnTo>
                      <a:lnTo>
                        <a:pt x="189" y="110"/>
                      </a:lnTo>
                      <a:lnTo>
                        <a:pt x="228" y="93"/>
                      </a:lnTo>
                      <a:lnTo>
                        <a:pt x="246" y="70"/>
                      </a:lnTo>
                      <a:lnTo>
                        <a:pt x="278" y="65"/>
                      </a:lnTo>
                      <a:lnTo>
                        <a:pt x="273" y="50"/>
                      </a:lnTo>
                      <a:lnTo>
                        <a:pt x="239" y="16"/>
                      </a:lnTo>
                      <a:lnTo>
                        <a:pt x="228" y="11"/>
                      </a:lnTo>
                      <a:lnTo>
                        <a:pt x="228" y="4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GB" dirty="0">
                    <a:latin typeface="Trade Gothic LT Std" pitchFamily="50" charset="0"/>
                  </a:endParaRPr>
                </a:p>
              </p:txBody>
            </p:sp>
            <p:sp>
              <p:nvSpPr>
                <p:cNvPr id="8" name="Freeform 1153">
                  <a:extLst>
                    <a:ext uri="{FF2B5EF4-FFF2-40B4-BE49-F238E27FC236}">
                      <a16:creationId xmlns:a16="http://schemas.microsoft.com/office/drawing/2014/main" id="{95DFFE50-522A-E7CD-A695-CB3AB13D8DC4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3070" y="2029"/>
                  <a:ext cx="32" cy="24"/>
                </a:xfrm>
                <a:custGeom>
                  <a:avLst/>
                  <a:gdLst/>
                  <a:ahLst/>
                  <a:cxnLst>
                    <a:cxn ang="0">
                      <a:pos x="64" y="55"/>
                    </a:cxn>
                    <a:cxn ang="0">
                      <a:pos x="14" y="59"/>
                    </a:cxn>
                    <a:cxn ang="0">
                      <a:pos x="0" y="74"/>
                    </a:cxn>
                    <a:cxn ang="0">
                      <a:pos x="14" y="82"/>
                    </a:cxn>
                    <a:cxn ang="0">
                      <a:pos x="47" y="82"/>
                    </a:cxn>
                    <a:cxn ang="0">
                      <a:pos x="66" y="110"/>
                    </a:cxn>
                    <a:cxn ang="0">
                      <a:pos x="78" y="147"/>
                    </a:cxn>
                    <a:cxn ang="0">
                      <a:pos x="105" y="145"/>
                    </a:cxn>
                    <a:cxn ang="0">
                      <a:pos x="121" y="110"/>
                    </a:cxn>
                    <a:cxn ang="0">
                      <a:pos x="189" y="88"/>
                    </a:cxn>
                    <a:cxn ang="0">
                      <a:pos x="189" y="52"/>
                    </a:cxn>
                    <a:cxn ang="0">
                      <a:pos x="168" y="32"/>
                    </a:cxn>
                    <a:cxn ang="0">
                      <a:pos x="146" y="23"/>
                    </a:cxn>
                    <a:cxn ang="0">
                      <a:pos x="125" y="4"/>
                    </a:cxn>
                    <a:cxn ang="0">
                      <a:pos x="105" y="0"/>
                    </a:cxn>
                    <a:cxn ang="0">
                      <a:pos x="85" y="39"/>
                    </a:cxn>
                    <a:cxn ang="0">
                      <a:pos x="64" y="55"/>
                    </a:cxn>
                  </a:cxnLst>
                  <a:rect l="0" t="0" r="r" b="b"/>
                  <a:pathLst>
                    <a:path w="189" h="147">
                      <a:moveTo>
                        <a:pt x="64" y="55"/>
                      </a:moveTo>
                      <a:lnTo>
                        <a:pt x="14" y="59"/>
                      </a:lnTo>
                      <a:lnTo>
                        <a:pt x="0" y="74"/>
                      </a:lnTo>
                      <a:lnTo>
                        <a:pt x="14" y="82"/>
                      </a:lnTo>
                      <a:lnTo>
                        <a:pt x="47" y="82"/>
                      </a:lnTo>
                      <a:lnTo>
                        <a:pt x="66" y="110"/>
                      </a:lnTo>
                      <a:lnTo>
                        <a:pt x="78" y="147"/>
                      </a:lnTo>
                      <a:lnTo>
                        <a:pt x="105" y="145"/>
                      </a:lnTo>
                      <a:lnTo>
                        <a:pt x="121" y="110"/>
                      </a:lnTo>
                      <a:lnTo>
                        <a:pt x="189" y="88"/>
                      </a:lnTo>
                      <a:lnTo>
                        <a:pt x="189" y="52"/>
                      </a:lnTo>
                      <a:lnTo>
                        <a:pt x="168" y="32"/>
                      </a:lnTo>
                      <a:lnTo>
                        <a:pt x="146" y="23"/>
                      </a:lnTo>
                      <a:lnTo>
                        <a:pt x="125" y="4"/>
                      </a:lnTo>
                      <a:lnTo>
                        <a:pt x="105" y="0"/>
                      </a:lnTo>
                      <a:lnTo>
                        <a:pt x="85" y="39"/>
                      </a:lnTo>
                      <a:lnTo>
                        <a:pt x="64" y="55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GB" dirty="0">
                    <a:latin typeface="Trade Gothic LT Std" pitchFamily="50" charset="0"/>
                  </a:endParaRPr>
                </a:p>
              </p:txBody>
            </p:sp>
            <p:sp>
              <p:nvSpPr>
                <p:cNvPr id="167" name="Freeform 1154">
                  <a:extLst>
                    <a:ext uri="{FF2B5EF4-FFF2-40B4-BE49-F238E27FC236}">
                      <a16:creationId xmlns:a16="http://schemas.microsoft.com/office/drawing/2014/main" id="{2FE32E11-0B6B-8C50-2D13-DE4D323A7639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3118" y="1990"/>
                  <a:ext cx="166" cy="137"/>
                </a:xfrm>
                <a:custGeom>
                  <a:avLst/>
                  <a:gdLst/>
                  <a:ahLst/>
                  <a:cxnLst>
                    <a:cxn ang="0">
                      <a:pos x="461" y="0"/>
                    </a:cxn>
                    <a:cxn ang="0">
                      <a:pos x="521" y="21"/>
                    </a:cxn>
                    <a:cxn ang="0">
                      <a:pos x="596" y="45"/>
                    </a:cxn>
                    <a:cxn ang="0">
                      <a:pos x="686" y="79"/>
                    </a:cxn>
                    <a:cxn ang="0">
                      <a:pos x="893" y="97"/>
                    </a:cxn>
                    <a:cxn ang="0">
                      <a:pos x="944" y="53"/>
                    </a:cxn>
                    <a:cxn ang="0">
                      <a:pos x="990" y="83"/>
                    </a:cxn>
                    <a:cxn ang="0">
                      <a:pos x="986" y="142"/>
                    </a:cxn>
                    <a:cxn ang="0">
                      <a:pos x="913" y="238"/>
                    </a:cxn>
                    <a:cxn ang="0">
                      <a:pos x="903" y="341"/>
                    </a:cxn>
                    <a:cxn ang="0">
                      <a:pos x="898" y="431"/>
                    </a:cxn>
                    <a:cxn ang="0">
                      <a:pos x="908" y="473"/>
                    </a:cxn>
                    <a:cxn ang="0">
                      <a:pos x="866" y="532"/>
                    </a:cxn>
                    <a:cxn ang="0">
                      <a:pos x="838" y="573"/>
                    </a:cxn>
                    <a:cxn ang="0">
                      <a:pos x="883" y="604"/>
                    </a:cxn>
                    <a:cxn ang="0">
                      <a:pos x="974" y="666"/>
                    </a:cxn>
                    <a:cxn ang="0">
                      <a:pos x="933" y="722"/>
                    </a:cxn>
                    <a:cxn ang="0">
                      <a:pos x="870" y="654"/>
                    </a:cxn>
                    <a:cxn ang="0">
                      <a:pos x="854" y="736"/>
                    </a:cxn>
                    <a:cxn ang="0">
                      <a:pos x="837" y="822"/>
                    </a:cxn>
                    <a:cxn ang="0">
                      <a:pos x="772" y="801"/>
                    </a:cxn>
                    <a:cxn ang="0">
                      <a:pos x="684" y="822"/>
                    </a:cxn>
                    <a:cxn ang="0">
                      <a:pos x="573" y="747"/>
                    </a:cxn>
                    <a:cxn ang="0">
                      <a:pos x="496" y="691"/>
                    </a:cxn>
                    <a:cxn ang="0">
                      <a:pos x="387" y="639"/>
                    </a:cxn>
                    <a:cxn ang="0">
                      <a:pos x="242" y="690"/>
                    </a:cxn>
                    <a:cxn ang="0">
                      <a:pos x="190" y="717"/>
                    </a:cxn>
                    <a:cxn ang="0">
                      <a:pos x="212" y="577"/>
                    </a:cxn>
                    <a:cxn ang="0">
                      <a:pos x="223" y="517"/>
                    </a:cxn>
                    <a:cxn ang="0">
                      <a:pos x="157" y="539"/>
                    </a:cxn>
                    <a:cxn ang="0">
                      <a:pos x="106" y="525"/>
                    </a:cxn>
                    <a:cxn ang="0">
                      <a:pos x="57" y="519"/>
                    </a:cxn>
                    <a:cxn ang="0">
                      <a:pos x="18" y="445"/>
                    </a:cxn>
                    <a:cxn ang="0">
                      <a:pos x="27" y="370"/>
                    </a:cxn>
                    <a:cxn ang="0">
                      <a:pos x="61" y="349"/>
                    </a:cxn>
                    <a:cxn ang="0">
                      <a:pos x="14" y="293"/>
                    </a:cxn>
                    <a:cxn ang="0">
                      <a:pos x="16" y="265"/>
                    </a:cxn>
                    <a:cxn ang="0">
                      <a:pos x="14" y="185"/>
                    </a:cxn>
                    <a:cxn ang="0">
                      <a:pos x="131" y="140"/>
                    </a:cxn>
                    <a:cxn ang="0">
                      <a:pos x="147" y="111"/>
                    </a:cxn>
                    <a:cxn ang="0">
                      <a:pos x="203" y="79"/>
                    </a:cxn>
                    <a:cxn ang="0">
                      <a:pos x="287" y="45"/>
                    </a:cxn>
                    <a:cxn ang="0">
                      <a:pos x="402" y="61"/>
                    </a:cxn>
                    <a:cxn ang="0">
                      <a:pos x="418" y="21"/>
                    </a:cxn>
                  </a:cxnLst>
                  <a:rect l="0" t="0" r="r" b="b"/>
                  <a:pathLst>
                    <a:path w="999" h="822">
                      <a:moveTo>
                        <a:pt x="451" y="21"/>
                      </a:moveTo>
                      <a:lnTo>
                        <a:pt x="461" y="0"/>
                      </a:lnTo>
                      <a:lnTo>
                        <a:pt x="489" y="32"/>
                      </a:lnTo>
                      <a:lnTo>
                        <a:pt x="521" y="21"/>
                      </a:lnTo>
                      <a:lnTo>
                        <a:pt x="549" y="26"/>
                      </a:lnTo>
                      <a:lnTo>
                        <a:pt x="596" y="45"/>
                      </a:lnTo>
                      <a:lnTo>
                        <a:pt x="668" y="56"/>
                      </a:lnTo>
                      <a:lnTo>
                        <a:pt x="686" y="79"/>
                      </a:lnTo>
                      <a:lnTo>
                        <a:pt x="731" y="94"/>
                      </a:lnTo>
                      <a:lnTo>
                        <a:pt x="893" y="97"/>
                      </a:lnTo>
                      <a:lnTo>
                        <a:pt x="935" y="82"/>
                      </a:lnTo>
                      <a:lnTo>
                        <a:pt x="944" y="53"/>
                      </a:lnTo>
                      <a:lnTo>
                        <a:pt x="970" y="58"/>
                      </a:lnTo>
                      <a:lnTo>
                        <a:pt x="990" y="83"/>
                      </a:lnTo>
                      <a:lnTo>
                        <a:pt x="999" y="113"/>
                      </a:lnTo>
                      <a:lnTo>
                        <a:pt x="986" y="142"/>
                      </a:lnTo>
                      <a:lnTo>
                        <a:pt x="944" y="184"/>
                      </a:lnTo>
                      <a:lnTo>
                        <a:pt x="913" y="238"/>
                      </a:lnTo>
                      <a:lnTo>
                        <a:pt x="888" y="290"/>
                      </a:lnTo>
                      <a:lnTo>
                        <a:pt x="903" y="341"/>
                      </a:lnTo>
                      <a:lnTo>
                        <a:pt x="892" y="407"/>
                      </a:lnTo>
                      <a:lnTo>
                        <a:pt x="898" y="431"/>
                      </a:lnTo>
                      <a:lnTo>
                        <a:pt x="908" y="450"/>
                      </a:lnTo>
                      <a:lnTo>
                        <a:pt x="908" y="473"/>
                      </a:lnTo>
                      <a:lnTo>
                        <a:pt x="898" y="500"/>
                      </a:lnTo>
                      <a:lnTo>
                        <a:pt x="866" y="532"/>
                      </a:lnTo>
                      <a:lnTo>
                        <a:pt x="847" y="546"/>
                      </a:lnTo>
                      <a:lnTo>
                        <a:pt x="838" y="573"/>
                      </a:lnTo>
                      <a:lnTo>
                        <a:pt x="850" y="602"/>
                      </a:lnTo>
                      <a:lnTo>
                        <a:pt x="883" y="604"/>
                      </a:lnTo>
                      <a:lnTo>
                        <a:pt x="935" y="600"/>
                      </a:lnTo>
                      <a:lnTo>
                        <a:pt x="974" y="666"/>
                      </a:lnTo>
                      <a:lnTo>
                        <a:pt x="970" y="722"/>
                      </a:lnTo>
                      <a:lnTo>
                        <a:pt x="933" y="722"/>
                      </a:lnTo>
                      <a:lnTo>
                        <a:pt x="900" y="681"/>
                      </a:lnTo>
                      <a:lnTo>
                        <a:pt x="870" y="654"/>
                      </a:lnTo>
                      <a:lnTo>
                        <a:pt x="872" y="709"/>
                      </a:lnTo>
                      <a:lnTo>
                        <a:pt x="854" y="736"/>
                      </a:lnTo>
                      <a:lnTo>
                        <a:pt x="831" y="792"/>
                      </a:lnTo>
                      <a:lnTo>
                        <a:pt x="837" y="822"/>
                      </a:lnTo>
                      <a:lnTo>
                        <a:pt x="834" y="819"/>
                      </a:lnTo>
                      <a:lnTo>
                        <a:pt x="772" y="801"/>
                      </a:lnTo>
                      <a:lnTo>
                        <a:pt x="712" y="808"/>
                      </a:lnTo>
                      <a:lnTo>
                        <a:pt x="684" y="822"/>
                      </a:lnTo>
                      <a:lnTo>
                        <a:pt x="654" y="820"/>
                      </a:lnTo>
                      <a:lnTo>
                        <a:pt x="573" y="747"/>
                      </a:lnTo>
                      <a:lnTo>
                        <a:pt x="554" y="713"/>
                      </a:lnTo>
                      <a:lnTo>
                        <a:pt x="496" y="691"/>
                      </a:lnTo>
                      <a:lnTo>
                        <a:pt x="450" y="653"/>
                      </a:lnTo>
                      <a:lnTo>
                        <a:pt x="387" y="639"/>
                      </a:lnTo>
                      <a:lnTo>
                        <a:pt x="291" y="653"/>
                      </a:lnTo>
                      <a:lnTo>
                        <a:pt x="242" y="690"/>
                      </a:lnTo>
                      <a:lnTo>
                        <a:pt x="212" y="695"/>
                      </a:lnTo>
                      <a:lnTo>
                        <a:pt x="190" y="717"/>
                      </a:lnTo>
                      <a:lnTo>
                        <a:pt x="201" y="672"/>
                      </a:lnTo>
                      <a:lnTo>
                        <a:pt x="212" y="577"/>
                      </a:lnTo>
                      <a:lnTo>
                        <a:pt x="225" y="537"/>
                      </a:lnTo>
                      <a:lnTo>
                        <a:pt x="223" y="517"/>
                      </a:lnTo>
                      <a:lnTo>
                        <a:pt x="170" y="510"/>
                      </a:lnTo>
                      <a:lnTo>
                        <a:pt x="157" y="539"/>
                      </a:lnTo>
                      <a:lnTo>
                        <a:pt x="129" y="558"/>
                      </a:lnTo>
                      <a:lnTo>
                        <a:pt x="106" y="525"/>
                      </a:lnTo>
                      <a:lnTo>
                        <a:pt x="84" y="527"/>
                      </a:lnTo>
                      <a:lnTo>
                        <a:pt x="57" y="519"/>
                      </a:lnTo>
                      <a:lnTo>
                        <a:pt x="41" y="475"/>
                      </a:lnTo>
                      <a:lnTo>
                        <a:pt x="18" y="445"/>
                      </a:lnTo>
                      <a:lnTo>
                        <a:pt x="14" y="406"/>
                      </a:lnTo>
                      <a:lnTo>
                        <a:pt x="27" y="370"/>
                      </a:lnTo>
                      <a:lnTo>
                        <a:pt x="67" y="363"/>
                      </a:lnTo>
                      <a:lnTo>
                        <a:pt x="61" y="349"/>
                      </a:lnTo>
                      <a:lnTo>
                        <a:pt x="9" y="342"/>
                      </a:lnTo>
                      <a:lnTo>
                        <a:pt x="14" y="293"/>
                      </a:lnTo>
                      <a:lnTo>
                        <a:pt x="23" y="281"/>
                      </a:lnTo>
                      <a:lnTo>
                        <a:pt x="16" y="265"/>
                      </a:lnTo>
                      <a:lnTo>
                        <a:pt x="0" y="261"/>
                      </a:lnTo>
                      <a:lnTo>
                        <a:pt x="14" y="185"/>
                      </a:lnTo>
                      <a:lnTo>
                        <a:pt x="29" y="169"/>
                      </a:lnTo>
                      <a:lnTo>
                        <a:pt x="131" y="140"/>
                      </a:lnTo>
                      <a:lnTo>
                        <a:pt x="133" y="124"/>
                      </a:lnTo>
                      <a:lnTo>
                        <a:pt x="147" y="111"/>
                      </a:lnTo>
                      <a:lnTo>
                        <a:pt x="178" y="102"/>
                      </a:lnTo>
                      <a:lnTo>
                        <a:pt x="203" y="79"/>
                      </a:lnTo>
                      <a:lnTo>
                        <a:pt x="277" y="82"/>
                      </a:lnTo>
                      <a:lnTo>
                        <a:pt x="287" y="45"/>
                      </a:lnTo>
                      <a:lnTo>
                        <a:pt x="325" y="68"/>
                      </a:lnTo>
                      <a:lnTo>
                        <a:pt x="402" y="61"/>
                      </a:lnTo>
                      <a:lnTo>
                        <a:pt x="422" y="45"/>
                      </a:lnTo>
                      <a:lnTo>
                        <a:pt x="418" y="21"/>
                      </a:lnTo>
                      <a:lnTo>
                        <a:pt x="451" y="21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GB" dirty="0">
                    <a:latin typeface="Trade Gothic LT Std" pitchFamily="50" charset="0"/>
                  </a:endParaRPr>
                </a:p>
              </p:txBody>
            </p:sp>
          </p:grpSp>
          <p:grpSp>
            <p:nvGrpSpPr>
              <p:cNvPr id="54" name="Group 1155">
                <a:extLst>
                  <a:ext uri="{FF2B5EF4-FFF2-40B4-BE49-F238E27FC236}">
                    <a16:creationId xmlns:a16="http://schemas.microsoft.com/office/drawing/2014/main" id="{7E21A38E-0002-88A4-0C86-812D64FA5FFE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5641975" y="1887540"/>
                <a:ext cx="2528888" cy="3592517"/>
                <a:chOff x="2987" y="1160"/>
                <a:chExt cx="1289" cy="1832"/>
              </a:xfrm>
              <a:grpFill/>
            </p:grpSpPr>
            <p:sp>
              <p:nvSpPr>
                <p:cNvPr id="125" name="Freeform 1156">
                  <a:extLst>
                    <a:ext uri="{FF2B5EF4-FFF2-40B4-BE49-F238E27FC236}">
                      <a16:creationId xmlns:a16="http://schemas.microsoft.com/office/drawing/2014/main" id="{003A3FB0-8CF9-35F3-FF85-763CFF3A53E3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2987" y="2243"/>
                  <a:ext cx="112" cy="84"/>
                </a:xfrm>
                <a:custGeom>
                  <a:avLst/>
                  <a:gdLst/>
                  <a:ahLst/>
                  <a:cxnLst>
                    <a:cxn ang="0">
                      <a:pos x="0" y="442"/>
                    </a:cxn>
                    <a:cxn ang="0">
                      <a:pos x="7" y="430"/>
                    </a:cxn>
                    <a:cxn ang="0">
                      <a:pos x="43" y="401"/>
                    </a:cxn>
                    <a:cxn ang="0">
                      <a:pos x="55" y="383"/>
                    </a:cxn>
                    <a:cxn ang="0">
                      <a:pos x="73" y="330"/>
                    </a:cxn>
                    <a:cxn ang="0">
                      <a:pos x="75" y="285"/>
                    </a:cxn>
                    <a:cxn ang="0">
                      <a:pos x="93" y="265"/>
                    </a:cxn>
                    <a:cxn ang="0">
                      <a:pos x="172" y="260"/>
                    </a:cxn>
                    <a:cxn ang="0">
                      <a:pos x="203" y="238"/>
                    </a:cxn>
                    <a:cxn ang="0">
                      <a:pos x="251" y="183"/>
                    </a:cxn>
                    <a:cxn ang="0">
                      <a:pos x="287" y="123"/>
                    </a:cxn>
                    <a:cxn ang="0">
                      <a:pos x="305" y="56"/>
                    </a:cxn>
                    <a:cxn ang="0">
                      <a:pos x="312" y="0"/>
                    </a:cxn>
                    <a:cxn ang="0">
                      <a:pos x="296" y="105"/>
                    </a:cxn>
                    <a:cxn ang="0">
                      <a:pos x="265" y="172"/>
                    </a:cxn>
                    <a:cxn ang="0">
                      <a:pos x="242" y="207"/>
                    </a:cxn>
                    <a:cxn ang="0">
                      <a:pos x="212" y="240"/>
                    </a:cxn>
                    <a:cxn ang="0">
                      <a:pos x="226" y="269"/>
                    </a:cxn>
                    <a:cxn ang="0">
                      <a:pos x="251" y="265"/>
                    </a:cxn>
                    <a:cxn ang="0">
                      <a:pos x="283" y="281"/>
                    </a:cxn>
                    <a:cxn ang="0">
                      <a:pos x="325" y="281"/>
                    </a:cxn>
                    <a:cxn ang="0">
                      <a:pos x="332" y="248"/>
                    </a:cxn>
                    <a:cxn ang="0">
                      <a:pos x="332" y="188"/>
                    </a:cxn>
                    <a:cxn ang="0">
                      <a:pos x="345" y="170"/>
                    </a:cxn>
                    <a:cxn ang="0">
                      <a:pos x="347" y="153"/>
                    </a:cxn>
                    <a:cxn ang="0">
                      <a:pos x="385" y="144"/>
                    </a:cxn>
                    <a:cxn ang="0">
                      <a:pos x="406" y="164"/>
                    </a:cxn>
                    <a:cxn ang="0">
                      <a:pos x="435" y="173"/>
                    </a:cxn>
                    <a:cxn ang="0">
                      <a:pos x="458" y="192"/>
                    </a:cxn>
                    <a:cxn ang="0">
                      <a:pos x="486" y="202"/>
                    </a:cxn>
                    <a:cxn ang="0">
                      <a:pos x="547" y="213"/>
                    </a:cxn>
                    <a:cxn ang="0">
                      <a:pos x="608" y="207"/>
                    </a:cxn>
                    <a:cxn ang="0">
                      <a:pos x="632" y="224"/>
                    </a:cxn>
                    <a:cxn ang="0">
                      <a:pos x="673" y="308"/>
                    </a:cxn>
                    <a:cxn ang="0">
                      <a:pos x="651" y="364"/>
                    </a:cxn>
                    <a:cxn ang="0">
                      <a:pos x="651" y="427"/>
                    </a:cxn>
                    <a:cxn ang="0">
                      <a:pos x="659" y="465"/>
                    </a:cxn>
                    <a:cxn ang="0">
                      <a:pos x="573" y="477"/>
                    </a:cxn>
                    <a:cxn ang="0">
                      <a:pos x="472" y="499"/>
                    </a:cxn>
                    <a:cxn ang="0">
                      <a:pos x="292" y="501"/>
                    </a:cxn>
                    <a:cxn ang="0">
                      <a:pos x="52" y="461"/>
                    </a:cxn>
                    <a:cxn ang="0">
                      <a:pos x="0" y="442"/>
                    </a:cxn>
                  </a:cxnLst>
                  <a:rect l="0" t="0" r="r" b="b"/>
                  <a:pathLst>
                    <a:path w="673" h="501">
                      <a:moveTo>
                        <a:pt x="0" y="442"/>
                      </a:moveTo>
                      <a:lnTo>
                        <a:pt x="7" y="430"/>
                      </a:lnTo>
                      <a:lnTo>
                        <a:pt x="43" y="401"/>
                      </a:lnTo>
                      <a:lnTo>
                        <a:pt x="55" y="383"/>
                      </a:lnTo>
                      <a:lnTo>
                        <a:pt x="73" y="330"/>
                      </a:lnTo>
                      <a:lnTo>
                        <a:pt x="75" y="285"/>
                      </a:lnTo>
                      <a:lnTo>
                        <a:pt x="93" y="265"/>
                      </a:lnTo>
                      <a:lnTo>
                        <a:pt x="172" y="260"/>
                      </a:lnTo>
                      <a:lnTo>
                        <a:pt x="203" y="238"/>
                      </a:lnTo>
                      <a:lnTo>
                        <a:pt x="251" y="183"/>
                      </a:lnTo>
                      <a:lnTo>
                        <a:pt x="287" y="123"/>
                      </a:lnTo>
                      <a:lnTo>
                        <a:pt x="305" y="56"/>
                      </a:lnTo>
                      <a:lnTo>
                        <a:pt x="312" y="0"/>
                      </a:lnTo>
                      <a:lnTo>
                        <a:pt x="296" y="105"/>
                      </a:lnTo>
                      <a:lnTo>
                        <a:pt x="265" y="172"/>
                      </a:lnTo>
                      <a:lnTo>
                        <a:pt x="242" y="207"/>
                      </a:lnTo>
                      <a:lnTo>
                        <a:pt x="212" y="240"/>
                      </a:lnTo>
                      <a:lnTo>
                        <a:pt x="226" y="269"/>
                      </a:lnTo>
                      <a:lnTo>
                        <a:pt x="251" y="265"/>
                      </a:lnTo>
                      <a:lnTo>
                        <a:pt x="283" y="281"/>
                      </a:lnTo>
                      <a:lnTo>
                        <a:pt x="325" y="281"/>
                      </a:lnTo>
                      <a:lnTo>
                        <a:pt x="332" y="248"/>
                      </a:lnTo>
                      <a:lnTo>
                        <a:pt x="332" y="188"/>
                      </a:lnTo>
                      <a:lnTo>
                        <a:pt x="345" y="170"/>
                      </a:lnTo>
                      <a:lnTo>
                        <a:pt x="347" y="153"/>
                      </a:lnTo>
                      <a:lnTo>
                        <a:pt x="385" y="144"/>
                      </a:lnTo>
                      <a:lnTo>
                        <a:pt x="406" y="164"/>
                      </a:lnTo>
                      <a:lnTo>
                        <a:pt x="435" y="173"/>
                      </a:lnTo>
                      <a:lnTo>
                        <a:pt x="458" y="192"/>
                      </a:lnTo>
                      <a:lnTo>
                        <a:pt x="486" y="202"/>
                      </a:lnTo>
                      <a:lnTo>
                        <a:pt x="547" y="213"/>
                      </a:lnTo>
                      <a:lnTo>
                        <a:pt x="608" y="207"/>
                      </a:lnTo>
                      <a:lnTo>
                        <a:pt x="632" y="224"/>
                      </a:lnTo>
                      <a:lnTo>
                        <a:pt x="673" y="308"/>
                      </a:lnTo>
                      <a:lnTo>
                        <a:pt x="651" y="364"/>
                      </a:lnTo>
                      <a:lnTo>
                        <a:pt x="651" y="427"/>
                      </a:lnTo>
                      <a:lnTo>
                        <a:pt x="659" y="465"/>
                      </a:lnTo>
                      <a:lnTo>
                        <a:pt x="573" y="477"/>
                      </a:lnTo>
                      <a:lnTo>
                        <a:pt x="472" y="499"/>
                      </a:lnTo>
                      <a:lnTo>
                        <a:pt x="292" y="501"/>
                      </a:lnTo>
                      <a:lnTo>
                        <a:pt x="52" y="461"/>
                      </a:lnTo>
                      <a:lnTo>
                        <a:pt x="0" y="442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GB" dirty="0">
                    <a:latin typeface="Trade Gothic LT Std" pitchFamily="50" charset="0"/>
                  </a:endParaRPr>
                </a:p>
              </p:txBody>
            </p:sp>
            <p:grpSp>
              <p:nvGrpSpPr>
                <p:cNvPr id="126" name="Group 1157">
                  <a:extLst>
                    <a:ext uri="{FF2B5EF4-FFF2-40B4-BE49-F238E27FC236}">
                      <a16:creationId xmlns:a16="http://schemas.microsoft.com/office/drawing/2014/main" id="{155C777D-2007-DCE3-8049-514D16E8664E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256" y="1160"/>
                  <a:ext cx="1020" cy="1832"/>
                  <a:chOff x="3256" y="1160"/>
                  <a:chExt cx="1020" cy="1832"/>
                </a:xfrm>
                <a:grpFill/>
              </p:grpSpPr>
              <p:sp>
                <p:nvSpPr>
                  <p:cNvPr id="127" name="Freeform 1158">
                    <a:extLst>
                      <a:ext uri="{FF2B5EF4-FFF2-40B4-BE49-F238E27FC236}">
                        <a16:creationId xmlns:a16="http://schemas.microsoft.com/office/drawing/2014/main" id="{639B35EA-5E59-D541-D2C7-A374AB35BBF7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gray">
                  <a:xfrm>
                    <a:off x="3963" y="1202"/>
                    <a:ext cx="73" cy="78"/>
                  </a:xfrm>
                  <a:custGeom>
                    <a:avLst/>
                    <a:gdLst/>
                    <a:ahLst/>
                    <a:cxnLst>
                      <a:cxn ang="0">
                        <a:pos x="100" y="32"/>
                      </a:cxn>
                      <a:cxn ang="0">
                        <a:pos x="113" y="15"/>
                      </a:cxn>
                      <a:cxn ang="0">
                        <a:pos x="127" y="14"/>
                      </a:cxn>
                      <a:cxn ang="0">
                        <a:pos x="146" y="28"/>
                      </a:cxn>
                      <a:cxn ang="0">
                        <a:pos x="187" y="0"/>
                      </a:cxn>
                      <a:cxn ang="0">
                        <a:pos x="205" y="0"/>
                      </a:cxn>
                      <a:cxn ang="0">
                        <a:pos x="354" y="138"/>
                      </a:cxn>
                      <a:cxn ang="0">
                        <a:pos x="378" y="192"/>
                      </a:cxn>
                      <a:cxn ang="0">
                        <a:pos x="393" y="196"/>
                      </a:cxn>
                      <a:cxn ang="0">
                        <a:pos x="393" y="128"/>
                      </a:cxn>
                      <a:cxn ang="0">
                        <a:pos x="412" y="182"/>
                      </a:cxn>
                      <a:cxn ang="0">
                        <a:pos x="439" y="241"/>
                      </a:cxn>
                      <a:cxn ang="0">
                        <a:pos x="432" y="291"/>
                      </a:cxn>
                      <a:cxn ang="0">
                        <a:pos x="407" y="237"/>
                      </a:cxn>
                      <a:cxn ang="0">
                        <a:pos x="364" y="284"/>
                      </a:cxn>
                      <a:cxn ang="0">
                        <a:pos x="290" y="391"/>
                      </a:cxn>
                      <a:cxn ang="0">
                        <a:pos x="238" y="421"/>
                      </a:cxn>
                      <a:cxn ang="0">
                        <a:pos x="208" y="421"/>
                      </a:cxn>
                      <a:cxn ang="0">
                        <a:pos x="173" y="461"/>
                      </a:cxn>
                      <a:cxn ang="0">
                        <a:pos x="135" y="468"/>
                      </a:cxn>
                      <a:cxn ang="0">
                        <a:pos x="117" y="439"/>
                      </a:cxn>
                      <a:cxn ang="0">
                        <a:pos x="105" y="469"/>
                      </a:cxn>
                      <a:cxn ang="0">
                        <a:pos x="76" y="441"/>
                      </a:cxn>
                      <a:cxn ang="0">
                        <a:pos x="49" y="393"/>
                      </a:cxn>
                      <a:cxn ang="0">
                        <a:pos x="27" y="391"/>
                      </a:cxn>
                      <a:cxn ang="0">
                        <a:pos x="22" y="441"/>
                      </a:cxn>
                      <a:cxn ang="0">
                        <a:pos x="33" y="468"/>
                      </a:cxn>
                      <a:cxn ang="0">
                        <a:pos x="10" y="428"/>
                      </a:cxn>
                      <a:cxn ang="0">
                        <a:pos x="0" y="386"/>
                      </a:cxn>
                      <a:cxn ang="0">
                        <a:pos x="10" y="338"/>
                      </a:cxn>
                      <a:cxn ang="0">
                        <a:pos x="15" y="207"/>
                      </a:cxn>
                      <a:cxn ang="0">
                        <a:pos x="29" y="153"/>
                      </a:cxn>
                      <a:cxn ang="0">
                        <a:pos x="76" y="63"/>
                      </a:cxn>
                      <a:cxn ang="0">
                        <a:pos x="100" y="32"/>
                      </a:cxn>
                    </a:cxnLst>
                    <a:rect l="0" t="0" r="r" b="b"/>
                    <a:pathLst>
                      <a:path w="439" h="469">
                        <a:moveTo>
                          <a:pt x="100" y="32"/>
                        </a:moveTo>
                        <a:lnTo>
                          <a:pt x="113" y="15"/>
                        </a:lnTo>
                        <a:lnTo>
                          <a:pt x="127" y="14"/>
                        </a:lnTo>
                        <a:lnTo>
                          <a:pt x="146" y="28"/>
                        </a:lnTo>
                        <a:lnTo>
                          <a:pt x="187" y="0"/>
                        </a:lnTo>
                        <a:lnTo>
                          <a:pt x="205" y="0"/>
                        </a:lnTo>
                        <a:lnTo>
                          <a:pt x="354" y="138"/>
                        </a:lnTo>
                        <a:lnTo>
                          <a:pt x="378" y="192"/>
                        </a:lnTo>
                        <a:lnTo>
                          <a:pt x="393" y="196"/>
                        </a:lnTo>
                        <a:lnTo>
                          <a:pt x="393" y="128"/>
                        </a:lnTo>
                        <a:lnTo>
                          <a:pt x="412" y="182"/>
                        </a:lnTo>
                        <a:lnTo>
                          <a:pt x="439" y="241"/>
                        </a:lnTo>
                        <a:lnTo>
                          <a:pt x="432" y="291"/>
                        </a:lnTo>
                        <a:lnTo>
                          <a:pt x="407" y="237"/>
                        </a:lnTo>
                        <a:lnTo>
                          <a:pt x="364" y="284"/>
                        </a:lnTo>
                        <a:lnTo>
                          <a:pt x="290" y="391"/>
                        </a:lnTo>
                        <a:lnTo>
                          <a:pt x="238" y="421"/>
                        </a:lnTo>
                        <a:lnTo>
                          <a:pt x="208" y="421"/>
                        </a:lnTo>
                        <a:lnTo>
                          <a:pt x="173" y="461"/>
                        </a:lnTo>
                        <a:lnTo>
                          <a:pt x="135" y="468"/>
                        </a:lnTo>
                        <a:lnTo>
                          <a:pt x="117" y="439"/>
                        </a:lnTo>
                        <a:lnTo>
                          <a:pt x="105" y="469"/>
                        </a:lnTo>
                        <a:lnTo>
                          <a:pt x="76" y="441"/>
                        </a:lnTo>
                        <a:lnTo>
                          <a:pt x="49" y="393"/>
                        </a:lnTo>
                        <a:lnTo>
                          <a:pt x="27" y="391"/>
                        </a:lnTo>
                        <a:lnTo>
                          <a:pt x="22" y="441"/>
                        </a:lnTo>
                        <a:lnTo>
                          <a:pt x="33" y="468"/>
                        </a:lnTo>
                        <a:lnTo>
                          <a:pt x="10" y="428"/>
                        </a:lnTo>
                        <a:lnTo>
                          <a:pt x="0" y="386"/>
                        </a:lnTo>
                        <a:lnTo>
                          <a:pt x="10" y="338"/>
                        </a:lnTo>
                        <a:lnTo>
                          <a:pt x="15" y="207"/>
                        </a:lnTo>
                        <a:lnTo>
                          <a:pt x="29" y="153"/>
                        </a:lnTo>
                        <a:lnTo>
                          <a:pt x="76" y="63"/>
                        </a:lnTo>
                        <a:lnTo>
                          <a:pt x="100" y="32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solidFill>
                      <a:schemeClr val="bg1">
                        <a:lumMod val="75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wrap="none" anchor="ctr"/>
                  <a:lstStyle/>
                  <a:p>
                    <a:endParaRPr lang="en-GB" dirty="0">
                      <a:latin typeface="Trade Gothic LT Std" pitchFamily="50" charset="0"/>
                    </a:endParaRPr>
                  </a:p>
                </p:txBody>
              </p:sp>
              <p:sp>
                <p:nvSpPr>
                  <p:cNvPr id="6" name="Freeform 1159">
                    <a:extLst>
                      <a:ext uri="{FF2B5EF4-FFF2-40B4-BE49-F238E27FC236}">
                        <a16:creationId xmlns:a16="http://schemas.microsoft.com/office/drawing/2014/main" id="{1190E15F-CF9F-44A6-2001-99E31E44BA0A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gray">
                  <a:xfrm>
                    <a:off x="3256" y="1160"/>
                    <a:ext cx="1020" cy="1832"/>
                  </a:xfrm>
                  <a:custGeom>
                    <a:avLst/>
                    <a:gdLst/>
                    <a:ahLst/>
                    <a:cxnLst>
                      <a:cxn ang="0">
                        <a:pos x="5518" y="949"/>
                      </a:cxn>
                      <a:cxn ang="0">
                        <a:pos x="5509" y="579"/>
                      </a:cxn>
                      <a:cxn ang="0">
                        <a:pos x="5198" y="718"/>
                      </a:cxn>
                      <a:cxn ang="0">
                        <a:pos x="4807" y="916"/>
                      </a:cxn>
                      <a:cxn ang="0">
                        <a:pos x="4127" y="1676"/>
                      </a:cxn>
                      <a:cxn ang="0">
                        <a:pos x="3592" y="1352"/>
                      </a:cxn>
                      <a:cxn ang="0">
                        <a:pos x="3564" y="812"/>
                      </a:cxn>
                      <a:cxn ang="0">
                        <a:pos x="3431" y="1552"/>
                      </a:cxn>
                      <a:cxn ang="0">
                        <a:pos x="3274" y="2118"/>
                      </a:cxn>
                      <a:cxn ang="0">
                        <a:pos x="2673" y="2243"/>
                      </a:cxn>
                      <a:cxn ang="0">
                        <a:pos x="2558" y="2825"/>
                      </a:cxn>
                      <a:cxn ang="0">
                        <a:pos x="2052" y="2600"/>
                      </a:cxn>
                      <a:cxn ang="0">
                        <a:pos x="2146" y="3138"/>
                      </a:cxn>
                      <a:cxn ang="0">
                        <a:pos x="1552" y="2923"/>
                      </a:cxn>
                      <a:cxn ang="0">
                        <a:pos x="1476" y="2179"/>
                      </a:cxn>
                      <a:cxn ang="0">
                        <a:pos x="988" y="1620"/>
                      </a:cxn>
                      <a:cxn ang="0">
                        <a:pos x="1421" y="1775"/>
                      </a:cxn>
                      <a:cxn ang="0">
                        <a:pos x="2377" y="2085"/>
                      </a:cxn>
                      <a:cxn ang="0">
                        <a:pos x="2701" y="1222"/>
                      </a:cxn>
                      <a:cxn ang="0">
                        <a:pos x="2359" y="959"/>
                      </a:cxn>
                      <a:cxn ang="0">
                        <a:pos x="1604" y="433"/>
                      </a:cxn>
                      <a:cxn ang="0">
                        <a:pos x="1092" y="319"/>
                      </a:cxn>
                      <a:cxn ang="0">
                        <a:pos x="1114" y="214"/>
                      </a:cxn>
                      <a:cxn ang="0">
                        <a:pos x="862" y="169"/>
                      </a:cxn>
                      <a:cxn ang="0">
                        <a:pos x="382" y="453"/>
                      </a:cxn>
                      <a:cxn ang="0">
                        <a:pos x="474" y="1184"/>
                      </a:cxn>
                      <a:cxn ang="0">
                        <a:pos x="493" y="2430"/>
                      </a:cxn>
                      <a:cxn ang="0">
                        <a:pos x="595" y="3311"/>
                      </a:cxn>
                      <a:cxn ang="0">
                        <a:pos x="238" y="4542"/>
                      </a:cxn>
                      <a:cxn ang="0">
                        <a:pos x="510" y="4834"/>
                      </a:cxn>
                      <a:cxn ang="0">
                        <a:pos x="144" y="4953"/>
                      </a:cxn>
                      <a:cxn ang="0">
                        <a:pos x="77" y="5450"/>
                      </a:cxn>
                      <a:cxn ang="0">
                        <a:pos x="0" y="5769"/>
                      </a:cxn>
                      <a:cxn ang="0">
                        <a:pos x="180" y="6292"/>
                      </a:cxn>
                      <a:cxn ang="0">
                        <a:pos x="635" y="6447"/>
                      </a:cxn>
                      <a:cxn ang="0">
                        <a:pos x="769" y="6912"/>
                      </a:cxn>
                      <a:cxn ang="0">
                        <a:pos x="1077" y="7303"/>
                      </a:cxn>
                      <a:cxn ang="0">
                        <a:pos x="850" y="7566"/>
                      </a:cxn>
                      <a:cxn ang="0">
                        <a:pos x="1245" y="7667"/>
                      </a:cxn>
                      <a:cxn ang="0">
                        <a:pos x="1515" y="8029"/>
                      </a:cxn>
                      <a:cxn ang="0">
                        <a:pos x="1889" y="8318"/>
                      </a:cxn>
                      <a:cxn ang="0">
                        <a:pos x="2444" y="8491"/>
                      </a:cxn>
                      <a:cxn ang="0">
                        <a:pos x="2510" y="8850"/>
                      </a:cxn>
                      <a:cxn ang="0">
                        <a:pos x="2214" y="9248"/>
                      </a:cxn>
                      <a:cxn ang="0">
                        <a:pos x="2258" y="9413"/>
                      </a:cxn>
                      <a:cxn ang="0">
                        <a:pos x="2081" y="9756"/>
                      </a:cxn>
                      <a:cxn ang="0">
                        <a:pos x="2327" y="10159"/>
                      </a:cxn>
                      <a:cxn ang="0">
                        <a:pos x="3042" y="10427"/>
                      </a:cxn>
                      <a:cxn ang="0">
                        <a:pos x="3649" y="10608"/>
                      </a:cxn>
                      <a:cxn ang="0">
                        <a:pos x="4043" y="10952"/>
                      </a:cxn>
                      <a:cxn ang="0">
                        <a:pos x="4109" y="10476"/>
                      </a:cxn>
                      <a:cxn ang="0">
                        <a:pos x="4019" y="9916"/>
                      </a:cxn>
                      <a:cxn ang="0">
                        <a:pos x="4283" y="9676"/>
                      </a:cxn>
                      <a:cxn ang="0">
                        <a:pos x="4291" y="9204"/>
                      </a:cxn>
                      <a:cxn ang="0">
                        <a:pos x="3908" y="8914"/>
                      </a:cxn>
                      <a:cxn ang="0">
                        <a:pos x="4143" y="8307"/>
                      </a:cxn>
                      <a:cxn ang="0">
                        <a:pos x="4497" y="8064"/>
                      </a:cxn>
                      <a:cxn ang="0">
                        <a:pos x="4889" y="7932"/>
                      </a:cxn>
                      <a:cxn ang="0">
                        <a:pos x="5312" y="7918"/>
                      </a:cxn>
                      <a:cxn ang="0">
                        <a:pos x="5557" y="8117"/>
                      </a:cxn>
                      <a:cxn ang="0">
                        <a:pos x="5992" y="8117"/>
                      </a:cxn>
                    </a:cxnLst>
                    <a:rect l="0" t="0" r="r" b="b"/>
                    <a:pathLst>
                      <a:path w="6119" h="10988">
                        <a:moveTo>
                          <a:pt x="6119" y="804"/>
                        </a:moveTo>
                        <a:lnTo>
                          <a:pt x="6073" y="807"/>
                        </a:lnTo>
                        <a:lnTo>
                          <a:pt x="6050" y="775"/>
                        </a:lnTo>
                        <a:lnTo>
                          <a:pt x="5993" y="761"/>
                        </a:lnTo>
                        <a:lnTo>
                          <a:pt x="5924" y="780"/>
                        </a:lnTo>
                        <a:lnTo>
                          <a:pt x="5860" y="743"/>
                        </a:lnTo>
                        <a:lnTo>
                          <a:pt x="5773" y="799"/>
                        </a:lnTo>
                        <a:lnTo>
                          <a:pt x="5731" y="795"/>
                        </a:lnTo>
                        <a:lnTo>
                          <a:pt x="5643" y="871"/>
                        </a:lnTo>
                        <a:lnTo>
                          <a:pt x="5627" y="905"/>
                        </a:lnTo>
                        <a:lnTo>
                          <a:pt x="5623" y="983"/>
                        </a:lnTo>
                        <a:lnTo>
                          <a:pt x="5613" y="1016"/>
                        </a:lnTo>
                        <a:lnTo>
                          <a:pt x="5580" y="1016"/>
                        </a:lnTo>
                        <a:lnTo>
                          <a:pt x="5547" y="991"/>
                        </a:lnTo>
                        <a:lnTo>
                          <a:pt x="5518" y="949"/>
                        </a:lnTo>
                        <a:lnTo>
                          <a:pt x="5502" y="960"/>
                        </a:lnTo>
                        <a:lnTo>
                          <a:pt x="5476" y="981"/>
                        </a:lnTo>
                        <a:lnTo>
                          <a:pt x="5432" y="925"/>
                        </a:lnTo>
                        <a:lnTo>
                          <a:pt x="5432" y="826"/>
                        </a:lnTo>
                        <a:lnTo>
                          <a:pt x="5411" y="804"/>
                        </a:lnTo>
                        <a:lnTo>
                          <a:pt x="5411" y="775"/>
                        </a:lnTo>
                        <a:lnTo>
                          <a:pt x="5437" y="718"/>
                        </a:lnTo>
                        <a:lnTo>
                          <a:pt x="5444" y="665"/>
                        </a:lnTo>
                        <a:lnTo>
                          <a:pt x="5419" y="620"/>
                        </a:lnTo>
                        <a:lnTo>
                          <a:pt x="5401" y="611"/>
                        </a:lnTo>
                        <a:lnTo>
                          <a:pt x="5399" y="640"/>
                        </a:lnTo>
                        <a:lnTo>
                          <a:pt x="5385" y="642"/>
                        </a:lnTo>
                        <a:lnTo>
                          <a:pt x="5387" y="605"/>
                        </a:lnTo>
                        <a:lnTo>
                          <a:pt x="5416" y="586"/>
                        </a:lnTo>
                        <a:lnTo>
                          <a:pt x="5509" y="579"/>
                        </a:lnTo>
                        <a:lnTo>
                          <a:pt x="5554" y="555"/>
                        </a:lnTo>
                        <a:lnTo>
                          <a:pt x="5561" y="545"/>
                        </a:lnTo>
                        <a:lnTo>
                          <a:pt x="5538" y="554"/>
                        </a:lnTo>
                        <a:lnTo>
                          <a:pt x="5473" y="575"/>
                        </a:lnTo>
                        <a:lnTo>
                          <a:pt x="5446" y="567"/>
                        </a:lnTo>
                        <a:lnTo>
                          <a:pt x="5391" y="575"/>
                        </a:lnTo>
                        <a:lnTo>
                          <a:pt x="5311" y="612"/>
                        </a:lnTo>
                        <a:lnTo>
                          <a:pt x="5315" y="642"/>
                        </a:lnTo>
                        <a:lnTo>
                          <a:pt x="5283" y="655"/>
                        </a:lnTo>
                        <a:lnTo>
                          <a:pt x="5272" y="670"/>
                        </a:lnTo>
                        <a:lnTo>
                          <a:pt x="5286" y="718"/>
                        </a:lnTo>
                        <a:lnTo>
                          <a:pt x="5288" y="748"/>
                        </a:lnTo>
                        <a:lnTo>
                          <a:pt x="5243" y="768"/>
                        </a:lnTo>
                        <a:lnTo>
                          <a:pt x="5214" y="754"/>
                        </a:lnTo>
                        <a:lnTo>
                          <a:pt x="5198" y="718"/>
                        </a:lnTo>
                        <a:lnTo>
                          <a:pt x="5219" y="688"/>
                        </a:lnTo>
                        <a:lnTo>
                          <a:pt x="5191" y="688"/>
                        </a:lnTo>
                        <a:lnTo>
                          <a:pt x="5108" y="780"/>
                        </a:lnTo>
                        <a:lnTo>
                          <a:pt x="5141" y="774"/>
                        </a:lnTo>
                        <a:lnTo>
                          <a:pt x="5153" y="807"/>
                        </a:lnTo>
                        <a:lnTo>
                          <a:pt x="5155" y="840"/>
                        </a:lnTo>
                        <a:lnTo>
                          <a:pt x="5148" y="876"/>
                        </a:lnTo>
                        <a:lnTo>
                          <a:pt x="5117" y="904"/>
                        </a:lnTo>
                        <a:lnTo>
                          <a:pt x="5096" y="911"/>
                        </a:lnTo>
                        <a:lnTo>
                          <a:pt x="5078" y="859"/>
                        </a:lnTo>
                        <a:lnTo>
                          <a:pt x="5051" y="818"/>
                        </a:lnTo>
                        <a:lnTo>
                          <a:pt x="4950" y="846"/>
                        </a:lnTo>
                        <a:lnTo>
                          <a:pt x="4959" y="862"/>
                        </a:lnTo>
                        <a:lnTo>
                          <a:pt x="4819" y="925"/>
                        </a:lnTo>
                        <a:lnTo>
                          <a:pt x="4807" y="916"/>
                        </a:lnTo>
                        <a:lnTo>
                          <a:pt x="4783" y="926"/>
                        </a:lnTo>
                        <a:lnTo>
                          <a:pt x="4681" y="1022"/>
                        </a:lnTo>
                        <a:lnTo>
                          <a:pt x="4406" y="1203"/>
                        </a:lnTo>
                        <a:lnTo>
                          <a:pt x="4375" y="1200"/>
                        </a:lnTo>
                        <a:lnTo>
                          <a:pt x="4369" y="1257"/>
                        </a:lnTo>
                        <a:lnTo>
                          <a:pt x="4386" y="1267"/>
                        </a:lnTo>
                        <a:lnTo>
                          <a:pt x="4350" y="1294"/>
                        </a:lnTo>
                        <a:lnTo>
                          <a:pt x="4271" y="1308"/>
                        </a:lnTo>
                        <a:lnTo>
                          <a:pt x="4234" y="1335"/>
                        </a:lnTo>
                        <a:lnTo>
                          <a:pt x="4212" y="1324"/>
                        </a:lnTo>
                        <a:lnTo>
                          <a:pt x="4189" y="1375"/>
                        </a:lnTo>
                        <a:lnTo>
                          <a:pt x="4160" y="1492"/>
                        </a:lnTo>
                        <a:lnTo>
                          <a:pt x="4144" y="1536"/>
                        </a:lnTo>
                        <a:lnTo>
                          <a:pt x="4154" y="1630"/>
                        </a:lnTo>
                        <a:lnTo>
                          <a:pt x="4127" y="1676"/>
                        </a:lnTo>
                        <a:lnTo>
                          <a:pt x="4066" y="1710"/>
                        </a:lnTo>
                        <a:lnTo>
                          <a:pt x="4025" y="1702"/>
                        </a:lnTo>
                        <a:lnTo>
                          <a:pt x="3949" y="1735"/>
                        </a:lnTo>
                        <a:lnTo>
                          <a:pt x="3931" y="1812"/>
                        </a:lnTo>
                        <a:lnTo>
                          <a:pt x="3913" y="1759"/>
                        </a:lnTo>
                        <a:lnTo>
                          <a:pt x="3906" y="1704"/>
                        </a:lnTo>
                        <a:lnTo>
                          <a:pt x="3859" y="1734"/>
                        </a:lnTo>
                        <a:lnTo>
                          <a:pt x="3822" y="1734"/>
                        </a:lnTo>
                        <a:lnTo>
                          <a:pt x="3790" y="1711"/>
                        </a:lnTo>
                        <a:lnTo>
                          <a:pt x="3748" y="1638"/>
                        </a:lnTo>
                        <a:lnTo>
                          <a:pt x="3732" y="1590"/>
                        </a:lnTo>
                        <a:lnTo>
                          <a:pt x="3652" y="1498"/>
                        </a:lnTo>
                        <a:lnTo>
                          <a:pt x="3611" y="1465"/>
                        </a:lnTo>
                        <a:lnTo>
                          <a:pt x="3595" y="1409"/>
                        </a:lnTo>
                        <a:lnTo>
                          <a:pt x="3592" y="1352"/>
                        </a:lnTo>
                        <a:lnTo>
                          <a:pt x="3632" y="1348"/>
                        </a:lnTo>
                        <a:lnTo>
                          <a:pt x="3660" y="1313"/>
                        </a:lnTo>
                        <a:lnTo>
                          <a:pt x="3675" y="1262"/>
                        </a:lnTo>
                        <a:lnTo>
                          <a:pt x="3729" y="1243"/>
                        </a:lnTo>
                        <a:lnTo>
                          <a:pt x="3935" y="1200"/>
                        </a:lnTo>
                        <a:lnTo>
                          <a:pt x="3904" y="1138"/>
                        </a:lnTo>
                        <a:lnTo>
                          <a:pt x="3896" y="1068"/>
                        </a:lnTo>
                        <a:lnTo>
                          <a:pt x="3884" y="1001"/>
                        </a:lnTo>
                        <a:lnTo>
                          <a:pt x="3845" y="1022"/>
                        </a:lnTo>
                        <a:lnTo>
                          <a:pt x="3812" y="952"/>
                        </a:lnTo>
                        <a:lnTo>
                          <a:pt x="3788" y="934"/>
                        </a:lnTo>
                        <a:lnTo>
                          <a:pt x="3785" y="872"/>
                        </a:lnTo>
                        <a:lnTo>
                          <a:pt x="3745" y="841"/>
                        </a:lnTo>
                        <a:lnTo>
                          <a:pt x="3651" y="810"/>
                        </a:lnTo>
                        <a:lnTo>
                          <a:pt x="3564" y="812"/>
                        </a:lnTo>
                        <a:lnTo>
                          <a:pt x="3470" y="804"/>
                        </a:lnTo>
                        <a:lnTo>
                          <a:pt x="3429" y="818"/>
                        </a:lnTo>
                        <a:lnTo>
                          <a:pt x="3394" y="807"/>
                        </a:lnTo>
                        <a:lnTo>
                          <a:pt x="3240" y="729"/>
                        </a:lnTo>
                        <a:lnTo>
                          <a:pt x="3246" y="764"/>
                        </a:lnTo>
                        <a:lnTo>
                          <a:pt x="3423" y="919"/>
                        </a:lnTo>
                        <a:lnTo>
                          <a:pt x="3423" y="1046"/>
                        </a:lnTo>
                        <a:lnTo>
                          <a:pt x="3429" y="1099"/>
                        </a:lnTo>
                        <a:lnTo>
                          <a:pt x="3411" y="1174"/>
                        </a:lnTo>
                        <a:lnTo>
                          <a:pt x="3416" y="1237"/>
                        </a:lnTo>
                        <a:lnTo>
                          <a:pt x="3362" y="1422"/>
                        </a:lnTo>
                        <a:lnTo>
                          <a:pt x="3360" y="1473"/>
                        </a:lnTo>
                        <a:lnTo>
                          <a:pt x="3366" y="1536"/>
                        </a:lnTo>
                        <a:lnTo>
                          <a:pt x="3384" y="1552"/>
                        </a:lnTo>
                        <a:lnTo>
                          <a:pt x="3431" y="1552"/>
                        </a:lnTo>
                        <a:lnTo>
                          <a:pt x="3466" y="1582"/>
                        </a:lnTo>
                        <a:lnTo>
                          <a:pt x="3499" y="1653"/>
                        </a:lnTo>
                        <a:lnTo>
                          <a:pt x="3497" y="1698"/>
                        </a:lnTo>
                        <a:lnTo>
                          <a:pt x="3482" y="1745"/>
                        </a:lnTo>
                        <a:lnTo>
                          <a:pt x="3493" y="1788"/>
                        </a:lnTo>
                        <a:lnTo>
                          <a:pt x="3478" y="1855"/>
                        </a:lnTo>
                        <a:lnTo>
                          <a:pt x="3441" y="1916"/>
                        </a:lnTo>
                        <a:lnTo>
                          <a:pt x="3416" y="2006"/>
                        </a:lnTo>
                        <a:lnTo>
                          <a:pt x="3439" y="2072"/>
                        </a:lnTo>
                        <a:lnTo>
                          <a:pt x="3427" y="2206"/>
                        </a:lnTo>
                        <a:lnTo>
                          <a:pt x="3388" y="2151"/>
                        </a:lnTo>
                        <a:lnTo>
                          <a:pt x="3380" y="2107"/>
                        </a:lnTo>
                        <a:lnTo>
                          <a:pt x="3353" y="2072"/>
                        </a:lnTo>
                        <a:lnTo>
                          <a:pt x="3321" y="2075"/>
                        </a:lnTo>
                        <a:lnTo>
                          <a:pt x="3274" y="2118"/>
                        </a:lnTo>
                        <a:lnTo>
                          <a:pt x="3302" y="2060"/>
                        </a:lnTo>
                        <a:lnTo>
                          <a:pt x="3306" y="2018"/>
                        </a:lnTo>
                        <a:lnTo>
                          <a:pt x="3242" y="1964"/>
                        </a:lnTo>
                        <a:lnTo>
                          <a:pt x="3213" y="1949"/>
                        </a:lnTo>
                        <a:lnTo>
                          <a:pt x="3122" y="1949"/>
                        </a:lnTo>
                        <a:lnTo>
                          <a:pt x="3046" y="1878"/>
                        </a:lnTo>
                        <a:lnTo>
                          <a:pt x="3014" y="1916"/>
                        </a:lnTo>
                        <a:lnTo>
                          <a:pt x="3001" y="1956"/>
                        </a:lnTo>
                        <a:lnTo>
                          <a:pt x="2942" y="2019"/>
                        </a:lnTo>
                        <a:lnTo>
                          <a:pt x="2906" y="2073"/>
                        </a:lnTo>
                        <a:lnTo>
                          <a:pt x="2868" y="2117"/>
                        </a:lnTo>
                        <a:lnTo>
                          <a:pt x="2777" y="2155"/>
                        </a:lnTo>
                        <a:lnTo>
                          <a:pt x="2743" y="2155"/>
                        </a:lnTo>
                        <a:lnTo>
                          <a:pt x="2698" y="2186"/>
                        </a:lnTo>
                        <a:lnTo>
                          <a:pt x="2673" y="2243"/>
                        </a:lnTo>
                        <a:lnTo>
                          <a:pt x="2630" y="2284"/>
                        </a:lnTo>
                        <a:lnTo>
                          <a:pt x="2585" y="2318"/>
                        </a:lnTo>
                        <a:lnTo>
                          <a:pt x="2540" y="2334"/>
                        </a:lnTo>
                        <a:lnTo>
                          <a:pt x="2540" y="2382"/>
                        </a:lnTo>
                        <a:lnTo>
                          <a:pt x="2552" y="2480"/>
                        </a:lnTo>
                        <a:lnTo>
                          <a:pt x="2597" y="2568"/>
                        </a:lnTo>
                        <a:lnTo>
                          <a:pt x="2638" y="2623"/>
                        </a:lnTo>
                        <a:lnTo>
                          <a:pt x="2664" y="2676"/>
                        </a:lnTo>
                        <a:lnTo>
                          <a:pt x="2716" y="2794"/>
                        </a:lnTo>
                        <a:lnTo>
                          <a:pt x="2723" y="2827"/>
                        </a:lnTo>
                        <a:lnTo>
                          <a:pt x="2755" y="2876"/>
                        </a:lnTo>
                        <a:lnTo>
                          <a:pt x="2755" y="2899"/>
                        </a:lnTo>
                        <a:lnTo>
                          <a:pt x="2687" y="2855"/>
                        </a:lnTo>
                        <a:lnTo>
                          <a:pt x="2667" y="2863"/>
                        </a:lnTo>
                        <a:lnTo>
                          <a:pt x="2558" y="2825"/>
                        </a:lnTo>
                        <a:lnTo>
                          <a:pt x="2563" y="2845"/>
                        </a:lnTo>
                        <a:lnTo>
                          <a:pt x="2554" y="2858"/>
                        </a:lnTo>
                        <a:lnTo>
                          <a:pt x="2507" y="2849"/>
                        </a:lnTo>
                        <a:lnTo>
                          <a:pt x="2435" y="2818"/>
                        </a:lnTo>
                        <a:lnTo>
                          <a:pt x="2367" y="2766"/>
                        </a:lnTo>
                        <a:lnTo>
                          <a:pt x="2310" y="2757"/>
                        </a:lnTo>
                        <a:lnTo>
                          <a:pt x="2277" y="2734"/>
                        </a:lnTo>
                        <a:lnTo>
                          <a:pt x="2220" y="2784"/>
                        </a:lnTo>
                        <a:lnTo>
                          <a:pt x="2193" y="2831"/>
                        </a:lnTo>
                        <a:lnTo>
                          <a:pt x="2177" y="2756"/>
                        </a:lnTo>
                        <a:lnTo>
                          <a:pt x="2236" y="2723"/>
                        </a:lnTo>
                        <a:lnTo>
                          <a:pt x="2189" y="2703"/>
                        </a:lnTo>
                        <a:lnTo>
                          <a:pt x="2130" y="2691"/>
                        </a:lnTo>
                        <a:lnTo>
                          <a:pt x="2113" y="2641"/>
                        </a:lnTo>
                        <a:lnTo>
                          <a:pt x="2052" y="2600"/>
                        </a:lnTo>
                        <a:lnTo>
                          <a:pt x="1983" y="2565"/>
                        </a:lnTo>
                        <a:lnTo>
                          <a:pt x="1943" y="2556"/>
                        </a:lnTo>
                        <a:lnTo>
                          <a:pt x="1933" y="2633"/>
                        </a:lnTo>
                        <a:lnTo>
                          <a:pt x="1900" y="2676"/>
                        </a:lnTo>
                        <a:lnTo>
                          <a:pt x="1863" y="2690"/>
                        </a:lnTo>
                        <a:lnTo>
                          <a:pt x="1872" y="2730"/>
                        </a:lnTo>
                        <a:lnTo>
                          <a:pt x="1895" y="2784"/>
                        </a:lnTo>
                        <a:lnTo>
                          <a:pt x="1927" y="2800"/>
                        </a:lnTo>
                        <a:lnTo>
                          <a:pt x="1967" y="2887"/>
                        </a:lnTo>
                        <a:lnTo>
                          <a:pt x="2028" y="2949"/>
                        </a:lnTo>
                        <a:lnTo>
                          <a:pt x="2140" y="2900"/>
                        </a:lnTo>
                        <a:lnTo>
                          <a:pt x="2163" y="2962"/>
                        </a:lnTo>
                        <a:lnTo>
                          <a:pt x="2193" y="3137"/>
                        </a:lnTo>
                        <a:lnTo>
                          <a:pt x="2213" y="3167"/>
                        </a:lnTo>
                        <a:lnTo>
                          <a:pt x="2146" y="3138"/>
                        </a:lnTo>
                        <a:lnTo>
                          <a:pt x="2091" y="3177"/>
                        </a:lnTo>
                        <a:lnTo>
                          <a:pt x="2078" y="3205"/>
                        </a:lnTo>
                        <a:lnTo>
                          <a:pt x="2078" y="3219"/>
                        </a:lnTo>
                        <a:lnTo>
                          <a:pt x="2026" y="3189"/>
                        </a:lnTo>
                        <a:lnTo>
                          <a:pt x="1990" y="3181"/>
                        </a:lnTo>
                        <a:lnTo>
                          <a:pt x="1872" y="3120"/>
                        </a:lnTo>
                        <a:lnTo>
                          <a:pt x="1809" y="3103"/>
                        </a:lnTo>
                        <a:lnTo>
                          <a:pt x="1798" y="3074"/>
                        </a:lnTo>
                        <a:lnTo>
                          <a:pt x="1773" y="3033"/>
                        </a:lnTo>
                        <a:lnTo>
                          <a:pt x="1741" y="3008"/>
                        </a:lnTo>
                        <a:lnTo>
                          <a:pt x="1714" y="2968"/>
                        </a:lnTo>
                        <a:lnTo>
                          <a:pt x="1678" y="2948"/>
                        </a:lnTo>
                        <a:lnTo>
                          <a:pt x="1656" y="2971"/>
                        </a:lnTo>
                        <a:lnTo>
                          <a:pt x="1618" y="2975"/>
                        </a:lnTo>
                        <a:lnTo>
                          <a:pt x="1552" y="2923"/>
                        </a:lnTo>
                        <a:lnTo>
                          <a:pt x="1529" y="2876"/>
                        </a:lnTo>
                        <a:lnTo>
                          <a:pt x="1480" y="2903"/>
                        </a:lnTo>
                        <a:lnTo>
                          <a:pt x="1489" y="2872"/>
                        </a:lnTo>
                        <a:lnTo>
                          <a:pt x="1525" y="2835"/>
                        </a:lnTo>
                        <a:lnTo>
                          <a:pt x="1515" y="2762"/>
                        </a:lnTo>
                        <a:lnTo>
                          <a:pt x="1523" y="2699"/>
                        </a:lnTo>
                        <a:lnTo>
                          <a:pt x="1484" y="2665"/>
                        </a:lnTo>
                        <a:lnTo>
                          <a:pt x="1487" y="2610"/>
                        </a:lnTo>
                        <a:lnTo>
                          <a:pt x="1419" y="2474"/>
                        </a:lnTo>
                        <a:lnTo>
                          <a:pt x="1435" y="2445"/>
                        </a:lnTo>
                        <a:lnTo>
                          <a:pt x="1487" y="2429"/>
                        </a:lnTo>
                        <a:lnTo>
                          <a:pt x="1501" y="2346"/>
                        </a:lnTo>
                        <a:lnTo>
                          <a:pt x="1509" y="2249"/>
                        </a:lnTo>
                        <a:lnTo>
                          <a:pt x="1502" y="2208"/>
                        </a:lnTo>
                        <a:lnTo>
                          <a:pt x="1476" y="2179"/>
                        </a:lnTo>
                        <a:lnTo>
                          <a:pt x="1448" y="2102"/>
                        </a:lnTo>
                        <a:lnTo>
                          <a:pt x="1431" y="2082"/>
                        </a:lnTo>
                        <a:lnTo>
                          <a:pt x="1374" y="2073"/>
                        </a:lnTo>
                        <a:lnTo>
                          <a:pt x="1356" y="2024"/>
                        </a:lnTo>
                        <a:lnTo>
                          <a:pt x="1315" y="2022"/>
                        </a:lnTo>
                        <a:lnTo>
                          <a:pt x="1254" y="1998"/>
                        </a:lnTo>
                        <a:lnTo>
                          <a:pt x="1254" y="1971"/>
                        </a:lnTo>
                        <a:lnTo>
                          <a:pt x="1261" y="1938"/>
                        </a:lnTo>
                        <a:lnTo>
                          <a:pt x="1251" y="1920"/>
                        </a:lnTo>
                        <a:lnTo>
                          <a:pt x="1189" y="1912"/>
                        </a:lnTo>
                        <a:lnTo>
                          <a:pt x="1065" y="1800"/>
                        </a:lnTo>
                        <a:lnTo>
                          <a:pt x="1087" y="1778"/>
                        </a:lnTo>
                        <a:lnTo>
                          <a:pt x="1031" y="1722"/>
                        </a:lnTo>
                        <a:lnTo>
                          <a:pt x="1015" y="1665"/>
                        </a:lnTo>
                        <a:lnTo>
                          <a:pt x="988" y="1620"/>
                        </a:lnTo>
                        <a:lnTo>
                          <a:pt x="929" y="1602"/>
                        </a:lnTo>
                        <a:lnTo>
                          <a:pt x="954" y="1570"/>
                        </a:lnTo>
                        <a:lnTo>
                          <a:pt x="1031" y="1557"/>
                        </a:lnTo>
                        <a:lnTo>
                          <a:pt x="1103" y="1602"/>
                        </a:lnTo>
                        <a:lnTo>
                          <a:pt x="1107" y="1645"/>
                        </a:lnTo>
                        <a:lnTo>
                          <a:pt x="1146" y="1698"/>
                        </a:lnTo>
                        <a:lnTo>
                          <a:pt x="1249" y="1768"/>
                        </a:lnTo>
                        <a:lnTo>
                          <a:pt x="1263" y="1759"/>
                        </a:lnTo>
                        <a:lnTo>
                          <a:pt x="1278" y="1725"/>
                        </a:lnTo>
                        <a:lnTo>
                          <a:pt x="1307" y="1778"/>
                        </a:lnTo>
                        <a:lnTo>
                          <a:pt x="1340" y="1806"/>
                        </a:lnTo>
                        <a:lnTo>
                          <a:pt x="1362" y="1781"/>
                        </a:lnTo>
                        <a:lnTo>
                          <a:pt x="1381" y="1793"/>
                        </a:lnTo>
                        <a:lnTo>
                          <a:pt x="1398" y="1768"/>
                        </a:lnTo>
                        <a:lnTo>
                          <a:pt x="1421" y="1775"/>
                        </a:lnTo>
                        <a:lnTo>
                          <a:pt x="1431" y="1824"/>
                        </a:lnTo>
                        <a:lnTo>
                          <a:pt x="1446" y="1868"/>
                        </a:lnTo>
                        <a:lnTo>
                          <a:pt x="1502" y="1847"/>
                        </a:lnTo>
                        <a:lnTo>
                          <a:pt x="1571" y="1867"/>
                        </a:lnTo>
                        <a:lnTo>
                          <a:pt x="1593" y="1902"/>
                        </a:lnTo>
                        <a:lnTo>
                          <a:pt x="1640" y="1902"/>
                        </a:lnTo>
                        <a:lnTo>
                          <a:pt x="1669" y="1938"/>
                        </a:lnTo>
                        <a:lnTo>
                          <a:pt x="1791" y="1970"/>
                        </a:lnTo>
                        <a:lnTo>
                          <a:pt x="1846" y="1999"/>
                        </a:lnTo>
                        <a:lnTo>
                          <a:pt x="1952" y="2006"/>
                        </a:lnTo>
                        <a:lnTo>
                          <a:pt x="2046" y="2045"/>
                        </a:lnTo>
                        <a:lnTo>
                          <a:pt x="2078" y="2079"/>
                        </a:lnTo>
                        <a:lnTo>
                          <a:pt x="2152" y="2096"/>
                        </a:lnTo>
                        <a:lnTo>
                          <a:pt x="2330" y="2107"/>
                        </a:lnTo>
                        <a:lnTo>
                          <a:pt x="2377" y="2085"/>
                        </a:lnTo>
                        <a:lnTo>
                          <a:pt x="2423" y="2078"/>
                        </a:lnTo>
                        <a:lnTo>
                          <a:pt x="2587" y="2004"/>
                        </a:lnTo>
                        <a:lnTo>
                          <a:pt x="2624" y="1964"/>
                        </a:lnTo>
                        <a:lnTo>
                          <a:pt x="2658" y="1941"/>
                        </a:lnTo>
                        <a:lnTo>
                          <a:pt x="2728" y="1862"/>
                        </a:lnTo>
                        <a:lnTo>
                          <a:pt x="2808" y="1734"/>
                        </a:lnTo>
                        <a:lnTo>
                          <a:pt x="2841" y="1642"/>
                        </a:lnTo>
                        <a:lnTo>
                          <a:pt x="2852" y="1555"/>
                        </a:lnTo>
                        <a:lnTo>
                          <a:pt x="2818" y="1536"/>
                        </a:lnTo>
                        <a:lnTo>
                          <a:pt x="2806" y="1520"/>
                        </a:lnTo>
                        <a:lnTo>
                          <a:pt x="2803" y="1437"/>
                        </a:lnTo>
                        <a:lnTo>
                          <a:pt x="2786" y="1382"/>
                        </a:lnTo>
                        <a:lnTo>
                          <a:pt x="2782" y="1300"/>
                        </a:lnTo>
                        <a:lnTo>
                          <a:pt x="2743" y="1249"/>
                        </a:lnTo>
                        <a:lnTo>
                          <a:pt x="2701" y="1222"/>
                        </a:lnTo>
                        <a:lnTo>
                          <a:pt x="2678" y="1238"/>
                        </a:lnTo>
                        <a:lnTo>
                          <a:pt x="2648" y="1208"/>
                        </a:lnTo>
                        <a:lnTo>
                          <a:pt x="2651" y="1174"/>
                        </a:lnTo>
                        <a:lnTo>
                          <a:pt x="2630" y="1158"/>
                        </a:lnTo>
                        <a:lnTo>
                          <a:pt x="2585" y="1103"/>
                        </a:lnTo>
                        <a:lnTo>
                          <a:pt x="2572" y="1070"/>
                        </a:lnTo>
                        <a:lnTo>
                          <a:pt x="2552" y="1052"/>
                        </a:lnTo>
                        <a:lnTo>
                          <a:pt x="2525" y="1032"/>
                        </a:lnTo>
                        <a:lnTo>
                          <a:pt x="2540" y="1082"/>
                        </a:lnTo>
                        <a:lnTo>
                          <a:pt x="2511" y="1093"/>
                        </a:lnTo>
                        <a:lnTo>
                          <a:pt x="2427" y="1032"/>
                        </a:lnTo>
                        <a:lnTo>
                          <a:pt x="2393" y="996"/>
                        </a:lnTo>
                        <a:lnTo>
                          <a:pt x="2386" y="1027"/>
                        </a:lnTo>
                        <a:lnTo>
                          <a:pt x="2373" y="1006"/>
                        </a:lnTo>
                        <a:lnTo>
                          <a:pt x="2359" y="959"/>
                        </a:lnTo>
                        <a:lnTo>
                          <a:pt x="2312" y="902"/>
                        </a:lnTo>
                        <a:lnTo>
                          <a:pt x="2341" y="967"/>
                        </a:lnTo>
                        <a:lnTo>
                          <a:pt x="2260" y="944"/>
                        </a:lnTo>
                        <a:lnTo>
                          <a:pt x="2234" y="904"/>
                        </a:lnTo>
                        <a:lnTo>
                          <a:pt x="2226" y="876"/>
                        </a:lnTo>
                        <a:lnTo>
                          <a:pt x="2199" y="837"/>
                        </a:lnTo>
                        <a:lnTo>
                          <a:pt x="2085" y="722"/>
                        </a:lnTo>
                        <a:lnTo>
                          <a:pt x="2021" y="672"/>
                        </a:lnTo>
                        <a:lnTo>
                          <a:pt x="1994" y="640"/>
                        </a:lnTo>
                        <a:lnTo>
                          <a:pt x="1900" y="573"/>
                        </a:lnTo>
                        <a:lnTo>
                          <a:pt x="1868" y="533"/>
                        </a:lnTo>
                        <a:lnTo>
                          <a:pt x="1741" y="463"/>
                        </a:lnTo>
                        <a:lnTo>
                          <a:pt x="1721" y="443"/>
                        </a:lnTo>
                        <a:lnTo>
                          <a:pt x="1593" y="413"/>
                        </a:lnTo>
                        <a:lnTo>
                          <a:pt x="1604" y="433"/>
                        </a:lnTo>
                        <a:lnTo>
                          <a:pt x="1591" y="451"/>
                        </a:lnTo>
                        <a:lnTo>
                          <a:pt x="1571" y="451"/>
                        </a:lnTo>
                        <a:lnTo>
                          <a:pt x="1505" y="416"/>
                        </a:lnTo>
                        <a:lnTo>
                          <a:pt x="1376" y="387"/>
                        </a:lnTo>
                        <a:lnTo>
                          <a:pt x="1322" y="362"/>
                        </a:lnTo>
                        <a:lnTo>
                          <a:pt x="1307" y="387"/>
                        </a:lnTo>
                        <a:lnTo>
                          <a:pt x="1242" y="395"/>
                        </a:lnTo>
                        <a:lnTo>
                          <a:pt x="1216" y="416"/>
                        </a:lnTo>
                        <a:lnTo>
                          <a:pt x="1202" y="382"/>
                        </a:lnTo>
                        <a:lnTo>
                          <a:pt x="1187" y="367"/>
                        </a:lnTo>
                        <a:lnTo>
                          <a:pt x="1195" y="319"/>
                        </a:lnTo>
                        <a:lnTo>
                          <a:pt x="1187" y="309"/>
                        </a:lnTo>
                        <a:lnTo>
                          <a:pt x="1114" y="367"/>
                        </a:lnTo>
                        <a:lnTo>
                          <a:pt x="1130" y="294"/>
                        </a:lnTo>
                        <a:lnTo>
                          <a:pt x="1092" y="319"/>
                        </a:lnTo>
                        <a:lnTo>
                          <a:pt x="1099" y="281"/>
                        </a:lnTo>
                        <a:lnTo>
                          <a:pt x="1087" y="273"/>
                        </a:lnTo>
                        <a:lnTo>
                          <a:pt x="1058" y="273"/>
                        </a:lnTo>
                        <a:lnTo>
                          <a:pt x="1001" y="297"/>
                        </a:lnTo>
                        <a:lnTo>
                          <a:pt x="1013" y="271"/>
                        </a:lnTo>
                        <a:lnTo>
                          <a:pt x="1009" y="245"/>
                        </a:lnTo>
                        <a:lnTo>
                          <a:pt x="997" y="222"/>
                        </a:lnTo>
                        <a:lnTo>
                          <a:pt x="936" y="225"/>
                        </a:lnTo>
                        <a:lnTo>
                          <a:pt x="960" y="117"/>
                        </a:lnTo>
                        <a:lnTo>
                          <a:pt x="974" y="165"/>
                        </a:lnTo>
                        <a:lnTo>
                          <a:pt x="999" y="181"/>
                        </a:lnTo>
                        <a:lnTo>
                          <a:pt x="1019" y="179"/>
                        </a:lnTo>
                        <a:lnTo>
                          <a:pt x="1042" y="205"/>
                        </a:lnTo>
                        <a:lnTo>
                          <a:pt x="1085" y="203"/>
                        </a:lnTo>
                        <a:lnTo>
                          <a:pt x="1114" y="214"/>
                        </a:lnTo>
                        <a:lnTo>
                          <a:pt x="1148" y="157"/>
                        </a:lnTo>
                        <a:lnTo>
                          <a:pt x="1152" y="117"/>
                        </a:lnTo>
                        <a:lnTo>
                          <a:pt x="1085" y="91"/>
                        </a:lnTo>
                        <a:lnTo>
                          <a:pt x="1058" y="100"/>
                        </a:lnTo>
                        <a:lnTo>
                          <a:pt x="1028" y="76"/>
                        </a:lnTo>
                        <a:lnTo>
                          <a:pt x="1024" y="57"/>
                        </a:lnTo>
                        <a:lnTo>
                          <a:pt x="970" y="23"/>
                        </a:lnTo>
                        <a:lnTo>
                          <a:pt x="907" y="0"/>
                        </a:lnTo>
                        <a:lnTo>
                          <a:pt x="927" y="30"/>
                        </a:lnTo>
                        <a:lnTo>
                          <a:pt x="925" y="89"/>
                        </a:lnTo>
                        <a:lnTo>
                          <a:pt x="893" y="93"/>
                        </a:lnTo>
                        <a:lnTo>
                          <a:pt x="878" y="76"/>
                        </a:lnTo>
                        <a:lnTo>
                          <a:pt x="870" y="103"/>
                        </a:lnTo>
                        <a:lnTo>
                          <a:pt x="878" y="145"/>
                        </a:lnTo>
                        <a:lnTo>
                          <a:pt x="862" y="169"/>
                        </a:lnTo>
                        <a:lnTo>
                          <a:pt x="825" y="171"/>
                        </a:lnTo>
                        <a:lnTo>
                          <a:pt x="787" y="126"/>
                        </a:lnTo>
                        <a:lnTo>
                          <a:pt x="713" y="93"/>
                        </a:lnTo>
                        <a:lnTo>
                          <a:pt x="706" y="98"/>
                        </a:lnTo>
                        <a:lnTo>
                          <a:pt x="715" y="113"/>
                        </a:lnTo>
                        <a:lnTo>
                          <a:pt x="713" y="155"/>
                        </a:lnTo>
                        <a:lnTo>
                          <a:pt x="699" y="203"/>
                        </a:lnTo>
                        <a:lnTo>
                          <a:pt x="688" y="222"/>
                        </a:lnTo>
                        <a:lnTo>
                          <a:pt x="644" y="234"/>
                        </a:lnTo>
                        <a:lnTo>
                          <a:pt x="563" y="181"/>
                        </a:lnTo>
                        <a:lnTo>
                          <a:pt x="538" y="295"/>
                        </a:lnTo>
                        <a:lnTo>
                          <a:pt x="514" y="321"/>
                        </a:lnTo>
                        <a:lnTo>
                          <a:pt x="394" y="393"/>
                        </a:lnTo>
                        <a:lnTo>
                          <a:pt x="387" y="411"/>
                        </a:lnTo>
                        <a:lnTo>
                          <a:pt x="382" y="453"/>
                        </a:lnTo>
                        <a:lnTo>
                          <a:pt x="377" y="466"/>
                        </a:lnTo>
                        <a:lnTo>
                          <a:pt x="346" y="499"/>
                        </a:lnTo>
                        <a:lnTo>
                          <a:pt x="334" y="502"/>
                        </a:lnTo>
                        <a:lnTo>
                          <a:pt x="223" y="605"/>
                        </a:lnTo>
                        <a:lnTo>
                          <a:pt x="258" y="625"/>
                        </a:lnTo>
                        <a:lnTo>
                          <a:pt x="260" y="640"/>
                        </a:lnTo>
                        <a:lnTo>
                          <a:pt x="217" y="748"/>
                        </a:lnTo>
                        <a:lnTo>
                          <a:pt x="213" y="784"/>
                        </a:lnTo>
                        <a:lnTo>
                          <a:pt x="222" y="879"/>
                        </a:lnTo>
                        <a:lnTo>
                          <a:pt x="240" y="952"/>
                        </a:lnTo>
                        <a:lnTo>
                          <a:pt x="260" y="979"/>
                        </a:lnTo>
                        <a:lnTo>
                          <a:pt x="293" y="1006"/>
                        </a:lnTo>
                        <a:lnTo>
                          <a:pt x="348" y="1012"/>
                        </a:lnTo>
                        <a:lnTo>
                          <a:pt x="402" y="1042"/>
                        </a:lnTo>
                        <a:lnTo>
                          <a:pt x="474" y="1184"/>
                        </a:lnTo>
                        <a:lnTo>
                          <a:pt x="512" y="1237"/>
                        </a:lnTo>
                        <a:lnTo>
                          <a:pt x="523" y="1321"/>
                        </a:lnTo>
                        <a:lnTo>
                          <a:pt x="456" y="1456"/>
                        </a:lnTo>
                        <a:lnTo>
                          <a:pt x="389" y="1620"/>
                        </a:lnTo>
                        <a:lnTo>
                          <a:pt x="364" y="1667"/>
                        </a:lnTo>
                        <a:lnTo>
                          <a:pt x="368" y="1745"/>
                        </a:lnTo>
                        <a:lnTo>
                          <a:pt x="407" y="1819"/>
                        </a:lnTo>
                        <a:lnTo>
                          <a:pt x="432" y="1885"/>
                        </a:lnTo>
                        <a:lnTo>
                          <a:pt x="442" y="1955"/>
                        </a:lnTo>
                        <a:lnTo>
                          <a:pt x="496" y="2051"/>
                        </a:lnTo>
                        <a:lnTo>
                          <a:pt x="538" y="2182"/>
                        </a:lnTo>
                        <a:lnTo>
                          <a:pt x="550" y="2244"/>
                        </a:lnTo>
                        <a:lnTo>
                          <a:pt x="554" y="2299"/>
                        </a:lnTo>
                        <a:lnTo>
                          <a:pt x="501" y="2346"/>
                        </a:lnTo>
                        <a:lnTo>
                          <a:pt x="493" y="2430"/>
                        </a:lnTo>
                        <a:lnTo>
                          <a:pt x="477" y="2490"/>
                        </a:lnTo>
                        <a:lnTo>
                          <a:pt x="489" y="2525"/>
                        </a:lnTo>
                        <a:lnTo>
                          <a:pt x="493" y="2593"/>
                        </a:lnTo>
                        <a:lnTo>
                          <a:pt x="473" y="2636"/>
                        </a:lnTo>
                        <a:lnTo>
                          <a:pt x="474" y="2713"/>
                        </a:lnTo>
                        <a:lnTo>
                          <a:pt x="534" y="2727"/>
                        </a:lnTo>
                        <a:lnTo>
                          <a:pt x="565" y="2793"/>
                        </a:lnTo>
                        <a:lnTo>
                          <a:pt x="557" y="2868"/>
                        </a:lnTo>
                        <a:lnTo>
                          <a:pt x="584" y="2931"/>
                        </a:lnTo>
                        <a:lnTo>
                          <a:pt x="644" y="2986"/>
                        </a:lnTo>
                        <a:lnTo>
                          <a:pt x="649" y="3056"/>
                        </a:lnTo>
                        <a:lnTo>
                          <a:pt x="626" y="3124"/>
                        </a:lnTo>
                        <a:lnTo>
                          <a:pt x="588" y="3181"/>
                        </a:lnTo>
                        <a:lnTo>
                          <a:pt x="571" y="3241"/>
                        </a:lnTo>
                        <a:lnTo>
                          <a:pt x="595" y="3311"/>
                        </a:lnTo>
                        <a:lnTo>
                          <a:pt x="626" y="3355"/>
                        </a:lnTo>
                        <a:lnTo>
                          <a:pt x="737" y="3441"/>
                        </a:lnTo>
                        <a:lnTo>
                          <a:pt x="753" y="3504"/>
                        </a:lnTo>
                        <a:lnTo>
                          <a:pt x="792" y="3568"/>
                        </a:lnTo>
                        <a:lnTo>
                          <a:pt x="809" y="3549"/>
                        </a:lnTo>
                        <a:lnTo>
                          <a:pt x="805" y="3694"/>
                        </a:lnTo>
                        <a:lnTo>
                          <a:pt x="743" y="3835"/>
                        </a:lnTo>
                        <a:lnTo>
                          <a:pt x="696" y="3908"/>
                        </a:lnTo>
                        <a:lnTo>
                          <a:pt x="501" y="4165"/>
                        </a:lnTo>
                        <a:lnTo>
                          <a:pt x="358" y="4325"/>
                        </a:lnTo>
                        <a:lnTo>
                          <a:pt x="173" y="4510"/>
                        </a:lnTo>
                        <a:lnTo>
                          <a:pt x="37" y="4612"/>
                        </a:lnTo>
                        <a:lnTo>
                          <a:pt x="128" y="4626"/>
                        </a:lnTo>
                        <a:lnTo>
                          <a:pt x="169" y="4581"/>
                        </a:lnTo>
                        <a:lnTo>
                          <a:pt x="238" y="4542"/>
                        </a:lnTo>
                        <a:lnTo>
                          <a:pt x="242" y="4567"/>
                        </a:lnTo>
                        <a:lnTo>
                          <a:pt x="236" y="4587"/>
                        </a:lnTo>
                        <a:lnTo>
                          <a:pt x="234" y="4653"/>
                        </a:lnTo>
                        <a:lnTo>
                          <a:pt x="218" y="4626"/>
                        </a:lnTo>
                        <a:lnTo>
                          <a:pt x="202" y="4619"/>
                        </a:lnTo>
                        <a:lnTo>
                          <a:pt x="202" y="4676"/>
                        </a:lnTo>
                        <a:lnTo>
                          <a:pt x="220" y="4707"/>
                        </a:lnTo>
                        <a:lnTo>
                          <a:pt x="240" y="4710"/>
                        </a:lnTo>
                        <a:lnTo>
                          <a:pt x="263" y="4722"/>
                        </a:lnTo>
                        <a:lnTo>
                          <a:pt x="328" y="4777"/>
                        </a:lnTo>
                        <a:lnTo>
                          <a:pt x="369" y="4777"/>
                        </a:lnTo>
                        <a:lnTo>
                          <a:pt x="439" y="4760"/>
                        </a:lnTo>
                        <a:lnTo>
                          <a:pt x="478" y="4772"/>
                        </a:lnTo>
                        <a:lnTo>
                          <a:pt x="512" y="4800"/>
                        </a:lnTo>
                        <a:lnTo>
                          <a:pt x="510" y="4834"/>
                        </a:lnTo>
                        <a:lnTo>
                          <a:pt x="533" y="4849"/>
                        </a:lnTo>
                        <a:lnTo>
                          <a:pt x="559" y="4853"/>
                        </a:lnTo>
                        <a:lnTo>
                          <a:pt x="567" y="4869"/>
                        </a:lnTo>
                        <a:lnTo>
                          <a:pt x="542" y="4886"/>
                        </a:lnTo>
                        <a:lnTo>
                          <a:pt x="510" y="4886"/>
                        </a:lnTo>
                        <a:lnTo>
                          <a:pt x="410" y="4858"/>
                        </a:lnTo>
                        <a:lnTo>
                          <a:pt x="340" y="4853"/>
                        </a:lnTo>
                        <a:lnTo>
                          <a:pt x="320" y="4876"/>
                        </a:lnTo>
                        <a:lnTo>
                          <a:pt x="308" y="4903"/>
                        </a:lnTo>
                        <a:lnTo>
                          <a:pt x="256" y="4935"/>
                        </a:lnTo>
                        <a:lnTo>
                          <a:pt x="228" y="4916"/>
                        </a:lnTo>
                        <a:lnTo>
                          <a:pt x="204" y="4925"/>
                        </a:lnTo>
                        <a:lnTo>
                          <a:pt x="189" y="4964"/>
                        </a:lnTo>
                        <a:lnTo>
                          <a:pt x="166" y="4977"/>
                        </a:lnTo>
                        <a:lnTo>
                          <a:pt x="144" y="4953"/>
                        </a:lnTo>
                        <a:lnTo>
                          <a:pt x="117" y="4940"/>
                        </a:lnTo>
                        <a:lnTo>
                          <a:pt x="104" y="4972"/>
                        </a:lnTo>
                        <a:lnTo>
                          <a:pt x="113" y="5030"/>
                        </a:lnTo>
                        <a:lnTo>
                          <a:pt x="139" y="5035"/>
                        </a:lnTo>
                        <a:lnTo>
                          <a:pt x="159" y="5060"/>
                        </a:lnTo>
                        <a:lnTo>
                          <a:pt x="168" y="5090"/>
                        </a:lnTo>
                        <a:lnTo>
                          <a:pt x="155" y="5119"/>
                        </a:lnTo>
                        <a:lnTo>
                          <a:pt x="113" y="5161"/>
                        </a:lnTo>
                        <a:lnTo>
                          <a:pt x="82" y="5215"/>
                        </a:lnTo>
                        <a:lnTo>
                          <a:pt x="57" y="5267"/>
                        </a:lnTo>
                        <a:lnTo>
                          <a:pt x="72" y="5318"/>
                        </a:lnTo>
                        <a:lnTo>
                          <a:pt x="61" y="5384"/>
                        </a:lnTo>
                        <a:lnTo>
                          <a:pt x="67" y="5408"/>
                        </a:lnTo>
                        <a:lnTo>
                          <a:pt x="77" y="5427"/>
                        </a:lnTo>
                        <a:lnTo>
                          <a:pt x="77" y="5450"/>
                        </a:lnTo>
                        <a:lnTo>
                          <a:pt x="67" y="5477"/>
                        </a:lnTo>
                        <a:lnTo>
                          <a:pt x="35" y="5509"/>
                        </a:lnTo>
                        <a:lnTo>
                          <a:pt x="16" y="5523"/>
                        </a:lnTo>
                        <a:lnTo>
                          <a:pt x="7" y="5550"/>
                        </a:lnTo>
                        <a:lnTo>
                          <a:pt x="19" y="5579"/>
                        </a:lnTo>
                        <a:lnTo>
                          <a:pt x="52" y="5581"/>
                        </a:lnTo>
                        <a:lnTo>
                          <a:pt x="104" y="5577"/>
                        </a:lnTo>
                        <a:lnTo>
                          <a:pt x="143" y="5643"/>
                        </a:lnTo>
                        <a:lnTo>
                          <a:pt x="139" y="5699"/>
                        </a:lnTo>
                        <a:lnTo>
                          <a:pt x="102" y="5699"/>
                        </a:lnTo>
                        <a:lnTo>
                          <a:pt x="69" y="5658"/>
                        </a:lnTo>
                        <a:lnTo>
                          <a:pt x="39" y="5631"/>
                        </a:lnTo>
                        <a:lnTo>
                          <a:pt x="41" y="5686"/>
                        </a:lnTo>
                        <a:lnTo>
                          <a:pt x="23" y="5713"/>
                        </a:lnTo>
                        <a:lnTo>
                          <a:pt x="0" y="5769"/>
                        </a:lnTo>
                        <a:lnTo>
                          <a:pt x="6" y="5799"/>
                        </a:lnTo>
                        <a:lnTo>
                          <a:pt x="27" y="5821"/>
                        </a:lnTo>
                        <a:lnTo>
                          <a:pt x="40" y="5848"/>
                        </a:lnTo>
                        <a:lnTo>
                          <a:pt x="65" y="5865"/>
                        </a:lnTo>
                        <a:lnTo>
                          <a:pt x="81" y="5891"/>
                        </a:lnTo>
                        <a:lnTo>
                          <a:pt x="86" y="5919"/>
                        </a:lnTo>
                        <a:lnTo>
                          <a:pt x="65" y="6008"/>
                        </a:lnTo>
                        <a:lnTo>
                          <a:pt x="54" y="6036"/>
                        </a:lnTo>
                        <a:lnTo>
                          <a:pt x="84" y="6046"/>
                        </a:lnTo>
                        <a:lnTo>
                          <a:pt x="109" y="6064"/>
                        </a:lnTo>
                        <a:lnTo>
                          <a:pt x="108" y="6093"/>
                        </a:lnTo>
                        <a:lnTo>
                          <a:pt x="158" y="6172"/>
                        </a:lnTo>
                        <a:lnTo>
                          <a:pt x="166" y="6204"/>
                        </a:lnTo>
                        <a:lnTo>
                          <a:pt x="179" y="6231"/>
                        </a:lnTo>
                        <a:lnTo>
                          <a:pt x="180" y="6292"/>
                        </a:lnTo>
                        <a:lnTo>
                          <a:pt x="176" y="6322"/>
                        </a:lnTo>
                        <a:lnTo>
                          <a:pt x="185" y="6350"/>
                        </a:lnTo>
                        <a:lnTo>
                          <a:pt x="244" y="6341"/>
                        </a:lnTo>
                        <a:lnTo>
                          <a:pt x="272" y="6353"/>
                        </a:lnTo>
                        <a:lnTo>
                          <a:pt x="288" y="6378"/>
                        </a:lnTo>
                        <a:lnTo>
                          <a:pt x="348" y="6370"/>
                        </a:lnTo>
                        <a:lnTo>
                          <a:pt x="377" y="6376"/>
                        </a:lnTo>
                        <a:lnTo>
                          <a:pt x="423" y="6409"/>
                        </a:lnTo>
                        <a:lnTo>
                          <a:pt x="416" y="6483"/>
                        </a:lnTo>
                        <a:lnTo>
                          <a:pt x="468" y="6453"/>
                        </a:lnTo>
                        <a:lnTo>
                          <a:pt x="498" y="6450"/>
                        </a:lnTo>
                        <a:lnTo>
                          <a:pt x="520" y="6430"/>
                        </a:lnTo>
                        <a:lnTo>
                          <a:pt x="579" y="6427"/>
                        </a:lnTo>
                        <a:lnTo>
                          <a:pt x="609" y="6430"/>
                        </a:lnTo>
                        <a:lnTo>
                          <a:pt x="635" y="6447"/>
                        </a:lnTo>
                        <a:lnTo>
                          <a:pt x="656" y="6469"/>
                        </a:lnTo>
                        <a:lnTo>
                          <a:pt x="691" y="6518"/>
                        </a:lnTo>
                        <a:lnTo>
                          <a:pt x="722" y="6521"/>
                        </a:lnTo>
                        <a:lnTo>
                          <a:pt x="726" y="6564"/>
                        </a:lnTo>
                        <a:lnTo>
                          <a:pt x="715" y="6593"/>
                        </a:lnTo>
                        <a:lnTo>
                          <a:pt x="716" y="6624"/>
                        </a:lnTo>
                        <a:lnTo>
                          <a:pt x="735" y="6648"/>
                        </a:lnTo>
                        <a:lnTo>
                          <a:pt x="745" y="6677"/>
                        </a:lnTo>
                        <a:lnTo>
                          <a:pt x="742" y="6705"/>
                        </a:lnTo>
                        <a:lnTo>
                          <a:pt x="732" y="6735"/>
                        </a:lnTo>
                        <a:lnTo>
                          <a:pt x="708" y="6754"/>
                        </a:lnTo>
                        <a:lnTo>
                          <a:pt x="701" y="6783"/>
                        </a:lnTo>
                        <a:lnTo>
                          <a:pt x="709" y="6811"/>
                        </a:lnTo>
                        <a:lnTo>
                          <a:pt x="752" y="6854"/>
                        </a:lnTo>
                        <a:lnTo>
                          <a:pt x="769" y="6912"/>
                        </a:lnTo>
                        <a:lnTo>
                          <a:pt x="810" y="6993"/>
                        </a:lnTo>
                        <a:lnTo>
                          <a:pt x="827" y="7019"/>
                        </a:lnTo>
                        <a:lnTo>
                          <a:pt x="881" y="7050"/>
                        </a:lnTo>
                        <a:lnTo>
                          <a:pt x="899" y="7073"/>
                        </a:lnTo>
                        <a:lnTo>
                          <a:pt x="904" y="7102"/>
                        </a:lnTo>
                        <a:lnTo>
                          <a:pt x="900" y="7133"/>
                        </a:lnTo>
                        <a:lnTo>
                          <a:pt x="912" y="7160"/>
                        </a:lnTo>
                        <a:lnTo>
                          <a:pt x="1001" y="7148"/>
                        </a:lnTo>
                        <a:lnTo>
                          <a:pt x="1024" y="7167"/>
                        </a:lnTo>
                        <a:lnTo>
                          <a:pt x="1053" y="7177"/>
                        </a:lnTo>
                        <a:lnTo>
                          <a:pt x="1043" y="7205"/>
                        </a:lnTo>
                        <a:lnTo>
                          <a:pt x="1061" y="7228"/>
                        </a:lnTo>
                        <a:lnTo>
                          <a:pt x="1097" y="7233"/>
                        </a:lnTo>
                        <a:lnTo>
                          <a:pt x="1101" y="7285"/>
                        </a:lnTo>
                        <a:lnTo>
                          <a:pt x="1077" y="7303"/>
                        </a:lnTo>
                        <a:lnTo>
                          <a:pt x="1059" y="7327"/>
                        </a:lnTo>
                        <a:lnTo>
                          <a:pt x="1014" y="7367"/>
                        </a:lnTo>
                        <a:lnTo>
                          <a:pt x="987" y="7382"/>
                        </a:lnTo>
                        <a:lnTo>
                          <a:pt x="925" y="7375"/>
                        </a:lnTo>
                        <a:lnTo>
                          <a:pt x="880" y="7336"/>
                        </a:lnTo>
                        <a:lnTo>
                          <a:pt x="850" y="7334"/>
                        </a:lnTo>
                        <a:lnTo>
                          <a:pt x="823" y="7345"/>
                        </a:lnTo>
                        <a:lnTo>
                          <a:pt x="819" y="7376"/>
                        </a:lnTo>
                        <a:lnTo>
                          <a:pt x="792" y="7387"/>
                        </a:lnTo>
                        <a:lnTo>
                          <a:pt x="794" y="7418"/>
                        </a:lnTo>
                        <a:lnTo>
                          <a:pt x="838" y="7457"/>
                        </a:lnTo>
                        <a:lnTo>
                          <a:pt x="846" y="7486"/>
                        </a:lnTo>
                        <a:lnTo>
                          <a:pt x="837" y="7515"/>
                        </a:lnTo>
                        <a:lnTo>
                          <a:pt x="856" y="7536"/>
                        </a:lnTo>
                        <a:lnTo>
                          <a:pt x="850" y="7566"/>
                        </a:lnTo>
                        <a:lnTo>
                          <a:pt x="876" y="7581"/>
                        </a:lnTo>
                        <a:lnTo>
                          <a:pt x="887" y="7610"/>
                        </a:lnTo>
                        <a:lnTo>
                          <a:pt x="884" y="7639"/>
                        </a:lnTo>
                        <a:lnTo>
                          <a:pt x="903" y="7721"/>
                        </a:lnTo>
                        <a:lnTo>
                          <a:pt x="901" y="7721"/>
                        </a:lnTo>
                        <a:lnTo>
                          <a:pt x="924" y="7741"/>
                        </a:lnTo>
                        <a:lnTo>
                          <a:pt x="952" y="7749"/>
                        </a:lnTo>
                        <a:lnTo>
                          <a:pt x="979" y="7736"/>
                        </a:lnTo>
                        <a:lnTo>
                          <a:pt x="999" y="7713"/>
                        </a:lnTo>
                        <a:lnTo>
                          <a:pt x="1006" y="7681"/>
                        </a:lnTo>
                        <a:lnTo>
                          <a:pt x="1033" y="7664"/>
                        </a:lnTo>
                        <a:lnTo>
                          <a:pt x="1094" y="7676"/>
                        </a:lnTo>
                        <a:lnTo>
                          <a:pt x="1126" y="7676"/>
                        </a:lnTo>
                        <a:lnTo>
                          <a:pt x="1186" y="7658"/>
                        </a:lnTo>
                        <a:lnTo>
                          <a:pt x="1245" y="7667"/>
                        </a:lnTo>
                        <a:lnTo>
                          <a:pt x="1305" y="7653"/>
                        </a:lnTo>
                        <a:lnTo>
                          <a:pt x="1352" y="7692"/>
                        </a:lnTo>
                        <a:lnTo>
                          <a:pt x="1367" y="7718"/>
                        </a:lnTo>
                        <a:lnTo>
                          <a:pt x="1368" y="7749"/>
                        </a:lnTo>
                        <a:lnTo>
                          <a:pt x="1414" y="7790"/>
                        </a:lnTo>
                        <a:lnTo>
                          <a:pt x="1432" y="7816"/>
                        </a:lnTo>
                        <a:lnTo>
                          <a:pt x="1432" y="7849"/>
                        </a:lnTo>
                        <a:lnTo>
                          <a:pt x="1401" y="7866"/>
                        </a:lnTo>
                        <a:lnTo>
                          <a:pt x="1373" y="7868"/>
                        </a:lnTo>
                        <a:lnTo>
                          <a:pt x="1384" y="7895"/>
                        </a:lnTo>
                        <a:lnTo>
                          <a:pt x="1386" y="7924"/>
                        </a:lnTo>
                        <a:lnTo>
                          <a:pt x="1401" y="7983"/>
                        </a:lnTo>
                        <a:lnTo>
                          <a:pt x="1426" y="8002"/>
                        </a:lnTo>
                        <a:lnTo>
                          <a:pt x="1455" y="8013"/>
                        </a:lnTo>
                        <a:lnTo>
                          <a:pt x="1515" y="8029"/>
                        </a:lnTo>
                        <a:lnTo>
                          <a:pt x="1543" y="8018"/>
                        </a:lnTo>
                        <a:lnTo>
                          <a:pt x="1572" y="8019"/>
                        </a:lnTo>
                        <a:lnTo>
                          <a:pt x="1584" y="8046"/>
                        </a:lnTo>
                        <a:lnTo>
                          <a:pt x="1623" y="8092"/>
                        </a:lnTo>
                        <a:lnTo>
                          <a:pt x="1650" y="8192"/>
                        </a:lnTo>
                        <a:lnTo>
                          <a:pt x="1641" y="8223"/>
                        </a:lnTo>
                        <a:lnTo>
                          <a:pt x="1650" y="8251"/>
                        </a:lnTo>
                        <a:lnTo>
                          <a:pt x="1676" y="8271"/>
                        </a:lnTo>
                        <a:lnTo>
                          <a:pt x="1702" y="8288"/>
                        </a:lnTo>
                        <a:lnTo>
                          <a:pt x="1729" y="8274"/>
                        </a:lnTo>
                        <a:lnTo>
                          <a:pt x="1758" y="8268"/>
                        </a:lnTo>
                        <a:lnTo>
                          <a:pt x="1789" y="8274"/>
                        </a:lnTo>
                        <a:lnTo>
                          <a:pt x="1830" y="8314"/>
                        </a:lnTo>
                        <a:lnTo>
                          <a:pt x="1862" y="8305"/>
                        </a:lnTo>
                        <a:lnTo>
                          <a:pt x="1889" y="8318"/>
                        </a:lnTo>
                        <a:lnTo>
                          <a:pt x="1981" y="8291"/>
                        </a:lnTo>
                        <a:lnTo>
                          <a:pt x="2036" y="8263"/>
                        </a:lnTo>
                        <a:lnTo>
                          <a:pt x="2064" y="8272"/>
                        </a:lnTo>
                        <a:lnTo>
                          <a:pt x="2083" y="8298"/>
                        </a:lnTo>
                        <a:lnTo>
                          <a:pt x="2124" y="8380"/>
                        </a:lnTo>
                        <a:lnTo>
                          <a:pt x="2163" y="8426"/>
                        </a:lnTo>
                        <a:lnTo>
                          <a:pt x="2195" y="8425"/>
                        </a:lnTo>
                        <a:lnTo>
                          <a:pt x="2205" y="8394"/>
                        </a:lnTo>
                        <a:lnTo>
                          <a:pt x="2237" y="8398"/>
                        </a:lnTo>
                        <a:lnTo>
                          <a:pt x="2255" y="8422"/>
                        </a:lnTo>
                        <a:lnTo>
                          <a:pt x="2285" y="8426"/>
                        </a:lnTo>
                        <a:lnTo>
                          <a:pt x="2313" y="8438"/>
                        </a:lnTo>
                        <a:lnTo>
                          <a:pt x="2334" y="8460"/>
                        </a:lnTo>
                        <a:lnTo>
                          <a:pt x="2395" y="8456"/>
                        </a:lnTo>
                        <a:lnTo>
                          <a:pt x="2444" y="8491"/>
                        </a:lnTo>
                        <a:lnTo>
                          <a:pt x="2474" y="8490"/>
                        </a:lnTo>
                        <a:lnTo>
                          <a:pt x="2519" y="8530"/>
                        </a:lnTo>
                        <a:lnTo>
                          <a:pt x="2552" y="8536"/>
                        </a:lnTo>
                        <a:lnTo>
                          <a:pt x="2581" y="8534"/>
                        </a:lnTo>
                        <a:lnTo>
                          <a:pt x="2606" y="8552"/>
                        </a:lnTo>
                        <a:lnTo>
                          <a:pt x="2579" y="8566"/>
                        </a:lnTo>
                        <a:lnTo>
                          <a:pt x="2608" y="8654"/>
                        </a:lnTo>
                        <a:lnTo>
                          <a:pt x="2578" y="8709"/>
                        </a:lnTo>
                        <a:lnTo>
                          <a:pt x="2519" y="8722"/>
                        </a:lnTo>
                        <a:lnTo>
                          <a:pt x="2537" y="8746"/>
                        </a:lnTo>
                        <a:lnTo>
                          <a:pt x="2568" y="8753"/>
                        </a:lnTo>
                        <a:lnTo>
                          <a:pt x="2585" y="8777"/>
                        </a:lnTo>
                        <a:lnTo>
                          <a:pt x="2526" y="8793"/>
                        </a:lnTo>
                        <a:lnTo>
                          <a:pt x="2513" y="8821"/>
                        </a:lnTo>
                        <a:lnTo>
                          <a:pt x="2510" y="8850"/>
                        </a:lnTo>
                        <a:lnTo>
                          <a:pt x="2528" y="8874"/>
                        </a:lnTo>
                        <a:lnTo>
                          <a:pt x="2539" y="8902"/>
                        </a:lnTo>
                        <a:lnTo>
                          <a:pt x="2532" y="8932"/>
                        </a:lnTo>
                        <a:lnTo>
                          <a:pt x="2558" y="8947"/>
                        </a:lnTo>
                        <a:lnTo>
                          <a:pt x="2545" y="9008"/>
                        </a:lnTo>
                        <a:lnTo>
                          <a:pt x="2520" y="9095"/>
                        </a:lnTo>
                        <a:lnTo>
                          <a:pt x="2491" y="9107"/>
                        </a:lnTo>
                        <a:lnTo>
                          <a:pt x="2434" y="9093"/>
                        </a:lnTo>
                        <a:lnTo>
                          <a:pt x="2403" y="9098"/>
                        </a:lnTo>
                        <a:lnTo>
                          <a:pt x="2350" y="9069"/>
                        </a:lnTo>
                        <a:lnTo>
                          <a:pt x="2328" y="9090"/>
                        </a:lnTo>
                        <a:lnTo>
                          <a:pt x="2294" y="9141"/>
                        </a:lnTo>
                        <a:lnTo>
                          <a:pt x="2237" y="9163"/>
                        </a:lnTo>
                        <a:lnTo>
                          <a:pt x="2211" y="9217"/>
                        </a:lnTo>
                        <a:lnTo>
                          <a:pt x="2214" y="9248"/>
                        </a:lnTo>
                        <a:lnTo>
                          <a:pt x="2216" y="9304"/>
                        </a:lnTo>
                        <a:lnTo>
                          <a:pt x="2267" y="9286"/>
                        </a:lnTo>
                        <a:lnTo>
                          <a:pt x="2301" y="9291"/>
                        </a:lnTo>
                        <a:lnTo>
                          <a:pt x="2328" y="9272"/>
                        </a:lnTo>
                        <a:lnTo>
                          <a:pt x="2380" y="9261"/>
                        </a:lnTo>
                        <a:lnTo>
                          <a:pt x="2403" y="9271"/>
                        </a:lnTo>
                        <a:lnTo>
                          <a:pt x="2407" y="9294"/>
                        </a:lnTo>
                        <a:lnTo>
                          <a:pt x="2435" y="9298"/>
                        </a:lnTo>
                        <a:lnTo>
                          <a:pt x="2446" y="9310"/>
                        </a:lnTo>
                        <a:lnTo>
                          <a:pt x="2439" y="9325"/>
                        </a:lnTo>
                        <a:lnTo>
                          <a:pt x="2403" y="9327"/>
                        </a:lnTo>
                        <a:lnTo>
                          <a:pt x="2360" y="9343"/>
                        </a:lnTo>
                        <a:lnTo>
                          <a:pt x="2300" y="9380"/>
                        </a:lnTo>
                        <a:lnTo>
                          <a:pt x="2257" y="9394"/>
                        </a:lnTo>
                        <a:lnTo>
                          <a:pt x="2258" y="9413"/>
                        </a:lnTo>
                        <a:lnTo>
                          <a:pt x="2274" y="9434"/>
                        </a:lnTo>
                        <a:lnTo>
                          <a:pt x="2257" y="9443"/>
                        </a:lnTo>
                        <a:lnTo>
                          <a:pt x="2218" y="9431"/>
                        </a:lnTo>
                        <a:lnTo>
                          <a:pt x="2124" y="9446"/>
                        </a:lnTo>
                        <a:lnTo>
                          <a:pt x="2114" y="9481"/>
                        </a:lnTo>
                        <a:lnTo>
                          <a:pt x="2148" y="9512"/>
                        </a:lnTo>
                        <a:lnTo>
                          <a:pt x="2195" y="9531"/>
                        </a:lnTo>
                        <a:lnTo>
                          <a:pt x="2229" y="9578"/>
                        </a:lnTo>
                        <a:lnTo>
                          <a:pt x="2267" y="9614"/>
                        </a:lnTo>
                        <a:lnTo>
                          <a:pt x="2257" y="9621"/>
                        </a:lnTo>
                        <a:lnTo>
                          <a:pt x="2206" y="9605"/>
                        </a:lnTo>
                        <a:lnTo>
                          <a:pt x="2181" y="9645"/>
                        </a:lnTo>
                        <a:lnTo>
                          <a:pt x="2159" y="9642"/>
                        </a:lnTo>
                        <a:lnTo>
                          <a:pt x="2116" y="9708"/>
                        </a:lnTo>
                        <a:lnTo>
                          <a:pt x="2081" y="9756"/>
                        </a:lnTo>
                        <a:lnTo>
                          <a:pt x="2044" y="9823"/>
                        </a:lnTo>
                        <a:lnTo>
                          <a:pt x="1995" y="9826"/>
                        </a:lnTo>
                        <a:lnTo>
                          <a:pt x="1938" y="9819"/>
                        </a:lnTo>
                        <a:lnTo>
                          <a:pt x="1925" y="9836"/>
                        </a:lnTo>
                        <a:lnTo>
                          <a:pt x="1925" y="9859"/>
                        </a:lnTo>
                        <a:lnTo>
                          <a:pt x="1889" y="9875"/>
                        </a:lnTo>
                        <a:lnTo>
                          <a:pt x="1936" y="9897"/>
                        </a:lnTo>
                        <a:lnTo>
                          <a:pt x="1981" y="9935"/>
                        </a:lnTo>
                        <a:lnTo>
                          <a:pt x="2001" y="9985"/>
                        </a:lnTo>
                        <a:lnTo>
                          <a:pt x="2038" y="10027"/>
                        </a:lnTo>
                        <a:lnTo>
                          <a:pt x="2077" y="10031"/>
                        </a:lnTo>
                        <a:lnTo>
                          <a:pt x="2091" y="10014"/>
                        </a:lnTo>
                        <a:lnTo>
                          <a:pt x="2112" y="10041"/>
                        </a:lnTo>
                        <a:lnTo>
                          <a:pt x="2167" y="10088"/>
                        </a:lnTo>
                        <a:lnTo>
                          <a:pt x="2327" y="10159"/>
                        </a:lnTo>
                        <a:lnTo>
                          <a:pt x="2421" y="10235"/>
                        </a:lnTo>
                        <a:lnTo>
                          <a:pt x="2448" y="10280"/>
                        </a:lnTo>
                        <a:lnTo>
                          <a:pt x="2472" y="10310"/>
                        </a:lnTo>
                        <a:lnTo>
                          <a:pt x="2503" y="10319"/>
                        </a:lnTo>
                        <a:lnTo>
                          <a:pt x="2550" y="10362"/>
                        </a:lnTo>
                        <a:lnTo>
                          <a:pt x="2607" y="10343"/>
                        </a:lnTo>
                        <a:lnTo>
                          <a:pt x="2638" y="10339"/>
                        </a:lnTo>
                        <a:lnTo>
                          <a:pt x="2667" y="10349"/>
                        </a:lnTo>
                        <a:lnTo>
                          <a:pt x="2695" y="10345"/>
                        </a:lnTo>
                        <a:lnTo>
                          <a:pt x="2754" y="10364"/>
                        </a:lnTo>
                        <a:lnTo>
                          <a:pt x="2777" y="10384"/>
                        </a:lnTo>
                        <a:lnTo>
                          <a:pt x="2835" y="10397"/>
                        </a:lnTo>
                        <a:lnTo>
                          <a:pt x="2918" y="10433"/>
                        </a:lnTo>
                        <a:lnTo>
                          <a:pt x="2952" y="10436"/>
                        </a:lnTo>
                        <a:lnTo>
                          <a:pt x="3042" y="10427"/>
                        </a:lnTo>
                        <a:lnTo>
                          <a:pt x="3102" y="10446"/>
                        </a:lnTo>
                        <a:lnTo>
                          <a:pt x="3162" y="10446"/>
                        </a:lnTo>
                        <a:lnTo>
                          <a:pt x="3186" y="10465"/>
                        </a:lnTo>
                        <a:lnTo>
                          <a:pt x="3200" y="10481"/>
                        </a:lnTo>
                        <a:lnTo>
                          <a:pt x="3344" y="10566"/>
                        </a:lnTo>
                        <a:lnTo>
                          <a:pt x="3354" y="10594"/>
                        </a:lnTo>
                        <a:lnTo>
                          <a:pt x="3381" y="10609"/>
                        </a:lnTo>
                        <a:lnTo>
                          <a:pt x="3410" y="10601"/>
                        </a:lnTo>
                        <a:lnTo>
                          <a:pt x="3436" y="10584"/>
                        </a:lnTo>
                        <a:lnTo>
                          <a:pt x="3491" y="10562"/>
                        </a:lnTo>
                        <a:lnTo>
                          <a:pt x="3520" y="10559"/>
                        </a:lnTo>
                        <a:lnTo>
                          <a:pt x="3543" y="10579"/>
                        </a:lnTo>
                        <a:lnTo>
                          <a:pt x="3574" y="10571"/>
                        </a:lnTo>
                        <a:lnTo>
                          <a:pt x="3633" y="10581"/>
                        </a:lnTo>
                        <a:lnTo>
                          <a:pt x="3649" y="10608"/>
                        </a:lnTo>
                        <a:lnTo>
                          <a:pt x="3677" y="10617"/>
                        </a:lnTo>
                        <a:lnTo>
                          <a:pt x="3707" y="10620"/>
                        </a:lnTo>
                        <a:lnTo>
                          <a:pt x="3735" y="10631"/>
                        </a:lnTo>
                        <a:lnTo>
                          <a:pt x="3745" y="10660"/>
                        </a:lnTo>
                        <a:lnTo>
                          <a:pt x="3732" y="10718"/>
                        </a:lnTo>
                        <a:lnTo>
                          <a:pt x="3780" y="10754"/>
                        </a:lnTo>
                        <a:lnTo>
                          <a:pt x="3837" y="10771"/>
                        </a:lnTo>
                        <a:lnTo>
                          <a:pt x="3860" y="10791"/>
                        </a:lnTo>
                        <a:lnTo>
                          <a:pt x="3879" y="10803"/>
                        </a:lnTo>
                        <a:lnTo>
                          <a:pt x="3910" y="10823"/>
                        </a:lnTo>
                        <a:lnTo>
                          <a:pt x="3939" y="10823"/>
                        </a:lnTo>
                        <a:lnTo>
                          <a:pt x="3981" y="10864"/>
                        </a:lnTo>
                        <a:lnTo>
                          <a:pt x="3998" y="10890"/>
                        </a:lnTo>
                        <a:lnTo>
                          <a:pt x="4027" y="10892"/>
                        </a:lnTo>
                        <a:lnTo>
                          <a:pt x="4043" y="10952"/>
                        </a:lnTo>
                        <a:lnTo>
                          <a:pt x="4056" y="10979"/>
                        </a:lnTo>
                        <a:lnTo>
                          <a:pt x="4087" y="10977"/>
                        </a:lnTo>
                        <a:lnTo>
                          <a:pt x="4145" y="10988"/>
                        </a:lnTo>
                        <a:lnTo>
                          <a:pt x="4176" y="10984"/>
                        </a:lnTo>
                        <a:lnTo>
                          <a:pt x="4196" y="10963"/>
                        </a:lnTo>
                        <a:lnTo>
                          <a:pt x="4220" y="10905"/>
                        </a:lnTo>
                        <a:lnTo>
                          <a:pt x="4245" y="10889"/>
                        </a:lnTo>
                        <a:lnTo>
                          <a:pt x="4272" y="10876"/>
                        </a:lnTo>
                        <a:lnTo>
                          <a:pt x="4285" y="10847"/>
                        </a:lnTo>
                        <a:lnTo>
                          <a:pt x="4304" y="10811"/>
                        </a:lnTo>
                        <a:lnTo>
                          <a:pt x="4271" y="10792"/>
                        </a:lnTo>
                        <a:lnTo>
                          <a:pt x="4223" y="10689"/>
                        </a:lnTo>
                        <a:lnTo>
                          <a:pt x="4156" y="10571"/>
                        </a:lnTo>
                        <a:lnTo>
                          <a:pt x="4122" y="10525"/>
                        </a:lnTo>
                        <a:lnTo>
                          <a:pt x="4109" y="10476"/>
                        </a:lnTo>
                        <a:lnTo>
                          <a:pt x="4109" y="10395"/>
                        </a:lnTo>
                        <a:lnTo>
                          <a:pt x="4136" y="10296"/>
                        </a:lnTo>
                        <a:lnTo>
                          <a:pt x="4127" y="10247"/>
                        </a:lnTo>
                        <a:lnTo>
                          <a:pt x="4093" y="10326"/>
                        </a:lnTo>
                        <a:lnTo>
                          <a:pt x="4082" y="10303"/>
                        </a:lnTo>
                        <a:lnTo>
                          <a:pt x="4072" y="10237"/>
                        </a:lnTo>
                        <a:lnTo>
                          <a:pt x="4037" y="10175"/>
                        </a:lnTo>
                        <a:lnTo>
                          <a:pt x="3991" y="10109"/>
                        </a:lnTo>
                        <a:lnTo>
                          <a:pt x="3951" y="10112"/>
                        </a:lnTo>
                        <a:lnTo>
                          <a:pt x="3935" y="10057"/>
                        </a:lnTo>
                        <a:lnTo>
                          <a:pt x="3966" y="10005"/>
                        </a:lnTo>
                        <a:lnTo>
                          <a:pt x="3971" y="9963"/>
                        </a:lnTo>
                        <a:lnTo>
                          <a:pt x="4000" y="9924"/>
                        </a:lnTo>
                        <a:lnTo>
                          <a:pt x="4011" y="9924"/>
                        </a:lnTo>
                        <a:lnTo>
                          <a:pt x="4019" y="9916"/>
                        </a:lnTo>
                        <a:lnTo>
                          <a:pt x="4025" y="9880"/>
                        </a:lnTo>
                        <a:lnTo>
                          <a:pt x="4062" y="9848"/>
                        </a:lnTo>
                        <a:lnTo>
                          <a:pt x="4084" y="9716"/>
                        </a:lnTo>
                        <a:lnTo>
                          <a:pt x="4113" y="9724"/>
                        </a:lnTo>
                        <a:lnTo>
                          <a:pt x="4129" y="9650"/>
                        </a:lnTo>
                        <a:lnTo>
                          <a:pt x="4133" y="9605"/>
                        </a:lnTo>
                        <a:lnTo>
                          <a:pt x="4097" y="9546"/>
                        </a:lnTo>
                        <a:lnTo>
                          <a:pt x="4142" y="9560"/>
                        </a:lnTo>
                        <a:lnTo>
                          <a:pt x="4181" y="9562"/>
                        </a:lnTo>
                        <a:lnTo>
                          <a:pt x="4179" y="9589"/>
                        </a:lnTo>
                        <a:lnTo>
                          <a:pt x="4199" y="9631"/>
                        </a:lnTo>
                        <a:lnTo>
                          <a:pt x="4217" y="9685"/>
                        </a:lnTo>
                        <a:lnTo>
                          <a:pt x="4246" y="9686"/>
                        </a:lnTo>
                        <a:lnTo>
                          <a:pt x="4266" y="9676"/>
                        </a:lnTo>
                        <a:lnTo>
                          <a:pt x="4283" y="9676"/>
                        </a:lnTo>
                        <a:lnTo>
                          <a:pt x="4330" y="9569"/>
                        </a:lnTo>
                        <a:lnTo>
                          <a:pt x="4352" y="9555"/>
                        </a:lnTo>
                        <a:lnTo>
                          <a:pt x="4325" y="9546"/>
                        </a:lnTo>
                        <a:lnTo>
                          <a:pt x="4312" y="9522"/>
                        </a:lnTo>
                        <a:lnTo>
                          <a:pt x="4286" y="9512"/>
                        </a:lnTo>
                        <a:lnTo>
                          <a:pt x="4255" y="9512"/>
                        </a:lnTo>
                        <a:lnTo>
                          <a:pt x="4229" y="9500"/>
                        </a:lnTo>
                        <a:lnTo>
                          <a:pt x="4218" y="9476"/>
                        </a:lnTo>
                        <a:lnTo>
                          <a:pt x="4242" y="9453"/>
                        </a:lnTo>
                        <a:lnTo>
                          <a:pt x="4244" y="9424"/>
                        </a:lnTo>
                        <a:lnTo>
                          <a:pt x="4274" y="9415"/>
                        </a:lnTo>
                        <a:lnTo>
                          <a:pt x="4305" y="9435"/>
                        </a:lnTo>
                        <a:lnTo>
                          <a:pt x="4352" y="9424"/>
                        </a:lnTo>
                        <a:lnTo>
                          <a:pt x="4321" y="9212"/>
                        </a:lnTo>
                        <a:lnTo>
                          <a:pt x="4291" y="9204"/>
                        </a:lnTo>
                        <a:lnTo>
                          <a:pt x="4274" y="9179"/>
                        </a:lnTo>
                        <a:lnTo>
                          <a:pt x="4266" y="9149"/>
                        </a:lnTo>
                        <a:lnTo>
                          <a:pt x="4250" y="9124"/>
                        </a:lnTo>
                        <a:lnTo>
                          <a:pt x="4228" y="9102"/>
                        </a:lnTo>
                        <a:lnTo>
                          <a:pt x="4199" y="9102"/>
                        </a:lnTo>
                        <a:lnTo>
                          <a:pt x="4137" y="9111"/>
                        </a:lnTo>
                        <a:lnTo>
                          <a:pt x="4087" y="9097"/>
                        </a:lnTo>
                        <a:lnTo>
                          <a:pt x="4083" y="9132"/>
                        </a:lnTo>
                        <a:lnTo>
                          <a:pt x="4038" y="9086"/>
                        </a:lnTo>
                        <a:lnTo>
                          <a:pt x="4033" y="9055"/>
                        </a:lnTo>
                        <a:lnTo>
                          <a:pt x="4019" y="9029"/>
                        </a:lnTo>
                        <a:lnTo>
                          <a:pt x="4034" y="9004"/>
                        </a:lnTo>
                        <a:lnTo>
                          <a:pt x="4019" y="8978"/>
                        </a:lnTo>
                        <a:lnTo>
                          <a:pt x="4016" y="8949"/>
                        </a:lnTo>
                        <a:lnTo>
                          <a:pt x="3908" y="8914"/>
                        </a:lnTo>
                        <a:lnTo>
                          <a:pt x="3949" y="8750"/>
                        </a:lnTo>
                        <a:lnTo>
                          <a:pt x="4001" y="8720"/>
                        </a:lnTo>
                        <a:lnTo>
                          <a:pt x="4017" y="8694"/>
                        </a:lnTo>
                        <a:lnTo>
                          <a:pt x="4007" y="8666"/>
                        </a:lnTo>
                        <a:lnTo>
                          <a:pt x="3965" y="8626"/>
                        </a:lnTo>
                        <a:lnTo>
                          <a:pt x="4002" y="8456"/>
                        </a:lnTo>
                        <a:lnTo>
                          <a:pt x="4054" y="8426"/>
                        </a:lnTo>
                        <a:lnTo>
                          <a:pt x="4071" y="8400"/>
                        </a:lnTo>
                        <a:lnTo>
                          <a:pt x="4066" y="8369"/>
                        </a:lnTo>
                        <a:lnTo>
                          <a:pt x="4075" y="8342"/>
                        </a:lnTo>
                        <a:lnTo>
                          <a:pt x="4076" y="8312"/>
                        </a:lnTo>
                        <a:lnTo>
                          <a:pt x="4089" y="8283"/>
                        </a:lnTo>
                        <a:lnTo>
                          <a:pt x="4108" y="8259"/>
                        </a:lnTo>
                        <a:lnTo>
                          <a:pt x="4134" y="8277"/>
                        </a:lnTo>
                        <a:lnTo>
                          <a:pt x="4143" y="8307"/>
                        </a:lnTo>
                        <a:lnTo>
                          <a:pt x="4190" y="8342"/>
                        </a:lnTo>
                        <a:lnTo>
                          <a:pt x="4257" y="8480"/>
                        </a:lnTo>
                        <a:lnTo>
                          <a:pt x="4286" y="8490"/>
                        </a:lnTo>
                        <a:lnTo>
                          <a:pt x="4384" y="8423"/>
                        </a:lnTo>
                        <a:lnTo>
                          <a:pt x="4376" y="8392"/>
                        </a:lnTo>
                        <a:lnTo>
                          <a:pt x="4362" y="8365"/>
                        </a:lnTo>
                        <a:lnTo>
                          <a:pt x="4347" y="8274"/>
                        </a:lnTo>
                        <a:lnTo>
                          <a:pt x="4320" y="8221"/>
                        </a:lnTo>
                        <a:lnTo>
                          <a:pt x="4350" y="8227"/>
                        </a:lnTo>
                        <a:lnTo>
                          <a:pt x="4378" y="8215"/>
                        </a:lnTo>
                        <a:lnTo>
                          <a:pt x="4452" y="8161"/>
                        </a:lnTo>
                        <a:lnTo>
                          <a:pt x="4480" y="8148"/>
                        </a:lnTo>
                        <a:lnTo>
                          <a:pt x="4497" y="8124"/>
                        </a:lnTo>
                        <a:lnTo>
                          <a:pt x="4499" y="8094"/>
                        </a:lnTo>
                        <a:lnTo>
                          <a:pt x="4497" y="8064"/>
                        </a:lnTo>
                        <a:lnTo>
                          <a:pt x="4527" y="8057"/>
                        </a:lnTo>
                        <a:lnTo>
                          <a:pt x="4557" y="8060"/>
                        </a:lnTo>
                        <a:lnTo>
                          <a:pt x="4584" y="8050"/>
                        </a:lnTo>
                        <a:lnTo>
                          <a:pt x="4603" y="8026"/>
                        </a:lnTo>
                        <a:lnTo>
                          <a:pt x="4629" y="8012"/>
                        </a:lnTo>
                        <a:lnTo>
                          <a:pt x="4658" y="8004"/>
                        </a:lnTo>
                        <a:lnTo>
                          <a:pt x="4677" y="7980"/>
                        </a:lnTo>
                        <a:lnTo>
                          <a:pt x="4703" y="7962"/>
                        </a:lnTo>
                        <a:lnTo>
                          <a:pt x="4722" y="7939"/>
                        </a:lnTo>
                        <a:lnTo>
                          <a:pt x="4729" y="7909"/>
                        </a:lnTo>
                        <a:lnTo>
                          <a:pt x="4753" y="7890"/>
                        </a:lnTo>
                        <a:lnTo>
                          <a:pt x="4809" y="7873"/>
                        </a:lnTo>
                        <a:lnTo>
                          <a:pt x="4869" y="7874"/>
                        </a:lnTo>
                        <a:lnTo>
                          <a:pt x="4876" y="7904"/>
                        </a:lnTo>
                        <a:lnTo>
                          <a:pt x="4889" y="7932"/>
                        </a:lnTo>
                        <a:lnTo>
                          <a:pt x="4948" y="7918"/>
                        </a:lnTo>
                        <a:lnTo>
                          <a:pt x="4966" y="7941"/>
                        </a:lnTo>
                        <a:lnTo>
                          <a:pt x="4982" y="7917"/>
                        </a:lnTo>
                        <a:lnTo>
                          <a:pt x="4992" y="7885"/>
                        </a:lnTo>
                        <a:lnTo>
                          <a:pt x="5010" y="7860"/>
                        </a:lnTo>
                        <a:lnTo>
                          <a:pt x="5041" y="7863"/>
                        </a:lnTo>
                        <a:lnTo>
                          <a:pt x="5068" y="7850"/>
                        </a:lnTo>
                        <a:lnTo>
                          <a:pt x="5096" y="7852"/>
                        </a:lnTo>
                        <a:lnTo>
                          <a:pt x="5118" y="7909"/>
                        </a:lnTo>
                        <a:lnTo>
                          <a:pt x="5137" y="7932"/>
                        </a:lnTo>
                        <a:lnTo>
                          <a:pt x="5166" y="7922"/>
                        </a:lnTo>
                        <a:lnTo>
                          <a:pt x="5196" y="7919"/>
                        </a:lnTo>
                        <a:lnTo>
                          <a:pt x="5224" y="7931"/>
                        </a:lnTo>
                        <a:lnTo>
                          <a:pt x="5282" y="7917"/>
                        </a:lnTo>
                        <a:lnTo>
                          <a:pt x="5312" y="7918"/>
                        </a:lnTo>
                        <a:lnTo>
                          <a:pt x="5339" y="7936"/>
                        </a:lnTo>
                        <a:lnTo>
                          <a:pt x="5360" y="7957"/>
                        </a:lnTo>
                        <a:lnTo>
                          <a:pt x="5382" y="8013"/>
                        </a:lnTo>
                        <a:lnTo>
                          <a:pt x="5459" y="8059"/>
                        </a:lnTo>
                        <a:lnTo>
                          <a:pt x="5478" y="8081"/>
                        </a:lnTo>
                        <a:lnTo>
                          <a:pt x="5489" y="8111"/>
                        </a:lnTo>
                        <a:lnTo>
                          <a:pt x="5528" y="8157"/>
                        </a:lnTo>
                        <a:lnTo>
                          <a:pt x="5525" y="8187"/>
                        </a:lnTo>
                        <a:lnTo>
                          <a:pt x="5528" y="8216"/>
                        </a:lnTo>
                        <a:lnTo>
                          <a:pt x="5546" y="8241"/>
                        </a:lnTo>
                        <a:lnTo>
                          <a:pt x="5575" y="8232"/>
                        </a:lnTo>
                        <a:lnTo>
                          <a:pt x="5577" y="8203"/>
                        </a:lnTo>
                        <a:lnTo>
                          <a:pt x="5571" y="8172"/>
                        </a:lnTo>
                        <a:lnTo>
                          <a:pt x="5574" y="8143"/>
                        </a:lnTo>
                        <a:lnTo>
                          <a:pt x="5557" y="8117"/>
                        </a:lnTo>
                        <a:lnTo>
                          <a:pt x="5577" y="8094"/>
                        </a:lnTo>
                        <a:lnTo>
                          <a:pt x="5606" y="8091"/>
                        </a:lnTo>
                        <a:lnTo>
                          <a:pt x="5617" y="8118"/>
                        </a:lnTo>
                        <a:lnTo>
                          <a:pt x="5641" y="8138"/>
                        </a:lnTo>
                        <a:lnTo>
                          <a:pt x="5649" y="8165"/>
                        </a:lnTo>
                        <a:lnTo>
                          <a:pt x="5672" y="8186"/>
                        </a:lnTo>
                        <a:lnTo>
                          <a:pt x="5730" y="8206"/>
                        </a:lnTo>
                        <a:lnTo>
                          <a:pt x="5783" y="8236"/>
                        </a:lnTo>
                        <a:lnTo>
                          <a:pt x="5814" y="8229"/>
                        </a:lnTo>
                        <a:lnTo>
                          <a:pt x="5887" y="8175"/>
                        </a:lnTo>
                        <a:lnTo>
                          <a:pt x="5884" y="8145"/>
                        </a:lnTo>
                        <a:lnTo>
                          <a:pt x="5912" y="8133"/>
                        </a:lnTo>
                        <a:lnTo>
                          <a:pt x="5934" y="8113"/>
                        </a:lnTo>
                        <a:lnTo>
                          <a:pt x="5964" y="8107"/>
                        </a:lnTo>
                        <a:lnTo>
                          <a:pt x="5992" y="8117"/>
                        </a:lnTo>
                        <a:lnTo>
                          <a:pt x="5994" y="8087"/>
                        </a:lnTo>
                        <a:lnTo>
                          <a:pt x="6025" y="8087"/>
                        </a:lnTo>
                        <a:lnTo>
                          <a:pt x="6054" y="8092"/>
                        </a:lnTo>
                        <a:lnTo>
                          <a:pt x="6080" y="8076"/>
                        </a:lnTo>
                        <a:lnTo>
                          <a:pt x="6104" y="8094"/>
                        </a:lnTo>
                        <a:lnTo>
                          <a:pt x="6119" y="8108"/>
                        </a:lnTo>
                        <a:lnTo>
                          <a:pt x="6119" y="804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solidFill>
                      <a:schemeClr val="bg1">
                        <a:lumMod val="75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wrap="none" anchor="ctr"/>
                  <a:lstStyle/>
                  <a:p>
                    <a:endParaRPr lang="en-GB" dirty="0">
                      <a:latin typeface="Trade Gothic LT Std" pitchFamily="50" charset="0"/>
                    </a:endParaRPr>
                  </a:p>
                </p:txBody>
              </p:sp>
            </p:grpSp>
          </p:grpSp>
          <p:grpSp>
            <p:nvGrpSpPr>
              <p:cNvPr id="55" name="Group 1160">
                <a:extLst>
                  <a:ext uri="{FF2B5EF4-FFF2-40B4-BE49-F238E27FC236}">
                    <a16:creationId xmlns:a16="http://schemas.microsoft.com/office/drawing/2014/main" id="{CAAB2855-240A-9A3D-2AD4-49F7F8C126CA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5643562" y="1860553"/>
                <a:ext cx="790575" cy="1631952"/>
                <a:chOff x="2988" y="1147"/>
                <a:chExt cx="403" cy="832"/>
              </a:xfrm>
              <a:grpFill/>
            </p:grpSpPr>
            <p:sp>
              <p:nvSpPr>
                <p:cNvPr id="121" name="Freeform 1161">
                  <a:extLst>
                    <a:ext uri="{FF2B5EF4-FFF2-40B4-BE49-F238E27FC236}">
                      <a16:creationId xmlns:a16="http://schemas.microsoft.com/office/drawing/2014/main" id="{CAFAF48D-C0DF-5C5B-1084-519019BB598A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2988" y="1940"/>
                  <a:ext cx="16" cy="28"/>
                </a:xfrm>
                <a:custGeom>
                  <a:avLst/>
                  <a:gdLst/>
                  <a:ahLst/>
                  <a:cxnLst>
                    <a:cxn ang="0">
                      <a:pos x="77" y="19"/>
                    </a:cxn>
                    <a:cxn ang="0">
                      <a:pos x="49" y="11"/>
                    </a:cxn>
                    <a:cxn ang="0">
                      <a:pos x="38" y="0"/>
                    </a:cxn>
                    <a:cxn ang="0">
                      <a:pos x="16" y="19"/>
                    </a:cxn>
                    <a:cxn ang="0">
                      <a:pos x="30" y="36"/>
                    </a:cxn>
                    <a:cxn ang="0">
                      <a:pos x="26" y="61"/>
                    </a:cxn>
                    <a:cxn ang="0">
                      <a:pos x="4" y="55"/>
                    </a:cxn>
                    <a:cxn ang="0">
                      <a:pos x="0" y="88"/>
                    </a:cxn>
                    <a:cxn ang="0">
                      <a:pos x="4" y="122"/>
                    </a:cxn>
                    <a:cxn ang="0">
                      <a:pos x="54" y="137"/>
                    </a:cxn>
                    <a:cxn ang="0">
                      <a:pos x="81" y="169"/>
                    </a:cxn>
                    <a:cxn ang="0">
                      <a:pos x="94" y="143"/>
                    </a:cxn>
                    <a:cxn ang="0">
                      <a:pos x="69" y="128"/>
                    </a:cxn>
                    <a:cxn ang="0">
                      <a:pos x="61" y="98"/>
                    </a:cxn>
                    <a:cxn ang="0">
                      <a:pos x="81" y="88"/>
                    </a:cxn>
                    <a:cxn ang="0">
                      <a:pos x="92" y="63"/>
                    </a:cxn>
                    <a:cxn ang="0">
                      <a:pos x="94" y="44"/>
                    </a:cxn>
                    <a:cxn ang="0">
                      <a:pos x="77" y="19"/>
                    </a:cxn>
                  </a:cxnLst>
                  <a:rect l="0" t="0" r="r" b="b"/>
                  <a:pathLst>
                    <a:path w="94" h="169">
                      <a:moveTo>
                        <a:pt x="77" y="19"/>
                      </a:moveTo>
                      <a:lnTo>
                        <a:pt x="49" y="11"/>
                      </a:lnTo>
                      <a:lnTo>
                        <a:pt x="38" y="0"/>
                      </a:lnTo>
                      <a:lnTo>
                        <a:pt x="16" y="19"/>
                      </a:lnTo>
                      <a:lnTo>
                        <a:pt x="30" y="36"/>
                      </a:lnTo>
                      <a:lnTo>
                        <a:pt x="26" y="61"/>
                      </a:lnTo>
                      <a:lnTo>
                        <a:pt x="4" y="55"/>
                      </a:lnTo>
                      <a:lnTo>
                        <a:pt x="0" y="88"/>
                      </a:lnTo>
                      <a:lnTo>
                        <a:pt x="4" y="122"/>
                      </a:lnTo>
                      <a:lnTo>
                        <a:pt x="54" y="137"/>
                      </a:lnTo>
                      <a:lnTo>
                        <a:pt x="81" y="169"/>
                      </a:lnTo>
                      <a:lnTo>
                        <a:pt x="94" y="143"/>
                      </a:lnTo>
                      <a:lnTo>
                        <a:pt x="69" y="128"/>
                      </a:lnTo>
                      <a:lnTo>
                        <a:pt x="61" y="98"/>
                      </a:lnTo>
                      <a:lnTo>
                        <a:pt x="81" y="88"/>
                      </a:lnTo>
                      <a:lnTo>
                        <a:pt x="92" y="63"/>
                      </a:lnTo>
                      <a:lnTo>
                        <a:pt x="94" y="44"/>
                      </a:lnTo>
                      <a:lnTo>
                        <a:pt x="77" y="19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GB" dirty="0">
                    <a:latin typeface="Trade Gothic LT Std" pitchFamily="50" charset="0"/>
                  </a:endParaRPr>
                </a:p>
              </p:txBody>
            </p:sp>
            <p:sp>
              <p:nvSpPr>
                <p:cNvPr id="122" name="Freeform 1162">
                  <a:extLst>
                    <a:ext uri="{FF2B5EF4-FFF2-40B4-BE49-F238E27FC236}">
                      <a16:creationId xmlns:a16="http://schemas.microsoft.com/office/drawing/2014/main" id="{1DACC376-B817-43F3-CF90-04DC04DEEF4C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3056" y="1952"/>
                  <a:ext cx="7" cy="8"/>
                </a:xfrm>
                <a:custGeom>
                  <a:avLst/>
                  <a:gdLst/>
                  <a:ahLst/>
                  <a:cxnLst>
                    <a:cxn ang="0">
                      <a:pos x="37" y="16"/>
                    </a:cxn>
                    <a:cxn ang="0">
                      <a:pos x="29" y="0"/>
                    </a:cxn>
                    <a:cxn ang="0">
                      <a:pos x="6" y="3"/>
                    </a:cxn>
                    <a:cxn ang="0">
                      <a:pos x="0" y="28"/>
                    </a:cxn>
                    <a:cxn ang="0">
                      <a:pos x="15" y="46"/>
                    </a:cxn>
                    <a:cxn ang="0">
                      <a:pos x="35" y="46"/>
                    </a:cxn>
                    <a:cxn ang="0">
                      <a:pos x="37" y="16"/>
                    </a:cxn>
                  </a:cxnLst>
                  <a:rect l="0" t="0" r="r" b="b"/>
                  <a:pathLst>
                    <a:path w="37" h="46">
                      <a:moveTo>
                        <a:pt x="37" y="16"/>
                      </a:moveTo>
                      <a:lnTo>
                        <a:pt x="29" y="0"/>
                      </a:lnTo>
                      <a:lnTo>
                        <a:pt x="6" y="3"/>
                      </a:lnTo>
                      <a:lnTo>
                        <a:pt x="0" y="28"/>
                      </a:lnTo>
                      <a:lnTo>
                        <a:pt x="15" y="46"/>
                      </a:lnTo>
                      <a:lnTo>
                        <a:pt x="35" y="46"/>
                      </a:lnTo>
                      <a:lnTo>
                        <a:pt x="37" y="16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GB" dirty="0">
                    <a:latin typeface="Trade Gothic LT Std" pitchFamily="50" charset="0"/>
                  </a:endParaRPr>
                </a:p>
              </p:txBody>
            </p:sp>
            <p:sp>
              <p:nvSpPr>
                <p:cNvPr id="123" name="Freeform 1163">
                  <a:extLst>
                    <a:ext uri="{FF2B5EF4-FFF2-40B4-BE49-F238E27FC236}">
                      <a16:creationId xmlns:a16="http://schemas.microsoft.com/office/drawing/2014/main" id="{D85157FC-4DB7-8A1C-CB49-8A1DDFFFD158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3079" y="1949"/>
                  <a:ext cx="16" cy="17"/>
                </a:xfrm>
                <a:custGeom>
                  <a:avLst/>
                  <a:gdLst/>
                  <a:ahLst/>
                  <a:cxnLst>
                    <a:cxn ang="0">
                      <a:pos x="60" y="103"/>
                    </a:cxn>
                    <a:cxn ang="0">
                      <a:pos x="74" y="89"/>
                    </a:cxn>
                    <a:cxn ang="0">
                      <a:pos x="86" y="54"/>
                    </a:cxn>
                    <a:cxn ang="0">
                      <a:pos x="92" y="0"/>
                    </a:cxn>
                    <a:cxn ang="0">
                      <a:pos x="78" y="12"/>
                    </a:cxn>
                    <a:cxn ang="0">
                      <a:pos x="26" y="35"/>
                    </a:cxn>
                    <a:cxn ang="0">
                      <a:pos x="25" y="65"/>
                    </a:cxn>
                    <a:cxn ang="0">
                      <a:pos x="9" y="76"/>
                    </a:cxn>
                    <a:cxn ang="0">
                      <a:pos x="0" y="95"/>
                    </a:cxn>
                    <a:cxn ang="0">
                      <a:pos x="33" y="89"/>
                    </a:cxn>
                    <a:cxn ang="0">
                      <a:pos x="60" y="103"/>
                    </a:cxn>
                  </a:cxnLst>
                  <a:rect l="0" t="0" r="r" b="b"/>
                  <a:pathLst>
                    <a:path w="92" h="103">
                      <a:moveTo>
                        <a:pt x="60" y="103"/>
                      </a:moveTo>
                      <a:lnTo>
                        <a:pt x="74" y="89"/>
                      </a:lnTo>
                      <a:lnTo>
                        <a:pt x="86" y="54"/>
                      </a:lnTo>
                      <a:lnTo>
                        <a:pt x="92" y="0"/>
                      </a:lnTo>
                      <a:lnTo>
                        <a:pt x="78" y="12"/>
                      </a:lnTo>
                      <a:lnTo>
                        <a:pt x="26" y="35"/>
                      </a:lnTo>
                      <a:lnTo>
                        <a:pt x="25" y="65"/>
                      </a:lnTo>
                      <a:lnTo>
                        <a:pt x="9" y="76"/>
                      </a:lnTo>
                      <a:lnTo>
                        <a:pt x="0" y="95"/>
                      </a:lnTo>
                      <a:lnTo>
                        <a:pt x="33" y="89"/>
                      </a:lnTo>
                      <a:lnTo>
                        <a:pt x="60" y="103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GB" dirty="0">
                    <a:latin typeface="Trade Gothic LT Std" pitchFamily="50" charset="0"/>
                  </a:endParaRPr>
                </a:p>
              </p:txBody>
            </p:sp>
            <p:sp>
              <p:nvSpPr>
                <p:cNvPr id="124" name="Freeform 1164">
                  <a:extLst>
                    <a:ext uri="{FF2B5EF4-FFF2-40B4-BE49-F238E27FC236}">
                      <a16:creationId xmlns:a16="http://schemas.microsoft.com/office/drawing/2014/main" id="{5B22C52E-BC62-A7BD-3E6B-1E214533499A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3022" y="1147"/>
                  <a:ext cx="369" cy="832"/>
                </a:xfrm>
                <a:custGeom>
                  <a:avLst/>
                  <a:gdLst/>
                  <a:ahLst/>
                  <a:cxnLst>
                    <a:cxn ang="0">
                      <a:pos x="172" y="773"/>
                    </a:cxn>
                    <a:cxn ang="0">
                      <a:pos x="609" y="1202"/>
                    </a:cxn>
                    <a:cxn ang="0">
                      <a:pos x="592" y="1413"/>
                    </a:cxn>
                    <a:cxn ang="0">
                      <a:pos x="601" y="1623"/>
                    </a:cxn>
                    <a:cxn ang="0">
                      <a:pos x="685" y="1938"/>
                    </a:cxn>
                    <a:cxn ang="0">
                      <a:pos x="707" y="2258"/>
                    </a:cxn>
                    <a:cxn ang="0">
                      <a:pos x="791" y="2332"/>
                    </a:cxn>
                    <a:cxn ang="0">
                      <a:pos x="894" y="2415"/>
                    </a:cxn>
                    <a:cxn ang="0">
                      <a:pos x="1007" y="2736"/>
                    </a:cxn>
                    <a:cxn ang="0">
                      <a:pos x="936" y="2774"/>
                    </a:cxn>
                    <a:cxn ang="0">
                      <a:pos x="749" y="2988"/>
                    </a:cxn>
                    <a:cxn ang="0">
                      <a:pos x="441" y="3425"/>
                    </a:cxn>
                    <a:cxn ang="0">
                      <a:pos x="336" y="3541"/>
                    </a:cxn>
                    <a:cxn ang="0">
                      <a:pos x="237" y="3624"/>
                    </a:cxn>
                    <a:cxn ang="0">
                      <a:pos x="148" y="3693"/>
                    </a:cxn>
                    <a:cxn ang="0">
                      <a:pos x="79" y="3802"/>
                    </a:cxn>
                    <a:cxn ang="0">
                      <a:pos x="126" y="3973"/>
                    </a:cxn>
                    <a:cxn ang="0">
                      <a:pos x="160" y="4182"/>
                    </a:cxn>
                    <a:cxn ang="0">
                      <a:pos x="212" y="4302"/>
                    </a:cxn>
                    <a:cxn ang="0">
                      <a:pos x="165" y="4323"/>
                    </a:cxn>
                    <a:cxn ang="0">
                      <a:pos x="147" y="4484"/>
                    </a:cxn>
                    <a:cxn ang="0">
                      <a:pos x="139" y="4564"/>
                    </a:cxn>
                    <a:cxn ang="0">
                      <a:pos x="161" y="4631"/>
                    </a:cxn>
                    <a:cxn ang="0">
                      <a:pos x="239" y="4691"/>
                    </a:cxn>
                    <a:cxn ang="0">
                      <a:pos x="375" y="4770"/>
                    </a:cxn>
                    <a:cxn ang="0">
                      <a:pos x="456" y="4803"/>
                    </a:cxn>
                    <a:cxn ang="0">
                      <a:pos x="512" y="4941"/>
                    </a:cxn>
                    <a:cxn ang="0">
                      <a:pos x="522" y="4975"/>
                    </a:cxn>
                    <a:cxn ang="0">
                      <a:pos x="589" y="4952"/>
                    </a:cxn>
                    <a:cxn ang="0">
                      <a:pos x="749" y="4909"/>
                    </a:cxn>
                    <a:cxn ang="0">
                      <a:pos x="855" y="4844"/>
                    </a:cxn>
                    <a:cxn ang="0">
                      <a:pos x="1001" y="4762"/>
                    </a:cxn>
                    <a:cxn ang="0">
                      <a:pos x="1085" y="4747"/>
                    </a:cxn>
                    <a:cxn ang="0">
                      <a:pos x="1229" y="4731"/>
                    </a:cxn>
                    <a:cxn ang="0">
                      <a:pos x="1409" y="4721"/>
                    </a:cxn>
                    <a:cxn ang="0">
                      <a:pos x="1579" y="4593"/>
                    </a:cxn>
                    <a:cxn ang="0">
                      <a:pos x="2149" y="3918"/>
                    </a:cxn>
                    <a:cxn ang="0">
                      <a:pos x="2159" y="3587"/>
                    </a:cxn>
                    <a:cxn ang="0">
                      <a:pos x="1977" y="3324"/>
                    </a:cxn>
                    <a:cxn ang="0">
                      <a:pos x="2050" y="3069"/>
                    </a:cxn>
                    <a:cxn ang="0">
                      <a:pos x="1940" y="2810"/>
                    </a:cxn>
                    <a:cxn ang="0">
                      <a:pos x="1895" y="2608"/>
                    </a:cxn>
                    <a:cxn ang="0">
                      <a:pos x="1960" y="2382"/>
                    </a:cxn>
                    <a:cxn ang="0">
                      <a:pos x="1848" y="2038"/>
                    </a:cxn>
                    <a:cxn ang="0">
                      <a:pos x="1770" y="1750"/>
                    </a:cxn>
                    <a:cxn ang="0">
                      <a:pos x="1918" y="1320"/>
                    </a:cxn>
                    <a:cxn ang="0">
                      <a:pos x="1699" y="1089"/>
                    </a:cxn>
                    <a:cxn ang="0">
                      <a:pos x="1619" y="867"/>
                    </a:cxn>
                    <a:cxn ang="0">
                      <a:pos x="1629" y="688"/>
                    </a:cxn>
                    <a:cxn ang="0">
                      <a:pos x="1715" y="470"/>
                    </a:cxn>
                    <a:cxn ang="0">
                      <a:pos x="1691" y="151"/>
                    </a:cxn>
                    <a:cxn ang="0">
                      <a:pos x="1529" y="0"/>
                    </a:cxn>
                    <a:cxn ang="0">
                      <a:pos x="1158" y="119"/>
                    </a:cxn>
                    <a:cxn ang="0">
                      <a:pos x="1055" y="490"/>
                    </a:cxn>
                    <a:cxn ang="0">
                      <a:pos x="928" y="748"/>
                    </a:cxn>
                    <a:cxn ang="0">
                      <a:pos x="772" y="768"/>
                    </a:cxn>
                    <a:cxn ang="0">
                      <a:pos x="582" y="800"/>
                    </a:cxn>
                    <a:cxn ang="0">
                      <a:pos x="367" y="730"/>
                    </a:cxn>
                    <a:cxn ang="0">
                      <a:pos x="141" y="430"/>
                    </a:cxn>
                    <a:cxn ang="0">
                      <a:pos x="74" y="558"/>
                    </a:cxn>
                  </a:cxnLst>
                  <a:rect l="0" t="0" r="r" b="b"/>
                  <a:pathLst>
                    <a:path w="2215" h="4996">
                      <a:moveTo>
                        <a:pt x="0" y="583"/>
                      </a:moveTo>
                      <a:lnTo>
                        <a:pt x="10" y="583"/>
                      </a:lnTo>
                      <a:lnTo>
                        <a:pt x="19" y="601"/>
                      </a:lnTo>
                      <a:lnTo>
                        <a:pt x="172" y="773"/>
                      </a:lnTo>
                      <a:lnTo>
                        <a:pt x="287" y="887"/>
                      </a:lnTo>
                      <a:lnTo>
                        <a:pt x="419" y="928"/>
                      </a:lnTo>
                      <a:lnTo>
                        <a:pt x="486" y="988"/>
                      </a:lnTo>
                      <a:lnTo>
                        <a:pt x="609" y="1202"/>
                      </a:lnTo>
                      <a:lnTo>
                        <a:pt x="617" y="1227"/>
                      </a:lnTo>
                      <a:lnTo>
                        <a:pt x="599" y="1275"/>
                      </a:lnTo>
                      <a:lnTo>
                        <a:pt x="592" y="1334"/>
                      </a:lnTo>
                      <a:lnTo>
                        <a:pt x="592" y="1413"/>
                      </a:lnTo>
                      <a:lnTo>
                        <a:pt x="599" y="1466"/>
                      </a:lnTo>
                      <a:lnTo>
                        <a:pt x="617" y="1492"/>
                      </a:lnTo>
                      <a:lnTo>
                        <a:pt x="623" y="1548"/>
                      </a:lnTo>
                      <a:lnTo>
                        <a:pt x="601" y="1623"/>
                      </a:lnTo>
                      <a:lnTo>
                        <a:pt x="610" y="1686"/>
                      </a:lnTo>
                      <a:lnTo>
                        <a:pt x="689" y="1854"/>
                      </a:lnTo>
                      <a:lnTo>
                        <a:pt x="689" y="1904"/>
                      </a:lnTo>
                      <a:lnTo>
                        <a:pt x="685" y="1938"/>
                      </a:lnTo>
                      <a:lnTo>
                        <a:pt x="652" y="1991"/>
                      </a:lnTo>
                      <a:lnTo>
                        <a:pt x="637" y="2054"/>
                      </a:lnTo>
                      <a:lnTo>
                        <a:pt x="650" y="2132"/>
                      </a:lnTo>
                      <a:lnTo>
                        <a:pt x="707" y="2258"/>
                      </a:lnTo>
                      <a:lnTo>
                        <a:pt x="736" y="2287"/>
                      </a:lnTo>
                      <a:lnTo>
                        <a:pt x="754" y="2293"/>
                      </a:lnTo>
                      <a:lnTo>
                        <a:pt x="766" y="2318"/>
                      </a:lnTo>
                      <a:lnTo>
                        <a:pt x="791" y="2332"/>
                      </a:lnTo>
                      <a:lnTo>
                        <a:pt x="811" y="2311"/>
                      </a:lnTo>
                      <a:lnTo>
                        <a:pt x="824" y="2323"/>
                      </a:lnTo>
                      <a:lnTo>
                        <a:pt x="836" y="2374"/>
                      </a:lnTo>
                      <a:lnTo>
                        <a:pt x="894" y="2415"/>
                      </a:lnTo>
                      <a:lnTo>
                        <a:pt x="960" y="2503"/>
                      </a:lnTo>
                      <a:lnTo>
                        <a:pt x="978" y="2554"/>
                      </a:lnTo>
                      <a:lnTo>
                        <a:pt x="969" y="2664"/>
                      </a:lnTo>
                      <a:lnTo>
                        <a:pt x="1007" y="2736"/>
                      </a:lnTo>
                      <a:lnTo>
                        <a:pt x="978" y="2731"/>
                      </a:lnTo>
                      <a:lnTo>
                        <a:pt x="964" y="2760"/>
                      </a:lnTo>
                      <a:lnTo>
                        <a:pt x="976" y="2797"/>
                      </a:lnTo>
                      <a:lnTo>
                        <a:pt x="936" y="2774"/>
                      </a:lnTo>
                      <a:lnTo>
                        <a:pt x="899" y="2779"/>
                      </a:lnTo>
                      <a:lnTo>
                        <a:pt x="833" y="2807"/>
                      </a:lnTo>
                      <a:lnTo>
                        <a:pt x="797" y="2938"/>
                      </a:lnTo>
                      <a:lnTo>
                        <a:pt x="749" y="2988"/>
                      </a:lnTo>
                      <a:lnTo>
                        <a:pt x="676" y="3090"/>
                      </a:lnTo>
                      <a:lnTo>
                        <a:pt x="585" y="3191"/>
                      </a:lnTo>
                      <a:lnTo>
                        <a:pt x="525" y="3280"/>
                      </a:lnTo>
                      <a:lnTo>
                        <a:pt x="441" y="3425"/>
                      </a:lnTo>
                      <a:lnTo>
                        <a:pt x="405" y="3449"/>
                      </a:lnTo>
                      <a:lnTo>
                        <a:pt x="380" y="3490"/>
                      </a:lnTo>
                      <a:lnTo>
                        <a:pt x="361" y="3505"/>
                      </a:lnTo>
                      <a:lnTo>
                        <a:pt x="336" y="3541"/>
                      </a:lnTo>
                      <a:lnTo>
                        <a:pt x="262" y="3551"/>
                      </a:lnTo>
                      <a:lnTo>
                        <a:pt x="231" y="3536"/>
                      </a:lnTo>
                      <a:lnTo>
                        <a:pt x="206" y="3591"/>
                      </a:lnTo>
                      <a:lnTo>
                        <a:pt x="237" y="3624"/>
                      </a:lnTo>
                      <a:lnTo>
                        <a:pt x="221" y="3635"/>
                      </a:lnTo>
                      <a:lnTo>
                        <a:pt x="157" y="3642"/>
                      </a:lnTo>
                      <a:lnTo>
                        <a:pt x="160" y="3661"/>
                      </a:lnTo>
                      <a:lnTo>
                        <a:pt x="148" y="3693"/>
                      </a:lnTo>
                      <a:lnTo>
                        <a:pt x="124" y="3695"/>
                      </a:lnTo>
                      <a:lnTo>
                        <a:pt x="112" y="3704"/>
                      </a:lnTo>
                      <a:lnTo>
                        <a:pt x="99" y="3731"/>
                      </a:lnTo>
                      <a:lnTo>
                        <a:pt x="79" y="3802"/>
                      </a:lnTo>
                      <a:lnTo>
                        <a:pt x="88" y="3877"/>
                      </a:lnTo>
                      <a:lnTo>
                        <a:pt x="97" y="3905"/>
                      </a:lnTo>
                      <a:lnTo>
                        <a:pt x="112" y="3927"/>
                      </a:lnTo>
                      <a:lnTo>
                        <a:pt x="126" y="3973"/>
                      </a:lnTo>
                      <a:lnTo>
                        <a:pt x="112" y="4069"/>
                      </a:lnTo>
                      <a:lnTo>
                        <a:pt x="128" y="4107"/>
                      </a:lnTo>
                      <a:lnTo>
                        <a:pt x="157" y="4141"/>
                      </a:lnTo>
                      <a:lnTo>
                        <a:pt x="160" y="4182"/>
                      </a:lnTo>
                      <a:lnTo>
                        <a:pt x="174" y="4238"/>
                      </a:lnTo>
                      <a:lnTo>
                        <a:pt x="189" y="4269"/>
                      </a:lnTo>
                      <a:lnTo>
                        <a:pt x="210" y="4289"/>
                      </a:lnTo>
                      <a:lnTo>
                        <a:pt x="212" y="4302"/>
                      </a:lnTo>
                      <a:lnTo>
                        <a:pt x="194" y="4282"/>
                      </a:lnTo>
                      <a:lnTo>
                        <a:pt x="174" y="4283"/>
                      </a:lnTo>
                      <a:lnTo>
                        <a:pt x="161" y="4299"/>
                      </a:lnTo>
                      <a:lnTo>
                        <a:pt x="165" y="4323"/>
                      </a:lnTo>
                      <a:lnTo>
                        <a:pt x="160" y="4347"/>
                      </a:lnTo>
                      <a:lnTo>
                        <a:pt x="167" y="4378"/>
                      </a:lnTo>
                      <a:lnTo>
                        <a:pt x="165" y="4431"/>
                      </a:lnTo>
                      <a:lnTo>
                        <a:pt x="147" y="4484"/>
                      </a:lnTo>
                      <a:lnTo>
                        <a:pt x="135" y="4484"/>
                      </a:lnTo>
                      <a:lnTo>
                        <a:pt x="124" y="4521"/>
                      </a:lnTo>
                      <a:lnTo>
                        <a:pt x="137" y="4542"/>
                      </a:lnTo>
                      <a:lnTo>
                        <a:pt x="139" y="4564"/>
                      </a:lnTo>
                      <a:lnTo>
                        <a:pt x="133" y="4583"/>
                      </a:lnTo>
                      <a:lnTo>
                        <a:pt x="139" y="4602"/>
                      </a:lnTo>
                      <a:lnTo>
                        <a:pt x="167" y="4615"/>
                      </a:lnTo>
                      <a:lnTo>
                        <a:pt x="161" y="4631"/>
                      </a:lnTo>
                      <a:lnTo>
                        <a:pt x="142" y="4635"/>
                      </a:lnTo>
                      <a:lnTo>
                        <a:pt x="147" y="4661"/>
                      </a:lnTo>
                      <a:lnTo>
                        <a:pt x="198" y="4664"/>
                      </a:lnTo>
                      <a:lnTo>
                        <a:pt x="239" y="4691"/>
                      </a:lnTo>
                      <a:lnTo>
                        <a:pt x="259" y="4715"/>
                      </a:lnTo>
                      <a:lnTo>
                        <a:pt x="300" y="4736"/>
                      </a:lnTo>
                      <a:lnTo>
                        <a:pt x="365" y="4752"/>
                      </a:lnTo>
                      <a:lnTo>
                        <a:pt x="375" y="4770"/>
                      </a:lnTo>
                      <a:lnTo>
                        <a:pt x="365" y="4797"/>
                      </a:lnTo>
                      <a:lnTo>
                        <a:pt x="395" y="4818"/>
                      </a:lnTo>
                      <a:lnTo>
                        <a:pt x="451" y="4783"/>
                      </a:lnTo>
                      <a:lnTo>
                        <a:pt x="456" y="4803"/>
                      </a:lnTo>
                      <a:lnTo>
                        <a:pt x="454" y="4849"/>
                      </a:lnTo>
                      <a:lnTo>
                        <a:pt x="487" y="4903"/>
                      </a:lnTo>
                      <a:lnTo>
                        <a:pt x="485" y="4927"/>
                      </a:lnTo>
                      <a:lnTo>
                        <a:pt x="512" y="4941"/>
                      </a:lnTo>
                      <a:lnTo>
                        <a:pt x="501" y="4963"/>
                      </a:lnTo>
                      <a:lnTo>
                        <a:pt x="465" y="4991"/>
                      </a:lnTo>
                      <a:lnTo>
                        <a:pt x="483" y="4996"/>
                      </a:lnTo>
                      <a:lnTo>
                        <a:pt x="522" y="4975"/>
                      </a:lnTo>
                      <a:lnTo>
                        <a:pt x="561" y="4901"/>
                      </a:lnTo>
                      <a:lnTo>
                        <a:pt x="571" y="4909"/>
                      </a:lnTo>
                      <a:lnTo>
                        <a:pt x="569" y="4944"/>
                      </a:lnTo>
                      <a:lnTo>
                        <a:pt x="589" y="4952"/>
                      </a:lnTo>
                      <a:lnTo>
                        <a:pt x="677" y="4905"/>
                      </a:lnTo>
                      <a:lnTo>
                        <a:pt x="706" y="4905"/>
                      </a:lnTo>
                      <a:lnTo>
                        <a:pt x="732" y="4893"/>
                      </a:lnTo>
                      <a:lnTo>
                        <a:pt x="749" y="4909"/>
                      </a:lnTo>
                      <a:lnTo>
                        <a:pt x="759" y="4911"/>
                      </a:lnTo>
                      <a:lnTo>
                        <a:pt x="796" y="4871"/>
                      </a:lnTo>
                      <a:lnTo>
                        <a:pt x="825" y="4850"/>
                      </a:lnTo>
                      <a:lnTo>
                        <a:pt x="855" y="4844"/>
                      </a:lnTo>
                      <a:lnTo>
                        <a:pt x="879" y="4855"/>
                      </a:lnTo>
                      <a:lnTo>
                        <a:pt x="938" y="4819"/>
                      </a:lnTo>
                      <a:lnTo>
                        <a:pt x="973" y="4816"/>
                      </a:lnTo>
                      <a:lnTo>
                        <a:pt x="1001" y="4762"/>
                      </a:lnTo>
                      <a:lnTo>
                        <a:pt x="1017" y="4799"/>
                      </a:lnTo>
                      <a:lnTo>
                        <a:pt x="1087" y="4772"/>
                      </a:lnTo>
                      <a:lnTo>
                        <a:pt x="1077" y="4736"/>
                      </a:lnTo>
                      <a:lnTo>
                        <a:pt x="1085" y="4747"/>
                      </a:lnTo>
                      <a:lnTo>
                        <a:pt x="1116" y="4759"/>
                      </a:lnTo>
                      <a:lnTo>
                        <a:pt x="1137" y="4756"/>
                      </a:lnTo>
                      <a:lnTo>
                        <a:pt x="1161" y="4736"/>
                      </a:lnTo>
                      <a:lnTo>
                        <a:pt x="1229" y="4731"/>
                      </a:lnTo>
                      <a:lnTo>
                        <a:pt x="1274" y="4710"/>
                      </a:lnTo>
                      <a:lnTo>
                        <a:pt x="1310" y="4693"/>
                      </a:lnTo>
                      <a:lnTo>
                        <a:pt x="1341" y="4714"/>
                      </a:lnTo>
                      <a:lnTo>
                        <a:pt x="1409" y="4721"/>
                      </a:lnTo>
                      <a:lnTo>
                        <a:pt x="1427" y="4709"/>
                      </a:lnTo>
                      <a:lnTo>
                        <a:pt x="1441" y="4689"/>
                      </a:lnTo>
                      <a:lnTo>
                        <a:pt x="1443" y="4695"/>
                      </a:lnTo>
                      <a:lnTo>
                        <a:pt x="1579" y="4593"/>
                      </a:lnTo>
                      <a:lnTo>
                        <a:pt x="1764" y="4408"/>
                      </a:lnTo>
                      <a:lnTo>
                        <a:pt x="1907" y="4248"/>
                      </a:lnTo>
                      <a:lnTo>
                        <a:pt x="2102" y="3991"/>
                      </a:lnTo>
                      <a:lnTo>
                        <a:pt x="2149" y="3918"/>
                      </a:lnTo>
                      <a:lnTo>
                        <a:pt x="2211" y="3777"/>
                      </a:lnTo>
                      <a:lnTo>
                        <a:pt x="2215" y="3632"/>
                      </a:lnTo>
                      <a:lnTo>
                        <a:pt x="2198" y="3651"/>
                      </a:lnTo>
                      <a:lnTo>
                        <a:pt x="2159" y="3587"/>
                      </a:lnTo>
                      <a:lnTo>
                        <a:pt x="2143" y="3524"/>
                      </a:lnTo>
                      <a:lnTo>
                        <a:pt x="2032" y="3438"/>
                      </a:lnTo>
                      <a:lnTo>
                        <a:pt x="2001" y="3394"/>
                      </a:lnTo>
                      <a:lnTo>
                        <a:pt x="1977" y="3324"/>
                      </a:lnTo>
                      <a:lnTo>
                        <a:pt x="1994" y="3264"/>
                      </a:lnTo>
                      <a:lnTo>
                        <a:pt x="2032" y="3207"/>
                      </a:lnTo>
                      <a:lnTo>
                        <a:pt x="2055" y="3139"/>
                      </a:lnTo>
                      <a:lnTo>
                        <a:pt x="2050" y="3069"/>
                      </a:lnTo>
                      <a:lnTo>
                        <a:pt x="1990" y="3014"/>
                      </a:lnTo>
                      <a:lnTo>
                        <a:pt x="1963" y="2951"/>
                      </a:lnTo>
                      <a:lnTo>
                        <a:pt x="1970" y="2876"/>
                      </a:lnTo>
                      <a:lnTo>
                        <a:pt x="1940" y="2810"/>
                      </a:lnTo>
                      <a:lnTo>
                        <a:pt x="1880" y="2796"/>
                      </a:lnTo>
                      <a:lnTo>
                        <a:pt x="1879" y="2719"/>
                      </a:lnTo>
                      <a:lnTo>
                        <a:pt x="1899" y="2676"/>
                      </a:lnTo>
                      <a:lnTo>
                        <a:pt x="1895" y="2608"/>
                      </a:lnTo>
                      <a:lnTo>
                        <a:pt x="1883" y="2573"/>
                      </a:lnTo>
                      <a:lnTo>
                        <a:pt x="1899" y="2513"/>
                      </a:lnTo>
                      <a:lnTo>
                        <a:pt x="1907" y="2429"/>
                      </a:lnTo>
                      <a:lnTo>
                        <a:pt x="1960" y="2382"/>
                      </a:lnTo>
                      <a:lnTo>
                        <a:pt x="1956" y="2327"/>
                      </a:lnTo>
                      <a:lnTo>
                        <a:pt x="1944" y="2265"/>
                      </a:lnTo>
                      <a:lnTo>
                        <a:pt x="1902" y="2134"/>
                      </a:lnTo>
                      <a:lnTo>
                        <a:pt x="1848" y="2038"/>
                      </a:lnTo>
                      <a:lnTo>
                        <a:pt x="1838" y="1968"/>
                      </a:lnTo>
                      <a:lnTo>
                        <a:pt x="1813" y="1902"/>
                      </a:lnTo>
                      <a:lnTo>
                        <a:pt x="1774" y="1828"/>
                      </a:lnTo>
                      <a:lnTo>
                        <a:pt x="1770" y="1750"/>
                      </a:lnTo>
                      <a:lnTo>
                        <a:pt x="1795" y="1703"/>
                      </a:lnTo>
                      <a:lnTo>
                        <a:pt x="1862" y="1539"/>
                      </a:lnTo>
                      <a:lnTo>
                        <a:pt x="1929" y="1404"/>
                      </a:lnTo>
                      <a:lnTo>
                        <a:pt x="1918" y="1320"/>
                      </a:lnTo>
                      <a:lnTo>
                        <a:pt x="1880" y="1267"/>
                      </a:lnTo>
                      <a:lnTo>
                        <a:pt x="1808" y="1125"/>
                      </a:lnTo>
                      <a:lnTo>
                        <a:pt x="1754" y="1095"/>
                      </a:lnTo>
                      <a:lnTo>
                        <a:pt x="1699" y="1089"/>
                      </a:lnTo>
                      <a:lnTo>
                        <a:pt x="1666" y="1062"/>
                      </a:lnTo>
                      <a:lnTo>
                        <a:pt x="1646" y="1035"/>
                      </a:lnTo>
                      <a:lnTo>
                        <a:pt x="1628" y="962"/>
                      </a:lnTo>
                      <a:lnTo>
                        <a:pt x="1619" y="867"/>
                      </a:lnTo>
                      <a:lnTo>
                        <a:pt x="1623" y="831"/>
                      </a:lnTo>
                      <a:lnTo>
                        <a:pt x="1666" y="723"/>
                      </a:lnTo>
                      <a:lnTo>
                        <a:pt x="1664" y="708"/>
                      </a:lnTo>
                      <a:lnTo>
                        <a:pt x="1629" y="688"/>
                      </a:lnTo>
                      <a:lnTo>
                        <a:pt x="1740" y="585"/>
                      </a:lnTo>
                      <a:lnTo>
                        <a:pt x="1705" y="558"/>
                      </a:lnTo>
                      <a:lnTo>
                        <a:pt x="1702" y="516"/>
                      </a:lnTo>
                      <a:lnTo>
                        <a:pt x="1715" y="470"/>
                      </a:lnTo>
                      <a:lnTo>
                        <a:pt x="1790" y="380"/>
                      </a:lnTo>
                      <a:lnTo>
                        <a:pt x="1785" y="319"/>
                      </a:lnTo>
                      <a:lnTo>
                        <a:pt x="1758" y="217"/>
                      </a:lnTo>
                      <a:lnTo>
                        <a:pt x="1691" y="151"/>
                      </a:lnTo>
                      <a:lnTo>
                        <a:pt x="1625" y="127"/>
                      </a:lnTo>
                      <a:lnTo>
                        <a:pt x="1585" y="95"/>
                      </a:lnTo>
                      <a:lnTo>
                        <a:pt x="1549" y="17"/>
                      </a:lnTo>
                      <a:lnTo>
                        <a:pt x="1529" y="0"/>
                      </a:lnTo>
                      <a:lnTo>
                        <a:pt x="1440" y="17"/>
                      </a:lnTo>
                      <a:lnTo>
                        <a:pt x="1297" y="83"/>
                      </a:lnTo>
                      <a:lnTo>
                        <a:pt x="1205" y="91"/>
                      </a:lnTo>
                      <a:lnTo>
                        <a:pt x="1158" y="119"/>
                      </a:lnTo>
                      <a:lnTo>
                        <a:pt x="1117" y="167"/>
                      </a:lnTo>
                      <a:lnTo>
                        <a:pt x="1070" y="286"/>
                      </a:lnTo>
                      <a:lnTo>
                        <a:pt x="1055" y="441"/>
                      </a:lnTo>
                      <a:lnTo>
                        <a:pt x="1055" y="490"/>
                      </a:lnTo>
                      <a:lnTo>
                        <a:pt x="1064" y="578"/>
                      </a:lnTo>
                      <a:lnTo>
                        <a:pt x="1055" y="625"/>
                      </a:lnTo>
                      <a:lnTo>
                        <a:pt x="960" y="695"/>
                      </a:lnTo>
                      <a:lnTo>
                        <a:pt x="928" y="748"/>
                      </a:lnTo>
                      <a:lnTo>
                        <a:pt x="881" y="785"/>
                      </a:lnTo>
                      <a:lnTo>
                        <a:pt x="824" y="810"/>
                      </a:lnTo>
                      <a:lnTo>
                        <a:pt x="783" y="800"/>
                      </a:lnTo>
                      <a:lnTo>
                        <a:pt x="772" y="768"/>
                      </a:lnTo>
                      <a:lnTo>
                        <a:pt x="738" y="718"/>
                      </a:lnTo>
                      <a:lnTo>
                        <a:pt x="705" y="694"/>
                      </a:lnTo>
                      <a:lnTo>
                        <a:pt x="637" y="768"/>
                      </a:lnTo>
                      <a:lnTo>
                        <a:pt x="582" y="800"/>
                      </a:lnTo>
                      <a:lnTo>
                        <a:pt x="538" y="805"/>
                      </a:lnTo>
                      <a:lnTo>
                        <a:pt x="482" y="774"/>
                      </a:lnTo>
                      <a:lnTo>
                        <a:pt x="387" y="760"/>
                      </a:lnTo>
                      <a:lnTo>
                        <a:pt x="367" y="730"/>
                      </a:lnTo>
                      <a:lnTo>
                        <a:pt x="348" y="660"/>
                      </a:lnTo>
                      <a:lnTo>
                        <a:pt x="237" y="496"/>
                      </a:lnTo>
                      <a:lnTo>
                        <a:pt x="193" y="452"/>
                      </a:lnTo>
                      <a:lnTo>
                        <a:pt x="141" y="430"/>
                      </a:lnTo>
                      <a:lnTo>
                        <a:pt x="93" y="456"/>
                      </a:lnTo>
                      <a:lnTo>
                        <a:pt x="98" y="502"/>
                      </a:lnTo>
                      <a:lnTo>
                        <a:pt x="109" y="546"/>
                      </a:lnTo>
                      <a:lnTo>
                        <a:pt x="74" y="558"/>
                      </a:lnTo>
                      <a:lnTo>
                        <a:pt x="43" y="543"/>
                      </a:lnTo>
                      <a:lnTo>
                        <a:pt x="12" y="555"/>
                      </a:lnTo>
                      <a:lnTo>
                        <a:pt x="0" y="583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GB" dirty="0">
                    <a:latin typeface="Trade Gothic LT Std" pitchFamily="50" charset="0"/>
                  </a:endParaRPr>
                </a:p>
              </p:txBody>
            </p:sp>
          </p:grpSp>
          <p:grpSp>
            <p:nvGrpSpPr>
              <p:cNvPr id="56" name="Group 1165">
                <a:extLst>
                  <a:ext uri="{FF2B5EF4-FFF2-40B4-BE49-F238E27FC236}">
                    <a16:creationId xmlns:a16="http://schemas.microsoft.com/office/drawing/2014/main" id="{2764EF7E-1EAB-D2D6-5C97-413E1553D70A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5073649" y="2051053"/>
                <a:ext cx="871538" cy="2001840"/>
                <a:chOff x="2697" y="1244"/>
                <a:chExt cx="444" cy="1020"/>
              </a:xfrm>
              <a:grpFill/>
            </p:grpSpPr>
            <p:sp>
              <p:nvSpPr>
                <p:cNvPr id="118" name="Freeform 1166">
                  <a:extLst>
                    <a:ext uri="{FF2B5EF4-FFF2-40B4-BE49-F238E27FC236}">
                      <a16:creationId xmlns:a16="http://schemas.microsoft.com/office/drawing/2014/main" id="{ADDB7B8A-0D7F-2E01-06A6-85AD059B92EA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2874" y="2141"/>
                  <a:ext cx="24" cy="68"/>
                </a:xfrm>
                <a:custGeom>
                  <a:avLst/>
                  <a:gdLst/>
                  <a:ahLst/>
                  <a:cxnLst>
                    <a:cxn ang="0">
                      <a:pos x="0" y="409"/>
                    </a:cxn>
                    <a:cxn ang="0">
                      <a:pos x="30" y="373"/>
                    </a:cxn>
                    <a:cxn ang="0">
                      <a:pos x="46" y="330"/>
                    </a:cxn>
                    <a:cxn ang="0">
                      <a:pos x="59" y="266"/>
                    </a:cxn>
                    <a:cxn ang="0">
                      <a:pos x="100" y="149"/>
                    </a:cxn>
                    <a:cxn ang="0">
                      <a:pos x="126" y="33"/>
                    </a:cxn>
                    <a:cxn ang="0">
                      <a:pos x="138" y="14"/>
                    </a:cxn>
                    <a:cxn ang="0">
                      <a:pos x="140" y="0"/>
                    </a:cxn>
                    <a:cxn ang="0">
                      <a:pos x="122" y="17"/>
                    </a:cxn>
                    <a:cxn ang="0">
                      <a:pos x="108" y="45"/>
                    </a:cxn>
                    <a:cxn ang="0">
                      <a:pos x="73" y="166"/>
                    </a:cxn>
                    <a:cxn ang="0">
                      <a:pos x="53" y="197"/>
                    </a:cxn>
                    <a:cxn ang="0">
                      <a:pos x="20" y="266"/>
                    </a:cxn>
                    <a:cxn ang="0">
                      <a:pos x="10" y="320"/>
                    </a:cxn>
                    <a:cxn ang="0">
                      <a:pos x="0" y="409"/>
                    </a:cxn>
                  </a:cxnLst>
                  <a:rect l="0" t="0" r="r" b="b"/>
                  <a:pathLst>
                    <a:path w="140" h="409">
                      <a:moveTo>
                        <a:pt x="0" y="409"/>
                      </a:moveTo>
                      <a:lnTo>
                        <a:pt x="30" y="373"/>
                      </a:lnTo>
                      <a:lnTo>
                        <a:pt x="46" y="330"/>
                      </a:lnTo>
                      <a:lnTo>
                        <a:pt x="59" y="266"/>
                      </a:lnTo>
                      <a:lnTo>
                        <a:pt x="100" y="149"/>
                      </a:lnTo>
                      <a:lnTo>
                        <a:pt x="126" y="33"/>
                      </a:lnTo>
                      <a:lnTo>
                        <a:pt x="138" y="14"/>
                      </a:lnTo>
                      <a:lnTo>
                        <a:pt x="140" y="0"/>
                      </a:lnTo>
                      <a:lnTo>
                        <a:pt x="122" y="17"/>
                      </a:lnTo>
                      <a:lnTo>
                        <a:pt x="108" y="45"/>
                      </a:lnTo>
                      <a:lnTo>
                        <a:pt x="73" y="166"/>
                      </a:lnTo>
                      <a:lnTo>
                        <a:pt x="53" y="197"/>
                      </a:lnTo>
                      <a:lnTo>
                        <a:pt x="20" y="266"/>
                      </a:lnTo>
                      <a:lnTo>
                        <a:pt x="10" y="320"/>
                      </a:lnTo>
                      <a:lnTo>
                        <a:pt x="0" y="409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GB" dirty="0">
                    <a:latin typeface="Trade Gothic LT Std" pitchFamily="50" charset="0"/>
                  </a:endParaRPr>
                </a:p>
              </p:txBody>
            </p:sp>
            <p:sp>
              <p:nvSpPr>
                <p:cNvPr id="119" name="Freeform 1167">
                  <a:extLst>
                    <a:ext uri="{FF2B5EF4-FFF2-40B4-BE49-F238E27FC236}">
                      <a16:creationId xmlns:a16="http://schemas.microsoft.com/office/drawing/2014/main" id="{F761A6BF-D17E-D53E-D82D-7691F83DAC32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2934" y="2105"/>
                  <a:ext cx="30" cy="62"/>
                </a:xfrm>
                <a:custGeom>
                  <a:avLst/>
                  <a:gdLst/>
                  <a:ahLst/>
                  <a:cxnLst>
                    <a:cxn ang="0">
                      <a:pos x="5" y="371"/>
                    </a:cxn>
                    <a:cxn ang="0">
                      <a:pos x="29" y="355"/>
                    </a:cxn>
                    <a:cxn ang="0">
                      <a:pos x="61" y="297"/>
                    </a:cxn>
                    <a:cxn ang="0">
                      <a:pos x="118" y="243"/>
                    </a:cxn>
                    <a:cxn ang="0">
                      <a:pos x="118" y="227"/>
                    </a:cxn>
                    <a:cxn ang="0">
                      <a:pos x="159" y="195"/>
                    </a:cxn>
                    <a:cxn ang="0">
                      <a:pos x="149" y="161"/>
                    </a:cxn>
                    <a:cxn ang="0">
                      <a:pos x="146" y="83"/>
                    </a:cxn>
                    <a:cxn ang="0">
                      <a:pos x="156" y="67"/>
                    </a:cxn>
                    <a:cxn ang="0">
                      <a:pos x="179" y="53"/>
                    </a:cxn>
                    <a:cxn ang="0">
                      <a:pos x="181" y="8"/>
                    </a:cxn>
                    <a:cxn ang="0">
                      <a:pos x="160" y="0"/>
                    </a:cxn>
                    <a:cxn ang="0">
                      <a:pos x="138" y="22"/>
                    </a:cxn>
                    <a:cxn ang="0">
                      <a:pos x="108" y="8"/>
                    </a:cxn>
                    <a:cxn ang="0">
                      <a:pos x="34" y="98"/>
                    </a:cxn>
                    <a:cxn ang="0">
                      <a:pos x="14" y="139"/>
                    </a:cxn>
                    <a:cxn ang="0">
                      <a:pos x="7" y="177"/>
                    </a:cxn>
                    <a:cxn ang="0">
                      <a:pos x="9" y="209"/>
                    </a:cxn>
                    <a:cxn ang="0">
                      <a:pos x="0" y="246"/>
                    </a:cxn>
                    <a:cxn ang="0">
                      <a:pos x="0" y="270"/>
                    </a:cxn>
                    <a:cxn ang="0">
                      <a:pos x="12" y="287"/>
                    </a:cxn>
                    <a:cxn ang="0">
                      <a:pos x="9" y="317"/>
                    </a:cxn>
                    <a:cxn ang="0">
                      <a:pos x="29" y="315"/>
                    </a:cxn>
                    <a:cxn ang="0">
                      <a:pos x="26" y="338"/>
                    </a:cxn>
                    <a:cxn ang="0">
                      <a:pos x="5" y="371"/>
                    </a:cxn>
                  </a:cxnLst>
                  <a:rect l="0" t="0" r="r" b="b"/>
                  <a:pathLst>
                    <a:path w="181" h="371">
                      <a:moveTo>
                        <a:pt x="5" y="371"/>
                      </a:moveTo>
                      <a:lnTo>
                        <a:pt x="29" y="355"/>
                      </a:lnTo>
                      <a:lnTo>
                        <a:pt x="61" y="297"/>
                      </a:lnTo>
                      <a:lnTo>
                        <a:pt x="118" y="243"/>
                      </a:lnTo>
                      <a:lnTo>
                        <a:pt x="118" y="227"/>
                      </a:lnTo>
                      <a:lnTo>
                        <a:pt x="159" y="195"/>
                      </a:lnTo>
                      <a:lnTo>
                        <a:pt x="149" y="161"/>
                      </a:lnTo>
                      <a:lnTo>
                        <a:pt x="146" y="83"/>
                      </a:lnTo>
                      <a:lnTo>
                        <a:pt x="156" y="67"/>
                      </a:lnTo>
                      <a:lnTo>
                        <a:pt x="179" y="53"/>
                      </a:lnTo>
                      <a:lnTo>
                        <a:pt x="181" y="8"/>
                      </a:lnTo>
                      <a:lnTo>
                        <a:pt x="160" y="0"/>
                      </a:lnTo>
                      <a:lnTo>
                        <a:pt x="138" y="22"/>
                      </a:lnTo>
                      <a:lnTo>
                        <a:pt x="108" y="8"/>
                      </a:lnTo>
                      <a:lnTo>
                        <a:pt x="34" y="98"/>
                      </a:lnTo>
                      <a:lnTo>
                        <a:pt x="14" y="139"/>
                      </a:lnTo>
                      <a:lnTo>
                        <a:pt x="7" y="177"/>
                      </a:lnTo>
                      <a:lnTo>
                        <a:pt x="9" y="209"/>
                      </a:lnTo>
                      <a:lnTo>
                        <a:pt x="0" y="246"/>
                      </a:lnTo>
                      <a:lnTo>
                        <a:pt x="0" y="270"/>
                      </a:lnTo>
                      <a:lnTo>
                        <a:pt x="12" y="287"/>
                      </a:lnTo>
                      <a:lnTo>
                        <a:pt x="9" y="317"/>
                      </a:lnTo>
                      <a:lnTo>
                        <a:pt x="29" y="315"/>
                      </a:lnTo>
                      <a:lnTo>
                        <a:pt x="26" y="338"/>
                      </a:lnTo>
                      <a:lnTo>
                        <a:pt x="5" y="371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GB" dirty="0">
                    <a:latin typeface="Trade Gothic LT Std" pitchFamily="50" charset="0"/>
                  </a:endParaRPr>
                </a:p>
              </p:txBody>
            </p:sp>
            <p:sp>
              <p:nvSpPr>
                <p:cNvPr id="120" name="Freeform 1168">
                  <a:extLst>
                    <a:ext uri="{FF2B5EF4-FFF2-40B4-BE49-F238E27FC236}">
                      <a16:creationId xmlns:a16="http://schemas.microsoft.com/office/drawing/2014/main" id="{1E25DE3A-496D-EDB0-2104-6527F364BE53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2697" y="1244"/>
                  <a:ext cx="444" cy="1020"/>
                </a:xfrm>
                <a:custGeom>
                  <a:avLst/>
                  <a:gdLst/>
                  <a:ahLst/>
                  <a:cxnLst>
                    <a:cxn ang="0">
                      <a:pos x="52" y="4997"/>
                    </a:cxn>
                    <a:cxn ang="0">
                      <a:pos x="99" y="5036"/>
                    </a:cxn>
                    <a:cxn ang="0">
                      <a:pos x="162" y="5205"/>
                    </a:cxn>
                    <a:cxn ang="0">
                      <a:pos x="212" y="5478"/>
                    </a:cxn>
                    <a:cxn ang="0">
                      <a:pos x="342" y="5737"/>
                    </a:cxn>
                    <a:cxn ang="0">
                      <a:pos x="338" y="5945"/>
                    </a:cxn>
                    <a:cxn ang="0">
                      <a:pos x="396" y="6107"/>
                    </a:cxn>
                    <a:cxn ang="0">
                      <a:pos x="632" y="5965"/>
                    </a:cxn>
                    <a:cxn ang="0">
                      <a:pos x="850" y="5834"/>
                    </a:cxn>
                    <a:cxn ang="0">
                      <a:pos x="1069" y="5538"/>
                    </a:cxn>
                    <a:cxn ang="0">
                      <a:pos x="1120" y="5250"/>
                    </a:cxn>
                    <a:cxn ang="0">
                      <a:pos x="1125" y="5141"/>
                    </a:cxn>
                    <a:cxn ang="0">
                      <a:pos x="1076" y="4960"/>
                    </a:cxn>
                    <a:cxn ang="0">
                      <a:pos x="1030" y="4886"/>
                    </a:cxn>
                    <a:cxn ang="0">
                      <a:pos x="1308" y="4774"/>
                    </a:cxn>
                    <a:cxn ang="0">
                      <a:pos x="1453" y="4639"/>
                    </a:cxn>
                    <a:cxn ang="0">
                      <a:pos x="1272" y="4632"/>
                    </a:cxn>
                    <a:cxn ang="0">
                      <a:pos x="1080" y="4546"/>
                    </a:cxn>
                    <a:cxn ang="0">
                      <a:pos x="1261" y="4544"/>
                    </a:cxn>
                    <a:cxn ang="0">
                      <a:pos x="1385" y="4599"/>
                    </a:cxn>
                    <a:cxn ang="0">
                      <a:pos x="1473" y="4243"/>
                    </a:cxn>
                    <a:cxn ang="0">
                      <a:pos x="1318" y="4104"/>
                    </a:cxn>
                    <a:cxn ang="0">
                      <a:pos x="1149" y="4283"/>
                    </a:cxn>
                    <a:cxn ang="0">
                      <a:pos x="1191" y="4205"/>
                    </a:cxn>
                    <a:cxn ang="0">
                      <a:pos x="1236" y="3956"/>
                    </a:cxn>
                    <a:cxn ang="0">
                      <a:pos x="1283" y="3655"/>
                    </a:cxn>
                    <a:cxn ang="0">
                      <a:pos x="1271" y="3277"/>
                    </a:cxn>
                    <a:cxn ang="0">
                      <a:pos x="1377" y="3172"/>
                    </a:cxn>
                    <a:cxn ang="0">
                      <a:pos x="1466" y="3136"/>
                    </a:cxn>
                    <a:cxn ang="0">
                      <a:pos x="1532" y="3015"/>
                    </a:cxn>
                    <a:cxn ang="0">
                      <a:pos x="1679" y="2854"/>
                    </a:cxn>
                    <a:cxn ang="0">
                      <a:pos x="1880" y="2742"/>
                    </a:cxn>
                    <a:cxn ang="0">
                      <a:pos x="2072" y="2476"/>
                    </a:cxn>
                    <a:cxn ang="0">
                      <a:pos x="2134" y="2382"/>
                    </a:cxn>
                    <a:cxn ang="0">
                      <a:pos x="2060" y="2214"/>
                    </a:cxn>
                    <a:cxn ang="0">
                      <a:pos x="2121" y="1966"/>
                    </a:cxn>
                    <a:cxn ang="0">
                      <a:pos x="2215" y="1874"/>
                    </a:cxn>
                    <a:cxn ang="0">
                      <a:pos x="2291" y="1838"/>
                    </a:cxn>
                    <a:cxn ang="0">
                      <a:pos x="2340" y="1714"/>
                    </a:cxn>
                    <a:cxn ang="0">
                      <a:pos x="2464" y="1764"/>
                    </a:cxn>
                    <a:cxn ang="0">
                      <a:pos x="2658" y="1676"/>
                    </a:cxn>
                    <a:cxn ang="0">
                      <a:pos x="2561" y="1104"/>
                    </a:cxn>
                    <a:cxn ang="0">
                      <a:pos x="2550" y="693"/>
                    </a:cxn>
                    <a:cxn ang="0">
                      <a:pos x="1970" y="19"/>
                    </a:cxn>
                    <a:cxn ang="0">
                      <a:pos x="1873" y="106"/>
                    </a:cxn>
                    <a:cxn ang="0">
                      <a:pos x="1831" y="360"/>
                    </a:cxn>
                    <a:cxn ang="0">
                      <a:pos x="1456" y="445"/>
                    </a:cxn>
                    <a:cxn ang="0">
                      <a:pos x="1253" y="553"/>
                    </a:cxn>
                    <a:cxn ang="0">
                      <a:pos x="1042" y="933"/>
                    </a:cxn>
                    <a:cxn ang="0">
                      <a:pos x="902" y="1359"/>
                    </a:cxn>
                    <a:cxn ang="0">
                      <a:pos x="724" y="1662"/>
                    </a:cxn>
                    <a:cxn ang="0">
                      <a:pos x="609" y="2391"/>
                    </a:cxn>
                    <a:cxn ang="0">
                      <a:pos x="388" y="2601"/>
                    </a:cxn>
                    <a:cxn ang="0">
                      <a:pos x="249" y="3026"/>
                    </a:cxn>
                    <a:cxn ang="0">
                      <a:pos x="208" y="3307"/>
                    </a:cxn>
                    <a:cxn ang="0">
                      <a:pos x="322" y="3859"/>
                    </a:cxn>
                    <a:cxn ang="0">
                      <a:pos x="277" y="4262"/>
                    </a:cxn>
                    <a:cxn ang="0">
                      <a:pos x="119" y="4637"/>
                    </a:cxn>
                  </a:cxnLst>
                  <a:rect l="0" t="0" r="r" b="b"/>
                  <a:pathLst>
                    <a:path w="2666" h="6121">
                      <a:moveTo>
                        <a:pt x="24" y="4716"/>
                      </a:moveTo>
                      <a:lnTo>
                        <a:pt x="0" y="4764"/>
                      </a:lnTo>
                      <a:lnTo>
                        <a:pt x="0" y="4802"/>
                      </a:lnTo>
                      <a:lnTo>
                        <a:pt x="19" y="4956"/>
                      </a:lnTo>
                      <a:lnTo>
                        <a:pt x="27" y="4976"/>
                      </a:lnTo>
                      <a:lnTo>
                        <a:pt x="45" y="4981"/>
                      </a:lnTo>
                      <a:lnTo>
                        <a:pt x="52" y="4997"/>
                      </a:lnTo>
                      <a:lnTo>
                        <a:pt x="54" y="5025"/>
                      </a:lnTo>
                      <a:lnTo>
                        <a:pt x="50" y="5039"/>
                      </a:lnTo>
                      <a:lnTo>
                        <a:pt x="72" y="5012"/>
                      </a:lnTo>
                      <a:lnTo>
                        <a:pt x="79" y="4984"/>
                      </a:lnTo>
                      <a:lnTo>
                        <a:pt x="95" y="5001"/>
                      </a:lnTo>
                      <a:lnTo>
                        <a:pt x="83" y="5037"/>
                      </a:lnTo>
                      <a:lnTo>
                        <a:pt x="99" y="5036"/>
                      </a:lnTo>
                      <a:lnTo>
                        <a:pt x="108" y="5044"/>
                      </a:lnTo>
                      <a:lnTo>
                        <a:pt x="91" y="5058"/>
                      </a:lnTo>
                      <a:lnTo>
                        <a:pt x="63" y="5095"/>
                      </a:lnTo>
                      <a:lnTo>
                        <a:pt x="122" y="5117"/>
                      </a:lnTo>
                      <a:lnTo>
                        <a:pt x="133" y="5154"/>
                      </a:lnTo>
                      <a:lnTo>
                        <a:pt x="122" y="5216"/>
                      </a:lnTo>
                      <a:lnTo>
                        <a:pt x="162" y="5205"/>
                      </a:lnTo>
                      <a:lnTo>
                        <a:pt x="171" y="5250"/>
                      </a:lnTo>
                      <a:lnTo>
                        <a:pt x="146" y="5282"/>
                      </a:lnTo>
                      <a:lnTo>
                        <a:pt x="158" y="5338"/>
                      </a:lnTo>
                      <a:lnTo>
                        <a:pt x="154" y="5382"/>
                      </a:lnTo>
                      <a:lnTo>
                        <a:pt x="185" y="5383"/>
                      </a:lnTo>
                      <a:lnTo>
                        <a:pt x="203" y="5434"/>
                      </a:lnTo>
                      <a:lnTo>
                        <a:pt x="212" y="5478"/>
                      </a:lnTo>
                      <a:lnTo>
                        <a:pt x="234" y="5546"/>
                      </a:lnTo>
                      <a:lnTo>
                        <a:pt x="275" y="5583"/>
                      </a:lnTo>
                      <a:lnTo>
                        <a:pt x="295" y="5627"/>
                      </a:lnTo>
                      <a:lnTo>
                        <a:pt x="338" y="5656"/>
                      </a:lnTo>
                      <a:lnTo>
                        <a:pt x="365" y="5694"/>
                      </a:lnTo>
                      <a:lnTo>
                        <a:pt x="365" y="5724"/>
                      </a:lnTo>
                      <a:lnTo>
                        <a:pt x="342" y="5737"/>
                      </a:lnTo>
                      <a:lnTo>
                        <a:pt x="315" y="5733"/>
                      </a:lnTo>
                      <a:lnTo>
                        <a:pt x="308" y="5747"/>
                      </a:lnTo>
                      <a:lnTo>
                        <a:pt x="336" y="5806"/>
                      </a:lnTo>
                      <a:lnTo>
                        <a:pt x="306" y="5805"/>
                      </a:lnTo>
                      <a:lnTo>
                        <a:pt x="281" y="5792"/>
                      </a:lnTo>
                      <a:lnTo>
                        <a:pt x="279" y="5817"/>
                      </a:lnTo>
                      <a:lnTo>
                        <a:pt x="338" y="5945"/>
                      </a:lnTo>
                      <a:lnTo>
                        <a:pt x="367" y="5988"/>
                      </a:lnTo>
                      <a:lnTo>
                        <a:pt x="381" y="6023"/>
                      </a:lnTo>
                      <a:lnTo>
                        <a:pt x="369" y="6044"/>
                      </a:lnTo>
                      <a:lnTo>
                        <a:pt x="365" y="6086"/>
                      </a:lnTo>
                      <a:lnTo>
                        <a:pt x="355" y="6091"/>
                      </a:lnTo>
                      <a:lnTo>
                        <a:pt x="349" y="6109"/>
                      </a:lnTo>
                      <a:lnTo>
                        <a:pt x="396" y="6107"/>
                      </a:lnTo>
                      <a:lnTo>
                        <a:pt x="439" y="6121"/>
                      </a:lnTo>
                      <a:lnTo>
                        <a:pt x="507" y="6095"/>
                      </a:lnTo>
                      <a:lnTo>
                        <a:pt x="570" y="6093"/>
                      </a:lnTo>
                      <a:lnTo>
                        <a:pt x="609" y="6111"/>
                      </a:lnTo>
                      <a:lnTo>
                        <a:pt x="627" y="6095"/>
                      </a:lnTo>
                      <a:lnTo>
                        <a:pt x="642" y="6044"/>
                      </a:lnTo>
                      <a:lnTo>
                        <a:pt x="632" y="5965"/>
                      </a:lnTo>
                      <a:lnTo>
                        <a:pt x="650" y="5912"/>
                      </a:lnTo>
                      <a:lnTo>
                        <a:pt x="673" y="5869"/>
                      </a:lnTo>
                      <a:lnTo>
                        <a:pt x="708" y="5882"/>
                      </a:lnTo>
                      <a:lnTo>
                        <a:pt x="724" y="5843"/>
                      </a:lnTo>
                      <a:lnTo>
                        <a:pt x="763" y="5819"/>
                      </a:lnTo>
                      <a:lnTo>
                        <a:pt x="816" y="5821"/>
                      </a:lnTo>
                      <a:lnTo>
                        <a:pt x="850" y="5834"/>
                      </a:lnTo>
                      <a:lnTo>
                        <a:pt x="891" y="5823"/>
                      </a:lnTo>
                      <a:lnTo>
                        <a:pt x="936" y="5836"/>
                      </a:lnTo>
                      <a:lnTo>
                        <a:pt x="979" y="5836"/>
                      </a:lnTo>
                      <a:lnTo>
                        <a:pt x="996" y="5765"/>
                      </a:lnTo>
                      <a:lnTo>
                        <a:pt x="1030" y="5679"/>
                      </a:lnTo>
                      <a:lnTo>
                        <a:pt x="1064" y="5616"/>
                      </a:lnTo>
                      <a:lnTo>
                        <a:pt x="1069" y="5538"/>
                      </a:lnTo>
                      <a:lnTo>
                        <a:pt x="1084" y="5490"/>
                      </a:lnTo>
                      <a:lnTo>
                        <a:pt x="1080" y="5437"/>
                      </a:lnTo>
                      <a:lnTo>
                        <a:pt x="1096" y="5393"/>
                      </a:lnTo>
                      <a:lnTo>
                        <a:pt x="1116" y="5354"/>
                      </a:lnTo>
                      <a:lnTo>
                        <a:pt x="1114" y="5313"/>
                      </a:lnTo>
                      <a:lnTo>
                        <a:pt x="1098" y="5289"/>
                      </a:lnTo>
                      <a:lnTo>
                        <a:pt x="1120" y="5250"/>
                      </a:lnTo>
                      <a:lnTo>
                        <a:pt x="1114" y="5218"/>
                      </a:lnTo>
                      <a:lnTo>
                        <a:pt x="1096" y="5192"/>
                      </a:lnTo>
                      <a:lnTo>
                        <a:pt x="1092" y="5173"/>
                      </a:lnTo>
                      <a:lnTo>
                        <a:pt x="1096" y="5156"/>
                      </a:lnTo>
                      <a:lnTo>
                        <a:pt x="1119" y="5168"/>
                      </a:lnTo>
                      <a:lnTo>
                        <a:pt x="1136" y="5165"/>
                      </a:lnTo>
                      <a:lnTo>
                        <a:pt x="1125" y="5141"/>
                      </a:lnTo>
                      <a:lnTo>
                        <a:pt x="1127" y="5125"/>
                      </a:lnTo>
                      <a:lnTo>
                        <a:pt x="1139" y="5103"/>
                      </a:lnTo>
                      <a:lnTo>
                        <a:pt x="1136" y="5085"/>
                      </a:lnTo>
                      <a:lnTo>
                        <a:pt x="1145" y="5022"/>
                      </a:lnTo>
                      <a:lnTo>
                        <a:pt x="1141" y="5003"/>
                      </a:lnTo>
                      <a:lnTo>
                        <a:pt x="1112" y="4978"/>
                      </a:lnTo>
                      <a:lnTo>
                        <a:pt x="1076" y="4960"/>
                      </a:lnTo>
                      <a:lnTo>
                        <a:pt x="1084" y="4956"/>
                      </a:lnTo>
                      <a:lnTo>
                        <a:pt x="1119" y="4968"/>
                      </a:lnTo>
                      <a:lnTo>
                        <a:pt x="1154" y="4962"/>
                      </a:lnTo>
                      <a:lnTo>
                        <a:pt x="1163" y="4945"/>
                      </a:lnTo>
                      <a:lnTo>
                        <a:pt x="1127" y="4912"/>
                      </a:lnTo>
                      <a:lnTo>
                        <a:pt x="1024" y="4898"/>
                      </a:lnTo>
                      <a:lnTo>
                        <a:pt x="1030" y="4886"/>
                      </a:lnTo>
                      <a:lnTo>
                        <a:pt x="1114" y="4877"/>
                      </a:lnTo>
                      <a:lnTo>
                        <a:pt x="1161" y="4892"/>
                      </a:lnTo>
                      <a:lnTo>
                        <a:pt x="1188" y="4879"/>
                      </a:lnTo>
                      <a:lnTo>
                        <a:pt x="1195" y="4845"/>
                      </a:lnTo>
                      <a:lnTo>
                        <a:pt x="1244" y="4843"/>
                      </a:lnTo>
                      <a:lnTo>
                        <a:pt x="1287" y="4800"/>
                      </a:lnTo>
                      <a:lnTo>
                        <a:pt x="1308" y="4774"/>
                      </a:lnTo>
                      <a:lnTo>
                        <a:pt x="1308" y="4729"/>
                      </a:lnTo>
                      <a:lnTo>
                        <a:pt x="1338" y="4737"/>
                      </a:lnTo>
                      <a:lnTo>
                        <a:pt x="1338" y="4782"/>
                      </a:lnTo>
                      <a:lnTo>
                        <a:pt x="1383" y="4778"/>
                      </a:lnTo>
                      <a:lnTo>
                        <a:pt x="1410" y="4731"/>
                      </a:lnTo>
                      <a:lnTo>
                        <a:pt x="1463" y="4686"/>
                      </a:lnTo>
                      <a:lnTo>
                        <a:pt x="1453" y="4639"/>
                      </a:lnTo>
                      <a:lnTo>
                        <a:pt x="1471" y="4657"/>
                      </a:lnTo>
                      <a:lnTo>
                        <a:pt x="1495" y="4657"/>
                      </a:lnTo>
                      <a:lnTo>
                        <a:pt x="1495" y="4634"/>
                      </a:lnTo>
                      <a:lnTo>
                        <a:pt x="1518" y="4616"/>
                      </a:lnTo>
                      <a:lnTo>
                        <a:pt x="1514" y="4598"/>
                      </a:lnTo>
                      <a:lnTo>
                        <a:pt x="1318" y="4640"/>
                      </a:lnTo>
                      <a:lnTo>
                        <a:pt x="1272" y="4632"/>
                      </a:lnTo>
                      <a:lnTo>
                        <a:pt x="1254" y="4645"/>
                      </a:lnTo>
                      <a:lnTo>
                        <a:pt x="1244" y="4620"/>
                      </a:lnTo>
                      <a:lnTo>
                        <a:pt x="1222" y="4599"/>
                      </a:lnTo>
                      <a:lnTo>
                        <a:pt x="1132" y="4560"/>
                      </a:lnTo>
                      <a:lnTo>
                        <a:pt x="1080" y="4569"/>
                      </a:lnTo>
                      <a:lnTo>
                        <a:pt x="1059" y="4557"/>
                      </a:lnTo>
                      <a:lnTo>
                        <a:pt x="1080" y="4546"/>
                      </a:lnTo>
                      <a:lnTo>
                        <a:pt x="1096" y="4522"/>
                      </a:lnTo>
                      <a:lnTo>
                        <a:pt x="1120" y="4528"/>
                      </a:lnTo>
                      <a:lnTo>
                        <a:pt x="1149" y="4520"/>
                      </a:lnTo>
                      <a:lnTo>
                        <a:pt x="1195" y="4526"/>
                      </a:lnTo>
                      <a:lnTo>
                        <a:pt x="1201" y="4522"/>
                      </a:lnTo>
                      <a:lnTo>
                        <a:pt x="1236" y="4557"/>
                      </a:lnTo>
                      <a:lnTo>
                        <a:pt x="1261" y="4544"/>
                      </a:lnTo>
                      <a:lnTo>
                        <a:pt x="1263" y="4530"/>
                      </a:lnTo>
                      <a:lnTo>
                        <a:pt x="1287" y="4551"/>
                      </a:lnTo>
                      <a:lnTo>
                        <a:pt x="1318" y="4561"/>
                      </a:lnTo>
                      <a:lnTo>
                        <a:pt x="1328" y="4539"/>
                      </a:lnTo>
                      <a:lnTo>
                        <a:pt x="1340" y="4551"/>
                      </a:lnTo>
                      <a:lnTo>
                        <a:pt x="1355" y="4591"/>
                      </a:lnTo>
                      <a:lnTo>
                        <a:pt x="1385" y="4599"/>
                      </a:lnTo>
                      <a:lnTo>
                        <a:pt x="1504" y="4536"/>
                      </a:lnTo>
                      <a:lnTo>
                        <a:pt x="1544" y="4468"/>
                      </a:lnTo>
                      <a:lnTo>
                        <a:pt x="1563" y="4452"/>
                      </a:lnTo>
                      <a:lnTo>
                        <a:pt x="1576" y="4388"/>
                      </a:lnTo>
                      <a:lnTo>
                        <a:pt x="1553" y="4332"/>
                      </a:lnTo>
                      <a:lnTo>
                        <a:pt x="1506" y="4298"/>
                      </a:lnTo>
                      <a:lnTo>
                        <a:pt x="1473" y="4243"/>
                      </a:lnTo>
                      <a:lnTo>
                        <a:pt x="1502" y="4242"/>
                      </a:lnTo>
                      <a:lnTo>
                        <a:pt x="1500" y="4228"/>
                      </a:lnTo>
                      <a:lnTo>
                        <a:pt x="1418" y="4190"/>
                      </a:lnTo>
                      <a:lnTo>
                        <a:pt x="1414" y="4154"/>
                      </a:lnTo>
                      <a:lnTo>
                        <a:pt x="1398" y="4117"/>
                      </a:lnTo>
                      <a:lnTo>
                        <a:pt x="1335" y="4127"/>
                      </a:lnTo>
                      <a:lnTo>
                        <a:pt x="1318" y="4104"/>
                      </a:lnTo>
                      <a:lnTo>
                        <a:pt x="1310" y="4087"/>
                      </a:lnTo>
                      <a:lnTo>
                        <a:pt x="1297" y="4084"/>
                      </a:lnTo>
                      <a:lnTo>
                        <a:pt x="1297" y="4101"/>
                      </a:lnTo>
                      <a:lnTo>
                        <a:pt x="1272" y="4170"/>
                      </a:lnTo>
                      <a:lnTo>
                        <a:pt x="1242" y="4211"/>
                      </a:lnTo>
                      <a:lnTo>
                        <a:pt x="1174" y="4264"/>
                      </a:lnTo>
                      <a:lnTo>
                        <a:pt x="1149" y="4283"/>
                      </a:lnTo>
                      <a:lnTo>
                        <a:pt x="1116" y="4283"/>
                      </a:lnTo>
                      <a:lnTo>
                        <a:pt x="1071" y="4295"/>
                      </a:lnTo>
                      <a:lnTo>
                        <a:pt x="1043" y="4286"/>
                      </a:lnTo>
                      <a:lnTo>
                        <a:pt x="1076" y="4264"/>
                      </a:lnTo>
                      <a:lnTo>
                        <a:pt x="1120" y="4256"/>
                      </a:lnTo>
                      <a:lnTo>
                        <a:pt x="1154" y="4221"/>
                      </a:lnTo>
                      <a:lnTo>
                        <a:pt x="1191" y="4205"/>
                      </a:lnTo>
                      <a:lnTo>
                        <a:pt x="1254" y="4148"/>
                      </a:lnTo>
                      <a:lnTo>
                        <a:pt x="1265" y="4111"/>
                      </a:lnTo>
                      <a:lnTo>
                        <a:pt x="1265" y="4063"/>
                      </a:lnTo>
                      <a:lnTo>
                        <a:pt x="1234" y="4057"/>
                      </a:lnTo>
                      <a:lnTo>
                        <a:pt x="1248" y="4027"/>
                      </a:lnTo>
                      <a:lnTo>
                        <a:pt x="1250" y="3990"/>
                      </a:lnTo>
                      <a:lnTo>
                        <a:pt x="1236" y="3956"/>
                      </a:lnTo>
                      <a:lnTo>
                        <a:pt x="1225" y="3852"/>
                      </a:lnTo>
                      <a:lnTo>
                        <a:pt x="1229" y="3784"/>
                      </a:lnTo>
                      <a:lnTo>
                        <a:pt x="1215" y="3701"/>
                      </a:lnTo>
                      <a:lnTo>
                        <a:pt x="1220" y="3675"/>
                      </a:lnTo>
                      <a:lnTo>
                        <a:pt x="1231" y="3644"/>
                      </a:lnTo>
                      <a:lnTo>
                        <a:pt x="1227" y="3623"/>
                      </a:lnTo>
                      <a:lnTo>
                        <a:pt x="1283" y="3655"/>
                      </a:lnTo>
                      <a:lnTo>
                        <a:pt x="1285" y="3623"/>
                      </a:lnTo>
                      <a:lnTo>
                        <a:pt x="1271" y="3542"/>
                      </a:lnTo>
                      <a:lnTo>
                        <a:pt x="1285" y="3463"/>
                      </a:lnTo>
                      <a:lnTo>
                        <a:pt x="1306" y="3396"/>
                      </a:lnTo>
                      <a:lnTo>
                        <a:pt x="1279" y="3361"/>
                      </a:lnTo>
                      <a:lnTo>
                        <a:pt x="1268" y="3329"/>
                      </a:lnTo>
                      <a:lnTo>
                        <a:pt x="1271" y="3277"/>
                      </a:lnTo>
                      <a:lnTo>
                        <a:pt x="1330" y="3310"/>
                      </a:lnTo>
                      <a:lnTo>
                        <a:pt x="1333" y="3299"/>
                      </a:lnTo>
                      <a:lnTo>
                        <a:pt x="1348" y="3288"/>
                      </a:lnTo>
                      <a:lnTo>
                        <a:pt x="1371" y="3255"/>
                      </a:lnTo>
                      <a:lnTo>
                        <a:pt x="1373" y="3244"/>
                      </a:lnTo>
                      <a:lnTo>
                        <a:pt x="1369" y="3233"/>
                      </a:lnTo>
                      <a:lnTo>
                        <a:pt x="1377" y="3172"/>
                      </a:lnTo>
                      <a:lnTo>
                        <a:pt x="1362" y="3132"/>
                      </a:lnTo>
                      <a:lnTo>
                        <a:pt x="1364" y="3100"/>
                      </a:lnTo>
                      <a:lnTo>
                        <a:pt x="1373" y="3136"/>
                      </a:lnTo>
                      <a:lnTo>
                        <a:pt x="1408" y="3164"/>
                      </a:lnTo>
                      <a:lnTo>
                        <a:pt x="1420" y="3158"/>
                      </a:lnTo>
                      <a:lnTo>
                        <a:pt x="1441" y="3122"/>
                      </a:lnTo>
                      <a:lnTo>
                        <a:pt x="1466" y="3136"/>
                      </a:lnTo>
                      <a:lnTo>
                        <a:pt x="1471" y="3106"/>
                      </a:lnTo>
                      <a:lnTo>
                        <a:pt x="1486" y="3086"/>
                      </a:lnTo>
                      <a:lnTo>
                        <a:pt x="1443" y="3067"/>
                      </a:lnTo>
                      <a:lnTo>
                        <a:pt x="1473" y="3069"/>
                      </a:lnTo>
                      <a:lnTo>
                        <a:pt x="1505" y="3046"/>
                      </a:lnTo>
                      <a:lnTo>
                        <a:pt x="1503" y="3031"/>
                      </a:lnTo>
                      <a:lnTo>
                        <a:pt x="1532" y="3015"/>
                      </a:lnTo>
                      <a:lnTo>
                        <a:pt x="1535" y="2979"/>
                      </a:lnTo>
                      <a:lnTo>
                        <a:pt x="1556" y="2970"/>
                      </a:lnTo>
                      <a:lnTo>
                        <a:pt x="1560" y="2926"/>
                      </a:lnTo>
                      <a:lnTo>
                        <a:pt x="1584" y="2922"/>
                      </a:lnTo>
                      <a:lnTo>
                        <a:pt x="1622" y="2929"/>
                      </a:lnTo>
                      <a:lnTo>
                        <a:pt x="1665" y="2894"/>
                      </a:lnTo>
                      <a:lnTo>
                        <a:pt x="1679" y="2854"/>
                      </a:lnTo>
                      <a:lnTo>
                        <a:pt x="1730" y="2812"/>
                      </a:lnTo>
                      <a:lnTo>
                        <a:pt x="1758" y="2836"/>
                      </a:lnTo>
                      <a:lnTo>
                        <a:pt x="1796" y="2808"/>
                      </a:lnTo>
                      <a:lnTo>
                        <a:pt x="1808" y="2773"/>
                      </a:lnTo>
                      <a:lnTo>
                        <a:pt x="1837" y="2749"/>
                      </a:lnTo>
                      <a:lnTo>
                        <a:pt x="1864" y="2758"/>
                      </a:lnTo>
                      <a:lnTo>
                        <a:pt x="1880" y="2742"/>
                      </a:lnTo>
                      <a:lnTo>
                        <a:pt x="1925" y="2714"/>
                      </a:lnTo>
                      <a:lnTo>
                        <a:pt x="1945" y="2682"/>
                      </a:lnTo>
                      <a:lnTo>
                        <a:pt x="1970" y="2669"/>
                      </a:lnTo>
                      <a:lnTo>
                        <a:pt x="1999" y="2609"/>
                      </a:lnTo>
                      <a:lnTo>
                        <a:pt x="2008" y="2575"/>
                      </a:lnTo>
                      <a:lnTo>
                        <a:pt x="2051" y="2525"/>
                      </a:lnTo>
                      <a:lnTo>
                        <a:pt x="2072" y="2476"/>
                      </a:lnTo>
                      <a:lnTo>
                        <a:pt x="2098" y="2432"/>
                      </a:lnTo>
                      <a:lnTo>
                        <a:pt x="2115" y="2411"/>
                      </a:lnTo>
                      <a:lnTo>
                        <a:pt x="2119" y="2432"/>
                      </a:lnTo>
                      <a:lnTo>
                        <a:pt x="2115" y="2469"/>
                      </a:lnTo>
                      <a:lnTo>
                        <a:pt x="2148" y="2420"/>
                      </a:lnTo>
                      <a:lnTo>
                        <a:pt x="2154" y="2401"/>
                      </a:lnTo>
                      <a:lnTo>
                        <a:pt x="2134" y="2382"/>
                      </a:lnTo>
                      <a:lnTo>
                        <a:pt x="2132" y="2360"/>
                      </a:lnTo>
                      <a:lnTo>
                        <a:pt x="2078" y="2305"/>
                      </a:lnTo>
                      <a:lnTo>
                        <a:pt x="2072" y="2281"/>
                      </a:lnTo>
                      <a:lnTo>
                        <a:pt x="2081" y="2274"/>
                      </a:lnTo>
                      <a:lnTo>
                        <a:pt x="2076" y="2247"/>
                      </a:lnTo>
                      <a:lnTo>
                        <a:pt x="2058" y="2225"/>
                      </a:lnTo>
                      <a:lnTo>
                        <a:pt x="2060" y="2214"/>
                      </a:lnTo>
                      <a:lnTo>
                        <a:pt x="2076" y="2197"/>
                      </a:lnTo>
                      <a:lnTo>
                        <a:pt x="2081" y="2173"/>
                      </a:lnTo>
                      <a:lnTo>
                        <a:pt x="2115" y="2157"/>
                      </a:lnTo>
                      <a:lnTo>
                        <a:pt x="2150" y="2066"/>
                      </a:lnTo>
                      <a:lnTo>
                        <a:pt x="2154" y="2042"/>
                      </a:lnTo>
                      <a:lnTo>
                        <a:pt x="2117" y="1975"/>
                      </a:lnTo>
                      <a:lnTo>
                        <a:pt x="2121" y="1966"/>
                      </a:lnTo>
                      <a:lnTo>
                        <a:pt x="2162" y="1939"/>
                      </a:lnTo>
                      <a:lnTo>
                        <a:pt x="2164" y="1911"/>
                      </a:lnTo>
                      <a:lnTo>
                        <a:pt x="2179" y="1907"/>
                      </a:lnTo>
                      <a:lnTo>
                        <a:pt x="2211" y="1921"/>
                      </a:lnTo>
                      <a:lnTo>
                        <a:pt x="2222" y="1915"/>
                      </a:lnTo>
                      <a:lnTo>
                        <a:pt x="2227" y="1891"/>
                      </a:lnTo>
                      <a:lnTo>
                        <a:pt x="2215" y="1874"/>
                      </a:lnTo>
                      <a:lnTo>
                        <a:pt x="2252" y="1869"/>
                      </a:lnTo>
                      <a:lnTo>
                        <a:pt x="2256" y="1849"/>
                      </a:lnTo>
                      <a:lnTo>
                        <a:pt x="2215" y="1791"/>
                      </a:lnTo>
                      <a:lnTo>
                        <a:pt x="2215" y="1776"/>
                      </a:lnTo>
                      <a:lnTo>
                        <a:pt x="2258" y="1808"/>
                      </a:lnTo>
                      <a:lnTo>
                        <a:pt x="2277" y="1838"/>
                      </a:lnTo>
                      <a:lnTo>
                        <a:pt x="2291" y="1838"/>
                      </a:lnTo>
                      <a:lnTo>
                        <a:pt x="2287" y="1776"/>
                      </a:lnTo>
                      <a:lnTo>
                        <a:pt x="2290" y="1785"/>
                      </a:lnTo>
                      <a:lnTo>
                        <a:pt x="2304" y="1776"/>
                      </a:lnTo>
                      <a:lnTo>
                        <a:pt x="2310" y="1699"/>
                      </a:lnTo>
                      <a:lnTo>
                        <a:pt x="2324" y="1694"/>
                      </a:lnTo>
                      <a:lnTo>
                        <a:pt x="2340" y="1694"/>
                      </a:lnTo>
                      <a:lnTo>
                        <a:pt x="2340" y="1714"/>
                      </a:lnTo>
                      <a:lnTo>
                        <a:pt x="2353" y="1733"/>
                      </a:lnTo>
                      <a:lnTo>
                        <a:pt x="2370" y="1742"/>
                      </a:lnTo>
                      <a:lnTo>
                        <a:pt x="2387" y="1691"/>
                      </a:lnTo>
                      <a:lnTo>
                        <a:pt x="2408" y="1707"/>
                      </a:lnTo>
                      <a:lnTo>
                        <a:pt x="2430" y="1745"/>
                      </a:lnTo>
                      <a:lnTo>
                        <a:pt x="2443" y="1745"/>
                      </a:lnTo>
                      <a:lnTo>
                        <a:pt x="2464" y="1764"/>
                      </a:lnTo>
                      <a:lnTo>
                        <a:pt x="2482" y="1719"/>
                      </a:lnTo>
                      <a:lnTo>
                        <a:pt x="2579" y="1711"/>
                      </a:lnTo>
                      <a:lnTo>
                        <a:pt x="2613" y="1732"/>
                      </a:lnTo>
                      <a:lnTo>
                        <a:pt x="2636" y="1760"/>
                      </a:lnTo>
                      <a:lnTo>
                        <a:pt x="2651" y="1732"/>
                      </a:lnTo>
                      <a:lnTo>
                        <a:pt x="2666" y="1722"/>
                      </a:lnTo>
                      <a:lnTo>
                        <a:pt x="2658" y="1676"/>
                      </a:lnTo>
                      <a:lnTo>
                        <a:pt x="2601" y="1550"/>
                      </a:lnTo>
                      <a:lnTo>
                        <a:pt x="2588" y="1472"/>
                      </a:lnTo>
                      <a:lnTo>
                        <a:pt x="2603" y="1409"/>
                      </a:lnTo>
                      <a:lnTo>
                        <a:pt x="2636" y="1356"/>
                      </a:lnTo>
                      <a:lnTo>
                        <a:pt x="2640" y="1322"/>
                      </a:lnTo>
                      <a:lnTo>
                        <a:pt x="2640" y="1272"/>
                      </a:lnTo>
                      <a:lnTo>
                        <a:pt x="2561" y="1104"/>
                      </a:lnTo>
                      <a:lnTo>
                        <a:pt x="2552" y="1041"/>
                      </a:lnTo>
                      <a:lnTo>
                        <a:pt x="2574" y="966"/>
                      </a:lnTo>
                      <a:lnTo>
                        <a:pt x="2568" y="910"/>
                      </a:lnTo>
                      <a:lnTo>
                        <a:pt x="2550" y="884"/>
                      </a:lnTo>
                      <a:lnTo>
                        <a:pt x="2543" y="831"/>
                      </a:lnTo>
                      <a:lnTo>
                        <a:pt x="2543" y="752"/>
                      </a:lnTo>
                      <a:lnTo>
                        <a:pt x="2550" y="693"/>
                      </a:lnTo>
                      <a:lnTo>
                        <a:pt x="2568" y="645"/>
                      </a:lnTo>
                      <a:lnTo>
                        <a:pt x="2560" y="620"/>
                      </a:lnTo>
                      <a:lnTo>
                        <a:pt x="2437" y="406"/>
                      </a:lnTo>
                      <a:lnTo>
                        <a:pt x="2370" y="346"/>
                      </a:lnTo>
                      <a:lnTo>
                        <a:pt x="2238" y="305"/>
                      </a:lnTo>
                      <a:lnTo>
                        <a:pt x="2123" y="191"/>
                      </a:lnTo>
                      <a:lnTo>
                        <a:pt x="1970" y="19"/>
                      </a:lnTo>
                      <a:lnTo>
                        <a:pt x="1961" y="1"/>
                      </a:lnTo>
                      <a:lnTo>
                        <a:pt x="1951" y="1"/>
                      </a:lnTo>
                      <a:lnTo>
                        <a:pt x="1866" y="0"/>
                      </a:lnTo>
                      <a:lnTo>
                        <a:pt x="1845" y="11"/>
                      </a:lnTo>
                      <a:lnTo>
                        <a:pt x="1851" y="46"/>
                      </a:lnTo>
                      <a:lnTo>
                        <a:pt x="1868" y="66"/>
                      </a:lnTo>
                      <a:lnTo>
                        <a:pt x="1873" y="106"/>
                      </a:lnTo>
                      <a:lnTo>
                        <a:pt x="1866" y="141"/>
                      </a:lnTo>
                      <a:lnTo>
                        <a:pt x="1851" y="160"/>
                      </a:lnTo>
                      <a:lnTo>
                        <a:pt x="1837" y="218"/>
                      </a:lnTo>
                      <a:lnTo>
                        <a:pt x="1814" y="257"/>
                      </a:lnTo>
                      <a:lnTo>
                        <a:pt x="1818" y="296"/>
                      </a:lnTo>
                      <a:lnTo>
                        <a:pt x="1855" y="331"/>
                      </a:lnTo>
                      <a:lnTo>
                        <a:pt x="1831" y="360"/>
                      </a:lnTo>
                      <a:lnTo>
                        <a:pt x="1798" y="370"/>
                      </a:lnTo>
                      <a:lnTo>
                        <a:pt x="1636" y="313"/>
                      </a:lnTo>
                      <a:lnTo>
                        <a:pt x="1521" y="300"/>
                      </a:lnTo>
                      <a:lnTo>
                        <a:pt x="1486" y="305"/>
                      </a:lnTo>
                      <a:lnTo>
                        <a:pt x="1466" y="321"/>
                      </a:lnTo>
                      <a:lnTo>
                        <a:pt x="1449" y="357"/>
                      </a:lnTo>
                      <a:lnTo>
                        <a:pt x="1456" y="445"/>
                      </a:lnTo>
                      <a:lnTo>
                        <a:pt x="1449" y="480"/>
                      </a:lnTo>
                      <a:lnTo>
                        <a:pt x="1429" y="560"/>
                      </a:lnTo>
                      <a:lnTo>
                        <a:pt x="1394" y="621"/>
                      </a:lnTo>
                      <a:lnTo>
                        <a:pt x="1379" y="615"/>
                      </a:lnTo>
                      <a:lnTo>
                        <a:pt x="1343" y="568"/>
                      </a:lnTo>
                      <a:lnTo>
                        <a:pt x="1298" y="543"/>
                      </a:lnTo>
                      <a:lnTo>
                        <a:pt x="1253" y="553"/>
                      </a:lnTo>
                      <a:lnTo>
                        <a:pt x="1182" y="626"/>
                      </a:lnTo>
                      <a:lnTo>
                        <a:pt x="1150" y="667"/>
                      </a:lnTo>
                      <a:lnTo>
                        <a:pt x="1135" y="731"/>
                      </a:lnTo>
                      <a:lnTo>
                        <a:pt x="1128" y="779"/>
                      </a:lnTo>
                      <a:lnTo>
                        <a:pt x="1105" y="818"/>
                      </a:lnTo>
                      <a:lnTo>
                        <a:pt x="1054" y="883"/>
                      </a:lnTo>
                      <a:lnTo>
                        <a:pt x="1042" y="933"/>
                      </a:lnTo>
                      <a:lnTo>
                        <a:pt x="1090" y="1018"/>
                      </a:lnTo>
                      <a:lnTo>
                        <a:pt x="1097" y="1066"/>
                      </a:lnTo>
                      <a:lnTo>
                        <a:pt x="1087" y="1098"/>
                      </a:lnTo>
                      <a:lnTo>
                        <a:pt x="1064" y="1143"/>
                      </a:lnTo>
                      <a:lnTo>
                        <a:pt x="1015" y="1194"/>
                      </a:lnTo>
                      <a:lnTo>
                        <a:pt x="991" y="1246"/>
                      </a:lnTo>
                      <a:lnTo>
                        <a:pt x="902" y="1359"/>
                      </a:lnTo>
                      <a:lnTo>
                        <a:pt x="880" y="1420"/>
                      </a:lnTo>
                      <a:lnTo>
                        <a:pt x="871" y="1493"/>
                      </a:lnTo>
                      <a:lnTo>
                        <a:pt x="853" y="1541"/>
                      </a:lnTo>
                      <a:lnTo>
                        <a:pt x="788" y="1591"/>
                      </a:lnTo>
                      <a:lnTo>
                        <a:pt x="745" y="1591"/>
                      </a:lnTo>
                      <a:lnTo>
                        <a:pt x="720" y="1608"/>
                      </a:lnTo>
                      <a:lnTo>
                        <a:pt x="724" y="1662"/>
                      </a:lnTo>
                      <a:lnTo>
                        <a:pt x="724" y="1744"/>
                      </a:lnTo>
                      <a:lnTo>
                        <a:pt x="720" y="1850"/>
                      </a:lnTo>
                      <a:lnTo>
                        <a:pt x="686" y="2040"/>
                      </a:lnTo>
                      <a:lnTo>
                        <a:pt x="625" y="2177"/>
                      </a:lnTo>
                      <a:lnTo>
                        <a:pt x="550" y="2295"/>
                      </a:lnTo>
                      <a:lnTo>
                        <a:pt x="556" y="2332"/>
                      </a:lnTo>
                      <a:lnTo>
                        <a:pt x="609" y="2391"/>
                      </a:lnTo>
                      <a:lnTo>
                        <a:pt x="634" y="2434"/>
                      </a:lnTo>
                      <a:lnTo>
                        <a:pt x="632" y="2508"/>
                      </a:lnTo>
                      <a:lnTo>
                        <a:pt x="624" y="2551"/>
                      </a:lnTo>
                      <a:lnTo>
                        <a:pt x="586" y="2597"/>
                      </a:lnTo>
                      <a:lnTo>
                        <a:pt x="533" y="2595"/>
                      </a:lnTo>
                      <a:lnTo>
                        <a:pt x="467" y="2579"/>
                      </a:lnTo>
                      <a:lnTo>
                        <a:pt x="388" y="2601"/>
                      </a:lnTo>
                      <a:lnTo>
                        <a:pt x="325" y="2643"/>
                      </a:lnTo>
                      <a:lnTo>
                        <a:pt x="233" y="2757"/>
                      </a:lnTo>
                      <a:lnTo>
                        <a:pt x="210" y="2816"/>
                      </a:lnTo>
                      <a:lnTo>
                        <a:pt x="194" y="2888"/>
                      </a:lnTo>
                      <a:lnTo>
                        <a:pt x="206" y="2954"/>
                      </a:lnTo>
                      <a:lnTo>
                        <a:pt x="230" y="3006"/>
                      </a:lnTo>
                      <a:lnTo>
                        <a:pt x="249" y="3026"/>
                      </a:lnTo>
                      <a:lnTo>
                        <a:pt x="225" y="3062"/>
                      </a:lnTo>
                      <a:lnTo>
                        <a:pt x="218" y="3109"/>
                      </a:lnTo>
                      <a:lnTo>
                        <a:pt x="208" y="3145"/>
                      </a:lnTo>
                      <a:lnTo>
                        <a:pt x="208" y="3217"/>
                      </a:lnTo>
                      <a:lnTo>
                        <a:pt x="195" y="3250"/>
                      </a:lnTo>
                      <a:lnTo>
                        <a:pt x="195" y="3295"/>
                      </a:lnTo>
                      <a:lnTo>
                        <a:pt x="208" y="3307"/>
                      </a:lnTo>
                      <a:lnTo>
                        <a:pt x="223" y="3364"/>
                      </a:lnTo>
                      <a:lnTo>
                        <a:pt x="218" y="3522"/>
                      </a:lnTo>
                      <a:lnTo>
                        <a:pt x="223" y="3600"/>
                      </a:lnTo>
                      <a:lnTo>
                        <a:pt x="257" y="3656"/>
                      </a:lnTo>
                      <a:lnTo>
                        <a:pt x="334" y="3713"/>
                      </a:lnTo>
                      <a:lnTo>
                        <a:pt x="345" y="3792"/>
                      </a:lnTo>
                      <a:lnTo>
                        <a:pt x="322" y="3859"/>
                      </a:lnTo>
                      <a:lnTo>
                        <a:pt x="284" y="3902"/>
                      </a:lnTo>
                      <a:lnTo>
                        <a:pt x="230" y="3925"/>
                      </a:lnTo>
                      <a:lnTo>
                        <a:pt x="218" y="3949"/>
                      </a:lnTo>
                      <a:lnTo>
                        <a:pt x="257" y="3997"/>
                      </a:lnTo>
                      <a:lnTo>
                        <a:pt x="289" y="4120"/>
                      </a:lnTo>
                      <a:lnTo>
                        <a:pt x="259" y="4231"/>
                      </a:lnTo>
                      <a:lnTo>
                        <a:pt x="277" y="4262"/>
                      </a:lnTo>
                      <a:lnTo>
                        <a:pt x="271" y="4319"/>
                      </a:lnTo>
                      <a:lnTo>
                        <a:pt x="248" y="4359"/>
                      </a:lnTo>
                      <a:lnTo>
                        <a:pt x="146" y="4399"/>
                      </a:lnTo>
                      <a:lnTo>
                        <a:pt x="146" y="4449"/>
                      </a:lnTo>
                      <a:lnTo>
                        <a:pt x="99" y="4530"/>
                      </a:lnTo>
                      <a:lnTo>
                        <a:pt x="104" y="4591"/>
                      </a:lnTo>
                      <a:lnTo>
                        <a:pt x="119" y="4637"/>
                      </a:lnTo>
                      <a:lnTo>
                        <a:pt x="91" y="4778"/>
                      </a:lnTo>
                      <a:lnTo>
                        <a:pt x="61" y="4798"/>
                      </a:lnTo>
                      <a:lnTo>
                        <a:pt x="45" y="4767"/>
                      </a:lnTo>
                      <a:lnTo>
                        <a:pt x="34" y="4817"/>
                      </a:lnTo>
                      <a:lnTo>
                        <a:pt x="34" y="4732"/>
                      </a:lnTo>
                      <a:lnTo>
                        <a:pt x="24" y="4716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GB" dirty="0">
                    <a:latin typeface="Trade Gothic LT Std" pitchFamily="50" charset="0"/>
                  </a:endParaRPr>
                </a:p>
              </p:txBody>
            </p:sp>
          </p:grpSp>
          <p:grpSp>
            <p:nvGrpSpPr>
              <p:cNvPr id="57" name="Group 1169">
                <a:extLst>
                  <a:ext uri="{FF2B5EF4-FFF2-40B4-BE49-F238E27FC236}">
                    <a16:creationId xmlns:a16="http://schemas.microsoft.com/office/drawing/2014/main" id="{5D84A06A-912F-5965-5F53-168C665D2FED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4730749" y="4106868"/>
                <a:ext cx="598488" cy="804863"/>
                <a:chOff x="2522" y="2292"/>
                <a:chExt cx="305" cy="410"/>
              </a:xfrm>
              <a:grpFill/>
            </p:grpSpPr>
            <p:sp>
              <p:nvSpPr>
                <p:cNvPr id="116" name="Freeform 1170">
                  <a:extLst>
                    <a:ext uri="{FF2B5EF4-FFF2-40B4-BE49-F238E27FC236}">
                      <a16:creationId xmlns:a16="http://schemas.microsoft.com/office/drawing/2014/main" id="{6E9FADA6-2A9B-4537-B0F6-955789998F5E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2522" y="2292"/>
                  <a:ext cx="305" cy="410"/>
                </a:xfrm>
                <a:custGeom>
                  <a:avLst/>
                  <a:gdLst/>
                  <a:ahLst/>
                  <a:cxnLst>
                    <a:cxn ang="0">
                      <a:pos x="1012" y="257"/>
                    </a:cxn>
                    <a:cxn ang="0">
                      <a:pos x="956" y="208"/>
                    </a:cxn>
                    <a:cxn ang="0">
                      <a:pos x="855" y="188"/>
                    </a:cxn>
                    <a:cxn ang="0">
                      <a:pos x="789" y="146"/>
                    </a:cxn>
                    <a:cxn ang="0">
                      <a:pos x="735" y="23"/>
                    </a:cxn>
                    <a:cxn ang="0">
                      <a:pos x="593" y="0"/>
                    </a:cxn>
                    <a:cxn ang="0">
                      <a:pos x="613" y="120"/>
                    </a:cxn>
                    <a:cxn ang="0">
                      <a:pos x="558" y="205"/>
                    </a:cxn>
                    <a:cxn ang="0">
                      <a:pos x="600" y="264"/>
                    </a:cxn>
                    <a:cxn ang="0">
                      <a:pos x="595" y="327"/>
                    </a:cxn>
                    <a:cxn ang="0">
                      <a:pos x="542" y="397"/>
                    </a:cxn>
                    <a:cxn ang="0">
                      <a:pos x="535" y="529"/>
                    </a:cxn>
                    <a:cxn ang="0">
                      <a:pos x="457" y="514"/>
                    </a:cxn>
                    <a:cxn ang="0">
                      <a:pos x="270" y="442"/>
                    </a:cxn>
                    <a:cxn ang="0">
                      <a:pos x="234" y="523"/>
                    </a:cxn>
                    <a:cxn ang="0">
                      <a:pos x="320" y="599"/>
                    </a:cxn>
                    <a:cxn ang="0">
                      <a:pos x="201" y="748"/>
                    </a:cxn>
                    <a:cxn ang="0">
                      <a:pos x="216" y="895"/>
                    </a:cxn>
                    <a:cxn ang="0">
                      <a:pos x="128" y="1039"/>
                    </a:cxn>
                    <a:cxn ang="0">
                      <a:pos x="11" y="1057"/>
                    </a:cxn>
                    <a:cxn ang="0">
                      <a:pos x="25" y="1264"/>
                    </a:cxn>
                    <a:cxn ang="0">
                      <a:pos x="17" y="1406"/>
                    </a:cxn>
                    <a:cxn ang="0">
                      <a:pos x="64" y="1532"/>
                    </a:cxn>
                    <a:cxn ang="0">
                      <a:pos x="47" y="1665"/>
                    </a:cxn>
                    <a:cxn ang="0">
                      <a:pos x="64" y="1787"/>
                    </a:cxn>
                    <a:cxn ang="0">
                      <a:pos x="232" y="1900"/>
                    </a:cxn>
                    <a:cxn ang="0">
                      <a:pos x="358" y="2095"/>
                    </a:cxn>
                    <a:cxn ang="0">
                      <a:pos x="322" y="2372"/>
                    </a:cxn>
                    <a:cxn ang="0">
                      <a:pos x="582" y="2370"/>
                    </a:cxn>
                    <a:cxn ang="0">
                      <a:pos x="795" y="2404"/>
                    </a:cxn>
                    <a:cxn ang="0">
                      <a:pos x="903" y="2451"/>
                    </a:cxn>
                    <a:cxn ang="0">
                      <a:pos x="1032" y="2435"/>
                    </a:cxn>
                    <a:cxn ang="0">
                      <a:pos x="1294" y="2354"/>
                    </a:cxn>
                    <a:cxn ang="0">
                      <a:pos x="1436" y="2383"/>
                    </a:cxn>
                    <a:cxn ang="0">
                      <a:pos x="1423" y="2192"/>
                    </a:cxn>
                    <a:cxn ang="0">
                      <a:pos x="1597" y="2064"/>
                    </a:cxn>
                    <a:cxn ang="0">
                      <a:pos x="1454" y="1890"/>
                    </a:cxn>
                    <a:cxn ang="0">
                      <a:pos x="1303" y="1644"/>
                    </a:cxn>
                    <a:cxn ang="0">
                      <a:pos x="1231" y="1536"/>
                    </a:cxn>
                    <a:cxn ang="0">
                      <a:pos x="1374" y="1512"/>
                    </a:cxn>
                    <a:cxn ang="0">
                      <a:pos x="1671" y="1366"/>
                    </a:cxn>
                    <a:cxn ang="0">
                      <a:pos x="1772" y="1371"/>
                    </a:cxn>
                    <a:cxn ang="0">
                      <a:pos x="1829" y="1197"/>
                    </a:cxn>
                    <a:cxn ang="0">
                      <a:pos x="1759" y="982"/>
                    </a:cxn>
                    <a:cxn ang="0">
                      <a:pos x="1727" y="765"/>
                    </a:cxn>
                    <a:cxn ang="0">
                      <a:pos x="1709" y="604"/>
                    </a:cxn>
                    <a:cxn ang="0">
                      <a:pos x="1676" y="400"/>
                    </a:cxn>
                    <a:cxn ang="0">
                      <a:pos x="1515" y="276"/>
                    </a:cxn>
                    <a:cxn ang="0">
                      <a:pos x="1442" y="208"/>
                    </a:cxn>
                    <a:cxn ang="0">
                      <a:pos x="1309" y="223"/>
                    </a:cxn>
                    <a:cxn ang="0">
                      <a:pos x="1350" y="155"/>
                    </a:cxn>
                    <a:cxn ang="0">
                      <a:pos x="1235" y="270"/>
                    </a:cxn>
                    <a:cxn ang="0">
                      <a:pos x="1118" y="332"/>
                    </a:cxn>
                    <a:cxn ang="0">
                      <a:pos x="979" y="329"/>
                    </a:cxn>
                  </a:cxnLst>
                  <a:rect l="0" t="0" r="r" b="b"/>
                  <a:pathLst>
                    <a:path w="1829" h="2462">
                      <a:moveTo>
                        <a:pt x="979" y="329"/>
                      </a:moveTo>
                      <a:lnTo>
                        <a:pt x="971" y="311"/>
                      </a:lnTo>
                      <a:lnTo>
                        <a:pt x="985" y="278"/>
                      </a:lnTo>
                      <a:lnTo>
                        <a:pt x="1012" y="257"/>
                      </a:lnTo>
                      <a:lnTo>
                        <a:pt x="1032" y="232"/>
                      </a:lnTo>
                      <a:lnTo>
                        <a:pt x="1032" y="199"/>
                      </a:lnTo>
                      <a:lnTo>
                        <a:pt x="1016" y="186"/>
                      </a:lnTo>
                      <a:lnTo>
                        <a:pt x="956" y="208"/>
                      </a:lnTo>
                      <a:lnTo>
                        <a:pt x="930" y="208"/>
                      </a:lnTo>
                      <a:lnTo>
                        <a:pt x="915" y="183"/>
                      </a:lnTo>
                      <a:lnTo>
                        <a:pt x="871" y="165"/>
                      </a:lnTo>
                      <a:lnTo>
                        <a:pt x="855" y="188"/>
                      </a:lnTo>
                      <a:lnTo>
                        <a:pt x="834" y="188"/>
                      </a:lnTo>
                      <a:lnTo>
                        <a:pt x="832" y="159"/>
                      </a:lnTo>
                      <a:lnTo>
                        <a:pt x="803" y="159"/>
                      </a:lnTo>
                      <a:lnTo>
                        <a:pt x="789" y="146"/>
                      </a:lnTo>
                      <a:lnTo>
                        <a:pt x="812" y="117"/>
                      </a:lnTo>
                      <a:lnTo>
                        <a:pt x="814" y="84"/>
                      </a:lnTo>
                      <a:lnTo>
                        <a:pt x="794" y="43"/>
                      </a:lnTo>
                      <a:lnTo>
                        <a:pt x="735" y="23"/>
                      </a:lnTo>
                      <a:lnTo>
                        <a:pt x="708" y="25"/>
                      </a:lnTo>
                      <a:lnTo>
                        <a:pt x="711" y="8"/>
                      </a:lnTo>
                      <a:lnTo>
                        <a:pt x="679" y="23"/>
                      </a:lnTo>
                      <a:lnTo>
                        <a:pt x="593" y="0"/>
                      </a:lnTo>
                      <a:lnTo>
                        <a:pt x="562" y="3"/>
                      </a:lnTo>
                      <a:lnTo>
                        <a:pt x="559" y="41"/>
                      </a:lnTo>
                      <a:lnTo>
                        <a:pt x="591" y="95"/>
                      </a:lnTo>
                      <a:lnTo>
                        <a:pt x="613" y="120"/>
                      </a:lnTo>
                      <a:lnTo>
                        <a:pt x="623" y="145"/>
                      </a:lnTo>
                      <a:lnTo>
                        <a:pt x="572" y="174"/>
                      </a:lnTo>
                      <a:lnTo>
                        <a:pt x="571" y="188"/>
                      </a:lnTo>
                      <a:lnTo>
                        <a:pt x="558" y="205"/>
                      </a:lnTo>
                      <a:lnTo>
                        <a:pt x="580" y="208"/>
                      </a:lnTo>
                      <a:lnTo>
                        <a:pt x="595" y="219"/>
                      </a:lnTo>
                      <a:lnTo>
                        <a:pt x="588" y="241"/>
                      </a:lnTo>
                      <a:lnTo>
                        <a:pt x="600" y="264"/>
                      </a:lnTo>
                      <a:lnTo>
                        <a:pt x="618" y="280"/>
                      </a:lnTo>
                      <a:lnTo>
                        <a:pt x="613" y="294"/>
                      </a:lnTo>
                      <a:lnTo>
                        <a:pt x="597" y="298"/>
                      </a:lnTo>
                      <a:lnTo>
                        <a:pt x="595" y="327"/>
                      </a:lnTo>
                      <a:lnTo>
                        <a:pt x="645" y="360"/>
                      </a:lnTo>
                      <a:lnTo>
                        <a:pt x="638" y="370"/>
                      </a:lnTo>
                      <a:lnTo>
                        <a:pt x="555" y="372"/>
                      </a:lnTo>
                      <a:lnTo>
                        <a:pt x="542" y="397"/>
                      </a:lnTo>
                      <a:lnTo>
                        <a:pt x="535" y="415"/>
                      </a:lnTo>
                      <a:lnTo>
                        <a:pt x="533" y="480"/>
                      </a:lnTo>
                      <a:lnTo>
                        <a:pt x="555" y="556"/>
                      </a:lnTo>
                      <a:lnTo>
                        <a:pt x="535" y="529"/>
                      </a:lnTo>
                      <a:lnTo>
                        <a:pt x="515" y="483"/>
                      </a:lnTo>
                      <a:lnTo>
                        <a:pt x="484" y="473"/>
                      </a:lnTo>
                      <a:lnTo>
                        <a:pt x="482" y="512"/>
                      </a:lnTo>
                      <a:lnTo>
                        <a:pt x="457" y="514"/>
                      </a:lnTo>
                      <a:lnTo>
                        <a:pt x="450" y="468"/>
                      </a:lnTo>
                      <a:lnTo>
                        <a:pt x="430" y="433"/>
                      </a:lnTo>
                      <a:lnTo>
                        <a:pt x="371" y="421"/>
                      </a:lnTo>
                      <a:lnTo>
                        <a:pt x="270" y="442"/>
                      </a:lnTo>
                      <a:lnTo>
                        <a:pt x="259" y="471"/>
                      </a:lnTo>
                      <a:lnTo>
                        <a:pt x="244" y="487"/>
                      </a:lnTo>
                      <a:lnTo>
                        <a:pt x="232" y="514"/>
                      </a:lnTo>
                      <a:lnTo>
                        <a:pt x="234" y="523"/>
                      </a:lnTo>
                      <a:lnTo>
                        <a:pt x="275" y="533"/>
                      </a:lnTo>
                      <a:lnTo>
                        <a:pt x="293" y="548"/>
                      </a:lnTo>
                      <a:lnTo>
                        <a:pt x="311" y="567"/>
                      </a:lnTo>
                      <a:lnTo>
                        <a:pt x="320" y="599"/>
                      </a:lnTo>
                      <a:lnTo>
                        <a:pt x="314" y="597"/>
                      </a:lnTo>
                      <a:lnTo>
                        <a:pt x="295" y="564"/>
                      </a:lnTo>
                      <a:lnTo>
                        <a:pt x="239" y="577"/>
                      </a:lnTo>
                      <a:lnTo>
                        <a:pt x="201" y="748"/>
                      </a:lnTo>
                      <a:lnTo>
                        <a:pt x="144" y="787"/>
                      </a:lnTo>
                      <a:lnTo>
                        <a:pt x="154" y="822"/>
                      </a:lnTo>
                      <a:lnTo>
                        <a:pt x="221" y="851"/>
                      </a:lnTo>
                      <a:lnTo>
                        <a:pt x="216" y="895"/>
                      </a:lnTo>
                      <a:lnTo>
                        <a:pt x="189" y="931"/>
                      </a:lnTo>
                      <a:lnTo>
                        <a:pt x="154" y="957"/>
                      </a:lnTo>
                      <a:lnTo>
                        <a:pt x="146" y="1000"/>
                      </a:lnTo>
                      <a:lnTo>
                        <a:pt x="128" y="1039"/>
                      </a:lnTo>
                      <a:lnTo>
                        <a:pt x="99" y="1045"/>
                      </a:lnTo>
                      <a:lnTo>
                        <a:pt x="52" y="1024"/>
                      </a:lnTo>
                      <a:lnTo>
                        <a:pt x="13" y="1024"/>
                      </a:lnTo>
                      <a:lnTo>
                        <a:pt x="11" y="1057"/>
                      </a:lnTo>
                      <a:lnTo>
                        <a:pt x="25" y="1112"/>
                      </a:lnTo>
                      <a:lnTo>
                        <a:pt x="30" y="1149"/>
                      </a:lnTo>
                      <a:lnTo>
                        <a:pt x="25" y="1197"/>
                      </a:lnTo>
                      <a:lnTo>
                        <a:pt x="25" y="1264"/>
                      </a:lnTo>
                      <a:lnTo>
                        <a:pt x="3" y="1293"/>
                      </a:lnTo>
                      <a:lnTo>
                        <a:pt x="0" y="1320"/>
                      </a:lnTo>
                      <a:lnTo>
                        <a:pt x="17" y="1386"/>
                      </a:lnTo>
                      <a:lnTo>
                        <a:pt x="17" y="1406"/>
                      </a:lnTo>
                      <a:lnTo>
                        <a:pt x="36" y="1431"/>
                      </a:lnTo>
                      <a:lnTo>
                        <a:pt x="43" y="1469"/>
                      </a:lnTo>
                      <a:lnTo>
                        <a:pt x="64" y="1503"/>
                      </a:lnTo>
                      <a:lnTo>
                        <a:pt x="64" y="1532"/>
                      </a:lnTo>
                      <a:lnTo>
                        <a:pt x="25" y="1594"/>
                      </a:lnTo>
                      <a:lnTo>
                        <a:pt x="54" y="1611"/>
                      </a:lnTo>
                      <a:lnTo>
                        <a:pt x="45" y="1638"/>
                      </a:lnTo>
                      <a:lnTo>
                        <a:pt x="47" y="1665"/>
                      </a:lnTo>
                      <a:lnTo>
                        <a:pt x="66" y="1692"/>
                      </a:lnTo>
                      <a:lnTo>
                        <a:pt x="77" y="1720"/>
                      </a:lnTo>
                      <a:lnTo>
                        <a:pt x="81" y="1764"/>
                      </a:lnTo>
                      <a:lnTo>
                        <a:pt x="64" y="1787"/>
                      </a:lnTo>
                      <a:lnTo>
                        <a:pt x="113" y="1826"/>
                      </a:lnTo>
                      <a:lnTo>
                        <a:pt x="137" y="1854"/>
                      </a:lnTo>
                      <a:lnTo>
                        <a:pt x="160" y="1892"/>
                      </a:lnTo>
                      <a:lnTo>
                        <a:pt x="232" y="1900"/>
                      </a:lnTo>
                      <a:lnTo>
                        <a:pt x="381" y="1944"/>
                      </a:lnTo>
                      <a:lnTo>
                        <a:pt x="433" y="1967"/>
                      </a:lnTo>
                      <a:lnTo>
                        <a:pt x="424" y="2010"/>
                      </a:lnTo>
                      <a:lnTo>
                        <a:pt x="358" y="2095"/>
                      </a:lnTo>
                      <a:lnTo>
                        <a:pt x="349" y="2142"/>
                      </a:lnTo>
                      <a:lnTo>
                        <a:pt x="320" y="2233"/>
                      </a:lnTo>
                      <a:lnTo>
                        <a:pt x="316" y="2336"/>
                      </a:lnTo>
                      <a:lnTo>
                        <a:pt x="322" y="2372"/>
                      </a:lnTo>
                      <a:lnTo>
                        <a:pt x="329" y="2383"/>
                      </a:lnTo>
                      <a:lnTo>
                        <a:pt x="357" y="2405"/>
                      </a:lnTo>
                      <a:lnTo>
                        <a:pt x="487" y="2390"/>
                      </a:lnTo>
                      <a:lnTo>
                        <a:pt x="582" y="2370"/>
                      </a:lnTo>
                      <a:lnTo>
                        <a:pt x="656" y="2390"/>
                      </a:lnTo>
                      <a:lnTo>
                        <a:pt x="722" y="2421"/>
                      </a:lnTo>
                      <a:lnTo>
                        <a:pt x="760" y="2405"/>
                      </a:lnTo>
                      <a:lnTo>
                        <a:pt x="795" y="2404"/>
                      </a:lnTo>
                      <a:lnTo>
                        <a:pt x="828" y="2413"/>
                      </a:lnTo>
                      <a:lnTo>
                        <a:pt x="848" y="2444"/>
                      </a:lnTo>
                      <a:lnTo>
                        <a:pt x="884" y="2462"/>
                      </a:lnTo>
                      <a:lnTo>
                        <a:pt x="903" y="2451"/>
                      </a:lnTo>
                      <a:lnTo>
                        <a:pt x="915" y="2426"/>
                      </a:lnTo>
                      <a:lnTo>
                        <a:pt x="940" y="2401"/>
                      </a:lnTo>
                      <a:lnTo>
                        <a:pt x="983" y="2405"/>
                      </a:lnTo>
                      <a:lnTo>
                        <a:pt x="1032" y="2435"/>
                      </a:lnTo>
                      <a:lnTo>
                        <a:pt x="1082" y="2435"/>
                      </a:lnTo>
                      <a:lnTo>
                        <a:pt x="1154" y="2388"/>
                      </a:lnTo>
                      <a:lnTo>
                        <a:pt x="1278" y="2372"/>
                      </a:lnTo>
                      <a:lnTo>
                        <a:pt x="1294" y="2354"/>
                      </a:lnTo>
                      <a:lnTo>
                        <a:pt x="1337" y="2368"/>
                      </a:lnTo>
                      <a:lnTo>
                        <a:pt x="1391" y="2368"/>
                      </a:lnTo>
                      <a:lnTo>
                        <a:pt x="1407" y="2396"/>
                      </a:lnTo>
                      <a:lnTo>
                        <a:pt x="1436" y="2383"/>
                      </a:lnTo>
                      <a:lnTo>
                        <a:pt x="1434" y="2354"/>
                      </a:lnTo>
                      <a:lnTo>
                        <a:pt x="1409" y="2295"/>
                      </a:lnTo>
                      <a:lnTo>
                        <a:pt x="1405" y="2235"/>
                      </a:lnTo>
                      <a:lnTo>
                        <a:pt x="1423" y="2192"/>
                      </a:lnTo>
                      <a:lnTo>
                        <a:pt x="1505" y="2157"/>
                      </a:lnTo>
                      <a:lnTo>
                        <a:pt x="1517" y="2123"/>
                      </a:lnTo>
                      <a:lnTo>
                        <a:pt x="1532" y="2090"/>
                      </a:lnTo>
                      <a:lnTo>
                        <a:pt x="1597" y="2064"/>
                      </a:lnTo>
                      <a:lnTo>
                        <a:pt x="1603" y="2035"/>
                      </a:lnTo>
                      <a:lnTo>
                        <a:pt x="1585" y="2012"/>
                      </a:lnTo>
                      <a:lnTo>
                        <a:pt x="1491" y="1937"/>
                      </a:lnTo>
                      <a:lnTo>
                        <a:pt x="1454" y="1890"/>
                      </a:lnTo>
                      <a:lnTo>
                        <a:pt x="1348" y="1806"/>
                      </a:lnTo>
                      <a:lnTo>
                        <a:pt x="1312" y="1757"/>
                      </a:lnTo>
                      <a:lnTo>
                        <a:pt x="1312" y="1690"/>
                      </a:lnTo>
                      <a:lnTo>
                        <a:pt x="1303" y="1644"/>
                      </a:lnTo>
                      <a:lnTo>
                        <a:pt x="1258" y="1624"/>
                      </a:lnTo>
                      <a:lnTo>
                        <a:pt x="1227" y="1587"/>
                      </a:lnTo>
                      <a:lnTo>
                        <a:pt x="1227" y="1553"/>
                      </a:lnTo>
                      <a:lnTo>
                        <a:pt x="1231" y="1536"/>
                      </a:lnTo>
                      <a:lnTo>
                        <a:pt x="1290" y="1590"/>
                      </a:lnTo>
                      <a:lnTo>
                        <a:pt x="1298" y="1589"/>
                      </a:lnTo>
                      <a:lnTo>
                        <a:pt x="1317" y="1538"/>
                      </a:lnTo>
                      <a:lnTo>
                        <a:pt x="1374" y="1512"/>
                      </a:lnTo>
                      <a:lnTo>
                        <a:pt x="1440" y="1491"/>
                      </a:lnTo>
                      <a:lnTo>
                        <a:pt x="1503" y="1460"/>
                      </a:lnTo>
                      <a:lnTo>
                        <a:pt x="1528" y="1417"/>
                      </a:lnTo>
                      <a:lnTo>
                        <a:pt x="1671" y="1366"/>
                      </a:lnTo>
                      <a:lnTo>
                        <a:pt x="1684" y="1282"/>
                      </a:lnTo>
                      <a:lnTo>
                        <a:pt x="1720" y="1291"/>
                      </a:lnTo>
                      <a:lnTo>
                        <a:pt x="1745" y="1336"/>
                      </a:lnTo>
                      <a:lnTo>
                        <a:pt x="1772" y="1371"/>
                      </a:lnTo>
                      <a:lnTo>
                        <a:pt x="1797" y="1371"/>
                      </a:lnTo>
                      <a:lnTo>
                        <a:pt x="1811" y="1340"/>
                      </a:lnTo>
                      <a:lnTo>
                        <a:pt x="1825" y="1272"/>
                      </a:lnTo>
                      <a:lnTo>
                        <a:pt x="1829" y="1197"/>
                      </a:lnTo>
                      <a:lnTo>
                        <a:pt x="1825" y="1180"/>
                      </a:lnTo>
                      <a:lnTo>
                        <a:pt x="1766" y="1110"/>
                      </a:lnTo>
                      <a:lnTo>
                        <a:pt x="1757" y="1020"/>
                      </a:lnTo>
                      <a:lnTo>
                        <a:pt x="1759" y="982"/>
                      </a:lnTo>
                      <a:lnTo>
                        <a:pt x="1752" y="922"/>
                      </a:lnTo>
                      <a:lnTo>
                        <a:pt x="1741" y="885"/>
                      </a:lnTo>
                      <a:lnTo>
                        <a:pt x="1733" y="795"/>
                      </a:lnTo>
                      <a:lnTo>
                        <a:pt x="1727" y="765"/>
                      </a:lnTo>
                      <a:lnTo>
                        <a:pt x="1673" y="724"/>
                      </a:lnTo>
                      <a:lnTo>
                        <a:pt x="1671" y="697"/>
                      </a:lnTo>
                      <a:lnTo>
                        <a:pt x="1686" y="649"/>
                      </a:lnTo>
                      <a:lnTo>
                        <a:pt x="1709" y="604"/>
                      </a:lnTo>
                      <a:lnTo>
                        <a:pt x="1714" y="558"/>
                      </a:lnTo>
                      <a:lnTo>
                        <a:pt x="1714" y="495"/>
                      </a:lnTo>
                      <a:lnTo>
                        <a:pt x="1684" y="433"/>
                      </a:lnTo>
                      <a:lnTo>
                        <a:pt x="1676" y="400"/>
                      </a:lnTo>
                      <a:lnTo>
                        <a:pt x="1591" y="372"/>
                      </a:lnTo>
                      <a:lnTo>
                        <a:pt x="1583" y="323"/>
                      </a:lnTo>
                      <a:lnTo>
                        <a:pt x="1550" y="270"/>
                      </a:lnTo>
                      <a:lnTo>
                        <a:pt x="1515" y="276"/>
                      </a:lnTo>
                      <a:lnTo>
                        <a:pt x="1492" y="255"/>
                      </a:lnTo>
                      <a:lnTo>
                        <a:pt x="1481" y="254"/>
                      </a:lnTo>
                      <a:lnTo>
                        <a:pt x="1472" y="225"/>
                      </a:lnTo>
                      <a:lnTo>
                        <a:pt x="1442" y="208"/>
                      </a:lnTo>
                      <a:lnTo>
                        <a:pt x="1423" y="183"/>
                      </a:lnTo>
                      <a:lnTo>
                        <a:pt x="1364" y="194"/>
                      </a:lnTo>
                      <a:lnTo>
                        <a:pt x="1335" y="205"/>
                      </a:lnTo>
                      <a:lnTo>
                        <a:pt x="1309" y="223"/>
                      </a:lnTo>
                      <a:lnTo>
                        <a:pt x="1319" y="203"/>
                      </a:lnTo>
                      <a:lnTo>
                        <a:pt x="1339" y="183"/>
                      </a:lnTo>
                      <a:lnTo>
                        <a:pt x="1374" y="159"/>
                      </a:lnTo>
                      <a:lnTo>
                        <a:pt x="1350" y="155"/>
                      </a:lnTo>
                      <a:lnTo>
                        <a:pt x="1319" y="161"/>
                      </a:lnTo>
                      <a:lnTo>
                        <a:pt x="1268" y="223"/>
                      </a:lnTo>
                      <a:lnTo>
                        <a:pt x="1251" y="260"/>
                      </a:lnTo>
                      <a:lnTo>
                        <a:pt x="1235" y="270"/>
                      </a:lnTo>
                      <a:lnTo>
                        <a:pt x="1235" y="246"/>
                      </a:lnTo>
                      <a:lnTo>
                        <a:pt x="1164" y="264"/>
                      </a:lnTo>
                      <a:lnTo>
                        <a:pt x="1107" y="311"/>
                      </a:lnTo>
                      <a:lnTo>
                        <a:pt x="1118" y="332"/>
                      </a:lnTo>
                      <a:lnTo>
                        <a:pt x="1084" y="332"/>
                      </a:lnTo>
                      <a:lnTo>
                        <a:pt x="1039" y="319"/>
                      </a:lnTo>
                      <a:lnTo>
                        <a:pt x="988" y="351"/>
                      </a:lnTo>
                      <a:lnTo>
                        <a:pt x="979" y="329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GB" dirty="0">
                    <a:latin typeface="Trade Gothic LT Std" pitchFamily="50" charset="0"/>
                  </a:endParaRPr>
                </a:p>
              </p:txBody>
            </p:sp>
            <p:sp>
              <p:nvSpPr>
                <p:cNvPr id="117" name="Freeform 1171">
                  <a:extLst>
                    <a:ext uri="{FF2B5EF4-FFF2-40B4-BE49-F238E27FC236}">
                      <a16:creationId xmlns:a16="http://schemas.microsoft.com/office/drawing/2014/main" id="{17EBA49E-7C8D-26AE-3FCA-1EC502A49E78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2765" y="2306"/>
                  <a:ext cx="19" cy="23"/>
                </a:xfrm>
                <a:custGeom>
                  <a:avLst/>
                  <a:gdLst/>
                  <a:ahLst/>
                  <a:cxnLst>
                    <a:cxn ang="0">
                      <a:pos x="95" y="73"/>
                    </a:cxn>
                    <a:cxn ang="0">
                      <a:pos x="97" y="96"/>
                    </a:cxn>
                    <a:cxn ang="0">
                      <a:pos x="109" y="116"/>
                    </a:cxn>
                    <a:cxn ang="0">
                      <a:pos x="106" y="132"/>
                    </a:cxn>
                    <a:cxn ang="0">
                      <a:pos x="88" y="119"/>
                    </a:cxn>
                    <a:cxn ang="0">
                      <a:pos x="66" y="126"/>
                    </a:cxn>
                    <a:cxn ang="0">
                      <a:pos x="55" y="137"/>
                    </a:cxn>
                    <a:cxn ang="0">
                      <a:pos x="23" y="130"/>
                    </a:cxn>
                    <a:cxn ang="0">
                      <a:pos x="0" y="110"/>
                    </a:cxn>
                    <a:cxn ang="0">
                      <a:pos x="10" y="94"/>
                    </a:cxn>
                    <a:cxn ang="0">
                      <a:pos x="12" y="75"/>
                    </a:cxn>
                    <a:cxn ang="0">
                      <a:pos x="2" y="47"/>
                    </a:cxn>
                    <a:cxn ang="0">
                      <a:pos x="19" y="42"/>
                    </a:cxn>
                    <a:cxn ang="0">
                      <a:pos x="66" y="65"/>
                    </a:cxn>
                    <a:cxn ang="0">
                      <a:pos x="59" y="47"/>
                    </a:cxn>
                    <a:cxn ang="0">
                      <a:pos x="37" y="31"/>
                    </a:cxn>
                    <a:cxn ang="0">
                      <a:pos x="23" y="13"/>
                    </a:cxn>
                    <a:cxn ang="0">
                      <a:pos x="33" y="0"/>
                    </a:cxn>
                    <a:cxn ang="0">
                      <a:pos x="52" y="4"/>
                    </a:cxn>
                    <a:cxn ang="0">
                      <a:pos x="57" y="22"/>
                    </a:cxn>
                    <a:cxn ang="0">
                      <a:pos x="86" y="25"/>
                    </a:cxn>
                    <a:cxn ang="0">
                      <a:pos x="104" y="33"/>
                    </a:cxn>
                    <a:cxn ang="0">
                      <a:pos x="95" y="73"/>
                    </a:cxn>
                  </a:cxnLst>
                  <a:rect l="0" t="0" r="r" b="b"/>
                  <a:pathLst>
                    <a:path w="109" h="137">
                      <a:moveTo>
                        <a:pt x="95" y="73"/>
                      </a:moveTo>
                      <a:lnTo>
                        <a:pt x="97" y="96"/>
                      </a:lnTo>
                      <a:lnTo>
                        <a:pt x="109" y="116"/>
                      </a:lnTo>
                      <a:lnTo>
                        <a:pt x="106" y="132"/>
                      </a:lnTo>
                      <a:lnTo>
                        <a:pt x="88" y="119"/>
                      </a:lnTo>
                      <a:lnTo>
                        <a:pt x="66" y="126"/>
                      </a:lnTo>
                      <a:lnTo>
                        <a:pt x="55" y="137"/>
                      </a:lnTo>
                      <a:lnTo>
                        <a:pt x="23" y="130"/>
                      </a:lnTo>
                      <a:lnTo>
                        <a:pt x="0" y="110"/>
                      </a:lnTo>
                      <a:lnTo>
                        <a:pt x="10" y="94"/>
                      </a:lnTo>
                      <a:lnTo>
                        <a:pt x="12" y="75"/>
                      </a:lnTo>
                      <a:lnTo>
                        <a:pt x="2" y="47"/>
                      </a:lnTo>
                      <a:lnTo>
                        <a:pt x="19" y="42"/>
                      </a:lnTo>
                      <a:lnTo>
                        <a:pt x="66" y="65"/>
                      </a:lnTo>
                      <a:lnTo>
                        <a:pt x="59" y="47"/>
                      </a:lnTo>
                      <a:lnTo>
                        <a:pt x="37" y="31"/>
                      </a:lnTo>
                      <a:lnTo>
                        <a:pt x="23" y="13"/>
                      </a:lnTo>
                      <a:lnTo>
                        <a:pt x="33" y="0"/>
                      </a:lnTo>
                      <a:lnTo>
                        <a:pt x="52" y="4"/>
                      </a:lnTo>
                      <a:lnTo>
                        <a:pt x="57" y="22"/>
                      </a:lnTo>
                      <a:lnTo>
                        <a:pt x="86" y="25"/>
                      </a:lnTo>
                      <a:lnTo>
                        <a:pt x="104" y="33"/>
                      </a:lnTo>
                      <a:lnTo>
                        <a:pt x="95" y="73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GB" dirty="0">
                    <a:latin typeface="Trade Gothic LT Std" pitchFamily="50" charset="0"/>
                  </a:endParaRPr>
                </a:p>
              </p:txBody>
            </p:sp>
          </p:grpSp>
          <p:grpSp>
            <p:nvGrpSpPr>
              <p:cNvPr id="58" name="Group 1172">
                <a:extLst>
                  <a:ext uri="{FF2B5EF4-FFF2-40B4-BE49-F238E27FC236}">
                    <a16:creationId xmlns:a16="http://schemas.microsoft.com/office/drawing/2014/main" id="{28D29308-C700-1BC0-528B-7115EF20436F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835399" y="3155954"/>
                <a:ext cx="1500188" cy="989014"/>
                <a:chOff x="2066" y="1807"/>
                <a:chExt cx="765" cy="504"/>
              </a:xfrm>
              <a:grpFill/>
            </p:grpSpPr>
            <p:sp>
              <p:nvSpPr>
                <p:cNvPr id="98" name="Freeform 1173">
                  <a:extLst>
                    <a:ext uri="{FF2B5EF4-FFF2-40B4-BE49-F238E27FC236}">
                      <a16:creationId xmlns:a16="http://schemas.microsoft.com/office/drawing/2014/main" id="{83FC9226-6243-5D12-BB87-112CCCAAB9A4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2066" y="1820"/>
                  <a:ext cx="13" cy="6"/>
                </a:xfrm>
                <a:custGeom>
                  <a:avLst/>
                  <a:gdLst/>
                  <a:ahLst/>
                  <a:cxnLst>
                    <a:cxn ang="0">
                      <a:pos x="76" y="22"/>
                    </a:cxn>
                    <a:cxn ang="0">
                      <a:pos x="63" y="10"/>
                    </a:cxn>
                    <a:cxn ang="0">
                      <a:pos x="9" y="0"/>
                    </a:cxn>
                    <a:cxn ang="0">
                      <a:pos x="0" y="10"/>
                    </a:cxn>
                    <a:cxn ang="0">
                      <a:pos x="10" y="25"/>
                    </a:cxn>
                    <a:cxn ang="0">
                      <a:pos x="36" y="31"/>
                    </a:cxn>
                    <a:cxn ang="0">
                      <a:pos x="61" y="31"/>
                    </a:cxn>
                    <a:cxn ang="0">
                      <a:pos x="76" y="22"/>
                    </a:cxn>
                  </a:cxnLst>
                  <a:rect l="0" t="0" r="r" b="b"/>
                  <a:pathLst>
                    <a:path w="76" h="31">
                      <a:moveTo>
                        <a:pt x="76" y="22"/>
                      </a:moveTo>
                      <a:lnTo>
                        <a:pt x="63" y="10"/>
                      </a:lnTo>
                      <a:lnTo>
                        <a:pt x="9" y="0"/>
                      </a:lnTo>
                      <a:lnTo>
                        <a:pt x="0" y="10"/>
                      </a:lnTo>
                      <a:lnTo>
                        <a:pt x="10" y="25"/>
                      </a:lnTo>
                      <a:lnTo>
                        <a:pt x="36" y="31"/>
                      </a:lnTo>
                      <a:lnTo>
                        <a:pt x="61" y="31"/>
                      </a:lnTo>
                      <a:lnTo>
                        <a:pt x="76" y="22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GB" dirty="0">
                    <a:latin typeface="Trade Gothic LT Std" pitchFamily="50" charset="0"/>
                  </a:endParaRPr>
                </a:p>
              </p:txBody>
            </p:sp>
            <p:sp>
              <p:nvSpPr>
                <p:cNvPr id="99" name="Freeform 1174">
                  <a:extLst>
                    <a:ext uri="{FF2B5EF4-FFF2-40B4-BE49-F238E27FC236}">
                      <a16:creationId xmlns:a16="http://schemas.microsoft.com/office/drawing/2014/main" id="{440C5A0A-D560-2FB0-EC3F-D2E0A8B9F86D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2073" y="1808"/>
                  <a:ext cx="17" cy="24"/>
                </a:xfrm>
                <a:custGeom>
                  <a:avLst/>
                  <a:gdLst/>
                  <a:ahLst/>
                  <a:cxnLst>
                    <a:cxn ang="0">
                      <a:pos x="98" y="140"/>
                    </a:cxn>
                    <a:cxn ang="0">
                      <a:pos x="102" y="141"/>
                    </a:cxn>
                    <a:cxn ang="0">
                      <a:pos x="101" y="108"/>
                    </a:cxn>
                    <a:cxn ang="0">
                      <a:pos x="88" y="73"/>
                    </a:cxn>
                    <a:cxn ang="0">
                      <a:pos x="53" y="26"/>
                    </a:cxn>
                    <a:cxn ang="0">
                      <a:pos x="15" y="0"/>
                    </a:cxn>
                    <a:cxn ang="0">
                      <a:pos x="0" y="40"/>
                    </a:cxn>
                    <a:cxn ang="0">
                      <a:pos x="2" y="55"/>
                    </a:cxn>
                    <a:cxn ang="0">
                      <a:pos x="43" y="76"/>
                    </a:cxn>
                    <a:cxn ang="0">
                      <a:pos x="74" y="104"/>
                    </a:cxn>
                    <a:cxn ang="0">
                      <a:pos x="74" y="134"/>
                    </a:cxn>
                    <a:cxn ang="0">
                      <a:pos x="78" y="143"/>
                    </a:cxn>
                    <a:cxn ang="0">
                      <a:pos x="98" y="140"/>
                    </a:cxn>
                  </a:cxnLst>
                  <a:rect l="0" t="0" r="r" b="b"/>
                  <a:pathLst>
                    <a:path w="102" h="143">
                      <a:moveTo>
                        <a:pt x="98" y="140"/>
                      </a:moveTo>
                      <a:lnTo>
                        <a:pt x="102" y="141"/>
                      </a:lnTo>
                      <a:lnTo>
                        <a:pt x="101" y="108"/>
                      </a:lnTo>
                      <a:lnTo>
                        <a:pt x="88" y="73"/>
                      </a:lnTo>
                      <a:lnTo>
                        <a:pt x="53" y="26"/>
                      </a:lnTo>
                      <a:lnTo>
                        <a:pt x="15" y="0"/>
                      </a:lnTo>
                      <a:lnTo>
                        <a:pt x="0" y="40"/>
                      </a:lnTo>
                      <a:lnTo>
                        <a:pt x="2" y="55"/>
                      </a:lnTo>
                      <a:lnTo>
                        <a:pt x="43" y="76"/>
                      </a:lnTo>
                      <a:lnTo>
                        <a:pt x="74" y="104"/>
                      </a:lnTo>
                      <a:lnTo>
                        <a:pt x="74" y="134"/>
                      </a:lnTo>
                      <a:lnTo>
                        <a:pt x="78" y="143"/>
                      </a:lnTo>
                      <a:lnTo>
                        <a:pt x="98" y="140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GB" dirty="0">
                    <a:latin typeface="Trade Gothic LT Std" pitchFamily="50" charset="0"/>
                  </a:endParaRPr>
                </a:p>
              </p:txBody>
            </p:sp>
            <p:sp>
              <p:nvSpPr>
                <p:cNvPr id="100" name="Freeform 1175">
                  <a:extLst>
                    <a:ext uri="{FF2B5EF4-FFF2-40B4-BE49-F238E27FC236}">
                      <a16:creationId xmlns:a16="http://schemas.microsoft.com/office/drawing/2014/main" id="{2BDBA8EE-A6C8-BD73-039A-0159A8D1B223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2082" y="1807"/>
                  <a:ext cx="14" cy="18"/>
                </a:xfrm>
                <a:custGeom>
                  <a:avLst/>
                  <a:gdLst/>
                  <a:ahLst/>
                  <a:cxnLst>
                    <a:cxn ang="0">
                      <a:pos x="70" y="107"/>
                    </a:cxn>
                    <a:cxn ang="0">
                      <a:pos x="86" y="100"/>
                    </a:cxn>
                    <a:cxn ang="0">
                      <a:pos x="84" y="87"/>
                    </a:cxn>
                    <a:cxn ang="0">
                      <a:pos x="51" y="35"/>
                    </a:cxn>
                    <a:cxn ang="0">
                      <a:pos x="35" y="27"/>
                    </a:cxn>
                    <a:cxn ang="0">
                      <a:pos x="14" y="0"/>
                    </a:cxn>
                    <a:cxn ang="0">
                      <a:pos x="0" y="5"/>
                    </a:cxn>
                    <a:cxn ang="0">
                      <a:pos x="9" y="35"/>
                    </a:cxn>
                    <a:cxn ang="0">
                      <a:pos x="29" y="56"/>
                    </a:cxn>
                    <a:cxn ang="0">
                      <a:pos x="51" y="100"/>
                    </a:cxn>
                    <a:cxn ang="0">
                      <a:pos x="70" y="107"/>
                    </a:cxn>
                  </a:cxnLst>
                  <a:rect l="0" t="0" r="r" b="b"/>
                  <a:pathLst>
                    <a:path w="86" h="107">
                      <a:moveTo>
                        <a:pt x="70" y="107"/>
                      </a:moveTo>
                      <a:lnTo>
                        <a:pt x="86" y="100"/>
                      </a:lnTo>
                      <a:lnTo>
                        <a:pt x="84" y="87"/>
                      </a:lnTo>
                      <a:lnTo>
                        <a:pt x="51" y="35"/>
                      </a:lnTo>
                      <a:lnTo>
                        <a:pt x="35" y="27"/>
                      </a:lnTo>
                      <a:lnTo>
                        <a:pt x="14" y="0"/>
                      </a:lnTo>
                      <a:lnTo>
                        <a:pt x="0" y="5"/>
                      </a:lnTo>
                      <a:lnTo>
                        <a:pt x="9" y="35"/>
                      </a:lnTo>
                      <a:lnTo>
                        <a:pt x="29" y="56"/>
                      </a:lnTo>
                      <a:lnTo>
                        <a:pt x="51" y="100"/>
                      </a:lnTo>
                      <a:lnTo>
                        <a:pt x="70" y="107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GB" dirty="0">
                    <a:latin typeface="Trade Gothic LT Std" pitchFamily="50" charset="0"/>
                  </a:endParaRPr>
                </a:p>
              </p:txBody>
            </p:sp>
            <p:sp>
              <p:nvSpPr>
                <p:cNvPr id="101" name="Freeform 1176">
                  <a:extLst>
                    <a:ext uri="{FF2B5EF4-FFF2-40B4-BE49-F238E27FC236}">
                      <a16:creationId xmlns:a16="http://schemas.microsoft.com/office/drawing/2014/main" id="{755C6E6F-8D8B-2ADE-671E-042DB9070327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2093" y="1807"/>
                  <a:ext cx="9" cy="9"/>
                </a:xfrm>
                <a:custGeom>
                  <a:avLst/>
                  <a:gdLst/>
                  <a:ahLst/>
                  <a:cxnLst>
                    <a:cxn ang="0">
                      <a:pos x="45" y="14"/>
                    </a:cxn>
                    <a:cxn ang="0">
                      <a:pos x="51" y="10"/>
                    </a:cxn>
                    <a:cxn ang="0">
                      <a:pos x="2" y="0"/>
                    </a:cxn>
                    <a:cxn ang="0">
                      <a:pos x="0" y="18"/>
                    </a:cxn>
                    <a:cxn ang="0">
                      <a:pos x="9" y="40"/>
                    </a:cxn>
                    <a:cxn ang="0">
                      <a:pos x="24" y="55"/>
                    </a:cxn>
                    <a:cxn ang="0">
                      <a:pos x="38" y="51"/>
                    </a:cxn>
                    <a:cxn ang="0">
                      <a:pos x="45" y="14"/>
                    </a:cxn>
                  </a:cxnLst>
                  <a:rect l="0" t="0" r="r" b="b"/>
                  <a:pathLst>
                    <a:path w="51" h="55">
                      <a:moveTo>
                        <a:pt x="45" y="14"/>
                      </a:moveTo>
                      <a:lnTo>
                        <a:pt x="51" y="10"/>
                      </a:lnTo>
                      <a:lnTo>
                        <a:pt x="2" y="0"/>
                      </a:lnTo>
                      <a:lnTo>
                        <a:pt x="0" y="18"/>
                      </a:lnTo>
                      <a:lnTo>
                        <a:pt x="9" y="40"/>
                      </a:lnTo>
                      <a:lnTo>
                        <a:pt x="24" y="55"/>
                      </a:lnTo>
                      <a:lnTo>
                        <a:pt x="38" y="51"/>
                      </a:lnTo>
                      <a:lnTo>
                        <a:pt x="45" y="14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GB" dirty="0">
                    <a:latin typeface="Trade Gothic LT Std" pitchFamily="50" charset="0"/>
                  </a:endParaRPr>
                </a:p>
              </p:txBody>
            </p:sp>
            <p:sp>
              <p:nvSpPr>
                <p:cNvPr id="102" name="Freeform 1177">
                  <a:extLst>
                    <a:ext uri="{FF2B5EF4-FFF2-40B4-BE49-F238E27FC236}">
                      <a16:creationId xmlns:a16="http://schemas.microsoft.com/office/drawing/2014/main" id="{5D5EEE16-A249-3D71-C7FC-77BF0691831E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2088" y="1837"/>
                  <a:ext cx="8" cy="11"/>
                </a:xfrm>
                <a:custGeom>
                  <a:avLst/>
                  <a:gdLst/>
                  <a:ahLst/>
                  <a:cxnLst>
                    <a:cxn ang="0">
                      <a:pos x="45" y="54"/>
                    </a:cxn>
                    <a:cxn ang="0">
                      <a:pos x="47" y="27"/>
                    </a:cxn>
                    <a:cxn ang="0">
                      <a:pos x="42" y="6"/>
                    </a:cxn>
                    <a:cxn ang="0">
                      <a:pos x="14" y="0"/>
                    </a:cxn>
                    <a:cxn ang="0">
                      <a:pos x="0" y="9"/>
                    </a:cxn>
                    <a:cxn ang="0">
                      <a:pos x="0" y="25"/>
                    </a:cxn>
                    <a:cxn ang="0">
                      <a:pos x="13" y="31"/>
                    </a:cxn>
                    <a:cxn ang="0">
                      <a:pos x="28" y="55"/>
                    </a:cxn>
                    <a:cxn ang="0">
                      <a:pos x="40" y="61"/>
                    </a:cxn>
                    <a:cxn ang="0">
                      <a:pos x="45" y="54"/>
                    </a:cxn>
                  </a:cxnLst>
                  <a:rect l="0" t="0" r="r" b="b"/>
                  <a:pathLst>
                    <a:path w="47" h="61">
                      <a:moveTo>
                        <a:pt x="45" y="54"/>
                      </a:moveTo>
                      <a:lnTo>
                        <a:pt x="47" y="27"/>
                      </a:lnTo>
                      <a:lnTo>
                        <a:pt x="42" y="6"/>
                      </a:lnTo>
                      <a:lnTo>
                        <a:pt x="14" y="0"/>
                      </a:lnTo>
                      <a:lnTo>
                        <a:pt x="0" y="9"/>
                      </a:lnTo>
                      <a:lnTo>
                        <a:pt x="0" y="25"/>
                      </a:lnTo>
                      <a:lnTo>
                        <a:pt x="13" y="31"/>
                      </a:lnTo>
                      <a:lnTo>
                        <a:pt x="28" y="55"/>
                      </a:lnTo>
                      <a:lnTo>
                        <a:pt x="40" y="61"/>
                      </a:lnTo>
                      <a:lnTo>
                        <a:pt x="45" y="54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GB" dirty="0">
                    <a:latin typeface="Trade Gothic LT Std" pitchFamily="50" charset="0"/>
                  </a:endParaRPr>
                </a:p>
              </p:txBody>
            </p:sp>
            <p:sp>
              <p:nvSpPr>
                <p:cNvPr id="103" name="Freeform 1178">
                  <a:extLst>
                    <a:ext uri="{FF2B5EF4-FFF2-40B4-BE49-F238E27FC236}">
                      <a16:creationId xmlns:a16="http://schemas.microsoft.com/office/drawing/2014/main" id="{B4141435-8A57-A1D0-9221-59DB0389D11C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2084" y="1854"/>
                  <a:ext cx="7" cy="18"/>
                </a:xfrm>
                <a:custGeom>
                  <a:avLst/>
                  <a:gdLst/>
                  <a:ahLst/>
                  <a:cxnLst>
                    <a:cxn ang="0">
                      <a:pos x="9" y="14"/>
                    </a:cxn>
                    <a:cxn ang="0">
                      <a:pos x="4" y="0"/>
                    </a:cxn>
                    <a:cxn ang="0">
                      <a:pos x="0" y="23"/>
                    </a:cxn>
                    <a:cxn ang="0">
                      <a:pos x="7" y="82"/>
                    </a:cxn>
                    <a:cxn ang="0">
                      <a:pos x="17" y="103"/>
                    </a:cxn>
                    <a:cxn ang="0">
                      <a:pos x="29" y="109"/>
                    </a:cxn>
                    <a:cxn ang="0">
                      <a:pos x="37" y="100"/>
                    </a:cxn>
                    <a:cxn ang="0">
                      <a:pos x="40" y="78"/>
                    </a:cxn>
                    <a:cxn ang="0">
                      <a:pos x="36" y="55"/>
                    </a:cxn>
                    <a:cxn ang="0">
                      <a:pos x="9" y="14"/>
                    </a:cxn>
                  </a:cxnLst>
                  <a:rect l="0" t="0" r="r" b="b"/>
                  <a:pathLst>
                    <a:path w="40" h="109">
                      <a:moveTo>
                        <a:pt x="9" y="14"/>
                      </a:moveTo>
                      <a:lnTo>
                        <a:pt x="4" y="0"/>
                      </a:lnTo>
                      <a:lnTo>
                        <a:pt x="0" y="23"/>
                      </a:lnTo>
                      <a:lnTo>
                        <a:pt x="7" y="82"/>
                      </a:lnTo>
                      <a:lnTo>
                        <a:pt x="17" y="103"/>
                      </a:lnTo>
                      <a:lnTo>
                        <a:pt x="29" y="109"/>
                      </a:lnTo>
                      <a:lnTo>
                        <a:pt x="37" y="100"/>
                      </a:lnTo>
                      <a:lnTo>
                        <a:pt x="40" y="78"/>
                      </a:lnTo>
                      <a:lnTo>
                        <a:pt x="36" y="55"/>
                      </a:lnTo>
                      <a:lnTo>
                        <a:pt x="9" y="14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GB" dirty="0">
                    <a:latin typeface="Trade Gothic LT Std" pitchFamily="50" charset="0"/>
                  </a:endParaRPr>
                </a:p>
              </p:txBody>
            </p:sp>
            <p:sp>
              <p:nvSpPr>
                <p:cNvPr id="104" name="Freeform 1179">
                  <a:extLst>
                    <a:ext uri="{FF2B5EF4-FFF2-40B4-BE49-F238E27FC236}">
                      <a16:creationId xmlns:a16="http://schemas.microsoft.com/office/drawing/2014/main" id="{FB7815D8-306B-2E8C-6F68-46DB65454EAE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2594" y="2119"/>
                  <a:ext cx="95" cy="177"/>
                </a:xfrm>
                <a:custGeom>
                  <a:avLst/>
                  <a:gdLst/>
                  <a:ahLst/>
                  <a:cxnLst>
                    <a:cxn ang="0">
                      <a:pos x="163" y="1034"/>
                    </a:cxn>
                    <a:cxn ang="0">
                      <a:pos x="281" y="1042"/>
                    </a:cxn>
                    <a:cxn ang="0">
                      <a:pos x="298" y="1030"/>
                    </a:cxn>
                    <a:cxn ang="0">
                      <a:pos x="314" y="1037"/>
                    </a:cxn>
                    <a:cxn ang="0">
                      <a:pos x="332" y="1024"/>
                    </a:cxn>
                    <a:cxn ang="0">
                      <a:pos x="308" y="994"/>
                    </a:cxn>
                    <a:cxn ang="0">
                      <a:pos x="281" y="973"/>
                    </a:cxn>
                    <a:cxn ang="0">
                      <a:pos x="316" y="919"/>
                    </a:cxn>
                    <a:cxn ang="0">
                      <a:pos x="308" y="905"/>
                    </a:cxn>
                    <a:cxn ang="0">
                      <a:pos x="314" y="834"/>
                    </a:cxn>
                    <a:cxn ang="0">
                      <a:pos x="339" y="782"/>
                    </a:cxn>
                    <a:cxn ang="0">
                      <a:pos x="312" y="743"/>
                    </a:cxn>
                    <a:cxn ang="0">
                      <a:pos x="382" y="742"/>
                    </a:cxn>
                    <a:cxn ang="0">
                      <a:pos x="369" y="688"/>
                    </a:cxn>
                    <a:cxn ang="0">
                      <a:pos x="431" y="678"/>
                    </a:cxn>
                    <a:cxn ang="0">
                      <a:pos x="441" y="607"/>
                    </a:cxn>
                    <a:cxn ang="0">
                      <a:pos x="476" y="555"/>
                    </a:cxn>
                    <a:cxn ang="0">
                      <a:pos x="490" y="598"/>
                    </a:cxn>
                    <a:cxn ang="0">
                      <a:pos x="516" y="581"/>
                    </a:cxn>
                    <a:cxn ang="0">
                      <a:pos x="573" y="492"/>
                    </a:cxn>
                    <a:cxn ang="0">
                      <a:pos x="549" y="455"/>
                    </a:cxn>
                    <a:cxn ang="0">
                      <a:pos x="485" y="472"/>
                    </a:cxn>
                    <a:cxn ang="0">
                      <a:pos x="445" y="449"/>
                    </a:cxn>
                    <a:cxn ang="0">
                      <a:pos x="420" y="455"/>
                    </a:cxn>
                    <a:cxn ang="0">
                      <a:pos x="447" y="405"/>
                    </a:cxn>
                    <a:cxn ang="0">
                      <a:pos x="406" y="408"/>
                    </a:cxn>
                    <a:cxn ang="0">
                      <a:pos x="436" y="379"/>
                    </a:cxn>
                    <a:cxn ang="0">
                      <a:pos x="443" y="343"/>
                    </a:cxn>
                    <a:cxn ang="0">
                      <a:pos x="454" y="246"/>
                    </a:cxn>
                    <a:cxn ang="0">
                      <a:pos x="492" y="145"/>
                    </a:cxn>
                    <a:cxn ang="0">
                      <a:pos x="478" y="34"/>
                    </a:cxn>
                    <a:cxn ang="0">
                      <a:pos x="483" y="0"/>
                    </a:cxn>
                    <a:cxn ang="0">
                      <a:pos x="378" y="61"/>
                    </a:cxn>
                    <a:cxn ang="0">
                      <a:pos x="308" y="167"/>
                    </a:cxn>
                    <a:cxn ang="0">
                      <a:pos x="109" y="230"/>
                    </a:cxn>
                    <a:cxn ang="0">
                      <a:pos x="57" y="303"/>
                    </a:cxn>
                    <a:cxn ang="0">
                      <a:pos x="23" y="445"/>
                    </a:cxn>
                    <a:cxn ang="0">
                      <a:pos x="0" y="545"/>
                    </a:cxn>
                    <a:cxn ang="0">
                      <a:pos x="23" y="688"/>
                    </a:cxn>
                    <a:cxn ang="0">
                      <a:pos x="14" y="803"/>
                    </a:cxn>
                    <a:cxn ang="0">
                      <a:pos x="46" y="793"/>
                    </a:cxn>
                    <a:cxn ang="0">
                      <a:pos x="107" y="843"/>
                    </a:cxn>
                    <a:cxn ang="0">
                      <a:pos x="125" y="1001"/>
                    </a:cxn>
                  </a:cxnLst>
                  <a:rect l="0" t="0" r="r" b="b"/>
                  <a:pathLst>
                    <a:path w="573" h="1057">
                      <a:moveTo>
                        <a:pt x="132" y="1037"/>
                      </a:moveTo>
                      <a:lnTo>
                        <a:pt x="163" y="1034"/>
                      </a:lnTo>
                      <a:lnTo>
                        <a:pt x="249" y="1057"/>
                      </a:lnTo>
                      <a:lnTo>
                        <a:pt x="281" y="1042"/>
                      </a:lnTo>
                      <a:lnTo>
                        <a:pt x="294" y="1037"/>
                      </a:lnTo>
                      <a:lnTo>
                        <a:pt x="298" y="1030"/>
                      </a:lnTo>
                      <a:lnTo>
                        <a:pt x="308" y="1028"/>
                      </a:lnTo>
                      <a:lnTo>
                        <a:pt x="314" y="1037"/>
                      </a:lnTo>
                      <a:lnTo>
                        <a:pt x="332" y="1038"/>
                      </a:lnTo>
                      <a:lnTo>
                        <a:pt x="332" y="1024"/>
                      </a:lnTo>
                      <a:lnTo>
                        <a:pt x="323" y="1008"/>
                      </a:lnTo>
                      <a:lnTo>
                        <a:pt x="308" y="994"/>
                      </a:lnTo>
                      <a:lnTo>
                        <a:pt x="283" y="994"/>
                      </a:lnTo>
                      <a:lnTo>
                        <a:pt x="281" y="973"/>
                      </a:lnTo>
                      <a:lnTo>
                        <a:pt x="281" y="944"/>
                      </a:lnTo>
                      <a:lnTo>
                        <a:pt x="316" y="919"/>
                      </a:lnTo>
                      <a:lnTo>
                        <a:pt x="316" y="905"/>
                      </a:lnTo>
                      <a:lnTo>
                        <a:pt x="308" y="905"/>
                      </a:lnTo>
                      <a:lnTo>
                        <a:pt x="305" y="875"/>
                      </a:lnTo>
                      <a:lnTo>
                        <a:pt x="314" y="834"/>
                      </a:lnTo>
                      <a:lnTo>
                        <a:pt x="305" y="820"/>
                      </a:lnTo>
                      <a:lnTo>
                        <a:pt x="339" y="782"/>
                      </a:lnTo>
                      <a:lnTo>
                        <a:pt x="337" y="768"/>
                      </a:lnTo>
                      <a:lnTo>
                        <a:pt x="312" y="743"/>
                      </a:lnTo>
                      <a:lnTo>
                        <a:pt x="335" y="736"/>
                      </a:lnTo>
                      <a:lnTo>
                        <a:pt x="382" y="742"/>
                      </a:lnTo>
                      <a:lnTo>
                        <a:pt x="386" y="717"/>
                      </a:lnTo>
                      <a:lnTo>
                        <a:pt x="369" y="688"/>
                      </a:lnTo>
                      <a:lnTo>
                        <a:pt x="384" y="674"/>
                      </a:lnTo>
                      <a:lnTo>
                        <a:pt x="431" y="678"/>
                      </a:lnTo>
                      <a:lnTo>
                        <a:pt x="449" y="653"/>
                      </a:lnTo>
                      <a:lnTo>
                        <a:pt x="441" y="607"/>
                      </a:lnTo>
                      <a:lnTo>
                        <a:pt x="455" y="562"/>
                      </a:lnTo>
                      <a:lnTo>
                        <a:pt x="476" y="555"/>
                      </a:lnTo>
                      <a:lnTo>
                        <a:pt x="476" y="573"/>
                      </a:lnTo>
                      <a:lnTo>
                        <a:pt x="490" y="598"/>
                      </a:lnTo>
                      <a:lnTo>
                        <a:pt x="512" y="568"/>
                      </a:lnTo>
                      <a:lnTo>
                        <a:pt x="516" y="581"/>
                      </a:lnTo>
                      <a:lnTo>
                        <a:pt x="570" y="533"/>
                      </a:lnTo>
                      <a:lnTo>
                        <a:pt x="573" y="492"/>
                      </a:lnTo>
                      <a:lnTo>
                        <a:pt x="566" y="465"/>
                      </a:lnTo>
                      <a:lnTo>
                        <a:pt x="549" y="455"/>
                      </a:lnTo>
                      <a:lnTo>
                        <a:pt x="512" y="459"/>
                      </a:lnTo>
                      <a:lnTo>
                        <a:pt x="485" y="472"/>
                      </a:lnTo>
                      <a:lnTo>
                        <a:pt x="469" y="449"/>
                      </a:lnTo>
                      <a:lnTo>
                        <a:pt x="445" y="449"/>
                      </a:lnTo>
                      <a:lnTo>
                        <a:pt x="429" y="473"/>
                      </a:lnTo>
                      <a:lnTo>
                        <a:pt x="420" y="455"/>
                      </a:lnTo>
                      <a:lnTo>
                        <a:pt x="422" y="432"/>
                      </a:lnTo>
                      <a:lnTo>
                        <a:pt x="447" y="405"/>
                      </a:lnTo>
                      <a:lnTo>
                        <a:pt x="441" y="398"/>
                      </a:lnTo>
                      <a:lnTo>
                        <a:pt x="406" y="408"/>
                      </a:lnTo>
                      <a:lnTo>
                        <a:pt x="406" y="390"/>
                      </a:lnTo>
                      <a:lnTo>
                        <a:pt x="436" y="379"/>
                      </a:lnTo>
                      <a:lnTo>
                        <a:pt x="438" y="347"/>
                      </a:lnTo>
                      <a:lnTo>
                        <a:pt x="443" y="343"/>
                      </a:lnTo>
                      <a:lnTo>
                        <a:pt x="441" y="298"/>
                      </a:lnTo>
                      <a:lnTo>
                        <a:pt x="454" y="246"/>
                      </a:lnTo>
                      <a:lnTo>
                        <a:pt x="492" y="177"/>
                      </a:lnTo>
                      <a:lnTo>
                        <a:pt x="492" y="145"/>
                      </a:lnTo>
                      <a:lnTo>
                        <a:pt x="471" y="71"/>
                      </a:lnTo>
                      <a:lnTo>
                        <a:pt x="478" y="34"/>
                      </a:lnTo>
                      <a:lnTo>
                        <a:pt x="490" y="8"/>
                      </a:lnTo>
                      <a:lnTo>
                        <a:pt x="483" y="0"/>
                      </a:lnTo>
                      <a:lnTo>
                        <a:pt x="459" y="21"/>
                      </a:lnTo>
                      <a:lnTo>
                        <a:pt x="378" y="61"/>
                      </a:lnTo>
                      <a:lnTo>
                        <a:pt x="318" y="128"/>
                      </a:lnTo>
                      <a:lnTo>
                        <a:pt x="308" y="167"/>
                      </a:lnTo>
                      <a:lnTo>
                        <a:pt x="267" y="200"/>
                      </a:lnTo>
                      <a:lnTo>
                        <a:pt x="109" y="230"/>
                      </a:lnTo>
                      <a:lnTo>
                        <a:pt x="74" y="266"/>
                      </a:lnTo>
                      <a:lnTo>
                        <a:pt x="57" y="303"/>
                      </a:lnTo>
                      <a:lnTo>
                        <a:pt x="27" y="399"/>
                      </a:lnTo>
                      <a:lnTo>
                        <a:pt x="23" y="445"/>
                      </a:lnTo>
                      <a:lnTo>
                        <a:pt x="3" y="498"/>
                      </a:lnTo>
                      <a:lnTo>
                        <a:pt x="0" y="545"/>
                      </a:lnTo>
                      <a:lnTo>
                        <a:pt x="9" y="651"/>
                      </a:lnTo>
                      <a:lnTo>
                        <a:pt x="23" y="688"/>
                      </a:lnTo>
                      <a:lnTo>
                        <a:pt x="23" y="740"/>
                      </a:lnTo>
                      <a:lnTo>
                        <a:pt x="14" y="803"/>
                      </a:lnTo>
                      <a:lnTo>
                        <a:pt x="32" y="803"/>
                      </a:lnTo>
                      <a:lnTo>
                        <a:pt x="46" y="793"/>
                      </a:lnTo>
                      <a:lnTo>
                        <a:pt x="82" y="815"/>
                      </a:lnTo>
                      <a:lnTo>
                        <a:pt x="107" y="843"/>
                      </a:lnTo>
                      <a:lnTo>
                        <a:pt x="125" y="879"/>
                      </a:lnTo>
                      <a:lnTo>
                        <a:pt x="125" y="1001"/>
                      </a:lnTo>
                      <a:lnTo>
                        <a:pt x="132" y="1037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GB" dirty="0">
                    <a:latin typeface="Trade Gothic LT Std" pitchFamily="50" charset="0"/>
                  </a:endParaRPr>
                </a:p>
              </p:txBody>
            </p:sp>
            <p:sp>
              <p:nvSpPr>
                <p:cNvPr id="105" name="Freeform 1180">
                  <a:extLst>
                    <a:ext uri="{FF2B5EF4-FFF2-40B4-BE49-F238E27FC236}">
                      <a16:creationId xmlns:a16="http://schemas.microsoft.com/office/drawing/2014/main" id="{D1CBA472-7912-3492-FD65-EF08A930AF35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2722" y="2288"/>
                  <a:ext cx="13" cy="23"/>
                </a:xfrm>
                <a:custGeom>
                  <a:avLst/>
                  <a:gdLst/>
                  <a:ahLst/>
                  <a:cxnLst>
                    <a:cxn ang="0">
                      <a:pos x="15" y="2"/>
                    </a:cxn>
                    <a:cxn ang="0">
                      <a:pos x="24" y="0"/>
                    </a:cxn>
                    <a:cxn ang="0">
                      <a:pos x="38" y="5"/>
                    </a:cxn>
                    <a:cxn ang="0">
                      <a:pos x="44" y="21"/>
                    </a:cxn>
                    <a:cxn ang="0">
                      <a:pos x="76" y="36"/>
                    </a:cxn>
                    <a:cxn ang="0">
                      <a:pos x="79" y="58"/>
                    </a:cxn>
                    <a:cxn ang="0">
                      <a:pos x="57" y="75"/>
                    </a:cxn>
                    <a:cxn ang="0">
                      <a:pos x="54" y="85"/>
                    </a:cxn>
                    <a:cxn ang="0">
                      <a:pos x="50" y="136"/>
                    </a:cxn>
                    <a:cxn ang="0">
                      <a:pos x="35" y="124"/>
                    </a:cxn>
                    <a:cxn ang="0">
                      <a:pos x="36" y="75"/>
                    </a:cxn>
                    <a:cxn ang="0">
                      <a:pos x="26" y="64"/>
                    </a:cxn>
                    <a:cxn ang="0">
                      <a:pos x="19" y="41"/>
                    </a:cxn>
                    <a:cxn ang="0">
                      <a:pos x="11" y="35"/>
                    </a:cxn>
                    <a:cxn ang="0">
                      <a:pos x="0" y="9"/>
                    </a:cxn>
                    <a:cxn ang="0">
                      <a:pos x="0" y="2"/>
                    </a:cxn>
                    <a:cxn ang="0">
                      <a:pos x="15" y="2"/>
                    </a:cxn>
                  </a:cxnLst>
                  <a:rect l="0" t="0" r="r" b="b"/>
                  <a:pathLst>
                    <a:path w="79" h="136">
                      <a:moveTo>
                        <a:pt x="15" y="2"/>
                      </a:moveTo>
                      <a:lnTo>
                        <a:pt x="24" y="0"/>
                      </a:lnTo>
                      <a:lnTo>
                        <a:pt x="38" y="5"/>
                      </a:lnTo>
                      <a:lnTo>
                        <a:pt x="44" y="21"/>
                      </a:lnTo>
                      <a:lnTo>
                        <a:pt x="76" y="36"/>
                      </a:lnTo>
                      <a:lnTo>
                        <a:pt x="79" y="58"/>
                      </a:lnTo>
                      <a:lnTo>
                        <a:pt x="57" y="75"/>
                      </a:lnTo>
                      <a:lnTo>
                        <a:pt x="54" y="85"/>
                      </a:lnTo>
                      <a:lnTo>
                        <a:pt x="50" y="136"/>
                      </a:lnTo>
                      <a:lnTo>
                        <a:pt x="35" y="124"/>
                      </a:lnTo>
                      <a:lnTo>
                        <a:pt x="36" y="75"/>
                      </a:lnTo>
                      <a:lnTo>
                        <a:pt x="26" y="64"/>
                      </a:lnTo>
                      <a:lnTo>
                        <a:pt x="19" y="41"/>
                      </a:lnTo>
                      <a:lnTo>
                        <a:pt x="11" y="35"/>
                      </a:lnTo>
                      <a:lnTo>
                        <a:pt x="0" y="9"/>
                      </a:lnTo>
                      <a:lnTo>
                        <a:pt x="0" y="2"/>
                      </a:lnTo>
                      <a:lnTo>
                        <a:pt x="15" y="2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GB" dirty="0">
                    <a:latin typeface="Trade Gothic LT Std" pitchFamily="50" charset="0"/>
                  </a:endParaRPr>
                </a:p>
              </p:txBody>
            </p:sp>
            <p:sp>
              <p:nvSpPr>
                <p:cNvPr id="106" name="Freeform 1181">
                  <a:extLst>
                    <a:ext uri="{FF2B5EF4-FFF2-40B4-BE49-F238E27FC236}">
                      <a16:creationId xmlns:a16="http://schemas.microsoft.com/office/drawing/2014/main" id="{B7249E69-FB74-AAEC-9F7F-8CA4239EE0DF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2697" y="2288"/>
                  <a:ext cx="27" cy="20"/>
                </a:xfrm>
                <a:custGeom>
                  <a:avLst/>
                  <a:gdLst/>
                  <a:ahLst/>
                  <a:cxnLst>
                    <a:cxn ang="0">
                      <a:pos x="51" y="0"/>
                    </a:cxn>
                    <a:cxn ang="0">
                      <a:pos x="57" y="3"/>
                    </a:cxn>
                    <a:cxn ang="0">
                      <a:pos x="63" y="21"/>
                    </a:cxn>
                    <a:cxn ang="0">
                      <a:pos x="77" y="24"/>
                    </a:cxn>
                    <a:cxn ang="0">
                      <a:pos x="92" y="39"/>
                    </a:cxn>
                    <a:cxn ang="0">
                      <a:pos x="103" y="43"/>
                    </a:cxn>
                    <a:cxn ang="0">
                      <a:pos x="103" y="34"/>
                    </a:cxn>
                    <a:cxn ang="0">
                      <a:pos x="116" y="34"/>
                    </a:cxn>
                    <a:cxn ang="0">
                      <a:pos x="116" y="25"/>
                    </a:cxn>
                    <a:cxn ang="0">
                      <a:pos x="131" y="25"/>
                    </a:cxn>
                    <a:cxn ang="0">
                      <a:pos x="134" y="38"/>
                    </a:cxn>
                    <a:cxn ang="0">
                      <a:pos x="147" y="55"/>
                    </a:cxn>
                    <a:cxn ang="0">
                      <a:pos x="161" y="103"/>
                    </a:cxn>
                    <a:cxn ang="0">
                      <a:pos x="146" y="108"/>
                    </a:cxn>
                    <a:cxn ang="0">
                      <a:pos x="112" y="101"/>
                    </a:cxn>
                    <a:cxn ang="0">
                      <a:pos x="102" y="113"/>
                    </a:cxn>
                    <a:cxn ang="0">
                      <a:pos x="85" y="118"/>
                    </a:cxn>
                    <a:cxn ang="0">
                      <a:pos x="47" y="85"/>
                    </a:cxn>
                    <a:cxn ang="0">
                      <a:pos x="8" y="70"/>
                    </a:cxn>
                    <a:cxn ang="0">
                      <a:pos x="0" y="52"/>
                    </a:cxn>
                    <a:cxn ang="0">
                      <a:pos x="11" y="53"/>
                    </a:cxn>
                    <a:cxn ang="0">
                      <a:pos x="24" y="35"/>
                    </a:cxn>
                    <a:cxn ang="0">
                      <a:pos x="11" y="35"/>
                    </a:cxn>
                    <a:cxn ang="0">
                      <a:pos x="3" y="17"/>
                    </a:cxn>
                    <a:cxn ang="0">
                      <a:pos x="19" y="5"/>
                    </a:cxn>
                    <a:cxn ang="0">
                      <a:pos x="46" y="5"/>
                    </a:cxn>
                    <a:cxn ang="0">
                      <a:pos x="51" y="0"/>
                    </a:cxn>
                  </a:cxnLst>
                  <a:rect l="0" t="0" r="r" b="b"/>
                  <a:pathLst>
                    <a:path w="161" h="118">
                      <a:moveTo>
                        <a:pt x="51" y="0"/>
                      </a:moveTo>
                      <a:lnTo>
                        <a:pt x="57" y="3"/>
                      </a:lnTo>
                      <a:lnTo>
                        <a:pt x="63" y="21"/>
                      </a:lnTo>
                      <a:lnTo>
                        <a:pt x="77" y="24"/>
                      </a:lnTo>
                      <a:lnTo>
                        <a:pt x="92" y="39"/>
                      </a:lnTo>
                      <a:lnTo>
                        <a:pt x="103" y="43"/>
                      </a:lnTo>
                      <a:lnTo>
                        <a:pt x="103" y="34"/>
                      </a:lnTo>
                      <a:lnTo>
                        <a:pt x="116" y="34"/>
                      </a:lnTo>
                      <a:lnTo>
                        <a:pt x="116" y="25"/>
                      </a:lnTo>
                      <a:lnTo>
                        <a:pt x="131" y="25"/>
                      </a:lnTo>
                      <a:lnTo>
                        <a:pt x="134" y="38"/>
                      </a:lnTo>
                      <a:lnTo>
                        <a:pt x="147" y="55"/>
                      </a:lnTo>
                      <a:lnTo>
                        <a:pt x="161" y="103"/>
                      </a:lnTo>
                      <a:lnTo>
                        <a:pt x="146" y="108"/>
                      </a:lnTo>
                      <a:lnTo>
                        <a:pt x="112" y="101"/>
                      </a:lnTo>
                      <a:lnTo>
                        <a:pt x="102" y="113"/>
                      </a:lnTo>
                      <a:lnTo>
                        <a:pt x="85" y="118"/>
                      </a:lnTo>
                      <a:lnTo>
                        <a:pt x="47" y="85"/>
                      </a:lnTo>
                      <a:lnTo>
                        <a:pt x="8" y="70"/>
                      </a:lnTo>
                      <a:lnTo>
                        <a:pt x="0" y="52"/>
                      </a:lnTo>
                      <a:lnTo>
                        <a:pt x="11" y="53"/>
                      </a:lnTo>
                      <a:lnTo>
                        <a:pt x="24" y="35"/>
                      </a:lnTo>
                      <a:lnTo>
                        <a:pt x="11" y="35"/>
                      </a:lnTo>
                      <a:lnTo>
                        <a:pt x="3" y="17"/>
                      </a:lnTo>
                      <a:lnTo>
                        <a:pt x="19" y="5"/>
                      </a:lnTo>
                      <a:lnTo>
                        <a:pt x="46" y="5"/>
                      </a:lnTo>
                      <a:lnTo>
                        <a:pt x="51" y="0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GB" dirty="0">
                    <a:latin typeface="Trade Gothic LT Std" pitchFamily="50" charset="0"/>
                  </a:endParaRPr>
                </a:p>
              </p:txBody>
            </p:sp>
            <p:sp>
              <p:nvSpPr>
                <p:cNvPr id="107" name="Freeform 1182">
                  <a:extLst>
                    <a:ext uri="{FF2B5EF4-FFF2-40B4-BE49-F238E27FC236}">
                      <a16:creationId xmlns:a16="http://schemas.microsoft.com/office/drawing/2014/main" id="{EE1573A8-1703-A013-A310-8B39A4D9091E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2653" y="2249"/>
                  <a:ext cx="39" cy="35"/>
                </a:xfrm>
                <a:custGeom>
                  <a:avLst/>
                  <a:gdLst/>
                  <a:ahLst/>
                  <a:cxnLst>
                    <a:cxn ang="0">
                      <a:pos x="61" y="31"/>
                    </a:cxn>
                    <a:cxn ang="0">
                      <a:pos x="78" y="19"/>
                    </a:cxn>
                    <a:cxn ang="0">
                      <a:pos x="127" y="14"/>
                    </a:cxn>
                    <a:cxn ang="0">
                      <a:pos x="156" y="34"/>
                    </a:cxn>
                    <a:cxn ang="0">
                      <a:pos x="165" y="33"/>
                    </a:cxn>
                    <a:cxn ang="0">
                      <a:pos x="165" y="9"/>
                    </a:cxn>
                    <a:cxn ang="0">
                      <a:pos x="174" y="0"/>
                    </a:cxn>
                    <a:cxn ang="0">
                      <a:pos x="204" y="51"/>
                    </a:cxn>
                    <a:cxn ang="0">
                      <a:pos x="201" y="80"/>
                    </a:cxn>
                    <a:cxn ang="0">
                      <a:pos x="209" y="104"/>
                    </a:cxn>
                    <a:cxn ang="0">
                      <a:pos x="216" y="114"/>
                    </a:cxn>
                    <a:cxn ang="0">
                      <a:pos x="233" y="120"/>
                    </a:cxn>
                    <a:cxn ang="0">
                      <a:pos x="233" y="126"/>
                    </a:cxn>
                    <a:cxn ang="0">
                      <a:pos x="221" y="125"/>
                    </a:cxn>
                    <a:cxn ang="0">
                      <a:pos x="221" y="156"/>
                    </a:cxn>
                    <a:cxn ang="0">
                      <a:pos x="214" y="194"/>
                    </a:cxn>
                    <a:cxn ang="0">
                      <a:pos x="185" y="200"/>
                    </a:cxn>
                    <a:cxn ang="0">
                      <a:pos x="163" y="211"/>
                    </a:cxn>
                    <a:cxn ang="0">
                      <a:pos x="143" y="208"/>
                    </a:cxn>
                    <a:cxn ang="0">
                      <a:pos x="113" y="189"/>
                    </a:cxn>
                    <a:cxn ang="0">
                      <a:pos x="77" y="199"/>
                    </a:cxn>
                    <a:cxn ang="0">
                      <a:pos x="77" y="184"/>
                    </a:cxn>
                    <a:cxn ang="0">
                      <a:pos x="90" y="166"/>
                    </a:cxn>
                    <a:cxn ang="0">
                      <a:pos x="75" y="166"/>
                    </a:cxn>
                    <a:cxn ang="0">
                      <a:pos x="33" y="148"/>
                    </a:cxn>
                    <a:cxn ang="0">
                      <a:pos x="30" y="121"/>
                    </a:cxn>
                    <a:cxn ang="0">
                      <a:pos x="12" y="103"/>
                    </a:cxn>
                    <a:cxn ang="0">
                      <a:pos x="19" y="86"/>
                    </a:cxn>
                    <a:cxn ang="0">
                      <a:pos x="3" y="71"/>
                    </a:cxn>
                    <a:cxn ang="0">
                      <a:pos x="9" y="71"/>
                    </a:cxn>
                    <a:cxn ang="0">
                      <a:pos x="9" y="62"/>
                    </a:cxn>
                    <a:cxn ang="0">
                      <a:pos x="0" y="50"/>
                    </a:cxn>
                    <a:cxn ang="0">
                      <a:pos x="0" y="38"/>
                    </a:cxn>
                    <a:cxn ang="0">
                      <a:pos x="19" y="38"/>
                    </a:cxn>
                    <a:cxn ang="0">
                      <a:pos x="39" y="47"/>
                    </a:cxn>
                    <a:cxn ang="0">
                      <a:pos x="61" y="31"/>
                    </a:cxn>
                  </a:cxnLst>
                  <a:rect l="0" t="0" r="r" b="b"/>
                  <a:pathLst>
                    <a:path w="233" h="211">
                      <a:moveTo>
                        <a:pt x="61" y="31"/>
                      </a:moveTo>
                      <a:lnTo>
                        <a:pt x="78" y="19"/>
                      </a:lnTo>
                      <a:lnTo>
                        <a:pt x="127" y="14"/>
                      </a:lnTo>
                      <a:lnTo>
                        <a:pt x="156" y="34"/>
                      </a:lnTo>
                      <a:lnTo>
                        <a:pt x="165" y="33"/>
                      </a:lnTo>
                      <a:lnTo>
                        <a:pt x="165" y="9"/>
                      </a:lnTo>
                      <a:lnTo>
                        <a:pt x="174" y="0"/>
                      </a:lnTo>
                      <a:lnTo>
                        <a:pt x="204" y="51"/>
                      </a:lnTo>
                      <a:lnTo>
                        <a:pt x="201" y="80"/>
                      </a:lnTo>
                      <a:lnTo>
                        <a:pt x="209" y="104"/>
                      </a:lnTo>
                      <a:lnTo>
                        <a:pt x="216" y="114"/>
                      </a:lnTo>
                      <a:lnTo>
                        <a:pt x="233" y="120"/>
                      </a:lnTo>
                      <a:lnTo>
                        <a:pt x="233" y="126"/>
                      </a:lnTo>
                      <a:lnTo>
                        <a:pt x="221" y="125"/>
                      </a:lnTo>
                      <a:lnTo>
                        <a:pt x="221" y="156"/>
                      </a:lnTo>
                      <a:lnTo>
                        <a:pt x="214" y="194"/>
                      </a:lnTo>
                      <a:lnTo>
                        <a:pt x="185" y="200"/>
                      </a:lnTo>
                      <a:lnTo>
                        <a:pt x="163" y="211"/>
                      </a:lnTo>
                      <a:lnTo>
                        <a:pt x="143" y="208"/>
                      </a:lnTo>
                      <a:lnTo>
                        <a:pt x="113" y="189"/>
                      </a:lnTo>
                      <a:lnTo>
                        <a:pt x="77" y="199"/>
                      </a:lnTo>
                      <a:lnTo>
                        <a:pt x="77" y="184"/>
                      </a:lnTo>
                      <a:lnTo>
                        <a:pt x="90" y="166"/>
                      </a:lnTo>
                      <a:lnTo>
                        <a:pt x="75" y="166"/>
                      </a:lnTo>
                      <a:lnTo>
                        <a:pt x="33" y="148"/>
                      </a:lnTo>
                      <a:lnTo>
                        <a:pt x="30" y="121"/>
                      </a:lnTo>
                      <a:lnTo>
                        <a:pt x="12" y="103"/>
                      </a:lnTo>
                      <a:lnTo>
                        <a:pt x="19" y="86"/>
                      </a:lnTo>
                      <a:lnTo>
                        <a:pt x="3" y="71"/>
                      </a:lnTo>
                      <a:lnTo>
                        <a:pt x="9" y="71"/>
                      </a:lnTo>
                      <a:lnTo>
                        <a:pt x="9" y="62"/>
                      </a:lnTo>
                      <a:lnTo>
                        <a:pt x="0" y="50"/>
                      </a:lnTo>
                      <a:lnTo>
                        <a:pt x="0" y="38"/>
                      </a:lnTo>
                      <a:lnTo>
                        <a:pt x="19" y="38"/>
                      </a:lnTo>
                      <a:lnTo>
                        <a:pt x="39" y="47"/>
                      </a:lnTo>
                      <a:lnTo>
                        <a:pt x="61" y="31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GB" dirty="0">
                    <a:latin typeface="Trade Gothic LT Std" pitchFamily="50" charset="0"/>
                  </a:endParaRPr>
                </a:p>
              </p:txBody>
            </p:sp>
            <p:sp>
              <p:nvSpPr>
                <p:cNvPr id="108" name="Freeform 1183">
                  <a:extLst>
                    <a:ext uri="{FF2B5EF4-FFF2-40B4-BE49-F238E27FC236}">
                      <a16:creationId xmlns:a16="http://schemas.microsoft.com/office/drawing/2014/main" id="{9B937633-B3CE-2BCC-F476-12E255390222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2685" y="2276"/>
                  <a:ext cx="10" cy="27"/>
                </a:xfrm>
                <a:custGeom>
                  <a:avLst/>
                  <a:gdLst/>
                  <a:ahLst/>
                  <a:cxnLst>
                    <a:cxn ang="0">
                      <a:pos x="43" y="38"/>
                    </a:cxn>
                    <a:cxn ang="0">
                      <a:pos x="43" y="10"/>
                    </a:cxn>
                    <a:cxn ang="0">
                      <a:pos x="50" y="0"/>
                    </a:cxn>
                    <a:cxn ang="0">
                      <a:pos x="61" y="0"/>
                    </a:cxn>
                    <a:cxn ang="0">
                      <a:pos x="63" y="53"/>
                    </a:cxn>
                    <a:cxn ang="0">
                      <a:pos x="43" y="88"/>
                    </a:cxn>
                    <a:cxn ang="0">
                      <a:pos x="42" y="111"/>
                    </a:cxn>
                    <a:cxn ang="0">
                      <a:pos x="33" y="124"/>
                    </a:cxn>
                    <a:cxn ang="0">
                      <a:pos x="24" y="153"/>
                    </a:cxn>
                    <a:cxn ang="0">
                      <a:pos x="15" y="159"/>
                    </a:cxn>
                    <a:cxn ang="0">
                      <a:pos x="12" y="130"/>
                    </a:cxn>
                    <a:cxn ang="0">
                      <a:pos x="0" y="106"/>
                    </a:cxn>
                    <a:cxn ang="0">
                      <a:pos x="8" y="103"/>
                    </a:cxn>
                    <a:cxn ang="0">
                      <a:pos x="17" y="67"/>
                    </a:cxn>
                    <a:cxn ang="0">
                      <a:pos x="29" y="44"/>
                    </a:cxn>
                    <a:cxn ang="0">
                      <a:pos x="43" y="38"/>
                    </a:cxn>
                  </a:cxnLst>
                  <a:rect l="0" t="0" r="r" b="b"/>
                  <a:pathLst>
                    <a:path w="63" h="159">
                      <a:moveTo>
                        <a:pt x="43" y="38"/>
                      </a:moveTo>
                      <a:lnTo>
                        <a:pt x="43" y="10"/>
                      </a:lnTo>
                      <a:lnTo>
                        <a:pt x="50" y="0"/>
                      </a:lnTo>
                      <a:lnTo>
                        <a:pt x="61" y="0"/>
                      </a:lnTo>
                      <a:lnTo>
                        <a:pt x="63" y="53"/>
                      </a:lnTo>
                      <a:lnTo>
                        <a:pt x="43" y="88"/>
                      </a:lnTo>
                      <a:lnTo>
                        <a:pt x="42" y="111"/>
                      </a:lnTo>
                      <a:lnTo>
                        <a:pt x="33" y="124"/>
                      </a:lnTo>
                      <a:lnTo>
                        <a:pt x="24" y="153"/>
                      </a:lnTo>
                      <a:lnTo>
                        <a:pt x="15" y="159"/>
                      </a:lnTo>
                      <a:lnTo>
                        <a:pt x="12" y="130"/>
                      </a:lnTo>
                      <a:lnTo>
                        <a:pt x="0" y="106"/>
                      </a:lnTo>
                      <a:lnTo>
                        <a:pt x="8" y="103"/>
                      </a:lnTo>
                      <a:lnTo>
                        <a:pt x="17" y="67"/>
                      </a:lnTo>
                      <a:lnTo>
                        <a:pt x="29" y="44"/>
                      </a:lnTo>
                      <a:lnTo>
                        <a:pt x="43" y="38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GB" dirty="0">
                    <a:latin typeface="Trade Gothic LT Std" pitchFamily="50" charset="0"/>
                  </a:endParaRPr>
                </a:p>
              </p:txBody>
            </p:sp>
            <p:sp>
              <p:nvSpPr>
                <p:cNvPr id="109" name="Freeform 1184">
                  <a:extLst>
                    <a:ext uri="{FF2B5EF4-FFF2-40B4-BE49-F238E27FC236}">
                      <a16:creationId xmlns:a16="http://schemas.microsoft.com/office/drawing/2014/main" id="{1093D6A8-140B-0A56-8127-74D63E7B3C96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2694" y="2217"/>
                  <a:ext cx="60" cy="70"/>
                </a:xfrm>
                <a:custGeom>
                  <a:avLst/>
                  <a:gdLst/>
                  <a:ahLst/>
                  <a:cxnLst>
                    <a:cxn ang="0">
                      <a:pos x="127" y="63"/>
                    </a:cxn>
                    <a:cxn ang="0">
                      <a:pos x="178" y="80"/>
                    </a:cxn>
                    <a:cxn ang="0">
                      <a:pos x="164" y="116"/>
                    </a:cxn>
                    <a:cxn ang="0">
                      <a:pos x="158" y="127"/>
                    </a:cxn>
                    <a:cxn ang="0">
                      <a:pos x="170" y="152"/>
                    </a:cxn>
                    <a:cxn ang="0">
                      <a:pos x="188" y="153"/>
                    </a:cxn>
                    <a:cxn ang="0">
                      <a:pos x="201" y="116"/>
                    </a:cxn>
                    <a:cxn ang="0">
                      <a:pos x="199" y="91"/>
                    </a:cxn>
                    <a:cxn ang="0">
                      <a:pos x="208" y="84"/>
                    </a:cxn>
                    <a:cxn ang="0">
                      <a:pos x="224" y="148"/>
                    </a:cxn>
                    <a:cxn ang="0">
                      <a:pos x="212" y="158"/>
                    </a:cxn>
                    <a:cxn ang="0">
                      <a:pos x="218" y="168"/>
                    </a:cxn>
                    <a:cxn ang="0">
                      <a:pos x="232" y="81"/>
                    </a:cxn>
                    <a:cxn ang="0">
                      <a:pos x="206" y="65"/>
                    </a:cxn>
                    <a:cxn ang="0">
                      <a:pos x="228" y="20"/>
                    </a:cxn>
                    <a:cxn ang="0">
                      <a:pos x="268" y="3"/>
                    </a:cxn>
                    <a:cxn ang="0">
                      <a:pos x="312" y="25"/>
                    </a:cxn>
                    <a:cxn ang="0">
                      <a:pos x="338" y="76"/>
                    </a:cxn>
                    <a:cxn ang="0">
                      <a:pos x="340" y="111"/>
                    </a:cxn>
                    <a:cxn ang="0">
                      <a:pos x="345" y="135"/>
                    </a:cxn>
                    <a:cxn ang="0">
                      <a:pos x="332" y="173"/>
                    </a:cxn>
                    <a:cxn ang="0">
                      <a:pos x="301" y="187"/>
                    </a:cxn>
                    <a:cxn ang="0">
                      <a:pos x="273" y="229"/>
                    </a:cxn>
                    <a:cxn ang="0">
                      <a:pos x="293" y="259"/>
                    </a:cxn>
                    <a:cxn ang="0">
                      <a:pos x="310" y="322"/>
                    </a:cxn>
                    <a:cxn ang="0">
                      <a:pos x="248" y="346"/>
                    </a:cxn>
                    <a:cxn ang="0">
                      <a:pos x="254" y="360"/>
                    </a:cxn>
                    <a:cxn ang="0">
                      <a:pos x="253" y="379"/>
                    </a:cxn>
                    <a:cxn ang="0">
                      <a:pos x="250" y="412"/>
                    </a:cxn>
                    <a:cxn ang="0">
                      <a:pos x="218" y="404"/>
                    </a:cxn>
                    <a:cxn ang="0">
                      <a:pos x="150" y="385"/>
                    </a:cxn>
                    <a:cxn ang="0">
                      <a:pos x="167" y="385"/>
                    </a:cxn>
                    <a:cxn ang="0">
                      <a:pos x="171" y="362"/>
                    </a:cxn>
                    <a:cxn ang="0">
                      <a:pos x="120" y="336"/>
                    </a:cxn>
                    <a:cxn ang="0">
                      <a:pos x="70" y="308"/>
                    </a:cxn>
                    <a:cxn ang="0">
                      <a:pos x="41" y="288"/>
                    </a:cxn>
                    <a:cxn ang="0">
                      <a:pos x="47" y="279"/>
                    </a:cxn>
                    <a:cxn ang="0">
                      <a:pos x="51" y="197"/>
                    </a:cxn>
                    <a:cxn ang="0">
                      <a:pos x="15" y="181"/>
                    </a:cxn>
                    <a:cxn ang="0">
                      <a:pos x="21" y="165"/>
                    </a:cxn>
                    <a:cxn ang="0">
                      <a:pos x="0" y="152"/>
                    </a:cxn>
                    <a:cxn ang="0">
                      <a:pos x="65" y="144"/>
                    </a:cxn>
                    <a:cxn ang="0">
                      <a:pos x="92" y="108"/>
                    </a:cxn>
                    <a:cxn ang="0">
                      <a:pos x="122" y="100"/>
                    </a:cxn>
                    <a:cxn ang="0">
                      <a:pos x="93" y="56"/>
                    </a:cxn>
                  </a:cxnLst>
                  <a:rect l="0" t="0" r="r" b="b"/>
                  <a:pathLst>
                    <a:path w="359" h="417">
                      <a:moveTo>
                        <a:pt x="93" y="56"/>
                      </a:moveTo>
                      <a:lnTo>
                        <a:pt x="127" y="63"/>
                      </a:lnTo>
                      <a:lnTo>
                        <a:pt x="178" y="62"/>
                      </a:lnTo>
                      <a:lnTo>
                        <a:pt x="178" y="80"/>
                      </a:lnTo>
                      <a:lnTo>
                        <a:pt x="165" y="85"/>
                      </a:lnTo>
                      <a:lnTo>
                        <a:pt x="164" y="116"/>
                      </a:lnTo>
                      <a:lnTo>
                        <a:pt x="156" y="122"/>
                      </a:lnTo>
                      <a:lnTo>
                        <a:pt x="158" y="127"/>
                      </a:lnTo>
                      <a:lnTo>
                        <a:pt x="167" y="122"/>
                      </a:lnTo>
                      <a:lnTo>
                        <a:pt x="170" y="152"/>
                      </a:lnTo>
                      <a:lnTo>
                        <a:pt x="173" y="170"/>
                      </a:lnTo>
                      <a:lnTo>
                        <a:pt x="188" y="153"/>
                      </a:lnTo>
                      <a:lnTo>
                        <a:pt x="195" y="119"/>
                      </a:lnTo>
                      <a:lnTo>
                        <a:pt x="201" y="116"/>
                      </a:lnTo>
                      <a:lnTo>
                        <a:pt x="202" y="91"/>
                      </a:lnTo>
                      <a:lnTo>
                        <a:pt x="199" y="91"/>
                      </a:lnTo>
                      <a:lnTo>
                        <a:pt x="202" y="84"/>
                      </a:lnTo>
                      <a:lnTo>
                        <a:pt x="208" y="84"/>
                      </a:lnTo>
                      <a:lnTo>
                        <a:pt x="225" y="127"/>
                      </a:lnTo>
                      <a:lnTo>
                        <a:pt x="224" y="148"/>
                      </a:lnTo>
                      <a:lnTo>
                        <a:pt x="218" y="148"/>
                      </a:lnTo>
                      <a:lnTo>
                        <a:pt x="212" y="158"/>
                      </a:lnTo>
                      <a:lnTo>
                        <a:pt x="218" y="159"/>
                      </a:lnTo>
                      <a:lnTo>
                        <a:pt x="218" y="168"/>
                      </a:lnTo>
                      <a:lnTo>
                        <a:pt x="229" y="169"/>
                      </a:lnTo>
                      <a:lnTo>
                        <a:pt x="232" y="81"/>
                      </a:lnTo>
                      <a:lnTo>
                        <a:pt x="224" y="69"/>
                      </a:lnTo>
                      <a:lnTo>
                        <a:pt x="206" y="65"/>
                      </a:lnTo>
                      <a:lnTo>
                        <a:pt x="203" y="50"/>
                      </a:lnTo>
                      <a:lnTo>
                        <a:pt x="228" y="20"/>
                      </a:lnTo>
                      <a:lnTo>
                        <a:pt x="265" y="10"/>
                      </a:lnTo>
                      <a:lnTo>
                        <a:pt x="268" y="3"/>
                      </a:lnTo>
                      <a:lnTo>
                        <a:pt x="292" y="0"/>
                      </a:lnTo>
                      <a:lnTo>
                        <a:pt x="312" y="25"/>
                      </a:lnTo>
                      <a:lnTo>
                        <a:pt x="330" y="73"/>
                      </a:lnTo>
                      <a:lnTo>
                        <a:pt x="338" y="76"/>
                      </a:lnTo>
                      <a:lnTo>
                        <a:pt x="335" y="93"/>
                      </a:lnTo>
                      <a:lnTo>
                        <a:pt x="340" y="111"/>
                      </a:lnTo>
                      <a:lnTo>
                        <a:pt x="347" y="115"/>
                      </a:lnTo>
                      <a:lnTo>
                        <a:pt x="345" y="135"/>
                      </a:lnTo>
                      <a:lnTo>
                        <a:pt x="359" y="173"/>
                      </a:lnTo>
                      <a:lnTo>
                        <a:pt x="332" y="173"/>
                      </a:lnTo>
                      <a:lnTo>
                        <a:pt x="319" y="187"/>
                      </a:lnTo>
                      <a:lnTo>
                        <a:pt x="301" y="187"/>
                      </a:lnTo>
                      <a:lnTo>
                        <a:pt x="283" y="208"/>
                      </a:lnTo>
                      <a:lnTo>
                        <a:pt x="273" y="229"/>
                      </a:lnTo>
                      <a:lnTo>
                        <a:pt x="269" y="257"/>
                      </a:lnTo>
                      <a:lnTo>
                        <a:pt x="293" y="259"/>
                      </a:lnTo>
                      <a:lnTo>
                        <a:pt x="310" y="286"/>
                      </a:lnTo>
                      <a:lnTo>
                        <a:pt x="310" y="322"/>
                      </a:lnTo>
                      <a:lnTo>
                        <a:pt x="255" y="335"/>
                      </a:lnTo>
                      <a:lnTo>
                        <a:pt x="248" y="346"/>
                      </a:lnTo>
                      <a:lnTo>
                        <a:pt x="248" y="360"/>
                      </a:lnTo>
                      <a:lnTo>
                        <a:pt x="254" y="360"/>
                      </a:lnTo>
                      <a:lnTo>
                        <a:pt x="260" y="379"/>
                      </a:lnTo>
                      <a:lnTo>
                        <a:pt x="253" y="379"/>
                      </a:lnTo>
                      <a:lnTo>
                        <a:pt x="250" y="388"/>
                      </a:lnTo>
                      <a:lnTo>
                        <a:pt x="250" y="412"/>
                      </a:lnTo>
                      <a:lnTo>
                        <a:pt x="229" y="417"/>
                      </a:lnTo>
                      <a:lnTo>
                        <a:pt x="218" y="404"/>
                      </a:lnTo>
                      <a:lnTo>
                        <a:pt x="164" y="395"/>
                      </a:lnTo>
                      <a:lnTo>
                        <a:pt x="150" y="385"/>
                      </a:lnTo>
                      <a:lnTo>
                        <a:pt x="150" y="379"/>
                      </a:lnTo>
                      <a:lnTo>
                        <a:pt x="167" y="385"/>
                      </a:lnTo>
                      <a:lnTo>
                        <a:pt x="164" y="362"/>
                      </a:lnTo>
                      <a:lnTo>
                        <a:pt x="171" y="362"/>
                      </a:lnTo>
                      <a:lnTo>
                        <a:pt x="171" y="349"/>
                      </a:lnTo>
                      <a:lnTo>
                        <a:pt x="120" y="336"/>
                      </a:lnTo>
                      <a:lnTo>
                        <a:pt x="73" y="339"/>
                      </a:lnTo>
                      <a:lnTo>
                        <a:pt x="70" y="308"/>
                      </a:lnTo>
                      <a:lnTo>
                        <a:pt x="47" y="300"/>
                      </a:lnTo>
                      <a:lnTo>
                        <a:pt x="41" y="288"/>
                      </a:lnTo>
                      <a:lnTo>
                        <a:pt x="41" y="281"/>
                      </a:lnTo>
                      <a:lnTo>
                        <a:pt x="47" y="279"/>
                      </a:lnTo>
                      <a:lnTo>
                        <a:pt x="50" y="261"/>
                      </a:lnTo>
                      <a:lnTo>
                        <a:pt x="51" y="197"/>
                      </a:lnTo>
                      <a:lnTo>
                        <a:pt x="42" y="185"/>
                      </a:lnTo>
                      <a:lnTo>
                        <a:pt x="15" y="181"/>
                      </a:lnTo>
                      <a:lnTo>
                        <a:pt x="8" y="173"/>
                      </a:lnTo>
                      <a:lnTo>
                        <a:pt x="21" y="165"/>
                      </a:lnTo>
                      <a:lnTo>
                        <a:pt x="0" y="157"/>
                      </a:lnTo>
                      <a:lnTo>
                        <a:pt x="0" y="152"/>
                      </a:lnTo>
                      <a:lnTo>
                        <a:pt x="13" y="143"/>
                      </a:lnTo>
                      <a:lnTo>
                        <a:pt x="65" y="144"/>
                      </a:lnTo>
                      <a:lnTo>
                        <a:pt x="86" y="137"/>
                      </a:lnTo>
                      <a:lnTo>
                        <a:pt x="92" y="108"/>
                      </a:lnTo>
                      <a:lnTo>
                        <a:pt x="114" y="108"/>
                      </a:lnTo>
                      <a:lnTo>
                        <a:pt x="122" y="100"/>
                      </a:lnTo>
                      <a:lnTo>
                        <a:pt x="126" y="81"/>
                      </a:lnTo>
                      <a:lnTo>
                        <a:pt x="93" y="56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GB" dirty="0">
                    <a:latin typeface="Trade Gothic LT Std" pitchFamily="50" charset="0"/>
                  </a:endParaRPr>
                </a:p>
              </p:txBody>
            </p:sp>
            <p:sp>
              <p:nvSpPr>
                <p:cNvPr id="110" name="Freeform 1185">
                  <a:extLst>
                    <a:ext uri="{FF2B5EF4-FFF2-40B4-BE49-F238E27FC236}">
                      <a16:creationId xmlns:a16="http://schemas.microsoft.com/office/drawing/2014/main" id="{308ABF79-E525-C6AA-D06B-6DD6B6EEE987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2818" y="2270"/>
                  <a:ext cx="13" cy="15"/>
                </a:xfrm>
                <a:custGeom>
                  <a:avLst/>
                  <a:gdLst/>
                  <a:ahLst/>
                  <a:cxnLst>
                    <a:cxn ang="0">
                      <a:pos x="81" y="95"/>
                    </a:cxn>
                    <a:cxn ang="0">
                      <a:pos x="70" y="39"/>
                    </a:cxn>
                    <a:cxn ang="0">
                      <a:pos x="39" y="12"/>
                    </a:cxn>
                    <a:cxn ang="0">
                      <a:pos x="11" y="0"/>
                    </a:cxn>
                    <a:cxn ang="0">
                      <a:pos x="0" y="63"/>
                    </a:cxn>
                    <a:cxn ang="0">
                      <a:pos x="18" y="84"/>
                    </a:cxn>
                    <a:cxn ang="0">
                      <a:pos x="43" y="93"/>
                    </a:cxn>
                    <a:cxn ang="0">
                      <a:pos x="81" y="95"/>
                    </a:cxn>
                  </a:cxnLst>
                  <a:rect l="0" t="0" r="r" b="b"/>
                  <a:pathLst>
                    <a:path w="81" h="95">
                      <a:moveTo>
                        <a:pt x="81" y="95"/>
                      </a:moveTo>
                      <a:lnTo>
                        <a:pt x="70" y="39"/>
                      </a:lnTo>
                      <a:lnTo>
                        <a:pt x="39" y="12"/>
                      </a:lnTo>
                      <a:lnTo>
                        <a:pt x="11" y="0"/>
                      </a:lnTo>
                      <a:lnTo>
                        <a:pt x="0" y="63"/>
                      </a:lnTo>
                      <a:lnTo>
                        <a:pt x="18" y="84"/>
                      </a:lnTo>
                      <a:lnTo>
                        <a:pt x="43" y="93"/>
                      </a:lnTo>
                      <a:lnTo>
                        <a:pt x="81" y="95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GB" dirty="0">
                    <a:latin typeface="Trade Gothic LT Std" pitchFamily="50" charset="0"/>
                  </a:endParaRPr>
                </a:p>
              </p:txBody>
            </p:sp>
            <p:sp>
              <p:nvSpPr>
                <p:cNvPr id="111" name="Freeform 1186">
                  <a:extLst>
                    <a:ext uri="{FF2B5EF4-FFF2-40B4-BE49-F238E27FC236}">
                      <a16:creationId xmlns:a16="http://schemas.microsoft.com/office/drawing/2014/main" id="{94C55A91-66F9-8976-6460-CF18A3E166FB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2722" y="2288"/>
                  <a:ext cx="13" cy="23"/>
                </a:xfrm>
                <a:custGeom>
                  <a:avLst/>
                  <a:gdLst/>
                  <a:ahLst/>
                  <a:cxnLst>
                    <a:cxn ang="0">
                      <a:pos x="15" y="2"/>
                    </a:cxn>
                    <a:cxn ang="0">
                      <a:pos x="24" y="0"/>
                    </a:cxn>
                    <a:cxn ang="0">
                      <a:pos x="38" y="5"/>
                    </a:cxn>
                    <a:cxn ang="0">
                      <a:pos x="44" y="21"/>
                    </a:cxn>
                    <a:cxn ang="0">
                      <a:pos x="76" y="36"/>
                    </a:cxn>
                    <a:cxn ang="0">
                      <a:pos x="79" y="58"/>
                    </a:cxn>
                    <a:cxn ang="0">
                      <a:pos x="57" y="75"/>
                    </a:cxn>
                    <a:cxn ang="0">
                      <a:pos x="54" y="85"/>
                    </a:cxn>
                    <a:cxn ang="0">
                      <a:pos x="50" y="136"/>
                    </a:cxn>
                    <a:cxn ang="0">
                      <a:pos x="35" y="124"/>
                    </a:cxn>
                    <a:cxn ang="0">
                      <a:pos x="36" y="75"/>
                    </a:cxn>
                    <a:cxn ang="0">
                      <a:pos x="26" y="64"/>
                    </a:cxn>
                    <a:cxn ang="0">
                      <a:pos x="19" y="41"/>
                    </a:cxn>
                    <a:cxn ang="0">
                      <a:pos x="11" y="35"/>
                    </a:cxn>
                    <a:cxn ang="0">
                      <a:pos x="0" y="9"/>
                    </a:cxn>
                    <a:cxn ang="0">
                      <a:pos x="0" y="2"/>
                    </a:cxn>
                    <a:cxn ang="0">
                      <a:pos x="15" y="2"/>
                    </a:cxn>
                  </a:cxnLst>
                  <a:rect l="0" t="0" r="r" b="b"/>
                  <a:pathLst>
                    <a:path w="79" h="136">
                      <a:moveTo>
                        <a:pt x="15" y="2"/>
                      </a:moveTo>
                      <a:lnTo>
                        <a:pt x="24" y="0"/>
                      </a:lnTo>
                      <a:lnTo>
                        <a:pt x="38" y="5"/>
                      </a:lnTo>
                      <a:lnTo>
                        <a:pt x="44" y="21"/>
                      </a:lnTo>
                      <a:lnTo>
                        <a:pt x="76" y="36"/>
                      </a:lnTo>
                      <a:lnTo>
                        <a:pt x="79" y="58"/>
                      </a:lnTo>
                      <a:lnTo>
                        <a:pt x="57" y="75"/>
                      </a:lnTo>
                      <a:lnTo>
                        <a:pt x="54" y="85"/>
                      </a:lnTo>
                      <a:lnTo>
                        <a:pt x="50" y="136"/>
                      </a:lnTo>
                      <a:lnTo>
                        <a:pt x="35" y="124"/>
                      </a:lnTo>
                      <a:lnTo>
                        <a:pt x="36" y="75"/>
                      </a:lnTo>
                      <a:lnTo>
                        <a:pt x="26" y="64"/>
                      </a:lnTo>
                      <a:lnTo>
                        <a:pt x="19" y="41"/>
                      </a:lnTo>
                      <a:lnTo>
                        <a:pt x="11" y="35"/>
                      </a:lnTo>
                      <a:lnTo>
                        <a:pt x="0" y="9"/>
                      </a:lnTo>
                      <a:lnTo>
                        <a:pt x="0" y="2"/>
                      </a:lnTo>
                      <a:lnTo>
                        <a:pt x="15" y="2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GB" dirty="0">
                    <a:latin typeface="Trade Gothic LT Std" pitchFamily="50" charset="0"/>
                  </a:endParaRPr>
                </a:p>
              </p:txBody>
            </p:sp>
            <p:sp>
              <p:nvSpPr>
                <p:cNvPr id="112" name="Freeform 1187">
                  <a:extLst>
                    <a:ext uri="{FF2B5EF4-FFF2-40B4-BE49-F238E27FC236}">
                      <a16:creationId xmlns:a16="http://schemas.microsoft.com/office/drawing/2014/main" id="{01FB221B-7884-B7C4-89FA-9FCBD5F6CC8E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2697" y="2288"/>
                  <a:ext cx="27" cy="20"/>
                </a:xfrm>
                <a:custGeom>
                  <a:avLst/>
                  <a:gdLst/>
                  <a:ahLst/>
                  <a:cxnLst>
                    <a:cxn ang="0">
                      <a:pos x="51" y="0"/>
                    </a:cxn>
                    <a:cxn ang="0">
                      <a:pos x="57" y="3"/>
                    </a:cxn>
                    <a:cxn ang="0">
                      <a:pos x="63" y="21"/>
                    </a:cxn>
                    <a:cxn ang="0">
                      <a:pos x="77" y="24"/>
                    </a:cxn>
                    <a:cxn ang="0">
                      <a:pos x="92" y="39"/>
                    </a:cxn>
                    <a:cxn ang="0">
                      <a:pos x="103" y="43"/>
                    </a:cxn>
                    <a:cxn ang="0">
                      <a:pos x="103" y="34"/>
                    </a:cxn>
                    <a:cxn ang="0">
                      <a:pos x="116" y="34"/>
                    </a:cxn>
                    <a:cxn ang="0">
                      <a:pos x="116" y="25"/>
                    </a:cxn>
                    <a:cxn ang="0">
                      <a:pos x="131" y="25"/>
                    </a:cxn>
                    <a:cxn ang="0">
                      <a:pos x="134" y="38"/>
                    </a:cxn>
                    <a:cxn ang="0">
                      <a:pos x="147" y="55"/>
                    </a:cxn>
                    <a:cxn ang="0">
                      <a:pos x="161" y="103"/>
                    </a:cxn>
                    <a:cxn ang="0">
                      <a:pos x="146" y="108"/>
                    </a:cxn>
                    <a:cxn ang="0">
                      <a:pos x="112" y="101"/>
                    </a:cxn>
                    <a:cxn ang="0">
                      <a:pos x="102" y="113"/>
                    </a:cxn>
                    <a:cxn ang="0">
                      <a:pos x="85" y="118"/>
                    </a:cxn>
                    <a:cxn ang="0">
                      <a:pos x="47" y="85"/>
                    </a:cxn>
                    <a:cxn ang="0">
                      <a:pos x="8" y="70"/>
                    </a:cxn>
                    <a:cxn ang="0">
                      <a:pos x="0" y="52"/>
                    </a:cxn>
                    <a:cxn ang="0">
                      <a:pos x="11" y="53"/>
                    </a:cxn>
                    <a:cxn ang="0">
                      <a:pos x="24" y="35"/>
                    </a:cxn>
                    <a:cxn ang="0">
                      <a:pos x="11" y="35"/>
                    </a:cxn>
                    <a:cxn ang="0">
                      <a:pos x="3" y="17"/>
                    </a:cxn>
                    <a:cxn ang="0">
                      <a:pos x="19" y="5"/>
                    </a:cxn>
                    <a:cxn ang="0">
                      <a:pos x="46" y="5"/>
                    </a:cxn>
                    <a:cxn ang="0">
                      <a:pos x="51" y="0"/>
                    </a:cxn>
                  </a:cxnLst>
                  <a:rect l="0" t="0" r="r" b="b"/>
                  <a:pathLst>
                    <a:path w="161" h="118">
                      <a:moveTo>
                        <a:pt x="51" y="0"/>
                      </a:moveTo>
                      <a:lnTo>
                        <a:pt x="57" y="3"/>
                      </a:lnTo>
                      <a:lnTo>
                        <a:pt x="63" y="21"/>
                      </a:lnTo>
                      <a:lnTo>
                        <a:pt x="77" y="24"/>
                      </a:lnTo>
                      <a:lnTo>
                        <a:pt x="92" y="39"/>
                      </a:lnTo>
                      <a:lnTo>
                        <a:pt x="103" y="43"/>
                      </a:lnTo>
                      <a:lnTo>
                        <a:pt x="103" y="34"/>
                      </a:lnTo>
                      <a:lnTo>
                        <a:pt x="116" y="34"/>
                      </a:lnTo>
                      <a:lnTo>
                        <a:pt x="116" y="25"/>
                      </a:lnTo>
                      <a:lnTo>
                        <a:pt x="131" y="25"/>
                      </a:lnTo>
                      <a:lnTo>
                        <a:pt x="134" y="38"/>
                      </a:lnTo>
                      <a:lnTo>
                        <a:pt x="147" y="55"/>
                      </a:lnTo>
                      <a:lnTo>
                        <a:pt x="161" y="103"/>
                      </a:lnTo>
                      <a:lnTo>
                        <a:pt x="146" y="108"/>
                      </a:lnTo>
                      <a:lnTo>
                        <a:pt x="112" y="101"/>
                      </a:lnTo>
                      <a:lnTo>
                        <a:pt x="102" y="113"/>
                      </a:lnTo>
                      <a:lnTo>
                        <a:pt x="85" y="118"/>
                      </a:lnTo>
                      <a:lnTo>
                        <a:pt x="47" y="85"/>
                      </a:lnTo>
                      <a:lnTo>
                        <a:pt x="8" y="70"/>
                      </a:lnTo>
                      <a:lnTo>
                        <a:pt x="0" y="52"/>
                      </a:lnTo>
                      <a:lnTo>
                        <a:pt x="11" y="53"/>
                      </a:lnTo>
                      <a:lnTo>
                        <a:pt x="24" y="35"/>
                      </a:lnTo>
                      <a:lnTo>
                        <a:pt x="11" y="35"/>
                      </a:lnTo>
                      <a:lnTo>
                        <a:pt x="3" y="17"/>
                      </a:lnTo>
                      <a:lnTo>
                        <a:pt x="19" y="5"/>
                      </a:lnTo>
                      <a:lnTo>
                        <a:pt x="46" y="5"/>
                      </a:lnTo>
                      <a:lnTo>
                        <a:pt x="51" y="0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GB" dirty="0">
                    <a:latin typeface="Trade Gothic LT Std" pitchFamily="50" charset="0"/>
                  </a:endParaRPr>
                </a:p>
              </p:txBody>
            </p:sp>
            <p:sp>
              <p:nvSpPr>
                <p:cNvPr id="113" name="Freeform 1188">
                  <a:extLst>
                    <a:ext uri="{FF2B5EF4-FFF2-40B4-BE49-F238E27FC236}">
                      <a16:creationId xmlns:a16="http://schemas.microsoft.com/office/drawing/2014/main" id="{33931609-59A1-05FB-E5A2-F164958B092E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2653" y="2249"/>
                  <a:ext cx="39" cy="35"/>
                </a:xfrm>
                <a:custGeom>
                  <a:avLst/>
                  <a:gdLst/>
                  <a:ahLst/>
                  <a:cxnLst>
                    <a:cxn ang="0">
                      <a:pos x="61" y="31"/>
                    </a:cxn>
                    <a:cxn ang="0">
                      <a:pos x="78" y="19"/>
                    </a:cxn>
                    <a:cxn ang="0">
                      <a:pos x="127" y="14"/>
                    </a:cxn>
                    <a:cxn ang="0">
                      <a:pos x="156" y="34"/>
                    </a:cxn>
                    <a:cxn ang="0">
                      <a:pos x="165" y="33"/>
                    </a:cxn>
                    <a:cxn ang="0">
                      <a:pos x="165" y="9"/>
                    </a:cxn>
                    <a:cxn ang="0">
                      <a:pos x="174" y="0"/>
                    </a:cxn>
                    <a:cxn ang="0">
                      <a:pos x="204" y="51"/>
                    </a:cxn>
                    <a:cxn ang="0">
                      <a:pos x="201" y="80"/>
                    </a:cxn>
                    <a:cxn ang="0">
                      <a:pos x="209" y="104"/>
                    </a:cxn>
                    <a:cxn ang="0">
                      <a:pos x="216" y="114"/>
                    </a:cxn>
                    <a:cxn ang="0">
                      <a:pos x="233" y="120"/>
                    </a:cxn>
                    <a:cxn ang="0">
                      <a:pos x="233" y="126"/>
                    </a:cxn>
                    <a:cxn ang="0">
                      <a:pos x="221" y="125"/>
                    </a:cxn>
                    <a:cxn ang="0">
                      <a:pos x="221" y="156"/>
                    </a:cxn>
                    <a:cxn ang="0">
                      <a:pos x="214" y="194"/>
                    </a:cxn>
                    <a:cxn ang="0">
                      <a:pos x="185" y="200"/>
                    </a:cxn>
                    <a:cxn ang="0">
                      <a:pos x="163" y="211"/>
                    </a:cxn>
                    <a:cxn ang="0">
                      <a:pos x="143" y="208"/>
                    </a:cxn>
                    <a:cxn ang="0">
                      <a:pos x="113" y="189"/>
                    </a:cxn>
                    <a:cxn ang="0">
                      <a:pos x="77" y="199"/>
                    </a:cxn>
                    <a:cxn ang="0">
                      <a:pos x="77" y="184"/>
                    </a:cxn>
                    <a:cxn ang="0">
                      <a:pos x="90" y="166"/>
                    </a:cxn>
                    <a:cxn ang="0">
                      <a:pos x="75" y="166"/>
                    </a:cxn>
                    <a:cxn ang="0">
                      <a:pos x="33" y="148"/>
                    </a:cxn>
                    <a:cxn ang="0">
                      <a:pos x="30" y="121"/>
                    </a:cxn>
                    <a:cxn ang="0">
                      <a:pos x="12" y="103"/>
                    </a:cxn>
                    <a:cxn ang="0">
                      <a:pos x="19" y="86"/>
                    </a:cxn>
                    <a:cxn ang="0">
                      <a:pos x="3" y="71"/>
                    </a:cxn>
                    <a:cxn ang="0">
                      <a:pos x="9" y="71"/>
                    </a:cxn>
                    <a:cxn ang="0">
                      <a:pos x="9" y="62"/>
                    </a:cxn>
                    <a:cxn ang="0">
                      <a:pos x="0" y="50"/>
                    </a:cxn>
                    <a:cxn ang="0">
                      <a:pos x="0" y="38"/>
                    </a:cxn>
                    <a:cxn ang="0">
                      <a:pos x="19" y="38"/>
                    </a:cxn>
                    <a:cxn ang="0">
                      <a:pos x="39" y="47"/>
                    </a:cxn>
                    <a:cxn ang="0">
                      <a:pos x="61" y="31"/>
                    </a:cxn>
                  </a:cxnLst>
                  <a:rect l="0" t="0" r="r" b="b"/>
                  <a:pathLst>
                    <a:path w="233" h="211">
                      <a:moveTo>
                        <a:pt x="61" y="31"/>
                      </a:moveTo>
                      <a:lnTo>
                        <a:pt x="78" y="19"/>
                      </a:lnTo>
                      <a:lnTo>
                        <a:pt x="127" y="14"/>
                      </a:lnTo>
                      <a:lnTo>
                        <a:pt x="156" y="34"/>
                      </a:lnTo>
                      <a:lnTo>
                        <a:pt x="165" y="33"/>
                      </a:lnTo>
                      <a:lnTo>
                        <a:pt x="165" y="9"/>
                      </a:lnTo>
                      <a:lnTo>
                        <a:pt x="174" y="0"/>
                      </a:lnTo>
                      <a:lnTo>
                        <a:pt x="204" y="51"/>
                      </a:lnTo>
                      <a:lnTo>
                        <a:pt x="201" y="80"/>
                      </a:lnTo>
                      <a:lnTo>
                        <a:pt x="209" y="104"/>
                      </a:lnTo>
                      <a:lnTo>
                        <a:pt x="216" y="114"/>
                      </a:lnTo>
                      <a:lnTo>
                        <a:pt x="233" y="120"/>
                      </a:lnTo>
                      <a:lnTo>
                        <a:pt x="233" y="126"/>
                      </a:lnTo>
                      <a:lnTo>
                        <a:pt x="221" y="125"/>
                      </a:lnTo>
                      <a:lnTo>
                        <a:pt x="221" y="156"/>
                      </a:lnTo>
                      <a:lnTo>
                        <a:pt x="214" y="194"/>
                      </a:lnTo>
                      <a:lnTo>
                        <a:pt x="185" y="200"/>
                      </a:lnTo>
                      <a:lnTo>
                        <a:pt x="163" y="211"/>
                      </a:lnTo>
                      <a:lnTo>
                        <a:pt x="143" y="208"/>
                      </a:lnTo>
                      <a:lnTo>
                        <a:pt x="113" y="189"/>
                      </a:lnTo>
                      <a:lnTo>
                        <a:pt x="77" y="199"/>
                      </a:lnTo>
                      <a:lnTo>
                        <a:pt x="77" y="184"/>
                      </a:lnTo>
                      <a:lnTo>
                        <a:pt x="90" y="166"/>
                      </a:lnTo>
                      <a:lnTo>
                        <a:pt x="75" y="166"/>
                      </a:lnTo>
                      <a:lnTo>
                        <a:pt x="33" y="148"/>
                      </a:lnTo>
                      <a:lnTo>
                        <a:pt x="30" y="121"/>
                      </a:lnTo>
                      <a:lnTo>
                        <a:pt x="12" y="103"/>
                      </a:lnTo>
                      <a:lnTo>
                        <a:pt x="19" y="86"/>
                      </a:lnTo>
                      <a:lnTo>
                        <a:pt x="3" y="71"/>
                      </a:lnTo>
                      <a:lnTo>
                        <a:pt x="9" y="71"/>
                      </a:lnTo>
                      <a:lnTo>
                        <a:pt x="9" y="62"/>
                      </a:lnTo>
                      <a:lnTo>
                        <a:pt x="0" y="50"/>
                      </a:lnTo>
                      <a:lnTo>
                        <a:pt x="0" y="38"/>
                      </a:lnTo>
                      <a:lnTo>
                        <a:pt x="19" y="38"/>
                      </a:lnTo>
                      <a:lnTo>
                        <a:pt x="39" y="47"/>
                      </a:lnTo>
                      <a:lnTo>
                        <a:pt x="61" y="31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GB" dirty="0">
                    <a:latin typeface="Trade Gothic LT Std" pitchFamily="50" charset="0"/>
                  </a:endParaRPr>
                </a:p>
              </p:txBody>
            </p:sp>
            <p:sp>
              <p:nvSpPr>
                <p:cNvPr id="114" name="Freeform 1189">
                  <a:extLst>
                    <a:ext uri="{FF2B5EF4-FFF2-40B4-BE49-F238E27FC236}">
                      <a16:creationId xmlns:a16="http://schemas.microsoft.com/office/drawing/2014/main" id="{A3CE3A80-1C78-66B1-A49A-C90B514178A3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2685" y="2276"/>
                  <a:ext cx="10" cy="27"/>
                </a:xfrm>
                <a:custGeom>
                  <a:avLst/>
                  <a:gdLst/>
                  <a:ahLst/>
                  <a:cxnLst>
                    <a:cxn ang="0">
                      <a:pos x="43" y="38"/>
                    </a:cxn>
                    <a:cxn ang="0">
                      <a:pos x="43" y="10"/>
                    </a:cxn>
                    <a:cxn ang="0">
                      <a:pos x="50" y="0"/>
                    </a:cxn>
                    <a:cxn ang="0">
                      <a:pos x="61" y="0"/>
                    </a:cxn>
                    <a:cxn ang="0">
                      <a:pos x="63" y="53"/>
                    </a:cxn>
                    <a:cxn ang="0">
                      <a:pos x="43" y="88"/>
                    </a:cxn>
                    <a:cxn ang="0">
                      <a:pos x="42" y="111"/>
                    </a:cxn>
                    <a:cxn ang="0">
                      <a:pos x="33" y="124"/>
                    </a:cxn>
                    <a:cxn ang="0">
                      <a:pos x="24" y="153"/>
                    </a:cxn>
                    <a:cxn ang="0">
                      <a:pos x="15" y="159"/>
                    </a:cxn>
                    <a:cxn ang="0">
                      <a:pos x="12" y="130"/>
                    </a:cxn>
                    <a:cxn ang="0">
                      <a:pos x="0" y="106"/>
                    </a:cxn>
                    <a:cxn ang="0">
                      <a:pos x="8" y="103"/>
                    </a:cxn>
                    <a:cxn ang="0">
                      <a:pos x="17" y="67"/>
                    </a:cxn>
                    <a:cxn ang="0">
                      <a:pos x="29" y="44"/>
                    </a:cxn>
                    <a:cxn ang="0">
                      <a:pos x="43" y="38"/>
                    </a:cxn>
                  </a:cxnLst>
                  <a:rect l="0" t="0" r="r" b="b"/>
                  <a:pathLst>
                    <a:path w="63" h="159">
                      <a:moveTo>
                        <a:pt x="43" y="38"/>
                      </a:moveTo>
                      <a:lnTo>
                        <a:pt x="43" y="10"/>
                      </a:lnTo>
                      <a:lnTo>
                        <a:pt x="50" y="0"/>
                      </a:lnTo>
                      <a:lnTo>
                        <a:pt x="61" y="0"/>
                      </a:lnTo>
                      <a:lnTo>
                        <a:pt x="63" y="53"/>
                      </a:lnTo>
                      <a:lnTo>
                        <a:pt x="43" y="88"/>
                      </a:lnTo>
                      <a:lnTo>
                        <a:pt x="42" y="111"/>
                      </a:lnTo>
                      <a:lnTo>
                        <a:pt x="33" y="124"/>
                      </a:lnTo>
                      <a:lnTo>
                        <a:pt x="24" y="153"/>
                      </a:lnTo>
                      <a:lnTo>
                        <a:pt x="15" y="159"/>
                      </a:lnTo>
                      <a:lnTo>
                        <a:pt x="12" y="130"/>
                      </a:lnTo>
                      <a:lnTo>
                        <a:pt x="0" y="106"/>
                      </a:lnTo>
                      <a:lnTo>
                        <a:pt x="8" y="103"/>
                      </a:lnTo>
                      <a:lnTo>
                        <a:pt x="17" y="67"/>
                      </a:lnTo>
                      <a:lnTo>
                        <a:pt x="29" y="44"/>
                      </a:lnTo>
                      <a:lnTo>
                        <a:pt x="43" y="38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GB" dirty="0">
                    <a:latin typeface="Trade Gothic LT Std" pitchFamily="50" charset="0"/>
                  </a:endParaRPr>
                </a:p>
              </p:txBody>
            </p:sp>
            <p:sp>
              <p:nvSpPr>
                <p:cNvPr id="115" name="Freeform 1190">
                  <a:extLst>
                    <a:ext uri="{FF2B5EF4-FFF2-40B4-BE49-F238E27FC236}">
                      <a16:creationId xmlns:a16="http://schemas.microsoft.com/office/drawing/2014/main" id="{8F8018E5-DD80-BF67-F57B-76730E47F207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2694" y="2217"/>
                  <a:ext cx="60" cy="70"/>
                </a:xfrm>
                <a:custGeom>
                  <a:avLst/>
                  <a:gdLst/>
                  <a:ahLst/>
                  <a:cxnLst>
                    <a:cxn ang="0">
                      <a:pos x="127" y="63"/>
                    </a:cxn>
                    <a:cxn ang="0">
                      <a:pos x="178" y="80"/>
                    </a:cxn>
                    <a:cxn ang="0">
                      <a:pos x="164" y="116"/>
                    </a:cxn>
                    <a:cxn ang="0">
                      <a:pos x="158" y="127"/>
                    </a:cxn>
                    <a:cxn ang="0">
                      <a:pos x="170" y="152"/>
                    </a:cxn>
                    <a:cxn ang="0">
                      <a:pos x="188" y="153"/>
                    </a:cxn>
                    <a:cxn ang="0">
                      <a:pos x="201" y="116"/>
                    </a:cxn>
                    <a:cxn ang="0">
                      <a:pos x="199" y="91"/>
                    </a:cxn>
                    <a:cxn ang="0">
                      <a:pos x="208" y="84"/>
                    </a:cxn>
                    <a:cxn ang="0">
                      <a:pos x="224" y="148"/>
                    </a:cxn>
                    <a:cxn ang="0">
                      <a:pos x="212" y="158"/>
                    </a:cxn>
                    <a:cxn ang="0">
                      <a:pos x="218" y="168"/>
                    </a:cxn>
                    <a:cxn ang="0">
                      <a:pos x="232" y="81"/>
                    </a:cxn>
                    <a:cxn ang="0">
                      <a:pos x="206" y="65"/>
                    </a:cxn>
                    <a:cxn ang="0">
                      <a:pos x="228" y="20"/>
                    </a:cxn>
                    <a:cxn ang="0">
                      <a:pos x="268" y="3"/>
                    </a:cxn>
                    <a:cxn ang="0">
                      <a:pos x="312" y="25"/>
                    </a:cxn>
                    <a:cxn ang="0">
                      <a:pos x="338" y="76"/>
                    </a:cxn>
                    <a:cxn ang="0">
                      <a:pos x="340" y="111"/>
                    </a:cxn>
                    <a:cxn ang="0">
                      <a:pos x="345" y="135"/>
                    </a:cxn>
                    <a:cxn ang="0">
                      <a:pos x="332" y="173"/>
                    </a:cxn>
                    <a:cxn ang="0">
                      <a:pos x="301" y="187"/>
                    </a:cxn>
                    <a:cxn ang="0">
                      <a:pos x="273" y="229"/>
                    </a:cxn>
                    <a:cxn ang="0">
                      <a:pos x="293" y="259"/>
                    </a:cxn>
                    <a:cxn ang="0">
                      <a:pos x="310" y="322"/>
                    </a:cxn>
                    <a:cxn ang="0">
                      <a:pos x="248" y="346"/>
                    </a:cxn>
                    <a:cxn ang="0">
                      <a:pos x="254" y="360"/>
                    </a:cxn>
                    <a:cxn ang="0">
                      <a:pos x="253" y="379"/>
                    </a:cxn>
                    <a:cxn ang="0">
                      <a:pos x="250" y="412"/>
                    </a:cxn>
                    <a:cxn ang="0">
                      <a:pos x="218" y="404"/>
                    </a:cxn>
                    <a:cxn ang="0">
                      <a:pos x="150" y="385"/>
                    </a:cxn>
                    <a:cxn ang="0">
                      <a:pos x="167" y="385"/>
                    </a:cxn>
                    <a:cxn ang="0">
                      <a:pos x="171" y="362"/>
                    </a:cxn>
                    <a:cxn ang="0">
                      <a:pos x="120" y="336"/>
                    </a:cxn>
                    <a:cxn ang="0">
                      <a:pos x="70" y="308"/>
                    </a:cxn>
                    <a:cxn ang="0">
                      <a:pos x="41" y="288"/>
                    </a:cxn>
                    <a:cxn ang="0">
                      <a:pos x="47" y="279"/>
                    </a:cxn>
                    <a:cxn ang="0">
                      <a:pos x="51" y="197"/>
                    </a:cxn>
                    <a:cxn ang="0">
                      <a:pos x="15" y="181"/>
                    </a:cxn>
                    <a:cxn ang="0">
                      <a:pos x="21" y="165"/>
                    </a:cxn>
                    <a:cxn ang="0">
                      <a:pos x="0" y="152"/>
                    </a:cxn>
                    <a:cxn ang="0">
                      <a:pos x="65" y="144"/>
                    </a:cxn>
                    <a:cxn ang="0">
                      <a:pos x="92" y="108"/>
                    </a:cxn>
                    <a:cxn ang="0">
                      <a:pos x="122" y="100"/>
                    </a:cxn>
                    <a:cxn ang="0">
                      <a:pos x="93" y="56"/>
                    </a:cxn>
                  </a:cxnLst>
                  <a:rect l="0" t="0" r="r" b="b"/>
                  <a:pathLst>
                    <a:path w="359" h="417">
                      <a:moveTo>
                        <a:pt x="93" y="56"/>
                      </a:moveTo>
                      <a:lnTo>
                        <a:pt x="127" y="63"/>
                      </a:lnTo>
                      <a:lnTo>
                        <a:pt x="178" y="62"/>
                      </a:lnTo>
                      <a:lnTo>
                        <a:pt x="178" y="80"/>
                      </a:lnTo>
                      <a:lnTo>
                        <a:pt x="165" y="85"/>
                      </a:lnTo>
                      <a:lnTo>
                        <a:pt x="164" y="116"/>
                      </a:lnTo>
                      <a:lnTo>
                        <a:pt x="156" y="122"/>
                      </a:lnTo>
                      <a:lnTo>
                        <a:pt x="158" y="127"/>
                      </a:lnTo>
                      <a:lnTo>
                        <a:pt x="167" y="122"/>
                      </a:lnTo>
                      <a:lnTo>
                        <a:pt x="170" y="152"/>
                      </a:lnTo>
                      <a:lnTo>
                        <a:pt x="173" y="170"/>
                      </a:lnTo>
                      <a:lnTo>
                        <a:pt x="188" y="153"/>
                      </a:lnTo>
                      <a:lnTo>
                        <a:pt x="195" y="119"/>
                      </a:lnTo>
                      <a:lnTo>
                        <a:pt x="201" y="116"/>
                      </a:lnTo>
                      <a:lnTo>
                        <a:pt x="202" y="91"/>
                      </a:lnTo>
                      <a:lnTo>
                        <a:pt x="199" y="91"/>
                      </a:lnTo>
                      <a:lnTo>
                        <a:pt x="202" y="84"/>
                      </a:lnTo>
                      <a:lnTo>
                        <a:pt x="208" y="84"/>
                      </a:lnTo>
                      <a:lnTo>
                        <a:pt x="225" y="127"/>
                      </a:lnTo>
                      <a:lnTo>
                        <a:pt x="224" y="148"/>
                      </a:lnTo>
                      <a:lnTo>
                        <a:pt x="218" y="148"/>
                      </a:lnTo>
                      <a:lnTo>
                        <a:pt x="212" y="158"/>
                      </a:lnTo>
                      <a:lnTo>
                        <a:pt x="218" y="159"/>
                      </a:lnTo>
                      <a:lnTo>
                        <a:pt x="218" y="168"/>
                      </a:lnTo>
                      <a:lnTo>
                        <a:pt x="229" y="169"/>
                      </a:lnTo>
                      <a:lnTo>
                        <a:pt x="232" y="81"/>
                      </a:lnTo>
                      <a:lnTo>
                        <a:pt x="224" y="69"/>
                      </a:lnTo>
                      <a:lnTo>
                        <a:pt x="206" y="65"/>
                      </a:lnTo>
                      <a:lnTo>
                        <a:pt x="203" y="50"/>
                      </a:lnTo>
                      <a:lnTo>
                        <a:pt x="228" y="20"/>
                      </a:lnTo>
                      <a:lnTo>
                        <a:pt x="265" y="10"/>
                      </a:lnTo>
                      <a:lnTo>
                        <a:pt x="268" y="3"/>
                      </a:lnTo>
                      <a:lnTo>
                        <a:pt x="292" y="0"/>
                      </a:lnTo>
                      <a:lnTo>
                        <a:pt x="312" y="25"/>
                      </a:lnTo>
                      <a:lnTo>
                        <a:pt x="330" y="73"/>
                      </a:lnTo>
                      <a:lnTo>
                        <a:pt x="338" y="76"/>
                      </a:lnTo>
                      <a:lnTo>
                        <a:pt x="335" y="93"/>
                      </a:lnTo>
                      <a:lnTo>
                        <a:pt x="340" y="111"/>
                      </a:lnTo>
                      <a:lnTo>
                        <a:pt x="347" y="115"/>
                      </a:lnTo>
                      <a:lnTo>
                        <a:pt x="345" y="135"/>
                      </a:lnTo>
                      <a:lnTo>
                        <a:pt x="359" y="173"/>
                      </a:lnTo>
                      <a:lnTo>
                        <a:pt x="332" y="173"/>
                      </a:lnTo>
                      <a:lnTo>
                        <a:pt x="319" y="187"/>
                      </a:lnTo>
                      <a:lnTo>
                        <a:pt x="301" y="187"/>
                      </a:lnTo>
                      <a:lnTo>
                        <a:pt x="283" y="208"/>
                      </a:lnTo>
                      <a:lnTo>
                        <a:pt x="273" y="229"/>
                      </a:lnTo>
                      <a:lnTo>
                        <a:pt x="269" y="257"/>
                      </a:lnTo>
                      <a:lnTo>
                        <a:pt x="293" y="259"/>
                      </a:lnTo>
                      <a:lnTo>
                        <a:pt x="310" y="286"/>
                      </a:lnTo>
                      <a:lnTo>
                        <a:pt x="310" y="322"/>
                      </a:lnTo>
                      <a:lnTo>
                        <a:pt x="255" y="335"/>
                      </a:lnTo>
                      <a:lnTo>
                        <a:pt x="248" y="346"/>
                      </a:lnTo>
                      <a:lnTo>
                        <a:pt x="248" y="360"/>
                      </a:lnTo>
                      <a:lnTo>
                        <a:pt x="254" y="360"/>
                      </a:lnTo>
                      <a:lnTo>
                        <a:pt x="260" y="379"/>
                      </a:lnTo>
                      <a:lnTo>
                        <a:pt x="253" y="379"/>
                      </a:lnTo>
                      <a:lnTo>
                        <a:pt x="250" y="388"/>
                      </a:lnTo>
                      <a:lnTo>
                        <a:pt x="250" y="412"/>
                      </a:lnTo>
                      <a:lnTo>
                        <a:pt x="229" y="417"/>
                      </a:lnTo>
                      <a:lnTo>
                        <a:pt x="218" y="404"/>
                      </a:lnTo>
                      <a:lnTo>
                        <a:pt x="164" y="395"/>
                      </a:lnTo>
                      <a:lnTo>
                        <a:pt x="150" y="385"/>
                      </a:lnTo>
                      <a:lnTo>
                        <a:pt x="150" y="379"/>
                      </a:lnTo>
                      <a:lnTo>
                        <a:pt x="167" y="385"/>
                      </a:lnTo>
                      <a:lnTo>
                        <a:pt x="164" y="362"/>
                      </a:lnTo>
                      <a:lnTo>
                        <a:pt x="171" y="362"/>
                      </a:lnTo>
                      <a:lnTo>
                        <a:pt x="171" y="349"/>
                      </a:lnTo>
                      <a:lnTo>
                        <a:pt x="120" y="336"/>
                      </a:lnTo>
                      <a:lnTo>
                        <a:pt x="73" y="339"/>
                      </a:lnTo>
                      <a:lnTo>
                        <a:pt x="70" y="308"/>
                      </a:lnTo>
                      <a:lnTo>
                        <a:pt x="47" y="300"/>
                      </a:lnTo>
                      <a:lnTo>
                        <a:pt x="41" y="288"/>
                      </a:lnTo>
                      <a:lnTo>
                        <a:pt x="41" y="281"/>
                      </a:lnTo>
                      <a:lnTo>
                        <a:pt x="47" y="279"/>
                      </a:lnTo>
                      <a:lnTo>
                        <a:pt x="50" y="261"/>
                      </a:lnTo>
                      <a:lnTo>
                        <a:pt x="51" y="197"/>
                      </a:lnTo>
                      <a:lnTo>
                        <a:pt x="42" y="185"/>
                      </a:lnTo>
                      <a:lnTo>
                        <a:pt x="15" y="181"/>
                      </a:lnTo>
                      <a:lnTo>
                        <a:pt x="8" y="173"/>
                      </a:lnTo>
                      <a:lnTo>
                        <a:pt x="21" y="165"/>
                      </a:lnTo>
                      <a:lnTo>
                        <a:pt x="0" y="157"/>
                      </a:lnTo>
                      <a:lnTo>
                        <a:pt x="0" y="152"/>
                      </a:lnTo>
                      <a:lnTo>
                        <a:pt x="13" y="143"/>
                      </a:lnTo>
                      <a:lnTo>
                        <a:pt x="65" y="144"/>
                      </a:lnTo>
                      <a:lnTo>
                        <a:pt x="86" y="137"/>
                      </a:lnTo>
                      <a:lnTo>
                        <a:pt x="92" y="108"/>
                      </a:lnTo>
                      <a:lnTo>
                        <a:pt x="114" y="108"/>
                      </a:lnTo>
                      <a:lnTo>
                        <a:pt x="122" y="100"/>
                      </a:lnTo>
                      <a:lnTo>
                        <a:pt x="126" y="81"/>
                      </a:lnTo>
                      <a:lnTo>
                        <a:pt x="93" y="56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GB" dirty="0">
                    <a:latin typeface="Trade Gothic LT Std" pitchFamily="50" charset="0"/>
                  </a:endParaRPr>
                </a:p>
              </p:txBody>
            </p:sp>
          </p:grpSp>
          <p:grpSp>
            <p:nvGrpSpPr>
              <p:cNvPr id="59" name="Group 1191">
                <a:extLst>
                  <a:ext uri="{FF2B5EF4-FFF2-40B4-BE49-F238E27FC236}">
                    <a16:creationId xmlns:a16="http://schemas.microsoft.com/office/drawing/2014/main" id="{81272715-6F42-6576-6EDE-1289D87977D3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4652962" y="1649415"/>
                <a:ext cx="1755775" cy="2082802"/>
                <a:chOff x="2483" y="1039"/>
                <a:chExt cx="895" cy="1062"/>
              </a:xfrm>
              <a:grpFill/>
            </p:grpSpPr>
            <p:sp>
              <p:nvSpPr>
                <p:cNvPr id="77" name="Freeform 1192">
                  <a:extLst>
                    <a:ext uri="{FF2B5EF4-FFF2-40B4-BE49-F238E27FC236}">
                      <a16:creationId xmlns:a16="http://schemas.microsoft.com/office/drawing/2014/main" id="{23C3D83A-2559-DB8D-2608-6BDB8F9609D3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2807" y="1255"/>
                  <a:ext cx="78" cy="72"/>
                </a:xfrm>
                <a:custGeom>
                  <a:avLst/>
                  <a:gdLst/>
                  <a:ahLst/>
                  <a:cxnLst>
                    <a:cxn ang="0">
                      <a:pos x="281" y="11"/>
                    </a:cxn>
                    <a:cxn ang="0">
                      <a:pos x="310" y="0"/>
                    </a:cxn>
                    <a:cxn ang="0">
                      <a:pos x="322" y="32"/>
                    </a:cxn>
                    <a:cxn ang="0">
                      <a:pos x="326" y="64"/>
                    </a:cxn>
                    <a:cxn ang="0">
                      <a:pos x="318" y="98"/>
                    </a:cxn>
                    <a:cxn ang="0">
                      <a:pos x="326" y="88"/>
                    </a:cxn>
                    <a:cxn ang="0">
                      <a:pos x="337" y="119"/>
                    </a:cxn>
                    <a:cxn ang="0">
                      <a:pos x="326" y="162"/>
                    </a:cxn>
                    <a:cxn ang="0">
                      <a:pos x="305" y="207"/>
                    </a:cxn>
                    <a:cxn ang="0">
                      <a:pos x="314" y="190"/>
                    </a:cxn>
                    <a:cxn ang="0">
                      <a:pos x="342" y="174"/>
                    </a:cxn>
                    <a:cxn ang="0">
                      <a:pos x="357" y="119"/>
                    </a:cxn>
                    <a:cxn ang="0">
                      <a:pos x="391" y="110"/>
                    </a:cxn>
                    <a:cxn ang="0">
                      <a:pos x="385" y="85"/>
                    </a:cxn>
                    <a:cxn ang="0">
                      <a:pos x="398" y="45"/>
                    </a:cxn>
                    <a:cxn ang="0">
                      <a:pos x="434" y="64"/>
                    </a:cxn>
                    <a:cxn ang="0">
                      <a:pos x="464" y="100"/>
                    </a:cxn>
                    <a:cxn ang="0">
                      <a:pos x="468" y="149"/>
                    </a:cxn>
                    <a:cxn ang="0">
                      <a:pos x="459" y="185"/>
                    </a:cxn>
                    <a:cxn ang="0">
                      <a:pos x="438" y="214"/>
                    </a:cxn>
                    <a:cxn ang="0">
                      <a:pos x="400" y="225"/>
                    </a:cxn>
                    <a:cxn ang="0">
                      <a:pos x="371" y="255"/>
                    </a:cxn>
                    <a:cxn ang="0">
                      <a:pos x="355" y="295"/>
                    </a:cxn>
                    <a:cxn ang="0">
                      <a:pos x="337" y="260"/>
                    </a:cxn>
                    <a:cxn ang="0">
                      <a:pos x="291" y="312"/>
                    </a:cxn>
                    <a:cxn ang="0">
                      <a:pos x="291" y="337"/>
                    </a:cxn>
                    <a:cxn ang="0">
                      <a:pos x="275" y="361"/>
                    </a:cxn>
                    <a:cxn ang="0">
                      <a:pos x="258" y="330"/>
                    </a:cxn>
                    <a:cxn ang="0">
                      <a:pos x="252" y="294"/>
                    </a:cxn>
                    <a:cxn ang="0">
                      <a:pos x="258" y="272"/>
                    </a:cxn>
                    <a:cxn ang="0">
                      <a:pos x="224" y="325"/>
                    </a:cxn>
                    <a:cxn ang="0">
                      <a:pos x="189" y="362"/>
                    </a:cxn>
                    <a:cxn ang="0">
                      <a:pos x="116" y="415"/>
                    </a:cxn>
                    <a:cxn ang="0">
                      <a:pos x="121" y="377"/>
                    </a:cxn>
                    <a:cxn ang="0">
                      <a:pos x="94" y="375"/>
                    </a:cxn>
                    <a:cxn ang="0">
                      <a:pos x="71" y="409"/>
                    </a:cxn>
                    <a:cxn ang="0">
                      <a:pos x="8" y="433"/>
                    </a:cxn>
                    <a:cxn ang="0">
                      <a:pos x="0" y="416"/>
                    </a:cxn>
                    <a:cxn ang="0">
                      <a:pos x="2" y="365"/>
                    </a:cxn>
                    <a:cxn ang="0">
                      <a:pos x="24" y="355"/>
                    </a:cxn>
                    <a:cxn ang="0">
                      <a:pos x="38" y="328"/>
                    </a:cxn>
                    <a:cxn ang="0">
                      <a:pos x="62" y="330"/>
                    </a:cxn>
                    <a:cxn ang="0">
                      <a:pos x="94" y="309"/>
                    </a:cxn>
                    <a:cxn ang="0">
                      <a:pos x="111" y="312"/>
                    </a:cxn>
                    <a:cxn ang="0">
                      <a:pos x="130" y="288"/>
                    </a:cxn>
                    <a:cxn ang="0">
                      <a:pos x="201" y="260"/>
                    </a:cxn>
                    <a:cxn ang="0">
                      <a:pos x="195" y="233"/>
                    </a:cxn>
                    <a:cxn ang="0">
                      <a:pos x="242" y="181"/>
                    </a:cxn>
                    <a:cxn ang="0">
                      <a:pos x="242" y="141"/>
                    </a:cxn>
                    <a:cxn ang="0">
                      <a:pos x="258" y="130"/>
                    </a:cxn>
                    <a:cxn ang="0">
                      <a:pos x="258" y="98"/>
                    </a:cxn>
                    <a:cxn ang="0">
                      <a:pos x="265" y="51"/>
                    </a:cxn>
                    <a:cxn ang="0">
                      <a:pos x="281" y="11"/>
                    </a:cxn>
                  </a:cxnLst>
                  <a:rect l="0" t="0" r="r" b="b"/>
                  <a:pathLst>
                    <a:path w="468" h="433">
                      <a:moveTo>
                        <a:pt x="281" y="11"/>
                      </a:moveTo>
                      <a:lnTo>
                        <a:pt x="310" y="0"/>
                      </a:lnTo>
                      <a:lnTo>
                        <a:pt x="322" y="32"/>
                      </a:lnTo>
                      <a:lnTo>
                        <a:pt x="326" y="64"/>
                      </a:lnTo>
                      <a:lnTo>
                        <a:pt x="318" y="98"/>
                      </a:lnTo>
                      <a:lnTo>
                        <a:pt x="326" y="88"/>
                      </a:lnTo>
                      <a:lnTo>
                        <a:pt x="337" y="119"/>
                      </a:lnTo>
                      <a:lnTo>
                        <a:pt x="326" y="162"/>
                      </a:lnTo>
                      <a:lnTo>
                        <a:pt x="305" y="207"/>
                      </a:lnTo>
                      <a:lnTo>
                        <a:pt x="314" y="190"/>
                      </a:lnTo>
                      <a:lnTo>
                        <a:pt x="342" y="174"/>
                      </a:lnTo>
                      <a:lnTo>
                        <a:pt x="357" y="119"/>
                      </a:lnTo>
                      <a:lnTo>
                        <a:pt x="391" y="110"/>
                      </a:lnTo>
                      <a:lnTo>
                        <a:pt x="385" y="85"/>
                      </a:lnTo>
                      <a:lnTo>
                        <a:pt x="398" y="45"/>
                      </a:lnTo>
                      <a:lnTo>
                        <a:pt x="434" y="64"/>
                      </a:lnTo>
                      <a:lnTo>
                        <a:pt x="464" y="100"/>
                      </a:lnTo>
                      <a:lnTo>
                        <a:pt x="468" y="149"/>
                      </a:lnTo>
                      <a:lnTo>
                        <a:pt x="459" y="185"/>
                      </a:lnTo>
                      <a:lnTo>
                        <a:pt x="438" y="214"/>
                      </a:lnTo>
                      <a:lnTo>
                        <a:pt x="400" y="225"/>
                      </a:lnTo>
                      <a:lnTo>
                        <a:pt x="371" y="255"/>
                      </a:lnTo>
                      <a:lnTo>
                        <a:pt x="355" y="295"/>
                      </a:lnTo>
                      <a:lnTo>
                        <a:pt x="337" y="260"/>
                      </a:lnTo>
                      <a:lnTo>
                        <a:pt x="291" y="312"/>
                      </a:lnTo>
                      <a:lnTo>
                        <a:pt x="291" y="337"/>
                      </a:lnTo>
                      <a:lnTo>
                        <a:pt x="275" y="361"/>
                      </a:lnTo>
                      <a:lnTo>
                        <a:pt x="258" y="330"/>
                      </a:lnTo>
                      <a:lnTo>
                        <a:pt x="252" y="294"/>
                      </a:lnTo>
                      <a:lnTo>
                        <a:pt x="258" y="272"/>
                      </a:lnTo>
                      <a:lnTo>
                        <a:pt x="224" y="325"/>
                      </a:lnTo>
                      <a:lnTo>
                        <a:pt x="189" y="362"/>
                      </a:lnTo>
                      <a:lnTo>
                        <a:pt x="116" y="415"/>
                      </a:lnTo>
                      <a:lnTo>
                        <a:pt x="121" y="377"/>
                      </a:lnTo>
                      <a:lnTo>
                        <a:pt x="94" y="375"/>
                      </a:lnTo>
                      <a:lnTo>
                        <a:pt x="71" y="409"/>
                      </a:lnTo>
                      <a:lnTo>
                        <a:pt x="8" y="433"/>
                      </a:lnTo>
                      <a:lnTo>
                        <a:pt x="0" y="416"/>
                      </a:lnTo>
                      <a:lnTo>
                        <a:pt x="2" y="365"/>
                      </a:lnTo>
                      <a:lnTo>
                        <a:pt x="24" y="355"/>
                      </a:lnTo>
                      <a:lnTo>
                        <a:pt x="38" y="328"/>
                      </a:lnTo>
                      <a:lnTo>
                        <a:pt x="62" y="330"/>
                      </a:lnTo>
                      <a:lnTo>
                        <a:pt x="94" y="309"/>
                      </a:lnTo>
                      <a:lnTo>
                        <a:pt x="111" y="312"/>
                      </a:lnTo>
                      <a:lnTo>
                        <a:pt x="130" y="288"/>
                      </a:lnTo>
                      <a:lnTo>
                        <a:pt x="201" y="260"/>
                      </a:lnTo>
                      <a:lnTo>
                        <a:pt x="195" y="233"/>
                      </a:lnTo>
                      <a:lnTo>
                        <a:pt x="242" y="181"/>
                      </a:lnTo>
                      <a:lnTo>
                        <a:pt x="242" y="141"/>
                      </a:lnTo>
                      <a:lnTo>
                        <a:pt x="258" y="130"/>
                      </a:lnTo>
                      <a:lnTo>
                        <a:pt x="258" y="98"/>
                      </a:lnTo>
                      <a:lnTo>
                        <a:pt x="265" y="51"/>
                      </a:lnTo>
                      <a:lnTo>
                        <a:pt x="281" y="11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GB" dirty="0">
                    <a:latin typeface="Trade Gothic LT Std" pitchFamily="50" charset="0"/>
                  </a:endParaRPr>
                </a:p>
              </p:txBody>
            </p:sp>
            <p:sp>
              <p:nvSpPr>
                <p:cNvPr id="78" name="Freeform 1193">
                  <a:extLst>
                    <a:ext uri="{FF2B5EF4-FFF2-40B4-BE49-F238E27FC236}">
                      <a16:creationId xmlns:a16="http://schemas.microsoft.com/office/drawing/2014/main" id="{3F393572-A86D-39A0-13E3-22F4FAE7F04B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2812" y="1254"/>
                  <a:ext cx="30" cy="36"/>
                </a:xfrm>
                <a:custGeom>
                  <a:avLst/>
                  <a:gdLst/>
                  <a:ahLst/>
                  <a:cxnLst>
                    <a:cxn ang="0">
                      <a:pos x="7" y="158"/>
                    </a:cxn>
                    <a:cxn ang="0">
                      <a:pos x="19" y="149"/>
                    </a:cxn>
                    <a:cxn ang="0">
                      <a:pos x="13" y="132"/>
                    </a:cxn>
                    <a:cxn ang="0">
                      <a:pos x="15" y="112"/>
                    </a:cxn>
                    <a:cxn ang="0">
                      <a:pos x="31" y="126"/>
                    </a:cxn>
                    <a:cxn ang="0">
                      <a:pos x="41" y="105"/>
                    </a:cxn>
                    <a:cxn ang="0">
                      <a:pos x="63" y="113"/>
                    </a:cxn>
                    <a:cxn ang="0">
                      <a:pos x="74" y="92"/>
                    </a:cxn>
                    <a:cxn ang="0">
                      <a:pos x="83" y="45"/>
                    </a:cxn>
                    <a:cxn ang="0">
                      <a:pos x="101" y="81"/>
                    </a:cxn>
                    <a:cxn ang="0">
                      <a:pos x="131" y="80"/>
                    </a:cxn>
                    <a:cxn ang="0">
                      <a:pos x="131" y="0"/>
                    </a:cxn>
                    <a:cxn ang="0">
                      <a:pos x="176" y="80"/>
                    </a:cxn>
                    <a:cxn ang="0">
                      <a:pos x="176" y="117"/>
                    </a:cxn>
                    <a:cxn ang="0">
                      <a:pos x="182" y="181"/>
                    </a:cxn>
                    <a:cxn ang="0">
                      <a:pos x="154" y="186"/>
                    </a:cxn>
                    <a:cxn ang="0">
                      <a:pos x="131" y="208"/>
                    </a:cxn>
                    <a:cxn ang="0">
                      <a:pos x="101" y="219"/>
                    </a:cxn>
                    <a:cxn ang="0">
                      <a:pos x="90" y="186"/>
                    </a:cxn>
                    <a:cxn ang="0">
                      <a:pos x="115" y="161"/>
                    </a:cxn>
                    <a:cxn ang="0">
                      <a:pos x="128" y="132"/>
                    </a:cxn>
                    <a:cxn ang="0">
                      <a:pos x="103" y="163"/>
                    </a:cxn>
                    <a:cxn ang="0">
                      <a:pos x="83" y="161"/>
                    </a:cxn>
                    <a:cxn ang="0">
                      <a:pos x="13" y="210"/>
                    </a:cxn>
                    <a:cxn ang="0">
                      <a:pos x="0" y="188"/>
                    </a:cxn>
                    <a:cxn ang="0">
                      <a:pos x="7" y="158"/>
                    </a:cxn>
                  </a:cxnLst>
                  <a:rect l="0" t="0" r="r" b="b"/>
                  <a:pathLst>
                    <a:path w="182" h="219">
                      <a:moveTo>
                        <a:pt x="7" y="158"/>
                      </a:moveTo>
                      <a:lnTo>
                        <a:pt x="19" y="149"/>
                      </a:lnTo>
                      <a:lnTo>
                        <a:pt x="13" y="132"/>
                      </a:lnTo>
                      <a:lnTo>
                        <a:pt x="15" y="112"/>
                      </a:lnTo>
                      <a:lnTo>
                        <a:pt x="31" y="126"/>
                      </a:lnTo>
                      <a:lnTo>
                        <a:pt x="41" y="105"/>
                      </a:lnTo>
                      <a:lnTo>
                        <a:pt x="63" y="113"/>
                      </a:lnTo>
                      <a:lnTo>
                        <a:pt x="74" y="92"/>
                      </a:lnTo>
                      <a:lnTo>
                        <a:pt x="83" y="45"/>
                      </a:lnTo>
                      <a:lnTo>
                        <a:pt x="101" y="81"/>
                      </a:lnTo>
                      <a:lnTo>
                        <a:pt x="131" y="80"/>
                      </a:lnTo>
                      <a:lnTo>
                        <a:pt x="131" y="0"/>
                      </a:lnTo>
                      <a:lnTo>
                        <a:pt x="176" y="80"/>
                      </a:lnTo>
                      <a:lnTo>
                        <a:pt x="176" y="117"/>
                      </a:lnTo>
                      <a:lnTo>
                        <a:pt x="182" y="181"/>
                      </a:lnTo>
                      <a:lnTo>
                        <a:pt x="154" y="186"/>
                      </a:lnTo>
                      <a:lnTo>
                        <a:pt x="131" y="208"/>
                      </a:lnTo>
                      <a:lnTo>
                        <a:pt x="101" y="219"/>
                      </a:lnTo>
                      <a:lnTo>
                        <a:pt x="90" y="186"/>
                      </a:lnTo>
                      <a:lnTo>
                        <a:pt x="115" y="161"/>
                      </a:lnTo>
                      <a:lnTo>
                        <a:pt x="128" y="132"/>
                      </a:lnTo>
                      <a:lnTo>
                        <a:pt x="103" y="163"/>
                      </a:lnTo>
                      <a:lnTo>
                        <a:pt x="83" y="161"/>
                      </a:lnTo>
                      <a:lnTo>
                        <a:pt x="13" y="210"/>
                      </a:lnTo>
                      <a:lnTo>
                        <a:pt x="0" y="188"/>
                      </a:lnTo>
                      <a:lnTo>
                        <a:pt x="7" y="158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GB" dirty="0">
                    <a:latin typeface="Trade Gothic LT Std" pitchFamily="50" charset="0"/>
                  </a:endParaRPr>
                </a:p>
              </p:txBody>
            </p:sp>
            <p:sp>
              <p:nvSpPr>
                <p:cNvPr id="79" name="Freeform 1194">
                  <a:extLst>
                    <a:ext uri="{FF2B5EF4-FFF2-40B4-BE49-F238E27FC236}">
                      <a16:creationId xmlns:a16="http://schemas.microsoft.com/office/drawing/2014/main" id="{003539A5-0093-5259-4F6D-D2815AAEB1E0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2850" y="1221"/>
                  <a:ext cx="22" cy="31"/>
                </a:xfrm>
                <a:custGeom>
                  <a:avLst/>
                  <a:gdLst/>
                  <a:ahLst/>
                  <a:cxnLst>
                    <a:cxn ang="0">
                      <a:pos x="52" y="64"/>
                    </a:cxn>
                    <a:cxn ang="0">
                      <a:pos x="68" y="62"/>
                    </a:cxn>
                    <a:cxn ang="0">
                      <a:pos x="81" y="1"/>
                    </a:cxn>
                    <a:cxn ang="0">
                      <a:pos x="101" y="0"/>
                    </a:cxn>
                    <a:cxn ang="0">
                      <a:pos x="136" y="20"/>
                    </a:cxn>
                    <a:cxn ang="0">
                      <a:pos x="124" y="45"/>
                    </a:cxn>
                    <a:cxn ang="0">
                      <a:pos x="117" y="91"/>
                    </a:cxn>
                    <a:cxn ang="0">
                      <a:pos x="95" y="146"/>
                    </a:cxn>
                    <a:cxn ang="0">
                      <a:pos x="56" y="175"/>
                    </a:cxn>
                    <a:cxn ang="0">
                      <a:pos x="32" y="185"/>
                    </a:cxn>
                    <a:cxn ang="0">
                      <a:pos x="9" y="183"/>
                    </a:cxn>
                    <a:cxn ang="0">
                      <a:pos x="0" y="160"/>
                    </a:cxn>
                    <a:cxn ang="0">
                      <a:pos x="7" y="113"/>
                    </a:cxn>
                    <a:cxn ang="0">
                      <a:pos x="50" y="86"/>
                    </a:cxn>
                    <a:cxn ang="0">
                      <a:pos x="52" y="64"/>
                    </a:cxn>
                  </a:cxnLst>
                  <a:rect l="0" t="0" r="r" b="b"/>
                  <a:pathLst>
                    <a:path w="136" h="185">
                      <a:moveTo>
                        <a:pt x="52" y="64"/>
                      </a:moveTo>
                      <a:lnTo>
                        <a:pt x="68" y="62"/>
                      </a:lnTo>
                      <a:lnTo>
                        <a:pt x="81" y="1"/>
                      </a:lnTo>
                      <a:lnTo>
                        <a:pt x="101" y="0"/>
                      </a:lnTo>
                      <a:lnTo>
                        <a:pt x="136" y="20"/>
                      </a:lnTo>
                      <a:lnTo>
                        <a:pt x="124" y="45"/>
                      </a:lnTo>
                      <a:lnTo>
                        <a:pt x="117" y="91"/>
                      </a:lnTo>
                      <a:lnTo>
                        <a:pt x="95" y="146"/>
                      </a:lnTo>
                      <a:lnTo>
                        <a:pt x="56" y="175"/>
                      </a:lnTo>
                      <a:lnTo>
                        <a:pt x="32" y="185"/>
                      </a:lnTo>
                      <a:lnTo>
                        <a:pt x="9" y="183"/>
                      </a:lnTo>
                      <a:lnTo>
                        <a:pt x="0" y="160"/>
                      </a:lnTo>
                      <a:lnTo>
                        <a:pt x="7" y="113"/>
                      </a:lnTo>
                      <a:lnTo>
                        <a:pt x="50" y="86"/>
                      </a:lnTo>
                      <a:lnTo>
                        <a:pt x="52" y="64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GB" dirty="0">
                    <a:latin typeface="Trade Gothic LT Std" pitchFamily="50" charset="0"/>
                  </a:endParaRPr>
                </a:p>
              </p:txBody>
            </p:sp>
            <p:sp>
              <p:nvSpPr>
                <p:cNvPr id="80" name="Freeform 1195">
                  <a:extLst>
                    <a:ext uri="{FF2B5EF4-FFF2-40B4-BE49-F238E27FC236}">
                      <a16:creationId xmlns:a16="http://schemas.microsoft.com/office/drawing/2014/main" id="{4275B827-EF65-B58F-296A-D8BC5ED53C9A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2822" y="1351"/>
                  <a:ext cx="21" cy="22"/>
                </a:xfrm>
                <a:custGeom>
                  <a:avLst/>
                  <a:gdLst/>
                  <a:ahLst/>
                  <a:cxnLst>
                    <a:cxn ang="0">
                      <a:pos x="42" y="64"/>
                    </a:cxn>
                    <a:cxn ang="0">
                      <a:pos x="36" y="62"/>
                    </a:cxn>
                    <a:cxn ang="0">
                      <a:pos x="22" y="23"/>
                    </a:cxn>
                    <a:cxn ang="0">
                      <a:pos x="54" y="37"/>
                    </a:cxn>
                    <a:cxn ang="0">
                      <a:pos x="79" y="35"/>
                    </a:cxn>
                    <a:cxn ang="0">
                      <a:pos x="115" y="0"/>
                    </a:cxn>
                    <a:cxn ang="0">
                      <a:pos x="124" y="29"/>
                    </a:cxn>
                    <a:cxn ang="0">
                      <a:pos x="117" y="57"/>
                    </a:cxn>
                    <a:cxn ang="0">
                      <a:pos x="91" y="69"/>
                    </a:cxn>
                    <a:cxn ang="0">
                      <a:pos x="72" y="100"/>
                    </a:cxn>
                    <a:cxn ang="0">
                      <a:pos x="38" y="124"/>
                    </a:cxn>
                    <a:cxn ang="0">
                      <a:pos x="17" y="129"/>
                    </a:cxn>
                    <a:cxn ang="0">
                      <a:pos x="0" y="115"/>
                    </a:cxn>
                    <a:cxn ang="0">
                      <a:pos x="22" y="79"/>
                    </a:cxn>
                    <a:cxn ang="0">
                      <a:pos x="44" y="76"/>
                    </a:cxn>
                    <a:cxn ang="0">
                      <a:pos x="42" y="64"/>
                    </a:cxn>
                  </a:cxnLst>
                  <a:rect l="0" t="0" r="r" b="b"/>
                  <a:pathLst>
                    <a:path w="124" h="129">
                      <a:moveTo>
                        <a:pt x="42" y="64"/>
                      </a:moveTo>
                      <a:lnTo>
                        <a:pt x="36" y="62"/>
                      </a:lnTo>
                      <a:lnTo>
                        <a:pt x="22" y="23"/>
                      </a:lnTo>
                      <a:lnTo>
                        <a:pt x="54" y="37"/>
                      </a:lnTo>
                      <a:lnTo>
                        <a:pt x="79" y="35"/>
                      </a:lnTo>
                      <a:lnTo>
                        <a:pt x="115" y="0"/>
                      </a:lnTo>
                      <a:lnTo>
                        <a:pt x="124" y="29"/>
                      </a:lnTo>
                      <a:lnTo>
                        <a:pt x="117" y="57"/>
                      </a:lnTo>
                      <a:lnTo>
                        <a:pt x="91" y="69"/>
                      </a:lnTo>
                      <a:lnTo>
                        <a:pt x="72" y="100"/>
                      </a:lnTo>
                      <a:lnTo>
                        <a:pt x="38" y="124"/>
                      </a:lnTo>
                      <a:lnTo>
                        <a:pt x="17" y="129"/>
                      </a:lnTo>
                      <a:lnTo>
                        <a:pt x="0" y="115"/>
                      </a:lnTo>
                      <a:lnTo>
                        <a:pt x="22" y="79"/>
                      </a:lnTo>
                      <a:lnTo>
                        <a:pt x="44" y="76"/>
                      </a:lnTo>
                      <a:lnTo>
                        <a:pt x="42" y="64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GB" dirty="0">
                    <a:latin typeface="Trade Gothic LT Std" pitchFamily="50" charset="0"/>
                  </a:endParaRPr>
                </a:p>
              </p:txBody>
            </p:sp>
            <p:sp>
              <p:nvSpPr>
                <p:cNvPr id="81" name="Freeform 1196">
                  <a:extLst>
                    <a:ext uri="{FF2B5EF4-FFF2-40B4-BE49-F238E27FC236}">
                      <a16:creationId xmlns:a16="http://schemas.microsoft.com/office/drawing/2014/main" id="{8F6736F5-DC14-C1AE-CFC7-D4FDDB87C2EB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2893" y="1195"/>
                  <a:ext cx="40" cy="52"/>
                </a:xfrm>
                <a:custGeom>
                  <a:avLst/>
                  <a:gdLst/>
                  <a:ahLst/>
                  <a:cxnLst>
                    <a:cxn ang="0">
                      <a:pos x="32" y="218"/>
                    </a:cxn>
                    <a:cxn ang="0">
                      <a:pos x="7" y="199"/>
                    </a:cxn>
                    <a:cxn ang="0">
                      <a:pos x="32" y="201"/>
                    </a:cxn>
                    <a:cxn ang="0">
                      <a:pos x="41" y="187"/>
                    </a:cxn>
                    <a:cxn ang="0">
                      <a:pos x="45" y="165"/>
                    </a:cxn>
                    <a:cxn ang="0">
                      <a:pos x="20" y="155"/>
                    </a:cxn>
                    <a:cxn ang="0">
                      <a:pos x="43" y="147"/>
                    </a:cxn>
                    <a:cxn ang="0">
                      <a:pos x="30" y="128"/>
                    </a:cxn>
                    <a:cxn ang="0">
                      <a:pos x="59" y="101"/>
                    </a:cxn>
                    <a:cxn ang="0">
                      <a:pos x="86" y="118"/>
                    </a:cxn>
                    <a:cxn ang="0">
                      <a:pos x="109" y="89"/>
                    </a:cxn>
                    <a:cxn ang="0">
                      <a:pos x="88" y="63"/>
                    </a:cxn>
                    <a:cxn ang="0">
                      <a:pos x="109" y="53"/>
                    </a:cxn>
                    <a:cxn ang="0">
                      <a:pos x="139" y="67"/>
                    </a:cxn>
                    <a:cxn ang="0">
                      <a:pos x="152" y="48"/>
                    </a:cxn>
                    <a:cxn ang="0">
                      <a:pos x="137" y="0"/>
                    </a:cxn>
                    <a:cxn ang="0">
                      <a:pos x="162" y="38"/>
                    </a:cxn>
                    <a:cxn ang="0">
                      <a:pos x="166" y="4"/>
                    </a:cxn>
                    <a:cxn ang="0">
                      <a:pos x="193" y="2"/>
                    </a:cxn>
                    <a:cxn ang="0">
                      <a:pos x="215" y="53"/>
                    </a:cxn>
                    <a:cxn ang="0">
                      <a:pos x="231" y="72"/>
                    </a:cxn>
                    <a:cxn ang="0">
                      <a:pos x="242" y="121"/>
                    </a:cxn>
                    <a:cxn ang="0">
                      <a:pos x="222" y="161"/>
                    </a:cxn>
                    <a:cxn ang="0">
                      <a:pos x="222" y="236"/>
                    </a:cxn>
                    <a:cxn ang="0">
                      <a:pos x="159" y="245"/>
                    </a:cxn>
                    <a:cxn ang="0">
                      <a:pos x="156" y="220"/>
                    </a:cxn>
                    <a:cxn ang="0">
                      <a:pos x="129" y="228"/>
                    </a:cxn>
                    <a:cxn ang="0">
                      <a:pos x="107" y="282"/>
                    </a:cxn>
                    <a:cxn ang="0">
                      <a:pos x="43" y="290"/>
                    </a:cxn>
                    <a:cxn ang="0">
                      <a:pos x="16" y="309"/>
                    </a:cxn>
                    <a:cxn ang="0">
                      <a:pos x="0" y="282"/>
                    </a:cxn>
                    <a:cxn ang="0">
                      <a:pos x="38" y="253"/>
                    </a:cxn>
                    <a:cxn ang="0">
                      <a:pos x="51" y="231"/>
                    </a:cxn>
                    <a:cxn ang="0">
                      <a:pos x="32" y="218"/>
                    </a:cxn>
                  </a:cxnLst>
                  <a:rect l="0" t="0" r="r" b="b"/>
                  <a:pathLst>
                    <a:path w="242" h="309">
                      <a:moveTo>
                        <a:pt x="32" y="218"/>
                      </a:moveTo>
                      <a:lnTo>
                        <a:pt x="7" y="199"/>
                      </a:lnTo>
                      <a:lnTo>
                        <a:pt x="32" y="201"/>
                      </a:lnTo>
                      <a:lnTo>
                        <a:pt x="41" y="187"/>
                      </a:lnTo>
                      <a:lnTo>
                        <a:pt x="45" y="165"/>
                      </a:lnTo>
                      <a:lnTo>
                        <a:pt x="20" y="155"/>
                      </a:lnTo>
                      <a:lnTo>
                        <a:pt x="43" y="147"/>
                      </a:lnTo>
                      <a:lnTo>
                        <a:pt x="30" y="128"/>
                      </a:lnTo>
                      <a:lnTo>
                        <a:pt x="59" y="101"/>
                      </a:lnTo>
                      <a:lnTo>
                        <a:pt x="86" y="118"/>
                      </a:lnTo>
                      <a:lnTo>
                        <a:pt x="109" y="89"/>
                      </a:lnTo>
                      <a:lnTo>
                        <a:pt x="88" y="63"/>
                      </a:lnTo>
                      <a:lnTo>
                        <a:pt x="109" y="53"/>
                      </a:lnTo>
                      <a:lnTo>
                        <a:pt x="139" y="67"/>
                      </a:lnTo>
                      <a:lnTo>
                        <a:pt x="152" y="48"/>
                      </a:lnTo>
                      <a:lnTo>
                        <a:pt x="137" y="0"/>
                      </a:lnTo>
                      <a:lnTo>
                        <a:pt x="162" y="38"/>
                      </a:lnTo>
                      <a:lnTo>
                        <a:pt x="166" y="4"/>
                      </a:lnTo>
                      <a:lnTo>
                        <a:pt x="193" y="2"/>
                      </a:lnTo>
                      <a:lnTo>
                        <a:pt x="215" y="53"/>
                      </a:lnTo>
                      <a:lnTo>
                        <a:pt x="231" y="72"/>
                      </a:lnTo>
                      <a:lnTo>
                        <a:pt x="242" y="121"/>
                      </a:lnTo>
                      <a:lnTo>
                        <a:pt x="222" y="161"/>
                      </a:lnTo>
                      <a:lnTo>
                        <a:pt x="222" y="236"/>
                      </a:lnTo>
                      <a:lnTo>
                        <a:pt x="159" y="245"/>
                      </a:lnTo>
                      <a:lnTo>
                        <a:pt x="156" y="220"/>
                      </a:lnTo>
                      <a:lnTo>
                        <a:pt x="129" y="228"/>
                      </a:lnTo>
                      <a:lnTo>
                        <a:pt x="107" y="282"/>
                      </a:lnTo>
                      <a:lnTo>
                        <a:pt x="43" y="290"/>
                      </a:lnTo>
                      <a:lnTo>
                        <a:pt x="16" y="309"/>
                      </a:lnTo>
                      <a:lnTo>
                        <a:pt x="0" y="282"/>
                      </a:lnTo>
                      <a:lnTo>
                        <a:pt x="38" y="253"/>
                      </a:lnTo>
                      <a:lnTo>
                        <a:pt x="51" y="231"/>
                      </a:lnTo>
                      <a:lnTo>
                        <a:pt x="32" y="218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GB" dirty="0">
                    <a:latin typeface="Trade Gothic LT Std" pitchFamily="50" charset="0"/>
                  </a:endParaRPr>
                </a:p>
              </p:txBody>
            </p:sp>
            <p:sp>
              <p:nvSpPr>
                <p:cNvPr id="82" name="Freeform 1197">
                  <a:extLst>
                    <a:ext uri="{FF2B5EF4-FFF2-40B4-BE49-F238E27FC236}">
                      <a16:creationId xmlns:a16="http://schemas.microsoft.com/office/drawing/2014/main" id="{1F29ABEA-C0B5-CA41-B94F-6317BB61B1A4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2937" y="1167"/>
                  <a:ext cx="31" cy="31"/>
                </a:xfrm>
                <a:custGeom>
                  <a:avLst/>
                  <a:gdLst/>
                  <a:ahLst/>
                  <a:cxnLst>
                    <a:cxn ang="0">
                      <a:pos x="34" y="94"/>
                    </a:cxn>
                    <a:cxn ang="0">
                      <a:pos x="79" y="96"/>
                    </a:cxn>
                    <a:cxn ang="0">
                      <a:pos x="87" y="85"/>
                    </a:cxn>
                    <a:cxn ang="0">
                      <a:pos x="95" y="41"/>
                    </a:cxn>
                    <a:cxn ang="0">
                      <a:pos x="112" y="73"/>
                    </a:cxn>
                    <a:cxn ang="0">
                      <a:pos x="124" y="73"/>
                    </a:cxn>
                    <a:cxn ang="0">
                      <a:pos x="134" y="32"/>
                    </a:cxn>
                    <a:cxn ang="0">
                      <a:pos x="134" y="0"/>
                    </a:cxn>
                    <a:cxn ang="0">
                      <a:pos x="171" y="21"/>
                    </a:cxn>
                    <a:cxn ang="0">
                      <a:pos x="185" y="51"/>
                    </a:cxn>
                    <a:cxn ang="0">
                      <a:pos x="153" y="116"/>
                    </a:cxn>
                    <a:cxn ang="0">
                      <a:pos x="151" y="148"/>
                    </a:cxn>
                    <a:cxn ang="0">
                      <a:pos x="58" y="184"/>
                    </a:cxn>
                    <a:cxn ang="0">
                      <a:pos x="0" y="168"/>
                    </a:cxn>
                    <a:cxn ang="0">
                      <a:pos x="1" y="149"/>
                    </a:cxn>
                    <a:cxn ang="0">
                      <a:pos x="29" y="151"/>
                    </a:cxn>
                    <a:cxn ang="0">
                      <a:pos x="38" y="135"/>
                    </a:cxn>
                    <a:cxn ang="0">
                      <a:pos x="34" y="94"/>
                    </a:cxn>
                  </a:cxnLst>
                  <a:rect l="0" t="0" r="r" b="b"/>
                  <a:pathLst>
                    <a:path w="185" h="184">
                      <a:moveTo>
                        <a:pt x="34" y="94"/>
                      </a:moveTo>
                      <a:lnTo>
                        <a:pt x="79" y="96"/>
                      </a:lnTo>
                      <a:lnTo>
                        <a:pt x="87" y="85"/>
                      </a:lnTo>
                      <a:lnTo>
                        <a:pt x="95" y="41"/>
                      </a:lnTo>
                      <a:lnTo>
                        <a:pt x="112" y="73"/>
                      </a:lnTo>
                      <a:lnTo>
                        <a:pt x="124" y="73"/>
                      </a:lnTo>
                      <a:lnTo>
                        <a:pt x="134" y="32"/>
                      </a:lnTo>
                      <a:lnTo>
                        <a:pt x="134" y="0"/>
                      </a:lnTo>
                      <a:lnTo>
                        <a:pt x="171" y="21"/>
                      </a:lnTo>
                      <a:lnTo>
                        <a:pt x="185" y="51"/>
                      </a:lnTo>
                      <a:lnTo>
                        <a:pt x="153" y="116"/>
                      </a:lnTo>
                      <a:lnTo>
                        <a:pt x="151" y="148"/>
                      </a:lnTo>
                      <a:lnTo>
                        <a:pt x="58" y="184"/>
                      </a:lnTo>
                      <a:lnTo>
                        <a:pt x="0" y="168"/>
                      </a:lnTo>
                      <a:lnTo>
                        <a:pt x="1" y="149"/>
                      </a:lnTo>
                      <a:lnTo>
                        <a:pt x="29" y="151"/>
                      </a:lnTo>
                      <a:lnTo>
                        <a:pt x="38" y="135"/>
                      </a:lnTo>
                      <a:lnTo>
                        <a:pt x="34" y="94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GB" dirty="0">
                    <a:latin typeface="Trade Gothic LT Std" pitchFamily="50" charset="0"/>
                  </a:endParaRPr>
                </a:p>
              </p:txBody>
            </p:sp>
            <p:sp>
              <p:nvSpPr>
                <p:cNvPr id="83" name="Freeform 1198">
                  <a:extLst>
                    <a:ext uri="{FF2B5EF4-FFF2-40B4-BE49-F238E27FC236}">
                      <a16:creationId xmlns:a16="http://schemas.microsoft.com/office/drawing/2014/main" id="{059C2E11-A081-E4E7-4C4B-A9830AC65448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2958" y="1144"/>
                  <a:ext cx="30" cy="29"/>
                </a:xfrm>
                <a:custGeom>
                  <a:avLst/>
                  <a:gdLst/>
                  <a:ahLst/>
                  <a:cxnLst>
                    <a:cxn ang="0">
                      <a:pos x="37" y="37"/>
                    </a:cxn>
                    <a:cxn ang="0">
                      <a:pos x="20" y="56"/>
                    </a:cxn>
                    <a:cxn ang="0">
                      <a:pos x="9" y="47"/>
                    </a:cxn>
                    <a:cxn ang="0">
                      <a:pos x="0" y="17"/>
                    </a:cxn>
                    <a:cxn ang="0">
                      <a:pos x="10" y="0"/>
                    </a:cxn>
                    <a:cxn ang="0">
                      <a:pos x="33" y="13"/>
                    </a:cxn>
                    <a:cxn ang="0">
                      <a:pos x="72" y="13"/>
                    </a:cxn>
                    <a:cxn ang="0">
                      <a:pos x="88" y="17"/>
                    </a:cxn>
                    <a:cxn ang="0">
                      <a:pos x="94" y="31"/>
                    </a:cxn>
                    <a:cxn ang="0">
                      <a:pos x="90" y="79"/>
                    </a:cxn>
                    <a:cxn ang="0">
                      <a:pos x="104" y="79"/>
                    </a:cxn>
                    <a:cxn ang="0">
                      <a:pos x="108" y="58"/>
                    </a:cxn>
                    <a:cxn ang="0">
                      <a:pos x="135" y="47"/>
                    </a:cxn>
                    <a:cxn ang="0">
                      <a:pos x="180" y="63"/>
                    </a:cxn>
                    <a:cxn ang="0">
                      <a:pos x="135" y="152"/>
                    </a:cxn>
                    <a:cxn ang="0">
                      <a:pos x="108" y="169"/>
                    </a:cxn>
                    <a:cxn ang="0">
                      <a:pos x="31" y="109"/>
                    </a:cxn>
                    <a:cxn ang="0">
                      <a:pos x="23" y="79"/>
                    </a:cxn>
                    <a:cxn ang="0">
                      <a:pos x="38" y="92"/>
                    </a:cxn>
                    <a:cxn ang="0">
                      <a:pos x="47" y="39"/>
                    </a:cxn>
                    <a:cxn ang="0">
                      <a:pos x="37" y="37"/>
                    </a:cxn>
                  </a:cxnLst>
                  <a:rect l="0" t="0" r="r" b="b"/>
                  <a:pathLst>
                    <a:path w="180" h="169">
                      <a:moveTo>
                        <a:pt x="37" y="37"/>
                      </a:moveTo>
                      <a:lnTo>
                        <a:pt x="20" y="56"/>
                      </a:lnTo>
                      <a:lnTo>
                        <a:pt x="9" y="47"/>
                      </a:lnTo>
                      <a:lnTo>
                        <a:pt x="0" y="17"/>
                      </a:lnTo>
                      <a:lnTo>
                        <a:pt x="10" y="0"/>
                      </a:lnTo>
                      <a:lnTo>
                        <a:pt x="33" y="13"/>
                      </a:lnTo>
                      <a:lnTo>
                        <a:pt x="72" y="13"/>
                      </a:lnTo>
                      <a:lnTo>
                        <a:pt x="88" y="17"/>
                      </a:lnTo>
                      <a:lnTo>
                        <a:pt x="94" y="31"/>
                      </a:lnTo>
                      <a:lnTo>
                        <a:pt x="90" y="79"/>
                      </a:lnTo>
                      <a:lnTo>
                        <a:pt x="104" y="79"/>
                      </a:lnTo>
                      <a:lnTo>
                        <a:pt x="108" y="58"/>
                      </a:lnTo>
                      <a:lnTo>
                        <a:pt x="135" y="47"/>
                      </a:lnTo>
                      <a:lnTo>
                        <a:pt x="180" y="63"/>
                      </a:lnTo>
                      <a:lnTo>
                        <a:pt x="135" y="152"/>
                      </a:lnTo>
                      <a:lnTo>
                        <a:pt x="108" y="169"/>
                      </a:lnTo>
                      <a:lnTo>
                        <a:pt x="31" y="109"/>
                      </a:lnTo>
                      <a:lnTo>
                        <a:pt x="23" y="79"/>
                      </a:lnTo>
                      <a:lnTo>
                        <a:pt x="38" y="92"/>
                      </a:lnTo>
                      <a:lnTo>
                        <a:pt x="47" y="39"/>
                      </a:lnTo>
                      <a:lnTo>
                        <a:pt x="37" y="37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GB" dirty="0">
                    <a:latin typeface="Trade Gothic LT Std" pitchFamily="50" charset="0"/>
                  </a:endParaRPr>
                </a:p>
              </p:txBody>
            </p:sp>
            <p:sp>
              <p:nvSpPr>
                <p:cNvPr id="84" name="Freeform 1199">
                  <a:extLst>
                    <a:ext uri="{FF2B5EF4-FFF2-40B4-BE49-F238E27FC236}">
                      <a16:creationId xmlns:a16="http://schemas.microsoft.com/office/drawing/2014/main" id="{92056B6B-93A3-BA12-DC27-79C73B50DD8C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2987" y="1129"/>
                  <a:ext cx="18" cy="22"/>
                </a:xfrm>
                <a:custGeom>
                  <a:avLst/>
                  <a:gdLst/>
                  <a:ahLst/>
                  <a:cxnLst>
                    <a:cxn ang="0">
                      <a:pos x="56" y="47"/>
                    </a:cxn>
                    <a:cxn ang="0">
                      <a:pos x="63" y="42"/>
                    </a:cxn>
                    <a:cxn ang="0">
                      <a:pos x="67" y="58"/>
                    </a:cxn>
                    <a:cxn ang="0">
                      <a:pos x="80" y="61"/>
                    </a:cxn>
                    <a:cxn ang="0">
                      <a:pos x="106" y="100"/>
                    </a:cxn>
                    <a:cxn ang="0">
                      <a:pos x="90" y="130"/>
                    </a:cxn>
                    <a:cxn ang="0">
                      <a:pos x="35" y="106"/>
                    </a:cxn>
                    <a:cxn ang="0">
                      <a:pos x="16" y="39"/>
                    </a:cxn>
                    <a:cxn ang="0">
                      <a:pos x="0" y="4"/>
                    </a:cxn>
                    <a:cxn ang="0">
                      <a:pos x="11" y="0"/>
                    </a:cxn>
                    <a:cxn ang="0">
                      <a:pos x="29" y="12"/>
                    </a:cxn>
                    <a:cxn ang="0">
                      <a:pos x="41" y="58"/>
                    </a:cxn>
                    <a:cxn ang="0">
                      <a:pos x="56" y="47"/>
                    </a:cxn>
                  </a:cxnLst>
                  <a:rect l="0" t="0" r="r" b="b"/>
                  <a:pathLst>
                    <a:path w="106" h="130">
                      <a:moveTo>
                        <a:pt x="56" y="47"/>
                      </a:moveTo>
                      <a:lnTo>
                        <a:pt x="63" y="42"/>
                      </a:lnTo>
                      <a:lnTo>
                        <a:pt x="67" y="58"/>
                      </a:lnTo>
                      <a:lnTo>
                        <a:pt x="80" y="61"/>
                      </a:lnTo>
                      <a:lnTo>
                        <a:pt x="106" y="100"/>
                      </a:lnTo>
                      <a:lnTo>
                        <a:pt x="90" y="130"/>
                      </a:lnTo>
                      <a:lnTo>
                        <a:pt x="35" y="106"/>
                      </a:lnTo>
                      <a:lnTo>
                        <a:pt x="16" y="39"/>
                      </a:lnTo>
                      <a:lnTo>
                        <a:pt x="0" y="4"/>
                      </a:lnTo>
                      <a:lnTo>
                        <a:pt x="11" y="0"/>
                      </a:lnTo>
                      <a:lnTo>
                        <a:pt x="29" y="12"/>
                      </a:lnTo>
                      <a:lnTo>
                        <a:pt x="41" y="58"/>
                      </a:lnTo>
                      <a:lnTo>
                        <a:pt x="56" y="47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GB" dirty="0">
                    <a:latin typeface="Trade Gothic LT Std" pitchFamily="50" charset="0"/>
                  </a:endParaRPr>
                </a:p>
              </p:txBody>
            </p:sp>
            <p:sp>
              <p:nvSpPr>
                <p:cNvPr id="85" name="Freeform 1200">
                  <a:extLst>
                    <a:ext uri="{FF2B5EF4-FFF2-40B4-BE49-F238E27FC236}">
                      <a16:creationId xmlns:a16="http://schemas.microsoft.com/office/drawing/2014/main" id="{74739CCF-C409-CA52-6B12-FA582CED85ED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3019" y="1131"/>
                  <a:ext cx="11" cy="19"/>
                </a:xfrm>
                <a:custGeom>
                  <a:avLst/>
                  <a:gdLst/>
                  <a:ahLst/>
                  <a:cxnLst>
                    <a:cxn ang="0">
                      <a:pos x="43" y="2"/>
                    </a:cxn>
                    <a:cxn ang="0">
                      <a:pos x="55" y="0"/>
                    </a:cxn>
                    <a:cxn ang="0">
                      <a:pos x="66" y="27"/>
                    </a:cxn>
                    <a:cxn ang="0">
                      <a:pos x="59" y="51"/>
                    </a:cxn>
                    <a:cxn ang="0">
                      <a:pos x="57" y="104"/>
                    </a:cxn>
                    <a:cxn ang="0">
                      <a:pos x="47" y="114"/>
                    </a:cxn>
                    <a:cxn ang="0">
                      <a:pos x="32" y="107"/>
                    </a:cxn>
                    <a:cxn ang="0">
                      <a:pos x="32" y="70"/>
                    </a:cxn>
                    <a:cxn ang="0">
                      <a:pos x="18" y="94"/>
                    </a:cxn>
                    <a:cxn ang="0">
                      <a:pos x="0" y="78"/>
                    </a:cxn>
                    <a:cxn ang="0">
                      <a:pos x="0" y="42"/>
                    </a:cxn>
                    <a:cxn ang="0">
                      <a:pos x="12" y="13"/>
                    </a:cxn>
                    <a:cxn ang="0">
                      <a:pos x="43" y="2"/>
                    </a:cxn>
                  </a:cxnLst>
                  <a:rect l="0" t="0" r="r" b="b"/>
                  <a:pathLst>
                    <a:path w="66" h="114">
                      <a:moveTo>
                        <a:pt x="43" y="2"/>
                      </a:moveTo>
                      <a:lnTo>
                        <a:pt x="55" y="0"/>
                      </a:lnTo>
                      <a:lnTo>
                        <a:pt x="66" y="27"/>
                      </a:lnTo>
                      <a:lnTo>
                        <a:pt x="59" y="51"/>
                      </a:lnTo>
                      <a:lnTo>
                        <a:pt x="57" y="104"/>
                      </a:lnTo>
                      <a:lnTo>
                        <a:pt x="47" y="114"/>
                      </a:lnTo>
                      <a:lnTo>
                        <a:pt x="32" y="107"/>
                      </a:lnTo>
                      <a:lnTo>
                        <a:pt x="32" y="70"/>
                      </a:lnTo>
                      <a:lnTo>
                        <a:pt x="18" y="94"/>
                      </a:lnTo>
                      <a:lnTo>
                        <a:pt x="0" y="78"/>
                      </a:lnTo>
                      <a:lnTo>
                        <a:pt x="0" y="42"/>
                      </a:lnTo>
                      <a:lnTo>
                        <a:pt x="12" y="13"/>
                      </a:lnTo>
                      <a:lnTo>
                        <a:pt x="43" y="2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GB" dirty="0">
                    <a:latin typeface="Trade Gothic LT Std" pitchFamily="50" charset="0"/>
                  </a:endParaRPr>
                </a:p>
              </p:txBody>
            </p:sp>
            <p:sp>
              <p:nvSpPr>
                <p:cNvPr id="86" name="Freeform 1201">
                  <a:extLst>
                    <a:ext uri="{FF2B5EF4-FFF2-40B4-BE49-F238E27FC236}">
                      <a16:creationId xmlns:a16="http://schemas.microsoft.com/office/drawing/2014/main" id="{EE7928FC-6E6C-53C2-664E-DE4C94EBCB85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3086" y="1117"/>
                  <a:ext cx="16" cy="13"/>
                </a:xfrm>
                <a:custGeom>
                  <a:avLst/>
                  <a:gdLst/>
                  <a:ahLst/>
                  <a:cxnLst>
                    <a:cxn ang="0">
                      <a:pos x="60" y="80"/>
                    </a:cxn>
                    <a:cxn ang="0">
                      <a:pos x="6" y="44"/>
                    </a:cxn>
                    <a:cxn ang="0">
                      <a:pos x="0" y="22"/>
                    </a:cxn>
                    <a:cxn ang="0">
                      <a:pos x="12" y="0"/>
                    </a:cxn>
                    <a:cxn ang="0">
                      <a:pos x="78" y="20"/>
                    </a:cxn>
                    <a:cxn ang="0">
                      <a:pos x="98" y="42"/>
                    </a:cxn>
                    <a:cxn ang="0">
                      <a:pos x="100" y="73"/>
                    </a:cxn>
                    <a:cxn ang="0">
                      <a:pos x="60" y="80"/>
                    </a:cxn>
                  </a:cxnLst>
                  <a:rect l="0" t="0" r="r" b="b"/>
                  <a:pathLst>
                    <a:path w="100" h="80">
                      <a:moveTo>
                        <a:pt x="60" y="80"/>
                      </a:moveTo>
                      <a:lnTo>
                        <a:pt x="6" y="44"/>
                      </a:lnTo>
                      <a:lnTo>
                        <a:pt x="0" y="22"/>
                      </a:lnTo>
                      <a:lnTo>
                        <a:pt x="12" y="0"/>
                      </a:lnTo>
                      <a:lnTo>
                        <a:pt x="78" y="20"/>
                      </a:lnTo>
                      <a:lnTo>
                        <a:pt x="98" y="42"/>
                      </a:lnTo>
                      <a:lnTo>
                        <a:pt x="100" y="73"/>
                      </a:lnTo>
                      <a:lnTo>
                        <a:pt x="60" y="80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GB" dirty="0">
                    <a:latin typeface="Trade Gothic LT Std" pitchFamily="50" charset="0"/>
                  </a:endParaRPr>
                </a:p>
              </p:txBody>
            </p:sp>
            <p:sp>
              <p:nvSpPr>
                <p:cNvPr id="87" name="Freeform 1202">
                  <a:extLst>
                    <a:ext uri="{FF2B5EF4-FFF2-40B4-BE49-F238E27FC236}">
                      <a16:creationId xmlns:a16="http://schemas.microsoft.com/office/drawing/2014/main" id="{D599E2F7-3DAA-B0E4-F41A-979BD3EFFF6B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3072" y="1080"/>
                  <a:ext cx="36" cy="27"/>
                </a:xfrm>
                <a:custGeom>
                  <a:avLst/>
                  <a:gdLst/>
                  <a:ahLst/>
                  <a:cxnLst>
                    <a:cxn ang="0">
                      <a:pos x="64" y="41"/>
                    </a:cxn>
                    <a:cxn ang="0">
                      <a:pos x="74" y="36"/>
                    </a:cxn>
                    <a:cxn ang="0">
                      <a:pos x="74" y="20"/>
                    </a:cxn>
                    <a:cxn ang="0">
                      <a:pos x="90" y="23"/>
                    </a:cxn>
                    <a:cxn ang="0">
                      <a:pos x="97" y="9"/>
                    </a:cxn>
                    <a:cxn ang="0">
                      <a:pos x="103" y="14"/>
                    </a:cxn>
                    <a:cxn ang="0">
                      <a:pos x="106" y="55"/>
                    </a:cxn>
                    <a:cxn ang="0">
                      <a:pos x="146" y="41"/>
                    </a:cxn>
                    <a:cxn ang="0">
                      <a:pos x="146" y="0"/>
                    </a:cxn>
                    <a:cxn ang="0">
                      <a:pos x="168" y="0"/>
                    </a:cxn>
                    <a:cxn ang="0">
                      <a:pos x="178" y="25"/>
                    </a:cxn>
                    <a:cxn ang="0">
                      <a:pos x="203" y="36"/>
                    </a:cxn>
                    <a:cxn ang="0">
                      <a:pos x="214" y="55"/>
                    </a:cxn>
                    <a:cxn ang="0">
                      <a:pos x="212" y="80"/>
                    </a:cxn>
                    <a:cxn ang="0">
                      <a:pos x="192" y="80"/>
                    </a:cxn>
                    <a:cxn ang="0">
                      <a:pos x="187" y="110"/>
                    </a:cxn>
                    <a:cxn ang="0">
                      <a:pos x="170" y="127"/>
                    </a:cxn>
                    <a:cxn ang="0">
                      <a:pos x="144" y="110"/>
                    </a:cxn>
                    <a:cxn ang="0">
                      <a:pos x="126" y="136"/>
                    </a:cxn>
                    <a:cxn ang="0">
                      <a:pos x="106" y="140"/>
                    </a:cxn>
                    <a:cxn ang="0">
                      <a:pos x="92" y="123"/>
                    </a:cxn>
                    <a:cxn ang="0">
                      <a:pos x="64" y="143"/>
                    </a:cxn>
                    <a:cxn ang="0">
                      <a:pos x="51" y="117"/>
                    </a:cxn>
                    <a:cxn ang="0">
                      <a:pos x="41" y="159"/>
                    </a:cxn>
                    <a:cxn ang="0">
                      <a:pos x="27" y="86"/>
                    </a:cxn>
                    <a:cxn ang="0">
                      <a:pos x="0" y="77"/>
                    </a:cxn>
                    <a:cxn ang="0">
                      <a:pos x="24" y="50"/>
                    </a:cxn>
                    <a:cxn ang="0">
                      <a:pos x="51" y="57"/>
                    </a:cxn>
                    <a:cxn ang="0">
                      <a:pos x="64" y="41"/>
                    </a:cxn>
                  </a:cxnLst>
                  <a:rect l="0" t="0" r="r" b="b"/>
                  <a:pathLst>
                    <a:path w="214" h="159">
                      <a:moveTo>
                        <a:pt x="64" y="41"/>
                      </a:moveTo>
                      <a:lnTo>
                        <a:pt x="74" y="36"/>
                      </a:lnTo>
                      <a:lnTo>
                        <a:pt x="74" y="20"/>
                      </a:lnTo>
                      <a:lnTo>
                        <a:pt x="90" y="23"/>
                      </a:lnTo>
                      <a:lnTo>
                        <a:pt x="97" y="9"/>
                      </a:lnTo>
                      <a:lnTo>
                        <a:pt x="103" y="14"/>
                      </a:lnTo>
                      <a:lnTo>
                        <a:pt x="106" y="55"/>
                      </a:lnTo>
                      <a:lnTo>
                        <a:pt x="146" y="41"/>
                      </a:lnTo>
                      <a:lnTo>
                        <a:pt x="146" y="0"/>
                      </a:lnTo>
                      <a:lnTo>
                        <a:pt x="168" y="0"/>
                      </a:lnTo>
                      <a:lnTo>
                        <a:pt x="178" y="25"/>
                      </a:lnTo>
                      <a:lnTo>
                        <a:pt x="203" y="36"/>
                      </a:lnTo>
                      <a:lnTo>
                        <a:pt x="214" y="55"/>
                      </a:lnTo>
                      <a:lnTo>
                        <a:pt x="212" y="80"/>
                      </a:lnTo>
                      <a:lnTo>
                        <a:pt x="192" y="80"/>
                      </a:lnTo>
                      <a:lnTo>
                        <a:pt x="187" y="110"/>
                      </a:lnTo>
                      <a:lnTo>
                        <a:pt x="170" y="127"/>
                      </a:lnTo>
                      <a:lnTo>
                        <a:pt x="144" y="110"/>
                      </a:lnTo>
                      <a:lnTo>
                        <a:pt x="126" y="136"/>
                      </a:lnTo>
                      <a:lnTo>
                        <a:pt x="106" y="140"/>
                      </a:lnTo>
                      <a:lnTo>
                        <a:pt x="92" y="123"/>
                      </a:lnTo>
                      <a:lnTo>
                        <a:pt x="64" y="143"/>
                      </a:lnTo>
                      <a:lnTo>
                        <a:pt x="51" y="117"/>
                      </a:lnTo>
                      <a:lnTo>
                        <a:pt x="41" y="159"/>
                      </a:lnTo>
                      <a:lnTo>
                        <a:pt x="27" y="86"/>
                      </a:lnTo>
                      <a:lnTo>
                        <a:pt x="0" y="77"/>
                      </a:lnTo>
                      <a:lnTo>
                        <a:pt x="24" y="50"/>
                      </a:lnTo>
                      <a:lnTo>
                        <a:pt x="51" y="57"/>
                      </a:lnTo>
                      <a:lnTo>
                        <a:pt x="64" y="41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GB" dirty="0">
                    <a:latin typeface="Trade Gothic LT Std" pitchFamily="50" charset="0"/>
                  </a:endParaRPr>
                </a:p>
              </p:txBody>
            </p:sp>
            <p:sp>
              <p:nvSpPr>
                <p:cNvPr id="88" name="Freeform 1203">
                  <a:extLst>
                    <a:ext uri="{FF2B5EF4-FFF2-40B4-BE49-F238E27FC236}">
                      <a16:creationId xmlns:a16="http://schemas.microsoft.com/office/drawing/2014/main" id="{6BD325FA-0412-EA41-BCEA-D5529F9B3F5D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3102" y="1096"/>
                  <a:ext cx="23" cy="28"/>
                </a:xfrm>
                <a:custGeom>
                  <a:avLst/>
                  <a:gdLst/>
                  <a:ahLst/>
                  <a:cxnLst>
                    <a:cxn ang="0">
                      <a:pos x="93" y="143"/>
                    </a:cxn>
                    <a:cxn ang="0">
                      <a:pos x="82" y="134"/>
                    </a:cxn>
                    <a:cxn ang="0">
                      <a:pos x="82" y="153"/>
                    </a:cxn>
                    <a:cxn ang="0">
                      <a:pos x="64" y="169"/>
                    </a:cxn>
                    <a:cxn ang="0">
                      <a:pos x="28" y="162"/>
                    </a:cxn>
                    <a:cxn ang="0">
                      <a:pos x="12" y="139"/>
                    </a:cxn>
                    <a:cxn ang="0">
                      <a:pos x="7" y="118"/>
                    </a:cxn>
                    <a:cxn ang="0">
                      <a:pos x="12" y="98"/>
                    </a:cxn>
                    <a:cxn ang="0">
                      <a:pos x="0" y="66"/>
                    </a:cxn>
                    <a:cxn ang="0">
                      <a:pos x="17" y="43"/>
                    </a:cxn>
                    <a:cxn ang="0">
                      <a:pos x="37" y="57"/>
                    </a:cxn>
                    <a:cxn ang="0">
                      <a:pos x="48" y="18"/>
                    </a:cxn>
                    <a:cxn ang="0">
                      <a:pos x="82" y="31"/>
                    </a:cxn>
                    <a:cxn ang="0">
                      <a:pos x="99" y="0"/>
                    </a:cxn>
                    <a:cxn ang="0">
                      <a:pos x="129" y="37"/>
                    </a:cxn>
                    <a:cxn ang="0">
                      <a:pos x="134" y="66"/>
                    </a:cxn>
                    <a:cxn ang="0">
                      <a:pos x="118" y="105"/>
                    </a:cxn>
                    <a:cxn ang="0">
                      <a:pos x="93" y="143"/>
                    </a:cxn>
                  </a:cxnLst>
                  <a:rect l="0" t="0" r="r" b="b"/>
                  <a:pathLst>
                    <a:path w="134" h="169">
                      <a:moveTo>
                        <a:pt x="93" y="143"/>
                      </a:moveTo>
                      <a:lnTo>
                        <a:pt x="82" y="134"/>
                      </a:lnTo>
                      <a:lnTo>
                        <a:pt x="82" y="153"/>
                      </a:lnTo>
                      <a:lnTo>
                        <a:pt x="64" y="169"/>
                      </a:lnTo>
                      <a:lnTo>
                        <a:pt x="28" y="162"/>
                      </a:lnTo>
                      <a:lnTo>
                        <a:pt x="12" y="139"/>
                      </a:lnTo>
                      <a:lnTo>
                        <a:pt x="7" y="118"/>
                      </a:lnTo>
                      <a:lnTo>
                        <a:pt x="12" y="98"/>
                      </a:lnTo>
                      <a:lnTo>
                        <a:pt x="0" y="66"/>
                      </a:lnTo>
                      <a:lnTo>
                        <a:pt x="17" y="43"/>
                      </a:lnTo>
                      <a:lnTo>
                        <a:pt x="37" y="57"/>
                      </a:lnTo>
                      <a:lnTo>
                        <a:pt x="48" y="18"/>
                      </a:lnTo>
                      <a:lnTo>
                        <a:pt x="82" y="31"/>
                      </a:lnTo>
                      <a:lnTo>
                        <a:pt x="99" y="0"/>
                      </a:lnTo>
                      <a:lnTo>
                        <a:pt x="129" y="37"/>
                      </a:lnTo>
                      <a:lnTo>
                        <a:pt x="134" y="66"/>
                      </a:lnTo>
                      <a:lnTo>
                        <a:pt x="118" y="105"/>
                      </a:lnTo>
                      <a:lnTo>
                        <a:pt x="93" y="143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GB" dirty="0">
                    <a:latin typeface="Trade Gothic LT Std" pitchFamily="50" charset="0"/>
                  </a:endParaRPr>
                </a:p>
              </p:txBody>
            </p:sp>
            <p:sp>
              <p:nvSpPr>
                <p:cNvPr id="89" name="Freeform 1204">
                  <a:extLst>
                    <a:ext uri="{FF2B5EF4-FFF2-40B4-BE49-F238E27FC236}">
                      <a16:creationId xmlns:a16="http://schemas.microsoft.com/office/drawing/2014/main" id="{A900367F-B0AC-B4C4-E6E8-9F80FD785878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3128" y="1079"/>
                  <a:ext cx="13" cy="24"/>
                </a:xfrm>
                <a:custGeom>
                  <a:avLst/>
                  <a:gdLst/>
                  <a:ahLst/>
                  <a:cxnLst>
                    <a:cxn ang="0">
                      <a:pos x="50" y="128"/>
                    </a:cxn>
                    <a:cxn ang="0">
                      <a:pos x="32" y="146"/>
                    </a:cxn>
                    <a:cxn ang="0">
                      <a:pos x="11" y="78"/>
                    </a:cxn>
                    <a:cxn ang="0">
                      <a:pos x="0" y="20"/>
                    </a:cxn>
                    <a:cxn ang="0">
                      <a:pos x="9" y="0"/>
                    </a:cxn>
                    <a:cxn ang="0">
                      <a:pos x="20" y="30"/>
                    </a:cxn>
                    <a:cxn ang="0">
                      <a:pos x="39" y="24"/>
                    </a:cxn>
                    <a:cxn ang="0">
                      <a:pos x="63" y="47"/>
                    </a:cxn>
                    <a:cxn ang="0">
                      <a:pos x="74" y="96"/>
                    </a:cxn>
                    <a:cxn ang="0">
                      <a:pos x="72" y="125"/>
                    </a:cxn>
                    <a:cxn ang="0">
                      <a:pos x="50" y="128"/>
                    </a:cxn>
                  </a:cxnLst>
                  <a:rect l="0" t="0" r="r" b="b"/>
                  <a:pathLst>
                    <a:path w="74" h="146">
                      <a:moveTo>
                        <a:pt x="50" y="128"/>
                      </a:moveTo>
                      <a:lnTo>
                        <a:pt x="32" y="146"/>
                      </a:lnTo>
                      <a:lnTo>
                        <a:pt x="11" y="78"/>
                      </a:lnTo>
                      <a:lnTo>
                        <a:pt x="0" y="20"/>
                      </a:lnTo>
                      <a:lnTo>
                        <a:pt x="9" y="0"/>
                      </a:lnTo>
                      <a:lnTo>
                        <a:pt x="20" y="30"/>
                      </a:lnTo>
                      <a:lnTo>
                        <a:pt x="39" y="24"/>
                      </a:lnTo>
                      <a:lnTo>
                        <a:pt x="63" y="47"/>
                      </a:lnTo>
                      <a:lnTo>
                        <a:pt x="74" y="96"/>
                      </a:lnTo>
                      <a:lnTo>
                        <a:pt x="72" y="125"/>
                      </a:lnTo>
                      <a:lnTo>
                        <a:pt x="50" y="128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GB" dirty="0">
                    <a:latin typeface="Trade Gothic LT Std" pitchFamily="50" charset="0"/>
                  </a:endParaRPr>
                </a:p>
              </p:txBody>
            </p:sp>
            <p:sp>
              <p:nvSpPr>
                <p:cNvPr id="90" name="Freeform 1205">
                  <a:extLst>
                    <a:ext uri="{FF2B5EF4-FFF2-40B4-BE49-F238E27FC236}">
                      <a16:creationId xmlns:a16="http://schemas.microsoft.com/office/drawing/2014/main" id="{7B274CFB-3712-E5D3-263E-E0BE1E3AC409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3182" y="1039"/>
                  <a:ext cx="25" cy="20"/>
                </a:xfrm>
                <a:custGeom>
                  <a:avLst/>
                  <a:gdLst/>
                  <a:ahLst/>
                  <a:cxnLst>
                    <a:cxn ang="0">
                      <a:pos x="115" y="30"/>
                    </a:cxn>
                    <a:cxn ang="0">
                      <a:pos x="144" y="75"/>
                    </a:cxn>
                    <a:cxn ang="0">
                      <a:pos x="148" y="106"/>
                    </a:cxn>
                    <a:cxn ang="0">
                      <a:pos x="115" y="94"/>
                    </a:cxn>
                    <a:cxn ang="0">
                      <a:pos x="92" y="121"/>
                    </a:cxn>
                    <a:cxn ang="0">
                      <a:pos x="73" y="110"/>
                    </a:cxn>
                    <a:cxn ang="0">
                      <a:pos x="30" y="114"/>
                    </a:cxn>
                    <a:cxn ang="0">
                      <a:pos x="23" y="96"/>
                    </a:cxn>
                    <a:cxn ang="0">
                      <a:pos x="51" y="80"/>
                    </a:cxn>
                    <a:cxn ang="0">
                      <a:pos x="59" y="59"/>
                    </a:cxn>
                    <a:cxn ang="0">
                      <a:pos x="0" y="64"/>
                    </a:cxn>
                    <a:cxn ang="0">
                      <a:pos x="6" y="42"/>
                    </a:cxn>
                    <a:cxn ang="0">
                      <a:pos x="37" y="37"/>
                    </a:cxn>
                    <a:cxn ang="0">
                      <a:pos x="69" y="44"/>
                    </a:cxn>
                    <a:cxn ang="0">
                      <a:pos x="78" y="20"/>
                    </a:cxn>
                    <a:cxn ang="0">
                      <a:pos x="73" y="0"/>
                    </a:cxn>
                    <a:cxn ang="0">
                      <a:pos x="115" y="30"/>
                    </a:cxn>
                  </a:cxnLst>
                  <a:rect l="0" t="0" r="r" b="b"/>
                  <a:pathLst>
                    <a:path w="148" h="121">
                      <a:moveTo>
                        <a:pt x="115" y="30"/>
                      </a:moveTo>
                      <a:lnTo>
                        <a:pt x="144" y="75"/>
                      </a:lnTo>
                      <a:lnTo>
                        <a:pt x="148" y="106"/>
                      </a:lnTo>
                      <a:lnTo>
                        <a:pt x="115" y="94"/>
                      </a:lnTo>
                      <a:lnTo>
                        <a:pt x="92" y="121"/>
                      </a:lnTo>
                      <a:lnTo>
                        <a:pt x="73" y="110"/>
                      </a:lnTo>
                      <a:lnTo>
                        <a:pt x="30" y="114"/>
                      </a:lnTo>
                      <a:lnTo>
                        <a:pt x="23" y="96"/>
                      </a:lnTo>
                      <a:lnTo>
                        <a:pt x="51" y="80"/>
                      </a:lnTo>
                      <a:lnTo>
                        <a:pt x="59" y="59"/>
                      </a:lnTo>
                      <a:lnTo>
                        <a:pt x="0" y="64"/>
                      </a:lnTo>
                      <a:lnTo>
                        <a:pt x="6" y="42"/>
                      </a:lnTo>
                      <a:lnTo>
                        <a:pt x="37" y="37"/>
                      </a:lnTo>
                      <a:lnTo>
                        <a:pt x="69" y="44"/>
                      </a:lnTo>
                      <a:lnTo>
                        <a:pt x="78" y="20"/>
                      </a:lnTo>
                      <a:lnTo>
                        <a:pt x="73" y="0"/>
                      </a:lnTo>
                      <a:lnTo>
                        <a:pt x="115" y="30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GB" dirty="0">
                    <a:latin typeface="Trade Gothic LT Std" pitchFamily="50" charset="0"/>
                  </a:endParaRPr>
                </a:p>
              </p:txBody>
            </p:sp>
            <p:sp>
              <p:nvSpPr>
                <p:cNvPr id="91" name="Freeform 1206">
                  <a:extLst>
                    <a:ext uri="{FF2B5EF4-FFF2-40B4-BE49-F238E27FC236}">
                      <a16:creationId xmlns:a16="http://schemas.microsoft.com/office/drawing/2014/main" id="{E25C10D3-4560-C274-8EC2-B2A6FACC0D9B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2609" y="1702"/>
                  <a:ext cx="25" cy="17"/>
                </a:xfrm>
                <a:custGeom>
                  <a:avLst/>
                  <a:gdLst/>
                  <a:ahLst/>
                  <a:cxnLst>
                    <a:cxn ang="0">
                      <a:pos x="0" y="61"/>
                    </a:cxn>
                    <a:cxn ang="0">
                      <a:pos x="16" y="59"/>
                    </a:cxn>
                    <a:cxn ang="0">
                      <a:pos x="19" y="48"/>
                    </a:cxn>
                    <a:cxn ang="0">
                      <a:pos x="42" y="49"/>
                    </a:cxn>
                    <a:cxn ang="0">
                      <a:pos x="54" y="37"/>
                    </a:cxn>
                    <a:cxn ang="0">
                      <a:pos x="60" y="20"/>
                    </a:cxn>
                    <a:cxn ang="0">
                      <a:pos x="105" y="0"/>
                    </a:cxn>
                    <a:cxn ang="0">
                      <a:pos x="138" y="0"/>
                    </a:cxn>
                    <a:cxn ang="0">
                      <a:pos x="132" y="16"/>
                    </a:cxn>
                    <a:cxn ang="0">
                      <a:pos x="148" y="29"/>
                    </a:cxn>
                    <a:cxn ang="0">
                      <a:pos x="154" y="53"/>
                    </a:cxn>
                    <a:cxn ang="0">
                      <a:pos x="73" y="77"/>
                    </a:cxn>
                    <a:cxn ang="0">
                      <a:pos x="30" y="103"/>
                    </a:cxn>
                    <a:cxn ang="0">
                      <a:pos x="9" y="82"/>
                    </a:cxn>
                    <a:cxn ang="0">
                      <a:pos x="0" y="61"/>
                    </a:cxn>
                  </a:cxnLst>
                  <a:rect l="0" t="0" r="r" b="b"/>
                  <a:pathLst>
                    <a:path w="154" h="103">
                      <a:moveTo>
                        <a:pt x="0" y="61"/>
                      </a:moveTo>
                      <a:lnTo>
                        <a:pt x="16" y="59"/>
                      </a:lnTo>
                      <a:lnTo>
                        <a:pt x="19" y="48"/>
                      </a:lnTo>
                      <a:lnTo>
                        <a:pt x="42" y="49"/>
                      </a:lnTo>
                      <a:lnTo>
                        <a:pt x="54" y="37"/>
                      </a:lnTo>
                      <a:lnTo>
                        <a:pt x="60" y="20"/>
                      </a:lnTo>
                      <a:lnTo>
                        <a:pt x="105" y="0"/>
                      </a:lnTo>
                      <a:lnTo>
                        <a:pt x="138" y="0"/>
                      </a:lnTo>
                      <a:lnTo>
                        <a:pt x="132" y="16"/>
                      </a:lnTo>
                      <a:lnTo>
                        <a:pt x="148" y="29"/>
                      </a:lnTo>
                      <a:lnTo>
                        <a:pt x="154" y="53"/>
                      </a:lnTo>
                      <a:lnTo>
                        <a:pt x="73" y="77"/>
                      </a:lnTo>
                      <a:lnTo>
                        <a:pt x="30" y="103"/>
                      </a:lnTo>
                      <a:lnTo>
                        <a:pt x="9" y="82"/>
                      </a:lnTo>
                      <a:lnTo>
                        <a:pt x="0" y="61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GB" dirty="0">
                    <a:latin typeface="Trade Gothic LT Std" pitchFamily="50" charset="0"/>
                  </a:endParaRPr>
                </a:p>
              </p:txBody>
            </p:sp>
            <p:sp>
              <p:nvSpPr>
                <p:cNvPr id="92" name="Freeform 1207">
                  <a:extLst>
                    <a:ext uri="{FF2B5EF4-FFF2-40B4-BE49-F238E27FC236}">
                      <a16:creationId xmlns:a16="http://schemas.microsoft.com/office/drawing/2014/main" id="{347D5B81-FF44-C8AB-2B02-27B0F44EEEAE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2483" y="1890"/>
                  <a:ext cx="6" cy="11"/>
                </a:xfrm>
                <a:custGeom>
                  <a:avLst/>
                  <a:gdLst/>
                  <a:ahLst/>
                  <a:cxnLst>
                    <a:cxn ang="0">
                      <a:pos x="36" y="7"/>
                    </a:cxn>
                    <a:cxn ang="0">
                      <a:pos x="39" y="0"/>
                    </a:cxn>
                    <a:cxn ang="0">
                      <a:pos x="4" y="36"/>
                    </a:cxn>
                    <a:cxn ang="0">
                      <a:pos x="0" y="63"/>
                    </a:cxn>
                    <a:cxn ang="0">
                      <a:pos x="2" y="69"/>
                    </a:cxn>
                    <a:cxn ang="0">
                      <a:pos x="26" y="59"/>
                    </a:cxn>
                    <a:cxn ang="0">
                      <a:pos x="36" y="23"/>
                    </a:cxn>
                    <a:cxn ang="0">
                      <a:pos x="36" y="7"/>
                    </a:cxn>
                  </a:cxnLst>
                  <a:rect l="0" t="0" r="r" b="b"/>
                  <a:pathLst>
                    <a:path w="39" h="69">
                      <a:moveTo>
                        <a:pt x="36" y="7"/>
                      </a:moveTo>
                      <a:lnTo>
                        <a:pt x="39" y="0"/>
                      </a:lnTo>
                      <a:lnTo>
                        <a:pt x="4" y="36"/>
                      </a:lnTo>
                      <a:lnTo>
                        <a:pt x="0" y="63"/>
                      </a:lnTo>
                      <a:lnTo>
                        <a:pt x="2" y="69"/>
                      </a:lnTo>
                      <a:lnTo>
                        <a:pt x="26" y="59"/>
                      </a:lnTo>
                      <a:lnTo>
                        <a:pt x="36" y="23"/>
                      </a:lnTo>
                      <a:lnTo>
                        <a:pt x="36" y="7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GB" dirty="0">
                    <a:latin typeface="Trade Gothic LT Std" pitchFamily="50" charset="0"/>
                  </a:endParaRPr>
                </a:p>
              </p:txBody>
            </p:sp>
            <p:sp>
              <p:nvSpPr>
                <p:cNvPr id="93" name="Freeform 1208">
                  <a:extLst>
                    <a:ext uri="{FF2B5EF4-FFF2-40B4-BE49-F238E27FC236}">
                      <a16:creationId xmlns:a16="http://schemas.microsoft.com/office/drawing/2014/main" id="{B4CB2F18-5335-A364-3462-EE46B2FFAE2D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2519" y="1800"/>
                  <a:ext cx="7" cy="12"/>
                </a:xfrm>
                <a:custGeom>
                  <a:avLst/>
                  <a:gdLst/>
                  <a:ahLst/>
                  <a:cxnLst>
                    <a:cxn ang="0">
                      <a:pos x="15" y="71"/>
                    </a:cxn>
                    <a:cxn ang="0">
                      <a:pos x="41" y="20"/>
                    </a:cxn>
                    <a:cxn ang="0">
                      <a:pos x="33" y="7"/>
                    </a:cxn>
                    <a:cxn ang="0">
                      <a:pos x="9" y="0"/>
                    </a:cxn>
                    <a:cxn ang="0">
                      <a:pos x="0" y="14"/>
                    </a:cxn>
                    <a:cxn ang="0">
                      <a:pos x="2" y="71"/>
                    </a:cxn>
                    <a:cxn ang="0">
                      <a:pos x="15" y="71"/>
                    </a:cxn>
                  </a:cxnLst>
                  <a:rect l="0" t="0" r="r" b="b"/>
                  <a:pathLst>
                    <a:path w="41" h="71">
                      <a:moveTo>
                        <a:pt x="15" y="71"/>
                      </a:moveTo>
                      <a:lnTo>
                        <a:pt x="41" y="20"/>
                      </a:lnTo>
                      <a:lnTo>
                        <a:pt x="33" y="7"/>
                      </a:lnTo>
                      <a:lnTo>
                        <a:pt x="9" y="0"/>
                      </a:lnTo>
                      <a:lnTo>
                        <a:pt x="0" y="14"/>
                      </a:lnTo>
                      <a:lnTo>
                        <a:pt x="2" y="71"/>
                      </a:lnTo>
                      <a:lnTo>
                        <a:pt x="15" y="71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GB" dirty="0">
                    <a:latin typeface="Trade Gothic LT Std" pitchFamily="50" charset="0"/>
                  </a:endParaRPr>
                </a:p>
              </p:txBody>
            </p:sp>
            <p:sp>
              <p:nvSpPr>
                <p:cNvPr id="94" name="Freeform 1209">
                  <a:extLst>
                    <a:ext uri="{FF2B5EF4-FFF2-40B4-BE49-F238E27FC236}">
                      <a16:creationId xmlns:a16="http://schemas.microsoft.com/office/drawing/2014/main" id="{62B7546E-D8C7-40F9-023B-7D0C50CE362E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2491" y="1838"/>
                  <a:ext cx="5" cy="8"/>
                </a:xfrm>
                <a:custGeom>
                  <a:avLst/>
                  <a:gdLst/>
                  <a:ahLst/>
                  <a:cxnLst>
                    <a:cxn ang="0">
                      <a:pos x="0" y="52"/>
                    </a:cxn>
                    <a:cxn ang="0">
                      <a:pos x="7" y="35"/>
                    </a:cxn>
                    <a:cxn ang="0">
                      <a:pos x="27" y="25"/>
                    </a:cxn>
                    <a:cxn ang="0">
                      <a:pos x="30" y="13"/>
                    </a:cxn>
                    <a:cxn ang="0">
                      <a:pos x="0" y="0"/>
                    </a:cxn>
                    <a:cxn ang="0">
                      <a:pos x="0" y="52"/>
                    </a:cxn>
                  </a:cxnLst>
                  <a:rect l="0" t="0" r="r" b="b"/>
                  <a:pathLst>
                    <a:path w="30" h="52">
                      <a:moveTo>
                        <a:pt x="0" y="52"/>
                      </a:moveTo>
                      <a:lnTo>
                        <a:pt x="7" y="35"/>
                      </a:lnTo>
                      <a:lnTo>
                        <a:pt x="27" y="25"/>
                      </a:lnTo>
                      <a:lnTo>
                        <a:pt x="30" y="13"/>
                      </a:lnTo>
                      <a:lnTo>
                        <a:pt x="0" y="0"/>
                      </a:lnTo>
                      <a:lnTo>
                        <a:pt x="0" y="52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GB" dirty="0">
                    <a:latin typeface="Trade Gothic LT Std" pitchFamily="50" charset="0"/>
                  </a:endParaRPr>
                </a:p>
              </p:txBody>
            </p:sp>
            <p:sp>
              <p:nvSpPr>
                <p:cNvPr id="95" name="Freeform 1210">
                  <a:extLst>
                    <a:ext uri="{FF2B5EF4-FFF2-40B4-BE49-F238E27FC236}">
                      <a16:creationId xmlns:a16="http://schemas.microsoft.com/office/drawing/2014/main" id="{9BDB02FC-8F53-E5EC-A739-4FB45999E0A5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2500" y="1973"/>
                  <a:ext cx="6" cy="14"/>
                </a:xfrm>
                <a:custGeom>
                  <a:avLst/>
                  <a:gdLst/>
                  <a:ahLst/>
                  <a:cxnLst>
                    <a:cxn ang="0">
                      <a:pos x="33" y="86"/>
                    </a:cxn>
                    <a:cxn ang="0">
                      <a:pos x="35" y="25"/>
                    </a:cxn>
                    <a:cxn ang="0">
                      <a:pos x="18" y="0"/>
                    </a:cxn>
                    <a:cxn ang="0">
                      <a:pos x="4" y="3"/>
                    </a:cxn>
                    <a:cxn ang="0">
                      <a:pos x="0" y="48"/>
                    </a:cxn>
                    <a:cxn ang="0">
                      <a:pos x="2" y="64"/>
                    </a:cxn>
                    <a:cxn ang="0">
                      <a:pos x="33" y="86"/>
                    </a:cxn>
                  </a:cxnLst>
                  <a:rect l="0" t="0" r="r" b="b"/>
                  <a:pathLst>
                    <a:path w="35" h="86">
                      <a:moveTo>
                        <a:pt x="33" y="86"/>
                      </a:moveTo>
                      <a:lnTo>
                        <a:pt x="35" y="25"/>
                      </a:lnTo>
                      <a:lnTo>
                        <a:pt x="18" y="0"/>
                      </a:lnTo>
                      <a:lnTo>
                        <a:pt x="4" y="3"/>
                      </a:lnTo>
                      <a:lnTo>
                        <a:pt x="0" y="48"/>
                      </a:lnTo>
                      <a:lnTo>
                        <a:pt x="2" y="64"/>
                      </a:lnTo>
                      <a:lnTo>
                        <a:pt x="33" y="86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GB" dirty="0">
                    <a:latin typeface="Trade Gothic LT Std" pitchFamily="50" charset="0"/>
                  </a:endParaRPr>
                </a:p>
              </p:txBody>
            </p:sp>
            <p:sp>
              <p:nvSpPr>
                <p:cNvPr id="96" name="Freeform 1211">
                  <a:extLst>
                    <a:ext uri="{FF2B5EF4-FFF2-40B4-BE49-F238E27FC236}">
                      <a16:creationId xmlns:a16="http://schemas.microsoft.com/office/drawing/2014/main" id="{FFB48B9B-E8E1-B3B9-747C-3278B3C08B2D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2497" y="2013"/>
                  <a:ext cx="3" cy="13"/>
                </a:xfrm>
                <a:custGeom>
                  <a:avLst/>
                  <a:gdLst/>
                  <a:ahLst/>
                  <a:cxnLst>
                    <a:cxn ang="0">
                      <a:pos x="20" y="77"/>
                    </a:cxn>
                    <a:cxn ang="0">
                      <a:pos x="19" y="11"/>
                    </a:cxn>
                    <a:cxn ang="0">
                      <a:pos x="11" y="0"/>
                    </a:cxn>
                    <a:cxn ang="0">
                      <a:pos x="3" y="11"/>
                    </a:cxn>
                    <a:cxn ang="0">
                      <a:pos x="0" y="75"/>
                    </a:cxn>
                    <a:cxn ang="0">
                      <a:pos x="20" y="77"/>
                    </a:cxn>
                  </a:cxnLst>
                  <a:rect l="0" t="0" r="r" b="b"/>
                  <a:pathLst>
                    <a:path w="20" h="77">
                      <a:moveTo>
                        <a:pt x="20" y="77"/>
                      </a:moveTo>
                      <a:lnTo>
                        <a:pt x="19" y="11"/>
                      </a:lnTo>
                      <a:lnTo>
                        <a:pt x="11" y="0"/>
                      </a:lnTo>
                      <a:lnTo>
                        <a:pt x="3" y="11"/>
                      </a:lnTo>
                      <a:lnTo>
                        <a:pt x="0" y="75"/>
                      </a:lnTo>
                      <a:lnTo>
                        <a:pt x="20" y="77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GB" dirty="0">
                    <a:latin typeface="Trade Gothic LT Std" pitchFamily="50" charset="0"/>
                  </a:endParaRPr>
                </a:p>
              </p:txBody>
            </p:sp>
            <p:sp>
              <p:nvSpPr>
                <p:cNvPr id="97" name="Freeform 1212">
                  <a:extLst>
                    <a:ext uri="{FF2B5EF4-FFF2-40B4-BE49-F238E27FC236}">
                      <a16:creationId xmlns:a16="http://schemas.microsoft.com/office/drawing/2014/main" id="{FF18B726-802C-D04D-0AA2-51F52F97360E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2491" y="1043"/>
                  <a:ext cx="887" cy="1058"/>
                </a:xfrm>
                <a:custGeom>
                  <a:avLst/>
                  <a:gdLst/>
                  <a:ahLst/>
                  <a:cxnLst>
                    <a:cxn ang="0">
                      <a:pos x="5065" y="798"/>
                    </a:cxn>
                    <a:cxn ang="0">
                      <a:pos x="4931" y="586"/>
                    </a:cxn>
                    <a:cxn ang="0">
                      <a:pos x="5056" y="279"/>
                    </a:cxn>
                    <a:cxn ang="0">
                      <a:pos x="4814" y="260"/>
                    </a:cxn>
                    <a:cxn ang="0">
                      <a:pos x="4699" y="173"/>
                    </a:cxn>
                    <a:cxn ang="0">
                      <a:pos x="4542" y="249"/>
                    </a:cxn>
                    <a:cxn ang="0">
                      <a:pos x="4386" y="113"/>
                    </a:cxn>
                    <a:cxn ang="0">
                      <a:pos x="4126" y="415"/>
                    </a:cxn>
                    <a:cxn ang="0">
                      <a:pos x="4009" y="96"/>
                    </a:cxn>
                    <a:cxn ang="0">
                      <a:pos x="3743" y="591"/>
                    </a:cxn>
                    <a:cxn ang="0">
                      <a:pos x="3521" y="558"/>
                    </a:cxn>
                    <a:cxn ang="0">
                      <a:pos x="3472" y="666"/>
                    </a:cxn>
                    <a:cxn ang="0">
                      <a:pos x="3259" y="751"/>
                    </a:cxn>
                    <a:cxn ang="0">
                      <a:pos x="3138" y="786"/>
                    </a:cxn>
                    <a:cxn ang="0">
                      <a:pos x="2964" y="1086"/>
                    </a:cxn>
                    <a:cxn ang="0">
                      <a:pos x="2712" y="1064"/>
                    </a:cxn>
                    <a:cxn ang="0">
                      <a:pos x="2626" y="1327"/>
                    </a:cxn>
                    <a:cxn ang="0">
                      <a:pos x="2355" y="1516"/>
                    </a:cxn>
                    <a:cxn ang="0">
                      <a:pos x="2362" y="1571"/>
                    </a:cxn>
                    <a:cxn ang="0">
                      <a:pos x="2185" y="1756"/>
                    </a:cxn>
                    <a:cxn ang="0">
                      <a:pos x="2091" y="2021"/>
                    </a:cxn>
                    <a:cxn ang="0">
                      <a:pos x="1938" y="2203"/>
                    </a:cxn>
                    <a:cxn ang="0">
                      <a:pos x="1710" y="2511"/>
                    </a:cxn>
                    <a:cxn ang="0">
                      <a:pos x="1626" y="2735"/>
                    </a:cxn>
                    <a:cxn ang="0">
                      <a:pos x="1568" y="2971"/>
                    </a:cxn>
                    <a:cxn ang="0">
                      <a:pos x="1446" y="3194"/>
                    </a:cxn>
                    <a:cxn ang="0">
                      <a:pos x="1342" y="3362"/>
                    </a:cxn>
                    <a:cxn ang="0">
                      <a:pos x="1137" y="3615"/>
                    </a:cxn>
                    <a:cxn ang="0">
                      <a:pos x="1193" y="3925"/>
                    </a:cxn>
                    <a:cxn ang="0">
                      <a:pos x="1061" y="4088"/>
                    </a:cxn>
                    <a:cxn ang="0">
                      <a:pos x="847" y="4091"/>
                    </a:cxn>
                    <a:cxn ang="0">
                      <a:pos x="623" y="4185"/>
                    </a:cxn>
                    <a:cxn ang="0">
                      <a:pos x="508" y="4408"/>
                    </a:cxn>
                    <a:cxn ang="0">
                      <a:pos x="282" y="4527"/>
                    </a:cxn>
                    <a:cxn ang="0">
                      <a:pos x="197" y="4677"/>
                    </a:cxn>
                    <a:cxn ang="0">
                      <a:pos x="199" y="4773"/>
                    </a:cxn>
                    <a:cxn ang="0">
                      <a:pos x="59" y="4885"/>
                    </a:cxn>
                    <a:cxn ang="0">
                      <a:pos x="278" y="5031"/>
                    </a:cxn>
                    <a:cxn ang="0">
                      <a:pos x="475" y="5051"/>
                    </a:cxn>
                    <a:cxn ang="0">
                      <a:pos x="213" y="5109"/>
                    </a:cxn>
                    <a:cxn ang="0">
                      <a:pos x="0" y="5247"/>
                    </a:cxn>
                    <a:cxn ang="0">
                      <a:pos x="113" y="5448"/>
                    </a:cxn>
                    <a:cxn ang="0">
                      <a:pos x="325" y="5326"/>
                    </a:cxn>
                    <a:cxn ang="0">
                      <a:pos x="147" y="5621"/>
                    </a:cxn>
                    <a:cxn ang="0">
                      <a:pos x="61" y="5822"/>
                    </a:cxn>
                    <a:cxn ang="0">
                      <a:pos x="240" y="5863"/>
                    </a:cxn>
                    <a:cxn ang="0">
                      <a:pos x="319" y="6255"/>
                    </a:cxn>
                    <a:cxn ang="0">
                      <a:pos x="708" y="6233"/>
                    </a:cxn>
                    <a:cxn ang="0">
                      <a:pos x="1094" y="5805"/>
                    </a:cxn>
                    <a:cxn ang="0">
                      <a:pos x="1115" y="5619"/>
                    </a:cxn>
                    <a:cxn ang="0">
                      <a:pos x="1267" y="6022"/>
                    </a:cxn>
                    <a:cxn ang="0">
                      <a:pos x="1491" y="5202"/>
                    </a:cxn>
                    <a:cxn ang="0">
                      <a:pos x="1442" y="4423"/>
                    </a:cxn>
                    <a:cxn ang="0">
                      <a:pos x="1820" y="3803"/>
                    </a:cxn>
                    <a:cxn ang="0">
                      <a:pos x="2022" y="2797"/>
                    </a:cxn>
                    <a:cxn ang="0">
                      <a:pos x="2362" y="1985"/>
                    </a:cxn>
                    <a:cxn ang="0">
                      <a:pos x="2720" y="1510"/>
                    </a:cxn>
                    <a:cxn ang="0">
                      <a:pos x="3079" y="1217"/>
                    </a:cxn>
                    <a:cxn ang="0">
                      <a:pos x="3572" y="1384"/>
                    </a:cxn>
                    <a:cxn ang="0">
                      <a:pos x="4248" y="1202"/>
                    </a:cxn>
                    <a:cxn ang="0">
                      <a:pos x="4943" y="841"/>
                    </a:cxn>
                    <a:cxn ang="0">
                      <a:pos x="5154" y="888"/>
                    </a:cxn>
                  </a:cxnLst>
                  <a:rect l="0" t="0" r="r" b="b"/>
                  <a:pathLst>
                    <a:path w="5321" h="6349">
                      <a:moveTo>
                        <a:pt x="5296" y="805"/>
                      </a:moveTo>
                      <a:lnTo>
                        <a:pt x="5211" y="786"/>
                      </a:lnTo>
                      <a:lnTo>
                        <a:pt x="5203" y="865"/>
                      </a:lnTo>
                      <a:lnTo>
                        <a:pt x="5182" y="865"/>
                      </a:lnTo>
                      <a:lnTo>
                        <a:pt x="5184" y="852"/>
                      </a:lnTo>
                      <a:lnTo>
                        <a:pt x="5148" y="841"/>
                      </a:lnTo>
                      <a:lnTo>
                        <a:pt x="5135" y="817"/>
                      </a:lnTo>
                      <a:lnTo>
                        <a:pt x="5135" y="863"/>
                      </a:lnTo>
                      <a:lnTo>
                        <a:pt x="5127" y="873"/>
                      </a:lnTo>
                      <a:lnTo>
                        <a:pt x="5111" y="836"/>
                      </a:lnTo>
                      <a:lnTo>
                        <a:pt x="5064" y="843"/>
                      </a:lnTo>
                      <a:lnTo>
                        <a:pt x="5023" y="867"/>
                      </a:lnTo>
                      <a:lnTo>
                        <a:pt x="5037" y="820"/>
                      </a:lnTo>
                      <a:lnTo>
                        <a:pt x="5065" y="798"/>
                      </a:lnTo>
                      <a:lnTo>
                        <a:pt x="5092" y="791"/>
                      </a:lnTo>
                      <a:lnTo>
                        <a:pt x="5103" y="768"/>
                      </a:lnTo>
                      <a:lnTo>
                        <a:pt x="5096" y="747"/>
                      </a:lnTo>
                      <a:lnTo>
                        <a:pt x="5078" y="721"/>
                      </a:lnTo>
                      <a:lnTo>
                        <a:pt x="5002" y="728"/>
                      </a:lnTo>
                      <a:lnTo>
                        <a:pt x="5015" y="708"/>
                      </a:lnTo>
                      <a:lnTo>
                        <a:pt x="4993" y="685"/>
                      </a:lnTo>
                      <a:lnTo>
                        <a:pt x="4945" y="659"/>
                      </a:lnTo>
                      <a:lnTo>
                        <a:pt x="4904" y="619"/>
                      </a:lnTo>
                      <a:lnTo>
                        <a:pt x="4853" y="605"/>
                      </a:lnTo>
                      <a:lnTo>
                        <a:pt x="4836" y="584"/>
                      </a:lnTo>
                      <a:lnTo>
                        <a:pt x="4844" y="571"/>
                      </a:lnTo>
                      <a:lnTo>
                        <a:pt x="4844" y="556"/>
                      </a:lnTo>
                      <a:lnTo>
                        <a:pt x="4931" y="586"/>
                      </a:lnTo>
                      <a:lnTo>
                        <a:pt x="5114" y="619"/>
                      </a:lnTo>
                      <a:lnTo>
                        <a:pt x="5249" y="510"/>
                      </a:lnTo>
                      <a:lnTo>
                        <a:pt x="5295" y="492"/>
                      </a:lnTo>
                      <a:lnTo>
                        <a:pt x="5321" y="466"/>
                      </a:lnTo>
                      <a:lnTo>
                        <a:pt x="5312" y="415"/>
                      </a:lnTo>
                      <a:lnTo>
                        <a:pt x="5269" y="394"/>
                      </a:lnTo>
                      <a:lnTo>
                        <a:pt x="5238" y="341"/>
                      </a:lnTo>
                      <a:lnTo>
                        <a:pt x="5179" y="339"/>
                      </a:lnTo>
                      <a:lnTo>
                        <a:pt x="5148" y="324"/>
                      </a:lnTo>
                      <a:lnTo>
                        <a:pt x="5182" y="301"/>
                      </a:lnTo>
                      <a:lnTo>
                        <a:pt x="5125" y="269"/>
                      </a:lnTo>
                      <a:lnTo>
                        <a:pt x="5105" y="232"/>
                      </a:lnTo>
                      <a:lnTo>
                        <a:pt x="5080" y="267"/>
                      </a:lnTo>
                      <a:lnTo>
                        <a:pt x="5056" y="279"/>
                      </a:lnTo>
                      <a:lnTo>
                        <a:pt x="5056" y="251"/>
                      </a:lnTo>
                      <a:lnTo>
                        <a:pt x="5047" y="232"/>
                      </a:lnTo>
                      <a:lnTo>
                        <a:pt x="4975" y="262"/>
                      </a:lnTo>
                      <a:lnTo>
                        <a:pt x="4968" y="251"/>
                      </a:lnTo>
                      <a:lnTo>
                        <a:pt x="4966" y="236"/>
                      </a:lnTo>
                      <a:lnTo>
                        <a:pt x="4970" y="219"/>
                      </a:lnTo>
                      <a:lnTo>
                        <a:pt x="4968" y="183"/>
                      </a:lnTo>
                      <a:lnTo>
                        <a:pt x="4953" y="170"/>
                      </a:lnTo>
                      <a:lnTo>
                        <a:pt x="4943" y="143"/>
                      </a:lnTo>
                      <a:lnTo>
                        <a:pt x="4910" y="157"/>
                      </a:lnTo>
                      <a:lnTo>
                        <a:pt x="4884" y="141"/>
                      </a:lnTo>
                      <a:lnTo>
                        <a:pt x="4855" y="151"/>
                      </a:lnTo>
                      <a:lnTo>
                        <a:pt x="4822" y="208"/>
                      </a:lnTo>
                      <a:lnTo>
                        <a:pt x="4814" y="260"/>
                      </a:lnTo>
                      <a:lnTo>
                        <a:pt x="4812" y="330"/>
                      </a:lnTo>
                      <a:lnTo>
                        <a:pt x="4822" y="384"/>
                      </a:lnTo>
                      <a:lnTo>
                        <a:pt x="4776" y="407"/>
                      </a:lnTo>
                      <a:lnTo>
                        <a:pt x="4740" y="382"/>
                      </a:lnTo>
                      <a:lnTo>
                        <a:pt x="4699" y="392"/>
                      </a:lnTo>
                      <a:lnTo>
                        <a:pt x="4689" y="374"/>
                      </a:lnTo>
                      <a:lnTo>
                        <a:pt x="4728" y="339"/>
                      </a:lnTo>
                      <a:lnTo>
                        <a:pt x="4762" y="285"/>
                      </a:lnTo>
                      <a:lnTo>
                        <a:pt x="4746" y="249"/>
                      </a:lnTo>
                      <a:lnTo>
                        <a:pt x="4689" y="290"/>
                      </a:lnTo>
                      <a:lnTo>
                        <a:pt x="4654" y="290"/>
                      </a:lnTo>
                      <a:lnTo>
                        <a:pt x="4709" y="246"/>
                      </a:lnTo>
                      <a:lnTo>
                        <a:pt x="4677" y="204"/>
                      </a:lnTo>
                      <a:lnTo>
                        <a:pt x="4699" y="173"/>
                      </a:lnTo>
                      <a:lnTo>
                        <a:pt x="4765" y="183"/>
                      </a:lnTo>
                      <a:lnTo>
                        <a:pt x="4791" y="130"/>
                      </a:lnTo>
                      <a:lnTo>
                        <a:pt x="4795" y="70"/>
                      </a:lnTo>
                      <a:lnTo>
                        <a:pt x="4752" y="70"/>
                      </a:lnTo>
                      <a:lnTo>
                        <a:pt x="4758" y="35"/>
                      </a:lnTo>
                      <a:lnTo>
                        <a:pt x="4732" y="10"/>
                      </a:lnTo>
                      <a:lnTo>
                        <a:pt x="4709" y="10"/>
                      </a:lnTo>
                      <a:lnTo>
                        <a:pt x="4661" y="48"/>
                      </a:lnTo>
                      <a:lnTo>
                        <a:pt x="4621" y="0"/>
                      </a:lnTo>
                      <a:lnTo>
                        <a:pt x="4613" y="66"/>
                      </a:lnTo>
                      <a:lnTo>
                        <a:pt x="4593" y="135"/>
                      </a:lnTo>
                      <a:lnTo>
                        <a:pt x="4576" y="185"/>
                      </a:lnTo>
                      <a:lnTo>
                        <a:pt x="4550" y="219"/>
                      </a:lnTo>
                      <a:lnTo>
                        <a:pt x="4542" y="249"/>
                      </a:lnTo>
                      <a:lnTo>
                        <a:pt x="4546" y="290"/>
                      </a:lnTo>
                      <a:lnTo>
                        <a:pt x="4519" y="294"/>
                      </a:lnTo>
                      <a:lnTo>
                        <a:pt x="4505" y="330"/>
                      </a:lnTo>
                      <a:lnTo>
                        <a:pt x="4508" y="385"/>
                      </a:lnTo>
                      <a:lnTo>
                        <a:pt x="4465" y="385"/>
                      </a:lnTo>
                      <a:lnTo>
                        <a:pt x="4411" y="442"/>
                      </a:lnTo>
                      <a:lnTo>
                        <a:pt x="4415" y="382"/>
                      </a:lnTo>
                      <a:lnTo>
                        <a:pt x="4433" y="316"/>
                      </a:lnTo>
                      <a:lnTo>
                        <a:pt x="4398" y="263"/>
                      </a:lnTo>
                      <a:lnTo>
                        <a:pt x="4431" y="230"/>
                      </a:lnTo>
                      <a:lnTo>
                        <a:pt x="4433" y="151"/>
                      </a:lnTo>
                      <a:lnTo>
                        <a:pt x="4426" y="106"/>
                      </a:lnTo>
                      <a:lnTo>
                        <a:pt x="4411" y="99"/>
                      </a:lnTo>
                      <a:lnTo>
                        <a:pt x="4386" y="113"/>
                      </a:lnTo>
                      <a:lnTo>
                        <a:pt x="4257" y="336"/>
                      </a:lnTo>
                      <a:lnTo>
                        <a:pt x="4236" y="358"/>
                      </a:lnTo>
                      <a:lnTo>
                        <a:pt x="4214" y="412"/>
                      </a:lnTo>
                      <a:lnTo>
                        <a:pt x="4180" y="454"/>
                      </a:lnTo>
                      <a:lnTo>
                        <a:pt x="4158" y="524"/>
                      </a:lnTo>
                      <a:lnTo>
                        <a:pt x="4189" y="490"/>
                      </a:lnTo>
                      <a:lnTo>
                        <a:pt x="4108" y="624"/>
                      </a:lnTo>
                      <a:lnTo>
                        <a:pt x="4077" y="641"/>
                      </a:lnTo>
                      <a:lnTo>
                        <a:pt x="4072" y="594"/>
                      </a:lnTo>
                      <a:lnTo>
                        <a:pt x="4077" y="550"/>
                      </a:lnTo>
                      <a:lnTo>
                        <a:pt x="4097" y="519"/>
                      </a:lnTo>
                      <a:lnTo>
                        <a:pt x="4117" y="508"/>
                      </a:lnTo>
                      <a:lnTo>
                        <a:pt x="4115" y="483"/>
                      </a:lnTo>
                      <a:lnTo>
                        <a:pt x="4126" y="415"/>
                      </a:lnTo>
                      <a:lnTo>
                        <a:pt x="4121" y="387"/>
                      </a:lnTo>
                      <a:lnTo>
                        <a:pt x="4146" y="324"/>
                      </a:lnTo>
                      <a:lnTo>
                        <a:pt x="4227" y="214"/>
                      </a:lnTo>
                      <a:lnTo>
                        <a:pt x="4254" y="157"/>
                      </a:lnTo>
                      <a:lnTo>
                        <a:pt x="4219" y="135"/>
                      </a:lnTo>
                      <a:lnTo>
                        <a:pt x="4164" y="179"/>
                      </a:lnTo>
                      <a:lnTo>
                        <a:pt x="4131" y="186"/>
                      </a:lnTo>
                      <a:lnTo>
                        <a:pt x="4126" y="139"/>
                      </a:lnTo>
                      <a:lnTo>
                        <a:pt x="4101" y="124"/>
                      </a:lnTo>
                      <a:lnTo>
                        <a:pt x="4088" y="99"/>
                      </a:lnTo>
                      <a:lnTo>
                        <a:pt x="4084" y="72"/>
                      </a:lnTo>
                      <a:lnTo>
                        <a:pt x="4047" y="119"/>
                      </a:lnTo>
                      <a:lnTo>
                        <a:pt x="4036" y="96"/>
                      </a:lnTo>
                      <a:lnTo>
                        <a:pt x="4009" y="96"/>
                      </a:lnTo>
                      <a:lnTo>
                        <a:pt x="4003" y="188"/>
                      </a:lnTo>
                      <a:lnTo>
                        <a:pt x="3951" y="170"/>
                      </a:lnTo>
                      <a:lnTo>
                        <a:pt x="3974" y="221"/>
                      </a:lnTo>
                      <a:lnTo>
                        <a:pt x="4003" y="249"/>
                      </a:lnTo>
                      <a:lnTo>
                        <a:pt x="4009" y="267"/>
                      </a:lnTo>
                      <a:lnTo>
                        <a:pt x="3957" y="294"/>
                      </a:lnTo>
                      <a:lnTo>
                        <a:pt x="3931" y="339"/>
                      </a:lnTo>
                      <a:lnTo>
                        <a:pt x="3943" y="387"/>
                      </a:lnTo>
                      <a:lnTo>
                        <a:pt x="3851" y="387"/>
                      </a:lnTo>
                      <a:lnTo>
                        <a:pt x="3804" y="441"/>
                      </a:lnTo>
                      <a:lnTo>
                        <a:pt x="3786" y="481"/>
                      </a:lnTo>
                      <a:lnTo>
                        <a:pt x="3739" y="536"/>
                      </a:lnTo>
                      <a:lnTo>
                        <a:pt x="3734" y="559"/>
                      </a:lnTo>
                      <a:lnTo>
                        <a:pt x="3743" y="591"/>
                      </a:lnTo>
                      <a:lnTo>
                        <a:pt x="3734" y="629"/>
                      </a:lnTo>
                      <a:lnTo>
                        <a:pt x="3730" y="685"/>
                      </a:lnTo>
                      <a:lnTo>
                        <a:pt x="3700" y="689"/>
                      </a:lnTo>
                      <a:lnTo>
                        <a:pt x="3680" y="666"/>
                      </a:lnTo>
                      <a:lnTo>
                        <a:pt x="3680" y="631"/>
                      </a:lnTo>
                      <a:lnTo>
                        <a:pt x="3700" y="619"/>
                      </a:lnTo>
                      <a:lnTo>
                        <a:pt x="3650" y="603"/>
                      </a:lnTo>
                      <a:lnTo>
                        <a:pt x="3675" y="564"/>
                      </a:lnTo>
                      <a:lnTo>
                        <a:pt x="3670" y="558"/>
                      </a:lnTo>
                      <a:lnTo>
                        <a:pt x="3558" y="542"/>
                      </a:lnTo>
                      <a:lnTo>
                        <a:pt x="3568" y="591"/>
                      </a:lnTo>
                      <a:lnTo>
                        <a:pt x="3552" y="596"/>
                      </a:lnTo>
                      <a:lnTo>
                        <a:pt x="3521" y="584"/>
                      </a:lnTo>
                      <a:lnTo>
                        <a:pt x="3521" y="558"/>
                      </a:lnTo>
                      <a:lnTo>
                        <a:pt x="3511" y="521"/>
                      </a:lnTo>
                      <a:lnTo>
                        <a:pt x="3497" y="532"/>
                      </a:lnTo>
                      <a:lnTo>
                        <a:pt x="3490" y="494"/>
                      </a:lnTo>
                      <a:lnTo>
                        <a:pt x="3465" y="513"/>
                      </a:lnTo>
                      <a:lnTo>
                        <a:pt x="3456" y="494"/>
                      </a:lnTo>
                      <a:lnTo>
                        <a:pt x="3439" y="515"/>
                      </a:lnTo>
                      <a:lnTo>
                        <a:pt x="3435" y="578"/>
                      </a:lnTo>
                      <a:lnTo>
                        <a:pt x="3413" y="544"/>
                      </a:lnTo>
                      <a:lnTo>
                        <a:pt x="3398" y="504"/>
                      </a:lnTo>
                      <a:lnTo>
                        <a:pt x="3384" y="490"/>
                      </a:lnTo>
                      <a:lnTo>
                        <a:pt x="3384" y="586"/>
                      </a:lnTo>
                      <a:lnTo>
                        <a:pt x="3447" y="623"/>
                      </a:lnTo>
                      <a:lnTo>
                        <a:pt x="3472" y="623"/>
                      </a:lnTo>
                      <a:lnTo>
                        <a:pt x="3472" y="666"/>
                      </a:lnTo>
                      <a:lnTo>
                        <a:pt x="3463" y="702"/>
                      </a:lnTo>
                      <a:lnTo>
                        <a:pt x="3463" y="743"/>
                      </a:lnTo>
                      <a:lnTo>
                        <a:pt x="3478" y="784"/>
                      </a:lnTo>
                      <a:lnTo>
                        <a:pt x="3478" y="839"/>
                      </a:lnTo>
                      <a:lnTo>
                        <a:pt x="3454" y="817"/>
                      </a:lnTo>
                      <a:lnTo>
                        <a:pt x="3384" y="709"/>
                      </a:lnTo>
                      <a:lnTo>
                        <a:pt x="3326" y="653"/>
                      </a:lnTo>
                      <a:lnTo>
                        <a:pt x="3339" y="727"/>
                      </a:lnTo>
                      <a:lnTo>
                        <a:pt x="3319" y="725"/>
                      </a:lnTo>
                      <a:lnTo>
                        <a:pt x="3308" y="763"/>
                      </a:lnTo>
                      <a:lnTo>
                        <a:pt x="3289" y="762"/>
                      </a:lnTo>
                      <a:lnTo>
                        <a:pt x="3275" y="788"/>
                      </a:lnTo>
                      <a:lnTo>
                        <a:pt x="3261" y="776"/>
                      </a:lnTo>
                      <a:lnTo>
                        <a:pt x="3259" y="751"/>
                      </a:lnTo>
                      <a:lnTo>
                        <a:pt x="3273" y="709"/>
                      </a:lnTo>
                      <a:lnTo>
                        <a:pt x="3245" y="727"/>
                      </a:lnTo>
                      <a:lnTo>
                        <a:pt x="3218" y="762"/>
                      </a:lnTo>
                      <a:lnTo>
                        <a:pt x="3204" y="809"/>
                      </a:lnTo>
                      <a:lnTo>
                        <a:pt x="3183" y="819"/>
                      </a:lnTo>
                      <a:lnTo>
                        <a:pt x="3190" y="876"/>
                      </a:lnTo>
                      <a:lnTo>
                        <a:pt x="3197" y="898"/>
                      </a:lnTo>
                      <a:lnTo>
                        <a:pt x="3138" y="953"/>
                      </a:lnTo>
                      <a:lnTo>
                        <a:pt x="3114" y="1026"/>
                      </a:lnTo>
                      <a:lnTo>
                        <a:pt x="3084" y="1062"/>
                      </a:lnTo>
                      <a:lnTo>
                        <a:pt x="3122" y="984"/>
                      </a:lnTo>
                      <a:lnTo>
                        <a:pt x="3129" y="941"/>
                      </a:lnTo>
                      <a:lnTo>
                        <a:pt x="3132" y="854"/>
                      </a:lnTo>
                      <a:lnTo>
                        <a:pt x="3138" y="786"/>
                      </a:lnTo>
                      <a:lnTo>
                        <a:pt x="3129" y="709"/>
                      </a:lnTo>
                      <a:lnTo>
                        <a:pt x="3089" y="727"/>
                      </a:lnTo>
                      <a:lnTo>
                        <a:pt x="3066" y="776"/>
                      </a:lnTo>
                      <a:lnTo>
                        <a:pt x="3030" y="830"/>
                      </a:lnTo>
                      <a:lnTo>
                        <a:pt x="3017" y="917"/>
                      </a:lnTo>
                      <a:lnTo>
                        <a:pt x="2998" y="992"/>
                      </a:lnTo>
                      <a:lnTo>
                        <a:pt x="2994" y="796"/>
                      </a:lnTo>
                      <a:lnTo>
                        <a:pt x="2899" y="809"/>
                      </a:lnTo>
                      <a:lnTo>
                        <a:pt x="2865" y="876"/>
                      </a:lnTo>
                      <a:lnTo>
                        <a:pt x="2863" y="895"/>
                      </a:lnTo>
                      <a:lnTo>
                        <a:pt x="2870" y="972"/>
                      </a:lnTo>
                      <a:lnTo>
                        <a:pt x="2906" y="1023"/>
                      </a:lnTo>
                      <a:lnTo>
                        <a:pt x="2937" y="1036"/>
                      </a:lnTo>
                      <a:lnTo>
                        <a:pt x="2964" y="1086"/>
                      </a:lnTo>
                      <a:lnTo>
                        <a:pt x="2960" y="1124"/>
                      </a:lnTo>
                      <a:lnTo>
                        <a:pt x="2931" y="1119"/>
                      </a:lnTo>
                      <a:lnTo>
                        <a:pt x="2906" y="1060"/>
                      </a:lnTo>
                      <a:lnTo>
                        <a:pt x="2865" y="1033"/>
                      </a:lnTo>
                      <a:lnTo>
                        <a:pt x="2831" y="973"/>
                      </a:lnTo>
                      <a:lnTo>
                        <a:pt x="2802" y="939"/>
                      </a:lnTo>
                      <a:lnTo>
                        <a:pt x="2757" y="949"/>
                      </a:lnTo>
                      <a:lnTo>
                        <a:pt x="2782" y="1012"/>
                      </a:lnTo>
                      <a:lnTo>
                        <a:pt x="2831" y="1060"/>
                      </a:lnTo>
                      <a:lnTo>
                        <a:pt x="2796" y="1094"/>
                      </a:lnTo>
                      <a:lnTo>
                        <a:pt x="2766" y="1069"/>
                      </a:lnTo>
                      <a:lnTo>
                        <a:pt x="2750" y="1091"/>
                      </a:lnTo>
                      <a:lnTo>
                        <a:pt x="2741" y="1043"/>
                      </a:lnTo>
                      <a:lnTo>
                        <a:pt x="2712" y="1064"/>
                      </a:lnTo>
                      <a:lnTo>
                        <a:pt x="2710" y="1045"/>
                      </a:lnTo>
                      <a:lnTo>
                        <a:pt x="2720" y="994"/>
                      </a:lnTo>
                      <a:lnTo>
                        <a:pt x="2700" y="972"/>
                      </a:lnTo>
                      <a:lnTo>
                        <a:pt x="2690" y="992"/>
                      </a:lnTo>
                      <a:lnTo>
                        <a:pt x="2664" y="1082"/>
                      </a:lnTo>
                      <a:lnTo>
                        <a:pt x="2669" y="1114"/>
                      </a:lnTo>
                      <a:lnTo>
                        <a:pt x="2687" y="1142"/>
                      </a:lnTo>
                      <a:lnTo>
                        <a:pt x="2600" y="1190"/>
                      </a:lnTo>
                      <a:lnTo>
                        <a:pt x="2577" y="1209"/>
                      </a:lnTo>
                      <a:lnTo>
                        <a:pt x="2567" y="1240"/>
                      </a:lnTo>
                      <a:lnTo>
                        <a:pt x="2561" y="1280"/>
                      </a:lnTo>
                      <a:lnTo>
                        <a:pt x="2573" y="1307"/>
                      </a:lnTo>
                      <a:lnTo>
                        <a:pt x="2604" y="1294"/>
                      </a:lnTo>
                      <a:lnTo>
                        <a:pt x="2626" y="1327"/>
                      </a:lnTo>
                      <a:lnTo>
                        <a:pt x="2583" y="1325"/>
                      </a:lnTo>
                      <a:lnTo>
                        <a:pt x="2595" y="1362"/>
                      </a:lnTo>
                      <a:lnTo>
                        <a:pt x="2597" y="1390"/>
                      </a:lnTo>
                      <a:lnTo>
                        <a:pt x="2550" y="1372"/>
                      </a:lnTo>
                      <a:lnTo>
                        <a:pt x="2532" y="1379"/>
                      </a:lnTo>
                      <a:lnTo>
                        <a:pt x="2559" y="1409"/>
                      </a:lnTo>
                      <a:lnTo>
                        <a:pt x="2538" y="1430"/>
                      </a:lnTo>
                      <a:lnTo>
                        <a:pt x="2497" y="1415"/>
                      </a:lnTo>
                      <a:lnTo>
                        <a:pt x="2488" y="1440"/>
                      </a:lnTo>
                      <a:lnTo>
                        <a:pt x="2459" y="1430"/>
                      </a:lnTo>
                      <a:lnTo>
                        <a:pt x="2400" y="1453"/>
                      </a:lnTo>
                      <a:lnTo>
                        <a:pt x="2382" y="1488"/>
                      </a:lnTo>
                      <a:lnTo>
                        <a:pt x="2359" y="1502"/>
                      </a:lnTo>
                      <a:lnTo>
                        <a:pt x="2355" y="1516"/>
                      </a:lnTo>
                      <a:lnTo>
                        <a:pt x="2394" y="1543"/>
                      </a:lnTo>
                      <a:lnTo>
                        <a:pt x="2429" y="1530"/>
                      </a:lnTo>
                      <a:lnTo>
                        <a:pt x="2449" y="1507"/>
                      </a:lnTo>
                      <a:lnTo>
                        <a:pt x="2509" y="1546"/>
                      </a:lnTo>
                      <a:lnTo>
                        <a:pt x="2552" y="1514"/>
                      </a:lnTo>
                      <a:lnTo>
                        <a:pt x="2565" y="1527"/>
                      </a:lnTo>
                      <a:lnTo>
                        <a:pt x="2577" y="1558"/>
                      </a:lnTo>
                      <a:lnTo>
                        <a:pt x="2538" y="1558"/>
                      </a:lnTo>
                      <a:lnTo>
                        <a:pt x="2520" y="1584"/>
                      </a:lnTo>
                      <a:lnTo>
                        <a:pt x="2514" y="1636"/>
                      </a:lnTo>
                      <a:lnTo>
                        <a:pt x="2456" y="1604"/>
                      </a:lnTo>
                      <a:lnTo>
                        <a:pt x="2416" y="1602"/>
                      </a:lnTo>
                      <a:lnTo>
                        <a:pt x="2407" y="1583"/>
                      </a:lnTo>
                      <a:lnTo>
                        <a:pt x="2362" y="1571"/>
                      </a:lnTo>
                      <a:lnTo>
                        <a:pt x="2312" y="1602"/>
                      </a:lnTo>
                      <a:lnTo>
                        <a:pt x="2296" y="1632"/>
                      </a:lnTo>
                      <a:lnTo>
                        <a:pt x="2332" y="1692"/>
                      </a:lnTo>
                      <a:lnTo>
                        <a:pt x="2335" y="1721"/>
                      </a:lnTo>
                      <a:lnTo>
                        <a:pt x="2310" y="1719"/>
                      </a:lnTo>
                      <a:lnTo>
                        <a:pt x="2331" y="1774"/>
                      </a:lnTo>
                      <a:lnTo>
                        <a:pt x="2332" y="1814"/>
                      </a:lnTo>
                      <a:lnTo>
                        <a:pt x="2304" y="1803"/>
                      </a:lnTo>
                      <a:lnTo>
                        <a:pt x="2304" y="1843"/>
                      </a:lnTo>
                      <a:lnTo>
                        <a:pt x="2276" y="1849"/>
                      </a:lnTo>
                      <a:lnTo>
                        <a:pt x="2253" y="1707"/>
                      </a:lnTo>
                      <a:lnTo>
                        <a:pt x="2226" y="1714"/>
                      </a:lnTo>
                      <a:lnTo>
                        <a:pt x="2213" y="1765"/>
                      </a:lnTo>
                      <a:lnTo>
                        <a:pt x="2185" y="1756"/>
                      </a:lnTo>
                      <a:lnTo>
                        <a:pt x="2175" y="1772"/>
                      </a:lnTo>
                      <a:lnTo>
                        <a:pt x="2213" y="1787"/>
                      </a:lnTo>
                      <a:lnTo>
                        <a:pt x="2204" y="1803"/>
                      </a:lnTo>
                      <a:lnTo>
                        <a:pt x="2173" y="1809"/>
                      </a:lnTo>
                      <a:lnTo>
                        <a:pt x="2148" y="1829"/>
                      </a:lnTo>
                      <a:lnTo>
                        <a:pt x="2136" y="1862"/>
                      </a:lnTo>
                      <a:lnTo>
                        <a:pt x="2141" y="1899"/>
                      </a:lnTo>
                      <a:lnTo>
                        <a:pt x="2173" y="1924"/>
                      </a:lnTo>
                      <a:lnTo>
                        <a:pt x="2146" y="1937"/>
                      </a:lnTo>
                      <a:lnTo>
                        <a:pt x="2163" y="1958"/>
                      </a:lnTo>
                      <a:lnTo>
                        <a:pt x="2143" y="1968"/>
                      </a:lnTo>
                      <a:lnTo>
                        <a:pt x="2126" y="2013"/>
                      </a:lnTo>
                      <a:lnTo>
                        <a:pt x="2112" y="2022"/>
                      </a:lnTo>
                      <a:lnTo>
                        <a:pt x="2091" y="2021"/>
                      </a:lnTo>
                      <a:lnTo>
                        <a:pt x="2095" y="2035"/>
                      </a:lnTo>
                      <a:lnTo>
                        <a:pt x="2132" y="2048"/>
                      </a:lnTo>
                      <a:lnTo>
                        <a:pt x="2204" y="2022"/>
                      </a:lnTo>
                      <a:lnTo>
                        <a:pt x="2155" y="2079"/>
                      </a:lnTo>
                      <a:lnTo>
                        <a:pt x="2130" y="2095"/>
                      </a:lnTo>
                      <a:lnTo>
                        <a:pt x="2062" y="2079"/>
                      </a:lnTo>
                      <a:lnTo>
                        <a:pt x="2046" y="2063"/>
                      </a:lnTo>
                      <a:lnTo>
                        <a:pt x="2042" y="2036"/>
                      </a:lnTo>
                      <a:lnTo>
                        <a:pt x="2013" y="2041"/>
                      </a:lnTo>
                      <a:lnTo>
                        <a:pt x="1972" y="2076"/>
                      </a:lnTo>
                      <a:lnTo>
                        <a:pt x="1952" y="2139"/>
                      </a:lnTo>
                      <a:lnTo>
                        <a:pt x="1915" y="2170"/>
                      </a:lnTo>
                      <a:lnTo>
                        <a:pt x="1913" y="2203"/>
                      </a:lnTo>
                      <a:lnTo>
                        <a:pt x="1938" y="2203"/>
                      </a:lnTo>
                      <a:lnTo>
                        <a:pt x="1934" y="2233"/>
                      </a:lnTo>
                      <a:lnTo>
                        <a:pt x="1929" y="2252"/>
                      </a:lnTo>
                      <a:lnTo>
                        <a:pt x="1896" y="2264"/>
                      </a:lnTo>
                      <a:lnTo>
                        <a:pt x="1881" y="2335"/>
                      </a:lnTo>
                      <a:lnTo>
                        <a:pt x="1853" y="2329"/>
                      </a:lnTo>
                      <a:lnTo>
                        <a:pt x="1831" y="2341"/>
                      </a:lnTo>
                      <a:lnTo>
                        <a:pt x="1806" y="2346"/>
                      </a:lnTo>
                      <a:lnTo>
                        <a:pt x="1775" y="2386"/>
                      </a:lnTo>
                      <a:lnTo>
                        <a:pt x="1798" y="2423"/>
                      </a:lnTo>
                      <a:lnTo>
                        <a:pt x="1784" y="2441"/>
                      </a:lnTo>
                      <a:lnTo>
                        <a:pt x="1743" y="2447"/>
                      </a:lnTo>
                      <a:lnTo>
                        <a:pt x="1743" y="2484"/>
                      </a:lnTo>
                      <a:lnTo>
                        <a:pt x="1701" y="2490"/>
                      </a:lnTo>
                      <a:lnTo>
                        <a:pt x="1710" y="2511"/>
                      </a:lnTo>
                      <a:lnTo>
                        <a:pt x="1692" y="2525"/>
                      </a:lnTo>
                      <a:lnTo>
                        <a:pt x="1687" y="2557"/>
                      </a:lnTo>
                      <a:lnTo>
                        <a:pt x="1734" y="2568"/>
                      </a:lnTo>
                      <a:lnTo>
                        <a:pt x="1724" y="2590"/>
                      </a:lnTo>
                      <a:lnTo>
                        <a:pt x="1692" y="2608"/>
                      </a:lnTo>
                      <a:lnTo>
                        <a:pt x="1669" y="2591"/>
                      </a:lnTo>
                      <a:lnTo>
                        <a:pt x="1667" y="2598"/>
                      </a:lnTo>
                      <a:lnTo>
                        <a:pt x="1671" y="2653"/>
                      </a:lnTo>
                      <a:lnTo>
                        <a:pt x="1694" y="2684"/>
                      </a:lnTo>
                      <a:lnTo>
                        <a:pt x="1712" y="2657"/>
                      </a:lnTo>
                      <a:lnTo>
                        <a:pt x="1728" y="2674"/>
                      </a:lnTo>
                      <a:lnTo>
                        <a:pt x="1719" y="2708"/>
                      </a:lnTo>
                      <a:lnTo>
                        <a:pt x="1643" y="2719"/>
                      </a:lnTo>
                      <a:lnTo>
                        <a:pt x="1626" y="2735"/>
                      </a:lnTo>
                      <a:lnTo>
                        <a:pt x="1622" y="2791"/>
                      </a:lnTo>
                      <a:lnTo>
                        <a:pt x="1591" y="2815"/>
                      </a:lnTo>
                      <a:lnTo>
                        <a:pt x="1559" y="2825"/>
                      </a:lnTo>
                      <a:lnTo>
                        <a:pt x="1538" y="2877"/>
                      </a:lnTo>
                      <a:lnTo>
                        <a:pt x="1570" y="2873"/>
                      </a:lnTo>
                      <a:lnTo>
                        <a:pt x="1600" y="2841"/>
                      </a:lnTo>
                      <a:lnTo>
                        <a:pt x="1640" y="2823"/>
                      </a:lnTo>
                      <a:lnTo>
                        <a:pt x="1640" y="2859"/>
                      </a:lnTo>
                      <a:lnTo>
                        <a:pt x="1665" y="2908"/>
                      </a:lnTo>
                      <a:lnTo>
                        <a:pt x="1591" y="2881"/>
                      </a:lnTo>
                      <a:lnTo>
                        <a:pt x="1586" y="2916"/>
                      </a:lnTo>
                      <a:lnTo>
                        <a:pt x="1600" y="2928"/>
                      </a:lnTo>
                      <a:lnTo>
                        <a:pt x="1577" y="2949"/>
                      </a:lnTo>
                      <a:lnTo>
                        <a:pt x="1568" y="2971"/>
                      </a:lnTo>
                      <a:lnTo>
                        <a:pt x="1577" y="3006"/>
                      </a:lnTo>
                      <a:lnTo>
                        <a:pt x="1563" y="3014"/>
                      </a:lnTo>
                      <a:lnTo>
                        <a:pt x="1540" y="3001"/>
                      </a:lnTo>
                      <a:lnTo>
                        <a:pt x="1525" y="3023"/>
                      </a:lnTo>
                      <a:lnTo>
                        <a:pt x="1536" y="3061"/>
                      </a:lnTo>
                      <a:lnTo>
                        <a:pt x="1559" y="3080"/>
                      </a:lnTo>
                      <a:lnTo>
                        <a:pt x="1568" y="3152"/>
                      </a:lnTo>
                      <a:lnTo>
                        <a:pt x="1540" y="3120"/>
                      </a:lnTo>
                      <a:lnTo>
                        <a:pt x="1514" y="3111"/>
                      </a:lnTo>
                      <a:lnTo>
                        <a:pt x="1491" y="3064"/>
                      </a:lnTo>
                      <a:lnTo>
                        <a:pt x="1496" y="3127"/>
                      </a:lnTo>
                      <a:lnTo>
                        <a:pt x="1483" y="3147"/>
                      </a:lnTo>
                      <a:lnTo>
                        <a:pt x="1458" y="3158"/>
                      </a:lnTo>
                      <a:lnTo>
                        <a:pt x="1446" y="3194"/>
                      </a:lnTo>
                      <a:lnTo>
                        <a:pt x="1464" y="3206"/>
                      </a:lnTo>
                      <a:lnTo>
                        <a:pt x="1487" y="3194"/>
                      </a:lnTo>
                      <a:lnTo>
                        <a:pt x="1503" y="3162"/>
                      </a:lnTo>
                      <a:lnTo>
                        <a:pt x="1510" y="3178"/>
                      </a:lnTo>
                      <a:lnTo>
                        <a:pt x="1505" y="3194"/>
                      </a:lnTo>
                      <a:lnTo>
                        <a:pt x="1505" y="3221"/>
                      </a:lnTo>
                      <a:lnTo>
                        <a:pt x="1511" y="3248"/>
                      </a:lnTo>
                      <a:lnTo>
                        <a:pt x="1487" y="3272"/>
                      </a:lnTo>
                      <a:lnTo>
                        <a:pt x="1446" y="3252"/>
                      </a:lnTo>
                      <a:lnTo>
                        <a:pt x="1426" y="3282"/>
                      </a:lnTo>
                      <a:lnTo>
                        <a:pt x="1401" y="3268"/>
                      </a:lnTo>
                      <a:lnTo>
                        <a:pt x="1374" y="3307"/>
                      </a:lnTo>
                      <a:lnTo>
                        <a:pt x="1370" y="3340"/>
                      </a:lnTo>
                      <a:lnTo>
                        <a:pt x="1342" y="3362"/>
                      </a:lnTo>
                      <a:lnTo>
                        <a:pt x="1311" y="3374"/>
                      </a:lnTo>
                      <a:lnTo>
                        <a:pt x="1294" y="3450"/>
                      </a:lnTo>
                      <a:lnTo>
                        <a:pt x="1331" y="3439"/>
                      </a:lnTo>
                      <a:lnTo>
                        <a:pt x="1366" y="3417"/>
                      </a:lnTo>
                      <a:lnTo>
                        <a:pt x="1379" y="3430"/>
                      </a:lnTo>
                      <a:lnTo>
                        <a:pt x="1317" y="3458"/>
                      </a:lnTo>
                      <a:lnTo>
                        <a:pt x="1315" y="3495"/>
                      </a:lnTo>
                      <a:lnTo>
                        <a:pt x="1326" y="3536"/>
                      </a:lnTo>
                      <a:lnTo>
                        <a:pt x="1311" y="3562"/>
                      </a:lnTo>
                      <a:lnTo>
                        <a:pt x="1270" y="3575"/>
                      </a:lnTo>
                      <a:lnTo>
                        <a:pt x="1220" y="3532"/>
                      </a:lnTo>
                      <a:lnTo>
                        <a:pt x="1208" y="3532"/>
                      </a:lnTo>
                      <a:lnTo>
                        <a:pt x="1176" y="3587"/>
                      </a:lnTo>
                      <a:lnTo>
                        <a:pt x="1137" y="3615"/>
                      </a:lnTo>
                      <a:lnTo>
                        <a:pt x="1132" y="3638"/>
                      </a:lnTo>
                      <a:lnTo>
                        <a:pt x="1108" y="3660"/>
                      </a:lnTo>
                      <a:lnTo>
                        <a:pt x="1044" y="3754"/>
                      </a:lnTo>
                      <a:lnTo>
                        <a:pt x="1034" y="3776"/>
                      </a:lnTo>
                      <a:lnTo>
                        <a:pt x="1047" y="3815"/>
                      </a:lnTo>
                      <a:lnTo>
                        <a:pt x="1047" y="3827"/>
                      </a:lnTo>
                      <a:lnTo>
                        <a:pt x="963" y="3873"/>
                      </a:lnTo>
                      <a:lnTo>
                        <a:pt x="961" y="3912"/>
                      </a:lnTo>
                      <a:lnTo>
                        <a:pt x="982" y="3930"/>
                      </a:lnTo>
                      <a:lnTo>
                        <a:pt x="1024" y="3912"/>
                      </a:lnTo>
                      <a:lnTo>
                        <a:pt x="1006" y="3968"/>
                      </a:lnTo>
                      <a:lnTo>
                        <a:pt x="1032" y="4013"/>
                      </a:lnTo>
                      <a:lnTo>
                        <a:pt x="1056" y="4024"/>
                      </a:lnTo>
                      <a:lnTo>
                        <a:pt x="1193" y="3925"/>
                      </a:lnTo>
                      <a:lnTo>
                        <a:pt x="1274" y="3888"/>
                      </a:lnTo>
                      <a:lnTo>
                        <a:pt x="1294" y="3862"/>
                      </a:lnTo>
                      <a:lnTo>
                        <a:pt x="1311" y="3873"/>
                      </a:lnTo>
                      <a:lnTo>
                        <a:pt x="1297" y="3895"/>
                      </a:lnTo>
                      <a:lnTo>
                        <a:pt x="1247" y="3925"/>
                      </a:lnTo>
                      <a:lnTo>
                        <a:pt x="1220" y="3926"/>
                      </a:lnTo>
                      <a:lnTo>
                        <a:pt x="1179" y="3954"/>
                      </a:lnTo>
                      <a:lnTo>
                        <a:pt x="1148" y="3985"/>
                      </a:lnTo>
                      <a:lnTo>
                        <a:pt x="1169" y="4013"/>
                      </a:lnTo>
                      <a:lnTo>
                        <a:pt x="1167" y="4026"/>
                      </a:lnTo>
                      <a:lnTo>
                        <a:pt x="1101" y="4050"/>
                      </a:lnTo>
                      <a:lnTo>
                        <a:pt x="1063" y="4050"/>
                      </a:lnTo>
                      <a:lnTo>
                        <a:pt x="1051" y="4064"/>
                      </a:lnTo>
                      <a:lnTo>
                        <a:pt x="1061" y="4088"/>
                      </a:lnTo>
                      <a:lnTo>
                        <a:pt x="1044" y="4095"/>
                      </a:lnTo>
                      <a:lnTo>
                        <a:pt x="1011" y="4088"/>
                      </a:lnTo>
                      <a:lnTo>
                        <a:pt x="1011" y="4053"/>
                      </a:lnTo>
                      <a:lnTo>
                        <a:pt x="980" y="3997"/>
                      </a:lnTo>
                      <a:lnTo>
                        <a:pt x="963" y="3979"/>
                      </a:lnTo>
                      <a:lnTo>
                        <a:pt x="944" y="3981"/>
                      </a:lnTo>
                      <a:lnTo>
                        <a:pt x="933" y="3999"/>
                      </a:lnTo>
                      <a:lnTo>
                        <a:pt x="906" y="4004"/>
                      </a:lnTo>
                      <a:lnTo>
                        <a:pt x="881" y="4028"/>
                      </a:lnTo>
                      <a:lnTo>
                        <a:pt x="879" y="4054"/>
                      </a:lnTo>
                      <a:lnTo>
                        <a:pt x="899" y="4073"/>
                      </a:lnTo>
                      <a:lnTo>
                        <a:pt x="906" y="4091"/>
                      </a:lnTo>
                      <a:lnTo>
                        <a:pt x="863" y="4115"/>
                      </a:lnTo>
                      <a:lnTo>
                        <a:pt x="847" y="4091"/>
                      </a:lnTo>
                      <a:lnTo>
                        <a:pt x="847" y="4059"/>
                      </a:lnTo>
                      <a:lnTo>
                        <a:pt x="840" y="4038"/>
                      </a:lnTo>
                      <a:lnTo>
                        <a:pt x="738" y="4080"/>
                      </a:lnTo>
                      <a:lnTo>
                        <a:pt x="725" y="4098"/>
                      </a:lnTo>
                      <a:lnTo>
                        <a:pt x="709" y="4139"/>
                      </a:lnTo>
                      <a:lnTo>
                        <a:pt x="684" y="4136"/>
                      </a:lnTo>
                      <a:lnTo>
                        <a:pt x="691" y="4163"/>
                      </a:lnTo>
                      <a:lnTo>
                        <a:pt x="684" y="4177"/>
                      </a:lnTo>
                      <a:lnTo>
                        <a:pt x="650" y="4179"/>
                      </a:lnTo>
                      <a:lnTo>
                        <a:pt x="653" y="4164"/>
                      </a:lnTo>
                      <a:lnTo>
                        <a:pt x="645" y="4148"/>
                      </a:lnTo>
                      <a:lnTo>
                        <a:pt x="629" y="4152"/>
                      </a:lnTo>
                      <a:lnTo>
                        <a:pt x="621" y="4168"/>
                      </a:lnTo>
                      <a:lnTo>
                        <a:pt x="623" y="4185"/>
                      </a:lnTo>
                      <a:lnTo>
                        <a:pt x="618" y="4195"/>
                      </a:lnTo>
                      <a:lnTo>
                        <a:pt x="584" y="4195"/>
                      </a:lnTo>
                      <a:lnTo>
                        <a:pt x="531" y="4219"/>
                      </a:lnTo>
                      <a:lnTo>
                        <a:pt x="522" y="4271"/>
                      </a:lnTo>
                      <a:lnTo>
                        <a:pt x="505" y="4312"/>
                      </a:lnTo>
                      <a:lnTo>
                        <a:pt x="477" y="4294"/>
                      </a:lnTo>
                      <a:lnTo>
                        <a:pt x="441" y="4289"/>
                      </a:lnTo>
                      <a:lnTo>
                        <a:pt x="406" y="4316"/>
                      </a:lnTo>
                      <a:lnTo>
                        <a:pt x="400" y="4341"/>
                      </a:lnTo>
                      <a:lnTo>
                        <a:pt x="436" y="4366"/>
                      </a:lnTo>
                      <a:lnTo>
                        <a:pt x="415" y="4389"/>
                      </a:lnTo>
                      <a:lnTo>
                        <a:pt x="451" y="4398"/>
                      </a:lnTo>
                      <a:lnTo>
                        <a:pt x="492" y="4384"/>
                      </a:lnTo>
                      <a:lnTo>
                        <a:pt x="508" y="4408"/>
                      </a:lnTo>
                      <a:lnTo>
                        <a:pt x="528" y="4420"/>
                      </a:lnTo>
                      <a:lnTo>
                        <a:pt x="504" y="4449"/>
                      </a:lnTo>
                      <a:lnTo>
                        <a:pt x="514" y="4474"/>
                      </a:lnTo>
                      <a:lnTo>
                        <a:pt x="485" y="4459"/>
                      </a:lnTo>
                      <a:lnTo>
                        <a:pt x="455" y="4461"/>
                      </a:lnTo>
                      <a:lnTo>
                        <a:pt x="366" y="4448"/>
                      </a:lnTo>
                      <a:lnTo>
                        <a:pt x="342" y="4449"/>
                      </a:lnTo>
                      <a:lnTo>
                        <a:pt x="323" y="4465"/>
                      </a:lnTo>
                      <a:lnTo>
                        <a:pt x="299" y="4461"/>
                      </a:lnTo>
                      <a:lnTo>
                        <a:pt x="276" y="4480"/>
                      </a:lnTo>
                      <a:lnTo>
                        <a:pt x="281" y="4488"/>
                      </a:lnTo>
                      <a:lnTo>
                        <a:pt x="303" y="4497"/>
                      </a:lnTo>
                      <a:lnTo>
                        <a:pt x="281" y="4506"/>
                      </a:lnTo>
                      <a:lnTo>
                        <a:pt x="282" y="4527"/>
                      </a:lnTo>
                      <a:lnTo>
                        <a:pt x="309" y="4524"/>
                      </a:lnTo>
                      <a:lnTo>
                        <a:pt x="330" y="4513"/>
                      </a:lnTo>
                      <a:lnTo>
                        <a:pt x="303" y="4551"/>
                      </a:lnTo>
                      <a:lnTo>
                        <a:pt x="305" y="4578"/>
                      </a:lnTo>
                      <a:lnTo>
                        <a:pt x="321" y="4637"/>
                      </a:lnTo>
                      <a:lnTo>
                        <a:pt x="308" y="4642"/>
                      </a:lnTo>
                      <a:lnTo>
                        <a:pt x="291" y="4589"/>
                      </a:lnTo>
                      <a:lnTo>
                        <a:pt x="274" y="4568"/>
                      </a:lnTo>
                      <a:lnTo>
                        <a:pt x="240" y="4589"/>
                      </a:lnTo>
                      <a:lnTo>
                        <a:pt x="219" y="4619"/>
                      </a:lnTo>
                      <a:lnTo>
                        <a:pt x="205" y="4655"/>
                      </a:lnTo>
                      <a:lnTo>
                        <a:pt x="226" y="4674"/>
                      </a:lnTo>
                      <a:lnTo>
                        <a:pt x="231" y="4699"/>
                      </a:lnTo>
                      <a:lnTo>
                        <a:pt x="197" y="4677"/>
                      </a:lnTo>
                      <a:lnTo>
                        <a:pt x="183" y="4648"/>
                      </a:lnTo>
                      <a:lnTo>
                        <a:pt x="154" y="4659"/>
                      </a:lnTo>
                      <a:lnTo>
                        <a:pt x="104" y="4657"/>
                      </a:lnTo>
                      <a:lnTo>
                        <a:pt x="102" y="4681"/>
                      </a:lnTo>
                      <a:lnTo>
                        <a:pt x="106" y="4699"/>
                      </a:lnTo>
                      <a:lnTo>
                        <a:pt x="47" y="4652"/>
                      </a:lnTo>
                      <a:lnTo>
                        <a:pt x="32" y="4666"/>
                      </a:lnTo>
                      <a:lnTo>
                        <a:pt x="57" y="4724"/>
                      </a:lnTo>
                      <a:lnTo>
                        <a:pt x="41" y="4741"/>
                      </a:lnTo>
                      <a:lnTo>
                        <a:pt x="47" y="4753"/>
                      </a:lnTo>
                      <a:lnTo>
                        <a:pt x="152" y="4753"/>
                      </a:lnTo>
                      <a:lnTo>
                        <a:pt x="246" y="4728"/>
                      </a:lnTo>
                      <a:lnTo>
                        <a:pt x="188" y="4760"/>
                      </a:lnTo>
                      <a:lnTo>
                        <a:pt x="199" y="4773"/>
                      </a:lnTo>
                      <a:lnTo>
                        <a:pt x="242" y="4770"/>
                      </a:lnTo>
                      <a:lnTo>
                        <a:pt x="276" y="4759"/>
                      </a:lnTo>
                      <a:lnTo>
                        <a:pt x="285" y="4768"/>
                      </a:lnTo>
                      <a:lnTo>
                        <a:pt x="248" y="4791"/>
                      </a:lnTo>
                      <a:lnTo>
                        <a:pt x="192" y="4797"/>
                      </a:lnTo>
                      <a:lnTo>
                        <a:pt x="133" y="4797"/>
                      </a:lnTo>
                      <a:lnTo>
                        <a:pt x="110" y="4781"/>
                      </a:lnTo>
                      <a:lnTo>
                        <a:pt x="88" y="4781"/>
                      </a:lnTo>
                      <a:lnTo>
                        <a:pt x="45" y="4815"/>
                      </a:lnTo>
                      <a:lnTo>
                        <a:pt x="43" y="4836"/>
                      </a:lnTo>
                      <a:lnTo>
                        <a:pt x="16" y="4832"/>
                      </a:lnTo>
                      <a:lnTo>
                        <a:pt x="7" y="4840"/>
                      </a:lnTo>
                      <a:lnTo>
                        <a:pt x="2" y="4867"/>
                      </a:lnTo>
                      <a:lnTo>
                        <a:pt x="59" y="4885"/>
                      </a:lnTo>
                      <a:lnTo>
                        <a:pt x="54" y="4909"/>
                      </a:lnTo>
                      <a:lnTo>
                        <a:pt x="57" y="4934"/>
                      </a:lnTo>
                      <a:lnTo>
                        <a:pt x="37" y="4950"/>
                      </a:lnTo>
                      <a:lnTo>
                        <a:pt x="12" y="4983"/>
                      </a:lnTo>
                      <a:lnTo>
                        <a:pt x="20" y="5008"/>
                      </a:lnTo>
                      <a:lnTo>
                        <a:pt x="12" y="5024"/>
                      </a:lnTo>
                      <a:lnTo>
                        <a:pt x="10" y="5051"/>
                      </a:lnTo>
                      <a:lnTo>
                        <a:pt x="25" y="5065"/>
                      </a:lnTo>
                      <a:lnTo>
                        <a:pt x="25" y="5091"/>
                      </a:lnTo>
                      <a:lnTo>
                        <a:pt x="84" y="5103"/>
                      </a:lnTo>
                      <a:lnTo>
                        <a:pt x="197" y="5059"/>
                      </a:lnTo>
                      <a:lnTo>
                        <a:pt x="222" y="5075"/>
                      </a:lnTo>
                      <a:lnTo>
                        <a:pt x="265" y="5075"/>
                      </a:lnTo>
                      <a:lnTo>
                        <a:pt x="278" y="5031"/>
                      </a:lnTo>
                      <a:lnTo>
                        <a:pt x="309" y="4974"/>
                      </a:lnTo>
                      <a:lnTo>
                        <a:pt x="316" y="5010"/>
                      </a:lnTo>
                      <a:lnTo>
                        <a:pt x="305" y="5061"/>
                      </a:lnTo>
                      <a:lnTo>
                        <a:pt x="325" y="5071"/>
                      </a:lnTo>
                      <a:lnTo>
                        <a:pt x="368" y="5071"/>
                      </a:lnTo>
                      <a:lnTo>
                        <a:pt x="393" y="5061"/>
                      </a:lnTo>
                      <a:lnTo>
                        <a:pt x="414" y="5074"/>
                      </a:lnTo>
                      <a:lnTo>
                        <a:pt x="455" y="5028"/>
                      </a:lnTo>
                      <a:lnTo>
                        <a:pt x="467" y="4942"/>
                      </a:lnTo>
                      <a:lnTo>
                        <a:pt x="514" y="4915"/>
                      </a:lnTo>
                      <a:lnTo>
                        <a:pt x="519" y="4933"/>
                      </a:lnTo>
                      <a:lnTo>
                        <a:pt x="488" y="4991"/>
                      </a:lnTo>
                      <a:lnTo>
                        <a:pt x="481" y="5032"/>
                      </a:lnTo>
                      <a:lnTo>
                        <a:pt x="475" y="5051"/>
                      </a:lnTo>
                      <a:lnTo>
                        <a:pt x="497" y="5047"/>
                      </a:lnTo>
                      <a:lnTo>
                        <a:pt x="522" y="5031"/>
                      </a:lnTo>
                      <a:lnTo>
                        <a:pt x="542" y="5042"/>
                      </a:lnTo>
                      <a:lnTo>
                        <a:pt x="488" y="5085"/>
                      </a:lnTo>
                      <a:lnTo>
                        <a:pt x="422" y="5105"/>
                      </a:lnTo>
                      <a:lnTo>
                        <a:pt x="415" y="5141"/>
                      </a:lnTo>
                      <a:lnTo>
                        <a:pt x="441" y="5168"/>
                      </a:lnTo>
                      <a:lnTo>
                        <a:pt x="389" y="5200"/>
                      </a:lnTo>
                      <a:lnTo>
                        <a:pt x="389" y="5160"/>
                      </a:lnTo>
                      <a:lnTo>
                        <a:pt x="377" y="5132"/>
                      </a:lnTo>
                      <a:lnTo>
                        <a:pt x="342" y="5105"/>
                      </a:lnTo>
                      <a:lnTo>
                        <a:pt x="303" y="5105"/>
                      </a:lnTo>
                      <a:lnTo>
                        <a:pt x="254" y="5118"/>
                      </a:lnTo>
                      <a:lnTo>
                        <a:pt x="213" y="5109"/>
                      </a:lnTo>
                      <a:lnTo>
                        <a:pt x="177" y="5117"/>
                      </a:lnTo>
                      <a:lnTo>
                        <a:pt x="139" y="5111"/>
                      </a:lnTo>
                      <a:lnTo>
                        <a:pt x="108" y="5141"/>
                      </a:lnTo>
                      <a:lnTo>
                        <a:pt x="39" y="5125"/>
                      </a:lnTo>
                      <a:lnTo>
                        <a:pt x="18" y="5171"/>
                      </a:lnTo>
                      <a:lnTo>
                        <a:pt x="14" y="5209"/>
                      </a:lnTo>
                      <a:lnTo>
                        <a:pt x="49" y="5214"/>
                      </a:lnTo>
                      <a:lnTo>
                        <a:pt x="63" y="5206"/>
                      </a:lnTo>
                      <a:lnTo>
                        <a:pt x="66" y="5261"/>
                      </a:lnTo>
                      <a:lnTo>
                        <a:pt x="34" y="5247"/>
                      </a:lnTo>
                      <a:lnTo>
                        <a:pt x="12" y="5226"/>
                      </a:lnTo>
                      <a:lnTo>
                        <a:pt x="7" y="5236"/>
                      </a:lnTo>
                      <a:lnTo>
                        <a:pt x="0" y="5236"/>
                      </a:lnTo>
                      <a:lnTo>
                        <a:pt x="0" y="5247"/>
                      </a:lnTo>
                      <a:lnTo>
                        <a:pt x="37" y="5316"/>
                      </a:lnTo>
                      <a:lnTo>
                        <a:pt x="61" y="5321"/>
                      </a:lnTo>
                      <a:lnTo>
                        <a:pt x="110" y="5287"/>
                      </a:lnTo>
                      <a:lnTo>
                        <a:pt x="143" y="5281"/>
                      </a:lnTo>
                      <a:lnTo>
                        <a:pt x="92" y="5331"/>
                      </a:lnTo>
                      <a:lnTo>
                        <a:pt x="77" y="5357"/>
                      </a:lnTo>
                      <a:lnTo>
                        <a:pt x="90" y="5374"/>
                      </a:lnTo>
                      <a:lnTo>
                        <a:pt x="49" y="5396"/>
                      </a:lnTo>
                      <a:lnTo>
                        <a:pt x="32" y="5418"/>
                      </a:lnTo>
                      <a:lnTo>
                        <a:pt x="39" y="5448"/>
                      </a:lnTo>
                      <a:lnTo>
                        <a:pt x="57" y="5467"/>
                      </a:lnTo>
                      <a:lnTo>
                        <a:pt x="66" y="5492"/>
                      </a:lnTo>
                      <a:lnTo>
                        <a:pt x="90" y="5474"/>
                      </a:lnTo>
                      <a:lnTo>
                        <a:pt x="113" y="5448"/>
                      </a:lnTo>
                      <a:lnTo>
                        <a:pt x="113" y="5482"/>
                      </a:lnTo>
                      <a:lnTo>
                        <a:pt x="145" y="5531"/>
                      </a:lnTo>
                      <a:lnTo>
                        <a:pt x="115" y="5535"/>
                      </a:lnTo>
                      <a:lnTo>
                        <a:pt x="84" y="5559"/>
                      </a:lnTo>
                      <a:lnTo>
                        <a:pt x="84" y="5578"/>
                      </a:lnTo>
                      <a:lnTo>
                        <a:pt x="102" y="5594"/>
                      </a:lnTo>
                      <a:lnTo>
                        <a:pt x="139" y="5569"/>
                      </a:lnTo>
                      <a:lnTo>
                        <a:pt x="164" y="5526"/>
                      </a:lnTo>
                      <a:lnTo>
                        <a:pt x="166" y="5482"/>
                      </a:lnTo>
                      <a:lnTo>
                        <a:pt x="197" y="5459"/>
                      </a:lnTo>
                      <a:lnTo>
                        <a:pt x="233" y="5411"/>
                      </a:lnTo>
                      <a:lnTo>
                        <a:pt x="271" y="5338"/>
                      </a:lnTo>
                      <a:lnTo>
                        <a:pt x="308" y="5307"/>
                      </a:lnTo>
                      <a:lnTo>
                        <a:pt x="325" y="5326"/>
                      </a:lnTo>
                      <a:lnTo>
                        <a:pt x="328" y="5341"/>
                      </a:lnTo>
                      <a:lnTo>
                        <a:pt x="373" y="5329"/>
                      </a:lnTo>
                      <a:lnTo>
                        <a:pt x="406" y="5335"/>
                      </a:lnTo>
                      <a:lnTo>
                        <a:pt x="348" y="5363"/>
                      </a:lnTo>
                      <a:lnTo>
                        <a:pt x="342" y="5402"/>
                      </a:lnTo>
                      <a:lnTo>
                        <a:pt x="332" y="5426"/>
                      </a:lnTo>
                      <a:lnTo>
                        <a:pt x="325" y="5385"/>
                      </a:lnTo>
                      <a:lnTo>
                        <a:pt x="308" y="5380"/>
                      </a:lnTo>
                      <a:lnTo>
                        <a:pt x="274" y="5433"/>
                      </a:lnTo>
                      <a:lnTo>
                        <a:pt x="238" y="5474"/>
                      </a:lnTo>
                      <a:lnTo>
                        <a:pt x="260" y="5492"/>
                      </a:lnTo>
                      <a:lnTo>
                        <a:pt x="262" y="5504"/>
                      </a:lnTo>
                      <a:lnTo>
                        <a:pt x="222" y="5526"/>
                      </a:lnTo>
                      <a:lnTo>
                        <a:pt x="147" y="5621"/>
                      </a:lnTo>
                      <a:lnTo>
                        <a:pt x="175" y="5639"/>
                      </a:lnTo>
                      <a:lnTo>
                        <a:pt x="246" y="5638"/>
                      </a:lnTo>
                      <a:lnTo>
                        <a:pt x="267" y="5619"/>
                      </a:lnTo>
                      <a:lnTo>
                        <a:pt x="274" y="5632"/>
                      </a:lnTo>
                      <a:lnTo>
                        <a:pt x="199" y="5665"/>
                      </a:lnTo>
                      <a:lnTo>
                        <a:pt x="179" y="5686"/>
                      </a:lnTo>
                      <a:lnTo>
                        <a:pt x="175" y="5702"/>
                      </a:lnTo>
                      <a:lnTo>
                        <a:pt x="137" y="5700"/>
                      </a:lnTo>
                      <a:lnTo>
                        <a:pt x="120" y="5711"/>
                      </a:lnTo>
                      <a:lnTo>
                        <a:pt x="100" y="5700"/>
                      </a:lnTo>
                      <a:lnTo>
                        <a:pt x="63" y="5744"/>
                      </a:lnTo>
                      <a:lnTo>
                        <a:pt x="47" y="5778"/>
                      </a:lnTo>
                      <a:lnTo>
                        <a:pt x="47" y="5809"/>
                      </a:lnTo>
                      <a:lnTo>
                        <a:pt x="61" y="5822"/>
                      </a:lnTo>
                      <a:lnTo>
                        <a:pt x="66" y="5837"/>
                      </a:lnTo>
                      <a:lnTo>
                        <a:pt x="100" y="5830"/>
                      </a:lnTo>
                      <a:lnTo>
                        <a:pt x="113" y="5796"/>
                      </a:lnTo>
                      <a:lnTo>
                        <a:pt x="123" y="5830"/>
                      </a:lnTo>
                      <a:lnTo>
                        <a:pt x="149" y="5828"/>
                      </a:lnTo>
                      <a:lnTo>
                        <a:pt x="156" y="5808"/>
                      </a:lnTo>
                      <a:lnTo>
                        <a:pt x="152" y="5785"/>
                      </a:lnTo>
                      <a:lnTo>
                        <a:pt x="179" y="5801"/>
                      </a:lnTo>
                      <a:lnTo>
                        <a:pt x="233" y="5772"/>
                      </a:lnTo>
                      <a:lnTo>
                        <a:pt x="254" y="5748"/>
                      </a:lnTo>
                      <a:lnTo>
                        <a:pt x="269" y="5760"/>
                      </a:lnTo>
                      <a:lnTo>
                        <a:pt x="218" y="5825"/>
                      </a:lnTo>
                      <a:lnTo>
                        <a:pt x="240" y="5824"/>
                      </a:lnTo>
                      <a:lnTo>
                        <a:pt x="240" y="5863"/>
                      </a:lnTo>
                      <a:lnTo>
                        <a:pt x="218" y="5895"/>
                      </a:lnTo>
                      <a:lnTo>
                        <a:pt x="209" y="5920"/>
                      </a:lnTo>
                      <a:lnTo>
                        <a:pt x="186" y="5942"/>
                      </a:lnTo>
                      <a:lnTo>
                        <a:pt x="191" y="5970"/>
                      </a:lnTo>
                      <a:lnTo>
                        <a:pt x="188" y="5985"/>
                      </a:lnTo>
                      <a:lnTo>
                        <a:pt x="168" y="5983"/>
                      </a:lnTo>
                      <a:lnTo>
                        <a:pt x="149" y="5991"/>
                      </a:lnTo>
                      <a:lnTo>
                        <a:pt x="135" y="5963"/>
                      </a:lnTo>
                      <a:lnTo>
                        <a:pt x="123" y="5963"/>
                      </a:lnTo>
                      <a:lnTo>
                        <a:pt x="94" y="6082"/>
                      </a:lnTo>
                      <a:lnTo>
                        <a:pt x="143" y="6146"/>
                      </a:lnTo>
                      <a:lnTo>
                        <a:pt x="222" y="6215"/>
                      </a:lnTo>
                      <a:lnTo>
                        <a:pt x="274" y="6249"/>
                      </a:lnTo>
                      <a:lnTo>
                        <a:pt x="319" y="6255"/>
                      </a:lnTo>
                      <a:lnTo>
                        <a:pt x="346" y="6208"/>
                      </a:lnTo>
                      <a:lnTo>
                        <a:pt x="346" y="6274"/>
                      </a:lnTo>
                      <a:lnTo>
                        <a:pt x="336" y="6322"/>
                      </a:lnTo>
                      <a:lnTo>
                        <a:pt x="359" y="6304"/>
                      </a:lnTo>
                      <a:lnTo>
                        <a:pt x="395" y="6324"/>
                      </a:lnTo>
                      <a:lnTo>
                        <a:pt x="409" y="6290"/>
                      </a:lnTo>
                      <a:lnTo>
                        <a:pt x="465" y="6293"/>
                      </a:lnTo>
                      <a:lnTo>
                        <a:pt x="438" y="6326"/>
                      </a:lnTo>
                      <a:lnTo>
                        <a:pt x="499" y="6349"/>
                      </a:lnTo>
                      <a:lnTo>
                        <a:pt x="545" y="6331"/>
                      </a:lnTo>
                      <a:lnTo>
                        <a:pt x="589" y="6293"/>
                      </a:lnTo>
                      <a:lnTo>
                        <a:pt x="607" y="6242"/>
                      </a:lnTo>
                      <a:lnTo>
                        <a:pt x="635" y="6283"/>
                      </a:lnTo>
                      <a:lnTo>
                        <a:pt x="708" y="6233"/>
                      </a:lnTo>
                      <a:lnTo>
                        <a:pt x="783" y="6132"/>
                      </a:lnTo>
                      <a:lnTo>
                        <a:pt x="828" y="6109"/>
                      </a:lnTo>
                      <a:lnTo>
                        <a:pt x="840" y="6070"/>
                      </a:lnTo>
                      <a:lnTo>
                        <a:pt x="865" y="6048"/>
                      </a:lnTo>
                      <a:lnTo>
                        <a:pt x="873" y="6026"/>
                      </a:lnTo>
                      <a:lnTo>
                        <a:pt x="934" y="5961"/>
                      </a:lnTo>
                      <a:lnTo>
                        <a:pt x="926" y="5929"/>
                      </a:lnTo>
                      <a:lnTo>
                        <a:pt x="973" y="5957"/>
                      </a:lnTo>
                      <a:lnTo>
                        <a:pt x="1024" y="5957"/>
                      </a:lnTo>
                      <a:lnTo>
                        <a:pt x="1051" y="5942"/>
                      </a:lnTo>
                      <a:lnTo>
                        <a:pt x="1065" y="5899"/>
                      </a:lnTo>
                      <a:lnTo>
                        <a:pt x="1067" y="5871"/>
                      </a:lnTo>
                      <a:lnTo>
                        <a:pt x="1096" y="5845"/>
                      </a:lnTo>
                      <a:lnTo>
                        <a:pt x="1094" y="5805"/>
                      </a:lnTo>
                      <a:lnTo>
                        <a:pt x="1069" y="5778"/>
                      </a:lnTo>
                      <a:lnTo>
                        <a:pt x="1054" y="5748"/>
                      </a:lnTo>
                      <a:lnTo>
                        <a:pt x="1065" y="5739"/>
                      </a:lnTo>
                      <a:lnTo>
                        <a:pt x="1069" y="5722"/>
                      </a:lnTo>
                      <a:lnTo>
                        <a:pt x="1061" y="5676"/>
                      </a:lnTo>
                      <a:lnTo>
                        <a:pt x="1077" y="5691"/>
                      </a:lnTo>
                      <a:lnTo>
                        <a:pt x="1091" y="5719"/>
                      </a:lnTo>
                      <a:lnTo>
                        <a:pt x="1091" y="5749"/>
                      </a:lnTo>
                      <a:lnTo>
                        <a:pt x="1115" y="5742"/>
                      </a:lnTo>
                      <a:lnTo>
                        <a:pt x="1121" y="5718"/>
                      </a:lnTo>
                      <a:lnTo>
                        <a:pt x="1103" y="5686"/>
                      </a:lnTo>
                      <a:lnTo>
                        <a:pt x="1099" y="5628"/>
                      </a:lnTo>
                      <a:lnTo>
                        <a:pt x="1106" y="5617"/>
                      </a:lnTo>
                      <a:lnTo>
                        <a:pt x="1115" y="5619"/>
                      </a:lnTo>
                      <a:lnTo>
                        <a:pt x="1137" y="5605"/>
                      </a:lnTo>
                      <a:lnTo>
                        <a:pt x="1157" y="5617"/>
                      </a:lnTo>
                      <a:lnTo>
                        <a:pt x="1157" y="5644"/>
                      </a:lnTo>
                      <a:lnTo>
                        <a:pt x="1130" y="5657"/>
                      </a:lnTo>
                      <a:lnTo>
                        <a:pt x="1128" y="5680"/>
                      </a:lnTo>
                      <a:lnTo>
                        <a:pt x="1137" y="5722"/>
                      </a:lnTo>
                      <a:lnTo>
                        <a:pt x="1146" y="5830"/>
                      </a:lnTo>
                      <a:lnTo>
                        <a:pt x="1157" y="5873"/>
                      </a:lnTo>
                      <a:lnTo>
                        <a:pt x="1184" y="5866"/>
                      </a:lnTo>
                      <a:lnTo>
                        <a:pt x="1220" y="5897"/>
                      </a:lnTo>
                      <a:lnTo>
                        <a:pt x="1244" y="5895"/>
                      </a:lnTo>
                      <a:lnTo>
                        <a:pt x="1258" y="5922"/>
                      </a:lnTo>
                      <a:lnTo>
                        <a:pt x="1267" y="5938"/>
                      </a:lnTo>
                      <a:lnTo>
                        <a:pt x="1267" y="6022"/>
                      </a:lnTo>
                      <a:lnTo>
                        <a:pt x="1279" y="5972"/>
                      </a:lnTo>
                      <a:lnTo>
                        <a:pt x="1294" y="6004"/>
                      </a:lnTo>
                      <a:lnTo>
                        <a:pt x="1325" y="5983"/>
                      </a:lnTo>
                      <a:lnTo>
                        <a:pt x="1353" y="5842"/>
                      </a:lnTo>
                      <a:lnTo>
                        <a:pt x="1338" y="5796"/>
                      </a:lnTo>
                      <a:lnTo>
                        <a:pt x="1333" y="5736"/>
                      </a:lnTo>
                      <a:lnTo>
                        <a:pt x="1380" y="5655"/>
                      </a:lnTo>
                      <a:lnTo>
                        <a:pt x="1380" y="5605"/>
                      </a:lnTo>
                      <a:lnTo>
                        <a:pt x="1482" y="5564"/>
                      </a:lnTo>
                      <a:lnTo>
                        <a:pt x="1505" y="5525"/>
                      </a:lnTo>
                      <a:lnTo>
                        <a:pt x="1511" y="5467"/>
                      </a:lnTo>
                      <a:lnTo>
                        <a:pt x="1493" y="5437"/>
                      </a:lnTo>
                      <a:lnTo>
                        <a:pt x="1523" y="5326"/>
                      </a:lnTo>
                      <a:lnTo>
                        <a:pt x="1491" y="5202"/>
                      </a:lnTo>
                      <a:lnTo>
                        <a:pt x="1452" y="5154"/>
                      </a:lnTo>
                      <a:lnTo>
                        <a:pt x="1464" y="5130"/>
                      </a:lnTo>
                      <a:lnTo>
                        <a:pt x="1518" y="5108"/>
                      </a:lnTo>
                      <a:lnTo>
                        <a:pt x="1556" y="5065"/>
                      </a:lnTo>
                      <a:lnTo>
                        <a:pt x="1579" y="4997"/>
                      </a:lnTo>
                      <a:lnTo>
                        <a:pt x="1568" y="4919"/>
                      </a:lnTo>
                      <a:lnTo>
                        <a:pt x="1491" y="4861"/>
                      </a:lnTo>
                      <a:lnTo>
                        <a:pt x="1457" y="4805"/>
                      </a:lnTo>
                      <a:lnTo>
                        <a:pt x="1452" y="4727"/>
                      </a:lnTo>
                      <a:lnTo>
                        <a:pt x="1457" y="4569"/>
                      </a:lnTo>
                      <a:lnTo>
                        <a:pt x="1442" y="4513"/>
                      </a:lnTo>
                      <a:lnTo>
                        <a:pt x="1429" y="4502"/>
                      </a:lnTo>
                      <a:lnTo>
                        <a:pt x="1429" y="4457"/>
                      </a:lnTo>
                      <a:lnTo>
                        <a:pt x="1442" y="4423"/>
                      </a:lnTo>
                      <a:lnTo>
                        <a:pt x="1442" y="4350"/>
                      </a:lnTo>
                      <a:lnTo>
                        <a:pt x="1452" y="4315"/>
                      </a:lnTo>
                      <a:lnTo>
                        <a:pt x="1459" y="4268"/>
                      </a:lnTo>
                      <a:lnTo>
                        <a:pt x="1483" y="4232"/>
                      </a:lnTo>
                      <a:lnTo>
                        <a:pt x="1464" y="4213"/>
                      </a:lnTo>
                      <a:lnTo>
                        <a:pt x="1440" y="4160"/>
                      </a:lnTo>
                      <a:lnTo>
                        <a:pt x="1428" y="4094"/>
                      </a:lnTo>
                      <a:lnTo>
                        <a:pt x="1444" y="4022"/>
                      </a:lnTo>
                      <a:lnTo>
                        <a:pt x="1467" y="3963"/>
                      </a:lnTo>
                      <a:lnTo>
                        <a:pt x="1559" y="3848"/>
                      </a:lnTo>
                      <a:lnTo>
                        <a:pt x="1622" y="3807"/>
                      </a:lnTo>
                      <a:lnTo>
                        <a:pt x="1701" y="3784"/>
                      </a:lnTo>
                      <a:lnTo>
                        <a:pt x="1767" y="3801"/>
                      </a:lnTo>
                      <a:lnTo>
                        <a:pt x="1820" y="3803"/>
                      </a:lnTo>
                      <a:lnTo>
                        <a:pt x="1857" y="3757"/>
                      </a:lnTo>
                      <a:lnTo>
                        <a:pt x="1866" y="3713"/>
                      </a:lnTo>
                      <a:lnTo>
                        <a:pt x="1867" y="3639"/>
                      </a:lnTo>
                      <a:lnTo>
                        <a:pt x="1843" y="3597"/>
                      </a:lnTo>
                      <a:lnTo>
                        <a:pt x="1790" y="3538"/>
                      </a:lnTo>
                      <a:lnTo>
                        <a:pt x="1784" y="3502"/>
                      </a:lnTo>
                      <a:lnTo>
                        <a:pt x="1859" y="3383"/>
                      </a:lnTo>
                      <a:lnTo>
                        <a:pt x="1920" y="3246"/>
                      </a:lnTo>
                      <a:lnTo>
                        <a:pt x="1954" y="3055"/>
                      </a:lnTo>
                      <a:lnTo>
                        <a:pt x="1958" y="2949"/>
                      </a:lnTo>
                      <a:lnTo>
                        <a:pt x="1958" y="2868"/>
                      </a:lnTo>
                      <a:lnTo>
                        <a:pt x="1954" y="2815"/>
                      </a:lnTo>
                      <a:lnTo>
                        <a:pt x="1979" y="2797"/>
                      </a:lnTo>
                      <a:lnTo>
                        <a:pt x="2022" y="2797"/>
                      </a:lnTo>
                      <a:lnTo>
                        <a:pt x="2087" y="2747"/>
                      </a:lnTo>
                      <a:lnTo>
                        <a:pt x="2105" y="2700"/>
                      </a:lnTo>
                      <a:lnTo>
                        <a:pt x="2114" y="2625"/>
                      </a:lnTo>
                      <a:lnTo>
                        <a:pt x="2136" y="2565"/>
                      </a:lnTo>
                      <a:lnTo>
                        <a:pt x="2225" y="2452"/>
                      </a:lnTo>
                      <a:lnTo>
                        <a:pt x="2249" y="2400"/>
                      </a:lnTo>
                      <a:lnTo>
                        <a:pt x="2298" y="2349"/>
                      </a:lnTo>
                      <a:lnTo>
                        <a:pt x="2321" y="2304"/>
                      </a:lnTo>
                      <a:lnTo>
                        <a:pt x="2331" y="2272"/>
                      </a:lnTo>
                      <a:lnTo>
                        <a:pt x="2324" y="2223"/>
                      </a:lnTo>
                      <a:lnTo>
                        <a:pt x="2276" y="2139"/>
                      </a:lnTo>
                      <a:lnTo>
                        <a:pt x="2288" y="2089"/>
                      </a:lnTo>
                      <a:lnTo>
                        <a:pt x="2339" y="2024"/>
                      </a:lnTo>
                      <a:lnTo>
                        <a:pt x="2362" y="1985"/>
                      </a:lnTo>
                      <a:lnTo>
                        <a:pt x="2369" y="1937"/>
                      </a:lnTo>
                      <a:lnTo>
                        <a:pt x="2384" y="1874"/>
                      </a:lnTo>
                      <a:lnTo>
                        <a:pt x="2416" y="1832"/>
                      </a:lnTo>
                      <a:lnTo>
                        <a:pt x="2486" y="1760"/>
                      </a:lnTo>
                      <a:lnTo>
                        <a:pt x="2532" y="1750"/>
                      </a:lnTo>
                      <a:lnTo>
                        <a:pt x="2577" y="1774"/>
                      </a:lnTo>
                      <a:lnTo>
                        <a:pt x="2613" y="1820"/>
                      </a:lnTo>
                      <a:lnTo>
                        <a:pt x="2628" y="1827"/>
                      </a:lnTo>
                      <a:lnTo>
                        <a:pt x="2663" y="1766"/>
                      </a:lnTo>
                      <a:lnTo>
                        <a:pt x="2683" y="1687"/>
                      </a:lnTo>
                      <a:lnTo>
                        <a:pt x="2690" y="1651"/>
                      </a:lnTo>
                      <a:lnTo>
                        <a:pt x="2683" y="1563"/>
                      </a:lnTo>
                      <a:lnTo>
                        <a:pt x="2700" y="1527"/>
                      </a:lnTo>
                      <a:lnTo>
                        <a:pt x="2720" y="1510"/>
                      </a:lnTo>
                      <a:lnTo>
                        <a:pt x="2755" y="1505"/>
                      </a:lnTo>
                      <a:lnTo>
                        <a:pt x="2870" y="1519"/>
                      </a:lnTo>
                      <a:lnTo>
                        <a:pt x="3032" y="1576"/>
                      </a:lnTo>
                      <a:lnTo>
                        <a:pt x="3064" y="1568"/>
                      </a:lnTo>
                      <a:lnTo>
                        <a:pt x="3089" y="1537"/>
                      </a:lnTo>
                      <a:lnTo>
                        <a:pt x="3052" y="1502"/>
                      </a:lnTo>
                      <a:lnTo>
                        <a:pt x="3047" y="1463"/>
                      </a:lnTo>
                      <a:lnTo>
                        <a:pt x="3070" y="1423"/>
                      </a:lnTo>
                      <a:lnTo>
                        <a:pt x="3084" y="1366"/>
                      </a:lnTo>
                      <a:lnTo>
                        <a:pt x="3100" y="1347"/>
                      </a:lnTo>
                      <a:lnTo>
                        <a:pt x="3107" y="1312"/>
                      </a:lnTo>
                      <a:lnTo>
                        <a:pt x="3102" y="1273"/>
                      </a:lnTo>
                      <a:lnTo>
                        <a:pt x="3084" y="1252"/>
                      </a:lnTo>
                      <a:lnTo>
                        <a:pt x="3079" y="1217"/>
                      </a:lnTo>
                      <a:lnTo>
                        <a:pt x="3100" y="1205"/>
                      </a:lnTo>
                      <a:lnTo>
                        <a:pt x="3185" y="1207"/>
                      </a:lnTo>
                      <a:lnTo>
                        <a:pt x="3197" y="1178"/>
                      </a:lnTo>
                      <a:lnTo>
                        <a:pt x="3228" y="1168"/>
                      </a:lnTo>
                      <a:lnTo>
                        <a:pt x="3259" y="1182"/>
                      </a:lnTo>
                      <a:lnTo>
                        <a:pt x="3294" y="1170"/>
                      </a:lnTo>
                      <a:lnTo>
                        <a:pt x="3283" y="1126"/>
                      </a:lnTo>
                      <a:lnTo>
                        <a:pt x="3278" y="1080"/>
                      </a:lnTo>
                      <a:lnTo>
                        <a:pt x="3326" y="1054"/>
                      </a:lnTo>
                      <a:lnTo>
                        <a:pt x="3378" y="1076"/>
                      </a:lnTo>
                      <a:lnTo>
                        <a:pt x="3422" y="1119"/>
                      </a:lnTo>
                      <a:lnTo>
                        <a:pt x="3533" y="1284"/>
                      </a:lnTo>
                      <a:lnTo>
                        <a:pt x="3552" y="1354"/>
                      </a:lnTo>
                      <a:lnTo>
                        <a:pt x="3572" y="1384"/>
                      </a:lnTo>
                      <a:lnTo>
                        <a:pt x="3666" y="1399"/>
                      </a:lnTo>
                      <a:lnTo>
                        <a:pt x="3723" y="1428"/>
                      </a:lnTo>
                      <a:lnTo>
                        <a:pt x="3767" y="1423"/>
                      </a:lnTo>
                      <a:lnTo>
                        <a:pt x="3822" y="1392"/>
                      </a:lnTo>
                      <a:lnTo>
                        <a:pt x="3890" y="1317"/>
                      </a:lnTo>
                      <a:lnTo>
                        <a:pt x="3923" y="1342"/>
                      </a:lnTo>
                      <a:lnTo>
                        <a:pt x="3957" y="1392"/>
                      </a:lnTo>
                      <a:lnTo>
                        <a:pt x="3968" y="1423"/>
                      </a:lnTo>
                      <a:lnTo>
                        <a:pt x="4009" y="1435"/>
                      </a:lnTo>
                      <a:lnTo>
                        <a:pt x="4066" y="1409"/>
                      </a:lnTo>
                      <a:lnTo>
                        <a:pt x="4113" y="1372"/>
                      </a:lnTo>
                      <a:lnTo>
                        <a:pt x="4144" y="1319"/>
                      </a:lnTo>
                      <a:lnTo>
                        <a:pt x="4240" y="1249"/>
                      </a:lnTo>
                      <a:lnTo>
                        <a:pt x="4248" y="1202"/>
                      </a:lnTo>
                      <a:lnTo>
                        <a:pt x="4240" y="1114"/>
                      </a:lnTo>
                      <a:lnTo>
                        <a:pt x="4240" y="1065"/>
                      </a:lnTo>
                      <a:lnTo>
                        <a:pt x="4254" y="910"/>
                      </a:lnTo>
                      <a:lnTo>
                        <a:pt x="4302" y="791"/>
                      </a:lnTo>
                      <a:lnTo>
                        <a:pt x="4343" y="743"/>
                      </a:lnTo>
                      <a:lnTo>
                        <a:pt x="4390" y="715"/>
                      </a:lnTo>
                      <a:lnTo>
                        <a:pt x="4482" y="708"/>
                      </a:lnTo>
                      <a:lnTo>
                        <a:pt x="4625" y="641"/>
                      </a:lnTo>
                      <a:lnTo>
                        <a:pt x="4713" y="624"/>
                      </a:lnTo>
                      <a:lnTo>
                        <a:pt x="4733" y="641"/>
                      </a:lnTo>
                      <a:lnTo>
                        <a:pt x="4769" y="719"/>
                      </a:lnTo>
                      <a:lnTo>
                        <a:pt x="4809" y="751"/>
                      </a:lnTo>
                      <a:lnTo>
                        <a:pt x="4876" y="776"/>
                      </a:lnTo>
                      <a:lnTo>
                        <a:pt x="4943" y="841"/>
                      </a:lnTo>
                      <a:lnTo>
                        <a:pt x="4970" y="943"/>
                      </a:lnTo>
                      <a:lnTo>
                        <a:pt x="4975" y="1004"/>
                      </a:lnTo>
                      <a:lnTo>
                        <a:pt x="4900" y="1094"/>
                      </a:lnTo>
                      <a:lnTo>
                        <a:pt x="4887" y="1140"/>
                      </a:lnTo>
                      <a:lnTo>
                        <a:pt x="4890" y="1182"/>
                      </a:lnTo>
                      <a:lnTo>
                        <a:pt x="4925" y="1209"/>
                      </a:lnTo>
                      <a:lnTo>
                        <a:pt x="4937" y="1205"/>
                      </a:lnTo>
                      <a:lnTo>
                        <a:pt x="4968" y="1173"/>
                      </a:lnTo>
                      <a:lnTo>
                        <a:pt x="4973" y="1160"/>
                      </a:lnTo>
                      <a:lnTo>
                        <a:pt x="4978" y="1118"/>
                      </a:lnTo>
                      <a:lnTo>
                        <a:pt x="4985" y="1099"/>
                      </a:lnTo>
                      <a:lnTo>
                        <a:pt x="5105" y="1028"/>
                      </a:lnTo>
                      <a:lnTo>
                        <a:pt x="5129" y="1002"/>
                      </a:lnTo>
                      <a:lnTo>
                        <a:pt x="5154" y="888"/>
                      </a:lnTo>
                      <a:lnTo>
                        <a:pt x="5235" y="941"/>
                      </a:lnTo>
                      <a:lnTo>
                        <a:pt x="5279" y="929"/>
                      </a:lnTo>
                      <a:lnTo>
                        <a:pt x="5289" y="910"/>
                      </a:lnTo>
                      <a:lnTo>
                        <a:pt x="5303" y="862"/>
                      </a:lnTo>
                      <a:lnTo>
                        <a:pt x="5305" y="820"/>
                      </a:lnTo>
                      <a:lnTo>
                        <a:pt x="5296" y="805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GB" dirty="0">
                    <a:latin typeface="Trade Gothic LT Std" pitchFamily="50" charset="0"/>
                  </a:endParaRPr>
                </a:p>
              </p:txBody>
            </p:sp>
          </p:grpSp>
          <p:grpSp>
            <p:nvGrpSpPr>
              <p:cNvPr id="60" name="Group 1213">
                <a:extLst>
                  <a:ext uri="{FF2B5EF4-FFF2-40B4-BE49-F238E27FC236}">
                    <a16:creationId xmlns:a16="http://schemas.microsoft.com/office/drawing/2014/main" id="{2CA8A58B-8B6D-A638-54DD-6608ED744E59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724274" y="5259395"/>
                <a:ext cx="901700" cy="663576"/>
                <a:chOff x="2009" y="2879"/>
                <a:chExt cx="460" cy="339"/>
              </a:xfrm>
              <a:grpFill/>
            </p:grpSpPr>
            <p:sp>
              <p:nvSpPr>
                <p:cNvPr id="73" name="Freeform 1214">
                  <a:extLst>
                    <a:ext uri="{FF2B5EF4-FFF2-40B4-BE49-F238E27FC236}">
                      <a16:creationId xmlns:a16="http://schemas.microsoft.com/office/drawing/2014/main" id="{00D789AF-0135-1FF1-9382-6FC231F798BC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2367" y="3088"/>
                  <a:ext cx="11" cy="11"/>
                </a:xfrm>
                <a:custGeom>
                  <a:avLst/>
                  <a:gdLst/>
                  <a:ahLst/>
                  <a:cxnLst>
                    <a:cxn ang="0">
                      <a:pos x="47" y="2"/>
                    </a:cxn>
                    <a:cxn ang="0">
                      <a:pos x="54" y="5"/>
                    </a:cxn>
                    <a:cxn ang="0">
                      <a:pos x="56" y="0"/>
                    </a:cxn>
                    <a:cxn ang="0">
                      <a:pos x="66" y="31"/>
                    </a:cxn>
                    <a:cxn ang="0">
                      <a:pos x="43" y="55"/>
                    </a:cxn>
                    <a:cxn ang="0">
                      <a:pos x="27" y="66"/>
                    </a:cxn>
                    <a:cxn ang="0">
                      <a:pos x="0" y="49"/>
                    </a:cxn>
                    <a:cxn ang="0">
                      <a:pos x="13" y="23"/>
                    </a:cxn>
                    <a:cxn ang="0">
                      <a:pos x="47" y="2"/>
                    </a:cxn>
                  </a:cxnLst>
                  <a:rect l="0" t="0" r="r" b="b"/>
                  <a:pathLst>
                    <a:path w="66" h="66">
                      <a:moveTo>
                        <a:pt x="47" y="2"/>
                      </a:moveTo>
                      <a:lnTo>
                        <a:pt x="54" y="5"/>
                      </a:lnTo>
                      <a:lnTo>
                        <a:pt x="56" y="0"/>
                      </a:lnTo>
                      <a:lnTo>
                        <a:pt x="66" y="31"/>
                      </a:lnTo>
                      <a:lnTo>
                        <a:pt x="43" y="55"/>
                      </a:lnTo>
                      <a:lnTo>
                        <a:pt x="27" y="66"/>
                      </a:lnTo>
                      <a:lnTo>
                        <a:pt x="0" y="49"/>
                      </a:lnTo>
                      <a:lnTo>
                        <a:pt x="13" y="23"/>
                      </a:lnTo>
                      <a:lnTo>
                        <a:pt x="47" y="2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GB" dirty="0">
                    <a:latin typeface="Trade Gothic LT Std" pitchFamily="50" charset="0"/>
                  </a:endParaRPr>
                </a:p>
              </p:txBody>
            </p:sp>
            <p:sp>
              <p:nvSpPr>
                <p:cNvPr id="74" name="Freeform 1215">
                  <a:extLst>
                    <a:ext uri="{FF2B5EF4-FFF2-40B4-BE49-F238E27FC236}">
                      <a16:creationId xmlns:a16="http://schemas.microsoft.com/office/drawing/2014/main" id="{78913551-EDC7-F97A-3958-ED163DE7F237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2406" y="3050"/>
                  <a:ext cx="34" cy="30"/>
                </a:xfrm>
                <a:custGeom>
                  <a:avLst/>
                  <a:gdLst/>
                  <a:ahLst/>
                  <a:cxnLst>
                    <a:cxn ang="0">
                      <a:pos x="161" y="7"/>
                    </a:cxn>
                    <a:cxn ang="0">
                      <a:pos x="152" y="42"/>
                    </a:cxn>
                    <a:cxn ang="0">
                      <a:pos x="154" y="56"/>
                    </a:cxn>
                    <a:cxn ang="0">
                      <a:pos x="186" y="56"/>
                    </a:cxn>
                    <a:cxn ang="0">
                      <a:pos x="203" y="87"/>
                    </a:cxn>
                    <a:cxn ang="0">
                      <a:pos x="186" y="141"/>
                    </a:cxn>
                    <a:cxn ang="0">
                      <a:pos x="145" y="183"/>
                    </a:cxn>
                    <a:cxn ang="0">
                      <a:pos x="87" y="147"/>
                    </a:cxn>
                    <a:cxn ang="0">
                      <a:pos x="74" y="118"/>
                    </a:cxn>
                    <a:cxn ang="0">
                      <a:pos x="43" y="119"/>
                    </a:cxn>
                    <a:cxn ang="0">
                      <a:pos x="22" y="131"/>
                    </a:cxn>
                    <a:cxn ang="0">
                      <a:pos x="0" y="105"/>
                    </a:cxn>
                    <a:cxn ang="0">
                      <a:pos x="36" y="62"/>
                    </a:cxn>
                    <a:cxn ang="0">
                      <a:pos x="158" y="0"/>
                    </a:cxn>
                    <a:cxn ang="0">
                      <a:pos x="164" y="0"/>
                    </a:cxn>
                    <a:cxn ang="0">
                      <a:pos x="161" y="7"/>
                    </a:cxn>
                  </a:cxnLst>
                  <a:rect l="0" t="0" r="r" b="b"/>
                  <a:pathLst>
                    <a:path w="203" h="183">
                      <a:moveTo>
                        <a:pt x="161" y="7"/>
                      </a:moveTo>
                      <a:lnTo>
                        <a:pt x="152" y="42"/>
                      </a:lnTo>
                      <a:lnTo>
                        <a:pt x="154" y="56"/>
                      </a:lnTo>
                      <a:lnTo>
                        <a:pt x="186" y="56"/>
                      </a:lnTo>
                      <a:lnTo>
                        <a:pt x="203" y="87"/>
                      </a:lnTo>
                      <a:lnTo>
                        <a:pt x="186" y="141"/>
                      </a:lnTo>
                      <a:lnTo>
                        <a:pt x="145" y="183"/>
                      </a:lnTo>
                      <a:lnTo>
                        <a:pt x="87" y="147"/>
                      </a:lnTo>
                      <a:lnTo>
                        <a:pt x="74" y="118"/>
                      </a:lnTo>
                      <a:lnTo>
                        <a:pt x="43" y="119"/>
                      </a:lnTo>
                      <a:lnTo>
                        <a:pt x="22" y="131"/>
                      </a:lnTo>
                      <a:lnTo>
                        <a:pt x="0" y="105"/>
                      </a:lnTo>
                      <a:lnTo>
                        <a:pt x="36" y="62"/>
                      </a:lnTo>
                      <a:lnTo>
                        <a:pt x="158" y="0"/>
                      </a:lnTo>
                      <a:lnTo>
                        <a:pt x="164" y="0"/>
                      </a:lnTo>
                      <a:lnTo>
                        <a:pt x="161" y="7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GB" dirty="0">
                    <a:latin typeface="Trade Gothic LT Std" pitchFamily="50" charset="0"/>
                  </a:endParaRPr>
                </a:p>
              </p:txBody>
            </p:sp>
            <p:sp>
              <p:nvSpPr>
                <p:cNvPr id="75" name="Freeform 1216">
                  <a:extLst>
                    <a:ext uri="{FF2B5EF4-FFF2-40B4-BE49-F238E27FC236}">
                      <a16:creationId xmlns:a16="http://schemas.microsoft.com/office/drawing/2014/main" id="{57CC6341-D74C-7942-F3C6-2C153A5DAFCF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2455" y="3046"/>
                  <a:ext cx="14" cy="9"/>
                </a:xfrm>
                <a:custGeom>
                  <a:avLst/>
                  <a:gdLst/>
                  <a:ahLst/>
                  <a:cxnLst>
                    <a:cxn ang="0">
                      <a:pos x="71" y="13"/>
                    </a:cxn>
                    <a:cxn ang="0">
                      <a:pos x="76" y="13"/>
                    </a:cxn>
                    <a:cxn ang="0">
                      <a:pos x="78" y="24"/>
                    </a:cxn>
                    <a:cxn ang="0">
                      <a:pos x="80" y="58"/>
                    </a:cxn>
                    <a:cxn ang="0">
                      <a:pos x="60" y="58"/>
                    </a:cxn>
                    <a:cxn ang="0">
                      <a:pos x="27" y="46"/>
                    </a:cxn>
                    <a:cxn ang="0">
                      <a:pos x="0" y="18"/>
                    </a:cxn>
                    <a:cxn ang="0">
                      <a:pos x="15" y="2"/>
                    </a:cxn>
                    <a:cxn ang="0">
                      <a:pos x="49" y="0"/>
                    </a:cxn>
                    <a:cxn ang="0">
                      <a:pos x="62" y="4"/>
                    </a:cxn>
                    <a:cxn ang="0">
                      <a:pos x="71" y="13"/>
                    </a:cxn>
                  </a:cxnLst>
                  <a:rect l="0" t="0" r="r" b="b"/>
                  <a:pathLst>
                    <a:path w="80" h="58">
                      <a:moveTo>
                        <a:pt x="71" y="13"/>
                      </a:moveTo>
                      <a:lnTo>
                        <a:pt x="76" y="13"/>
                      </a:lnTo>
                      <a:lnTo>
                        <a:pt x="78" y="24"/>
                      </a:lnTo>
                      <a:lnTo>
                        <a:pt x="80" y="58"/>
                      </a:lnTo>
                      <a:lnTo>
                        <a:pt x="60" y="58"/>
                      </a:lnTo>
                      <a:lnTo>
                        <a:pt x="27" y="46"/>
                      </a:lnTo>
                      <a:lnTo>
                        <a:pt x="0" y="18"/>
                      </a:lnTo>
                      <a:lnTo>
                        <a:pt x="15" y="2"/>
                      </a:lnTo>
                      <a:lnTo>
                        <a:pt x="49" y="0"/>
                      </a:lnTo>
                      <a:lnTo>
                        <a:pt x="62" y="4"/>
                      </a:lnTo>
                      <a:lnTo>
                        <a:pt x="71" y="13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GB" dirty="0">
                    <a:latin typeface="Trade Gothic LT Std" pitchFamily="50" charset="0"/>
                  </a:endParaRPr>
                </a:p>
              </p:txBody>
            </p:sp>
            <p:sp>
              <p:nvSpPr>
                <p:cNvPr id="76" name="Freeform 1217">
                  <a:extLst>
                    <a:ext uri="{FF2B5EF4-FFF2-40B4-BE49-F238E27FC236}">
                      <a16:creationId xmlns:a16="http://schemas.microsoft.com/office/drawing/2014/main" id="{4BDAE368-290E-E49F-A569-016F371AD572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2009" y="2879"/>
                  <a:ext cx="427" cy="339"/>
                </a:xfrm>
                <a:custGeom>
                  <a:avLst/>
                  <a:gdLst/>
                  <a:ahLst/>
                  <a:cxnLst>
                    <a:cxn ang="0">
                      <a:pos x="370" y="1642"/>
                    </a:cxn>
                    <a:cxn ang="0">
                      <a:pos x="476" y="1530"/>
                    </a:cxn>
                    <a:cxn ang="0">
                      <a:pos x="417" y="1401"/>
                    </a:cxn>
                    <a:cxn ang="0">
                      <a:pos x="460" y="1270"/>
                    </a:cxn>
                    <a:cxn ang="0">
                      <a:pos x="394" y="1123"/>
                    </a:cxn>
                    <a:cxn ang="0">
                      <a:pos x="503" y="1046"/>
                    </a:cxn>
                    <a:cxn ang="0">
                      <a:pos x="480" y="944"/>
                    </a:cxn>
                    <a:cxn ang="0">
                      <a:pos x="512" y="785"/>
                    </a:cxn>
                    <a:cxn ang="0">
                      <a:pos x="627" y="614"/>
                    </a:cxn>
                    <a:cxn ang="0">
                      <a:pos x="577" y="513"/>
                    </a:cxn>
                    <a:cxn ang="0">
                      <a:pos x="407" y="525"/>
                    </a:cxn>
                    <a:cxn ang="0">
                      <a:pos x="241" y="504"/>
                    </a:cxn>
                    <a:cxn ang="0">
                      <a:pos x="131" y="491"/>
                    </a:cxn>
                    <a:cxn ang="0">
                      <a:pos x="87" y="477"/>
                    </a:cxn>
                    <a:cxn ang="0">
                      <a:pos x="95" y="403"/>
                    </a:cxn>
                    <a:cxn ang="0">
                      <a:pos x="98" y="305"/>
                    </a:cxn>
                    <a:cxn ang="0">
                      <a:pos x="59" y="262"/>
                    </a:cxn>
                    <a:cxn ang="0">
                      <a:pos x="60" y="130"/>
                    </a:cxn>
                    <a:cxn ang="0">
                      <a:pos x="204" y="85"/>
                    </a:cxn>
                    <a:cxn ang="0">
                      <a:pos x="312" y="0"/>
                    </a:cxn>
                    <a:cxn ang="0">
                      <a:pos x="478" y="49"/>
                    </a:cxn>
                    <a:cxn ang="0">
                      <a:pos x="716" y="33"/>
                    </a:cxn>
                    <a:cxn ang="0">
                      <a:pos x="952" y="82"/>
                    </a:cxn>
                    <a:cxn ang="0">
                      <a:pos x="1139" y="70"/>
                    </a:cxn>
                    <a:cxn ang="0">
                      <a:pos x="1365" y="90"/>
                    </a:cxn>
                    <a:cxn ang="0">
                      <a:pos x="1518" y="101"/>
                    </a:cxn>
                    <a:cxn ang="0">
                      <a:pos x="1640" y="200"/>
                    </a:cxn>
                    <a:cxn ang="0">
                      <a:pos x="1748" y="256"/>
                    </a:cxn>
                    <a:cxn ang="0">
                      <a:pos x="2001" y="303"/>
                    </a:cxn>
                    <a:cxn ang="0">
                      <a:pos x="2102" y="281"/>
                    </a:cxn>
                    <a:cxn ang="0">
                      <a:pos x="2192" y="365"/>
                    </a:cxn>
                    <a:cxn ang="0">
                      <a:pos x="2226" y="344"/>
                    </a:cxn>
                    <a:cxn ang="0">
                      <a:pos x="2401" y="378"/>
                    </a:cxn>
                    <a:cxn ang="0">
                      <a:pos x="2527" y="370"/>
                    </a:cxn>
                    <a:cxn ang="0">
                      <a:pos x="2529" y="425"/>
                    </a:cxn>
                    <a:cxn ang="0">
                      <a:pos x="2513" y="538"/>
                    </a:cxn>
                    <a:cxn ang="0">
                      <a:pos x="2101" y="755"/>
                    </a:cxn>
                    <a:cxn ang="0">
                      <a:pos x="2023" y="867"/>
                    </a:cxn>
                    <a:cxn ang="0">
                      <a:pos x="1845" y="1119"/>
                    </a:cxn>
                    <a:cxn ang="0">
                      <a:pos x="1820" y="1198"/>
                    </a:cxn>
                    <a:cxn ang="0">
                      <a:pos x="1850" y="1281"/>
                    </a:cxn>
                    <a:cxn ang="0">
                      <a:pos x="1918" y="1320"/>
                    </a:cxn>
                    <a:cxn ang="0">
                      <a:pos x="1865" y="1414"/>
                    </a:cxn>
                    <a:cxn ang="0">
                      <a:pos x="1768" y="1524"/>
                    </a:cxn>
                    <a:cxn ang="0">
                      <a:pos x="1732" y="1622"/>
                    </a:cxn>
                    <a:cxn ang="0">
                      <a:pos x="1545" y="1730"/>
                    </a:cxn>
                    <a:cxn ang="0">
                      <a:pos x="1484" y="1853"/>
                    </a:cxn>
                    <a:cxn ang="0">
                      <a:pos x="1353" y="1872"/>
                    </a:cxn>
                    <a:cxn ang="0">
                      <a:pos x="1186" y="1865"/>
                    </a:cxn>
                    <a:cxn ang="0">
                      <a:pos x="962" y="1921"/>
                    </a:cxn>
                    <a:cxn ang="0">
                      <a:pos x="839" y="1978"/>
                    </a:cxn>
                    <a:cxn ang="0">
                      <a:pos x="781" y="2034"/>
                    </a:cxn>
                    <a:cxn ang="0">
                      <a:pos x="631" y="1929"/>
                    </a:cxn>
                    <a:cxn ang="0">
                      <a:pos x="597" y="1835"/>
                    </a:cxn>
                    <a:cxn ang="0">
                      <a:pos x="550" y="1777"/>
                    </a:cxn>
                    <a:cxn ang="0">
                      <a:pos x="386" y="1746"/>
                    </a:cxn>
                  </a:cxnLst>
                  <a:rect l="0" t="0" r="r" b="b"/>
                  <a:pathLst>
                    <a:path w="2560" h="2034">
                      <a:moveTo>
                        <a:pt x="386" y="1746"/>
                      </a:moveTo>
                      <a:lnTo>
                        <a:pt x="372" y="1682"/>
                      </a:lnTo>
                      <a:lnTo>
                        <a:pt x="370" y="1642"/>
                      </a:lnTo>
                      <a:lnTo>
                        <a:pt x="399" y="1604"/>
                      </a:lnTo>
                      <a:lnTo>
                        <a:pt x="451" y="1563"/>
                      </a:lnTo>
                      <a:lnTo>
                        <a:pt x="476" y="1530"/>
                      </a:lnTo>
                      <a:lnTo>
                        <a:pt x="464" y="1489"/>
                      </a:lnTo>
                      <a:lnTo>
                        <a:pt x="431" y="1450"/>
                      </a:lnTo>
                      <a:lnTo>
                        <a:pt x="417" y="1401"/>
                      </a:lnTo>
                      <a:lnTo>
                        <a:pt x="420" y="1349"/>
                      </a:lnTo>
                      <a:lnTo>
                        <a:pt x="447" y="1303"/>
                      </a:lnTo>
                      <a:lnTo>
                        <a:pt x="460" y="1270"/>
                      </a:lnTo>
                      <a:lnTo>
                        <a:pt x="451" y="1250"/>
                      </a:lnTo>
                      <a:lnTo>
                        <a:pt x="407" y="1183"/>
                      </a:lnTo>
                      <a:lnTo>
                        <a:pt x="394" y="1123"/>
                      </a:lnTo>
                      <a:lnTo>
                        <a:pt x="427" y="1099"/>
                      </a:lnTo>
                      <a:lnTo>
                        <a:pt x="468" y="1088"/>
                      </a:lnTo>
                      <a:lnTo>
                        <a:pt x="503" y="1046"/>
                      </a:lnTo>
                      <a:lnTo>
                        <a:pt x="505" y="1009"/>
                      </a:lnTo>
                      <a:lnTo>
                        <a:pt x="480" y="971"/>
                      </a:lnTo>
                      <a:lnTo>
                        <a:pt x="480" y="944"/>
                      </a:lnTo>
                      <a:lnTo>
                        <a:pt x="503" y="890"/>
                      </a:lnTo>
                      <a:lnTo>
                        <a:pt x="512" y="835"/>
                      </a:lnTo>
                      <a:lnTo>
                        <a:pt x="512" y="785"/>
                      </a:lnTo>
                      <a:lnTo>
                        <a:pt x="517" y="748"/>
                      </a:lnTo>
                      <a:lnTo>
                        <a:pt x="597" y="667"/>
                      </a:lnTo>
                      <a:lnTo>
                        <a:pt x="627" y="614"/>
                      </a:lnTo>
                      <a:lnTo>
                        <a:pt x="627" y="583"/>
                      </a:lnTo>
                      <a:lnTo>
                        <a:pt x="597" y="551"/>
                      </a:lnTo>
                      <a:lnTo>
                        <a:pt x="577" y="513"/>
                      </a:lnTo>
                      <a:lnTo>
                        <a:pt x="519" y="502"/>
                      </a:lnTo>
                      <a:lnTo>
                        <a:pt x="456" y="499"/>
                      </a:lnTo>
                      <a:lnTo>
                        <a:pt x="407" y="525"/>
                      </a:lnTo>
                      <a:lnTo>
                        <a:pt x="318" y="516"/>
                      </a:lnTo>
                      <a:lnTo>
                        <a:pt x="269" y="522"/>
                      </a:lnTo>
                      <a:lnTo>
                        <a:pt x="241" y="504"/>
                      </a:lnTo>
                      <a:lnTo>
                        <a:pt x="237" y="459"/>
                      </a:lnTo>
                      <a:lnTo>
                        <a:pt x="185" y="468"/>
                      </a:lnTo>
                      <a:lnTo>
                        <a:pt x="131" y="491"/>
                      </a:lnTo>
                      <a:lnTo>
                        <a:pt x="100" y="529"/>
                      </a:lnTo>
                      <a:lnTo>
                        <a:pt x="90" y="512"/>
                      </a:lnTo>
                      <a:lnTo>
                        <a:pt x="87" y="477"/>
                      </a:lnTo>
                      <a:lnTo>
                        <a:pt x="102" y="432"/>
                      </a:lnTo>
                      <a:lnTo>
                        <a:pt x="127" y="398"/>
                      </a:lnTo>
                      <a:lnTo>
                        <a:pt x="95" y="403"/>
                      </a:lnTo>
                      <a:lnTo>
                        <a:pt x="106" y="370"/>
                      </a:lnTo>
                      <a:lnTo>
                        <a:pt x="72" y="355"/>
                      </a:lnTo>
                      <a:lnTo>
                        <a:pt x="98" y="305"/>
                      </a:lnTo>
                      <a:lnTo>
                        <a:pt x="79" y="309"/>
                      </a:lnTo>
                      <a:lnTo>
                        <a:pt x="54" y="293"/>
                      </a:lnTo>
                      <a:lnTo>
                        <a:pt x="59" y="262"/>
                      </a:lnTo>
                      <a:lnTo>
                        <a:pt x="0" y="212"/>
                      </a:lnTo>
                      <a:lnTo>
                        <a:pt x="18" y="162"/>
                      </a:lnTo>
                      <a:lnTo>
                        <a:pt x="60" y="130"/>
                      </a:lnTo>
                      <a:lnTo>
                        <a:pt x="104" y="116"/>
                      </a:lnTo>
                      <a:lnTo>
                        <a:pt x="174" y="114"/>
                      </a:lnTo>
                      <a:lnTo>
                        <a:pt x="204" y="85"/>
                      </a:lnTo>
                      <a:lnTo>
                        <a:pt x="202" y="58"/>
                      </a:lnTo>
                      <a:lnTo>
                        <a:pt x="226" y="20"/>
                      </a:lnTo>
                      <a:lnTo>
                        <a:pt x="312" y="0"/>
                      </a:lnTo>
                      <a:lnTo>
                        <a:pt x="350" y="9"/>
                      </a:lnTo>
                      <a:lnTo>
                        <a:pt x="407" y="35"/>
                      </a:lnTo>
                      <a:lnTo>
                        <a:pt x="478" y="49"/>
                      </a:lnTo>
                      <a:lnTo>
                        <a:pt x="631" y="47"/>
                      </a:lnTo>
                      <a:lnTo>
                        <a:pt x="670" y="27"/>
                      </a:lnTo>
                      <a:lnTo>
                        <a:pt x="716" y="33"/>
                      </a:lnTo>
                      <a:lnTo>
                        <a:pt x="786" y="53"/>
                      </a:lnTo>
                      <a:lnTo>
                        <a:pt x="829" y="56"/>
                      </a:lnTo>
                      <a:lnTo>
                        <a:pt x="952" y="82"/>
                      </a:lnTo>
                      <a:lnTo>
                        <a:pt x="1017" y="88"/>
                      </a:lnTo>
                      <a:lnTo>
                        <a:pt x="1089" y="82"/>
                      </a:lnTo>
                      <a:lnTo>
                        <a:pt x="1139" y="70"/>
                      </a:lnTo>
                      <a:lnTo>
                        <a:pt x="1182" y="82"/>
                      </a:lnTo>
                      <a:lnTo>
                        <a:pt x="1254" y="94"/>
                      </a:lnTo>
                      <a:lnTo>
                        <a:pt x="1365" y="90"/>
                      </a:lnTo>
                      <a:lnTo>
                        <a:pt x="1417" y="108"/>
                      </a:lnTo>
                      <a:lnTo>
                        <a:pt x="1484" y="110"/>
                      </a:lnTo>
                      <a:lnTo>
                        <a:pt x="1518" y="101"/>
                      </a:lnTo>
                      <a:lnTo>
                        <a:pt x="1525" y="116"/>
                      </a:lnTo>
                      <a:lnTo>
                        <a:pt x="1607" y="183"/>
                      </a:lnTo>
                      <a:lnTo>
                        <a:pt x="1640" y="200"/>
                      </a:lnTo>
                      <a:lnTo>
                        <a:pt x="1680" y="209"/>
                      </a:lnTo>
                      <a:lnTo>
                        <a:pt x="1723" y="234"/>
                      </a:lnTo>
                      <a:lnTo>
                        <a:pt x="1748" y="256"/>
                      </a:lnTo>
                      <a:lnTo>
                        <a:pt x="1920" y="301"/>
                      </a:lnTo>
                      <a:lnTo>
                        <a:pt x="1976" y="309"/>
                      </a:lnTo>
                      <a:lnTo>
                        <a:pt x="2001" y="303"/>
                      </a:lnTo>
                      <a:lnTo>
                        <a:pt x="2039" y="276"/>
                      </a:lnTo>
                      <a:lnTo>
                        <a:pt x="2070" y="270"/>
                      </a:lnTo>
                      <a:lnTo>
                        <a:pt x="2102" y="281"/>
                      </a:lnTo>
                      <a:lnTo>
                        <a:pt x="2156" y="317"/>
                      </a:lnTo>
                      <a:lnTo>
                        <a:pt x="2181" y="342"/>
                      </a:lnTo>
                      <a:lnTo>
                        <a:pt x="2192" y="365"/>
                      </a:lnTo>
                      <a:lnTo>
                        <a:pt x="2217" y="366"/>
                      </a:lnTo>
                      <a:lnTo>
                        <a:pt x="2233" y="360"/>
                      </a:lnTo>
                      <a:lnTo>
                        <a:pt x="2226" y="344"/>
                      </a:lnTo>
                      <a:lnTo>
                        <a:pt x="2267" y="376"/>
                      </a:lnTo>
                      <a:lnTo>
                        <a:pt x="2297" y="385"/>
                      </a:lnTo>
                      <a:lnTo>
                        <a:pt x="2401" y="378"/>
                      </a:lnTo>
                      <a:lnTo>
                        <a:pt x="2453" y="369"/>
                      </a:lnTo>
                      <a:lnTo>
                        <a:pt x="2502" y="366"/>
                      </a:lnTo>
                      <a:lnTo>
                        <a:pt x="2527" y="370"/>
                      </a:lnTo>
                      <a:lnTo>
                        <a:pt x="2553" y="382"/>
                      </a:lnTo>
                      <a:lnTo>
                        <a:pt x="2560" y="409"/>
                      </a:lnTo>
                      <a:lnTo>
                        <a:pt x="2529" y="425"/>
                      </a:lnTo>
                      <a:lnTo>
                        <a:pt x="2533" y="463"/>
                      </a:lnTo>
                      <a:lnTo>
                        <a:pt x="2547" y="494"/>
                      </a:lnTo>
                      <a:lnTo>
                        <a:pt x="2513" y="538"/>
                      </a:lnTo>
                      <a:lnTo>
                        <a:pt x="2371" y="626"/>
                      </a:lnTo>
                      <a:lnTo>
                        <a:pt x="2321" y="673"/>
                      </a:lnTo>
                      <a:lnTo>
                        <a:pt x="2101" y="755"/>
                      </a:lnTo>
                      <a:lnTo>
                        <a:pt x="2055" y="810"/>
                      </a:lnTo>
                      <a:lnTo>
                        <a:pt x="2055" y="835"/>
                      </a:lnTo>
                      <a:lnTo>
                        <a:pt x="2023" y="867"/>
                      </a:lnTo>
                      <a:lnTo>
                        <a:pt x="1978" y="923"/>
                      </a:lnTo>
                      <a:lnTo>
                        <a:pt x="1920" y="1024"/>
                      </a:lnTo>
                      <a:lnTo>
                        <a:pt x="1845" y="1119"/>
                      </a:lnTo>
                      <a:lnTo>
                        <a:pt x="1832" y="1166"/>
                      </a:lnTo>
                      <a:lnTo>
                        <a:pt x="1820" y="1189"/>
                      </a:lnTo>
                      <a:lnTo>
                        <a:pt x="1820" y="1198"/>
                      </a:lnTo>
                      <a:lnTo>
                        <a:pt x="1834" y="1219"/>
                      </a:lnTo>
                      <a:lnTo>
                        <a:pt x="1840" y="1256"/>
                      </a:lnTo>
                      <a:lnTo>
                        <a:pt x="1850" y="1281"/>
                      </a:lnTo>
                      <a:lnTo>
                        <a:pt x="1868" y="1301"/>
                      </a:lnTo>
                      <a:lnTo>
                        <a:pt x="1888" y="1314"/>
                      </a:lnTo>
                      <a:lnTo>
                        <a:pt x="1918" y="1320"/>
                      </a:lnTo>
                      <a:lnTo>
                        <a:pt x="1931" y="1342"/>
                      </a:lnTo>
                      <a:lnTo>
                        <a:pt x="1913" y="1377"/>
                      </a:lnTo>
                      <a:lnTo>
                        <a:pt x="1865" y="1414"/>
                      </a:lnTo>
                      <a:lnTo>
                        <a:pt x="1830" y="1437"/>
                      </a:lnTo>
                      <a:lnTo>
                        <a:pt x="1805" y="1464"/>
                      </a:lnTo>
                      <a:lnTo>
                        <a:pt x="1768" y="1524"/>
                      </a:lnTo>
                      <a:lnTo>
                        <a:pt x="1760" y="1561"/>
                      </a:lnTo>
                      <a:lnTo>
                        <a:pt x="1741" y="1590"/>
                      </a:lnTo>
                      <a:lnTo>
                        <a:pt x="1732" y="1622"/>
                      </a:lnTo>
                      <a:lnTo>
                        <a:pt x="1740" y="1644"/>
                      </a:lnTo>
                      <a:lnTo>
                        <a:pt x="1622" y="1662"/>
                      </a:lnTo>
                      <a:lnTo>
                        <a:pt x="1545" y="1730"/>
                      </a:lnTo>
                      <a:lnTo>
                        <a:pt x="1521" y="1799"/>
                      </a:lnTo>
                      <a:lnTo>
                        <a:pt x="1504" y="1829"/>
                      </a:lnTo>
                      <a:lnTo>
                        <a:pt x="1484" y="1853"/>
                      </a:lnTo>
                      <a:lnTo>
                        <a:pt x="1455" y="1858"/>
                      </a:lnTo>
                      <a:lnTo>
                        <a:pt x="1410" y="1849"/>
                      </a:lnTo>
                      <a:lnTo>
                        <a:pt x="1353" y="1872"/>
                      </a:lnTo>
                      <a:lnTo>
                        <a:pt x="1306" y="1870"/>
                      </a:lnTo>
                      <a:lnTo>
                        <a:pt x="1248" y="1855"/>
                      </a:lnTo>
                      <a:lnTo>
                        <a:pt x="1186" y="1865"/>
                      </a:lnTo>
                      <a:lnTo>
                        <a:pt x="1139" y="1858"/>
                      </a:lnTo>
                      <a:lnTo>
                        <a:pt x="1004" y="1876"/>
                      </a:lnTo>
                      <a:lnTo>
                        <a:pt x="962" y="1921"/>
                      </a:lnTo>
                      <a:lnTo>
                        <a:pt x="914" y="1926"/>
                      </a:lnTo>
                      <a:lnTo>
                        <a:pt x="871" y="1943"/>
                      </a:lnTo>
                      <a:lnTo>
                        <a:pt x="839" y="1978"/>
                      </a:lnTo>
                      <a:lnTo>
                        <a:pt x="829" y="2000"/>
                      </a:lnTo>
                      <a:lnTo>
                        <a:pt x="810" y="2019"/>
                      </a:lnTo>
                      <a:lnTo>
                        <a:pt x="781" y="2034"/>
                      </a:lnTo>
                      <a:lnTo>
                        <a:pt x="718" y="2023"/>
                      </a:lnTo>
                      <a:lnTo>
                        <a:pt x="672" y="1991"/>
                      </a:lnTo>
                      <a:lnTo>
                        <a:pt x="631" y="1929"/>
                      </a:lnTo>
                      <a:lnTo>
                        <a:pt x="627" y="1896"/>
                      </a:lnTo>
                      <a:lnTo>
                        <a:pt x="600" y="1874"/>
                      </a:lnTo>
                      <a:lnTo>
                        <a:pt x="597" y="1835"/>
                      </a:lnTo>
                      <a:lnTo>
                        <a:pt x="593" y="1818"/>
                      </a:lnTo>
                      <a:lnTo>
                        <a:pt x="582" y="1804"/>
                      </a:lnTo>
                      <a:lnTo>
                        <a:pt x="550" y="1777"/>
                      </a:lnTo>
                      <a:lnTo>
                        <a:pt x="494" y="1747"/>
                      </a:lnTo>
                      <a:lnTo>
                        <a:pt x="468" y="1741"/>
                      </a:lnTo>
                      <a:lnTo>
                        <a:pt x="386" y="1746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GB" dirty="0">
                    <a:latin typeface="Trade Gothic LT Std" pitchFamily="50" charset="0"/>
                  </a:endParaRPr>
                </a:p>
              </p:txBody>
            </p:sp>
          </p:grpSp>
          <p:sp>
            <p:nvSpPr>
              <p:cNvPr id="2" name="Freeform 1218">
                <a:extLst>
                  <a:ext uri="{FF2B5EF4-FFF2-40B4-BE49-F238E27FC236}">
                    <a16:creationId xmlns:a16="http://schemas.microsoft.com/office/drawing/2014/main" id="{B2DE8AB9-E241-EEFE-20ED-421CA30F8151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7002463" y="5262563"/>
                <a:ext cx="449263" cy="217488"/>
              </a:xfrm>
              <a:custGeom>
                <a:avLst/>
                <a:gdLst/>
                <a:ahLst/>
                <a:cxnLst>
                  <a:cxn ang="0">
                    <a:pos x="94" y="154"/>
                  </a:cxn>
                  <a:cxn ang="0">
                    <a:pos x="115" y="150"/>
                  </a:cxn>
                  <a:cxn ang="0">
                    <a:pos x="140" y="156"/>
                  </a:cxn>
                  <a:cxn ang="0">
                    <a:pos x="150" y="145"/>
                  </a:cxn>
                  <a:cxn ang="0">
                    <a:pos x="166" y="155"/>
                  </a:cxn>
                  <a:cxn ang="0">
                    <a:pos x="182" y="172"/>
                  </a:cxn>
                  <a:cxn ang="0">
                    <a:pos x="212" y="181"/>
                  </a:cxn>
                  <a:cxn ang="0">
                    <a:pos x="235" y="175"/>
                  </a:cxn>
                  <a:cxn ang="0">
                    <a:pos x="258" y="174"/>
                  </a:cxn>
                  <a:cxn ang="0">
                    <a:pos x="277" y="167"/>
                  </a:cxn>
                  <a:cxn ang="0">
                    <a:pos x="296" y="156"/>
                  </a:cxn>
                  <a:cxn ang="0">
                    <a:pos x="311" y="160"/>
                  </a:cxn>
                  <a:cxn ang="0">
                    <a:pos x="332" y="174"/>
                  </a:cxn>
                  <a:cxn ang="0">
                    <a:pos x="355" y="179"/>
                  </a:cxn>
                  <a:cxn ang="0">
                    <a:pos x="368" y="174"/>
                  </a:cxn>
                  <a:cxn ang="0">
                    <a:pos x="352" y="156"/>
                  </a:cxn>
                  <a:cxn ang="0">
                    <a:pos x="343" y="143"/>
                  </a:cxn>
                  <a:cxn ang="0">
                    <a:pos x="355" y="124"/>
                  </a:cxn>
                  <a:cxn ang="0">
                    <a:pos x="352" y="121"/>
                  </a:cxn>
                  <a:cxn ang="0">
                    <a:pos x="329" y="111"/>
                  </a:cxn>
                  <a:cxn ang="0">
                    <a:pos x="321" y="86"/>
                  </a:cxn>
                  <a:cxn ang="0">
                    <a:pos x="310" y="75"/>
                  </a:cxn>
                  <a:cxn ang="0">
                    <a:pos x="295" y="72"/>
                  </a:cxn>
                  <a:cxn ang="0">
                    <a:pos x="274" y="63"/>
                  </a:cxn>
                  <a:cxn ang="0">
                    <a:pos x="261" y="59"/>
                  </a:cxn>
                  <a:cxn ang="0">
                    <a:pos x="237" y="66"/>
                  </a:cxn>
                  <a:cxn ang="0">
                    <a:pos x="223" y="73"/>
                  </a:cxn>
                  <a:cxn ang="0">
                    <a:pos x="213" y="61"/>
                  </a:cxn>
                  <a:cxn ang="0">
                    <a:pos x="171" y="34"/>
                  </a:cxn>
                  <a:cxn ang="0">
                    <a:pos x="148" y="29"/>
                  </a:cxn>
                  <a:cxn ang="0">
                    <a:pos x="108" y="26"/>
                  </a:cxn>
                  <a:cxn ang="0">
                    <a:pos x="76" y="15"/>
                  </a:cxn>
                  <a:cxn ang="0">
                    <a:pos x="54" y="7"/>
                  </a:cxn>
                  <a:cxn ang="0">
                    <a:pos x="31" y="3"/>
                  </a:cxn>
                  <a:cxn ang="0">
                    <a:pos x="15" y="2"/>
                  </a:cxn>
                  <a:cxn ang="0">
                    <a:pos x="5" y="11"/>
                  </a:cxn>
                  <a:cxn ang="0">
                    <a:pos x="21" y="27"/>
                  </a:cxn>
                  <a:cxn ang="0">
                    <a:pos x="56" y="39"/>
                  </a:cxn>
                  <a:cxn ang="0">
                    <a:pos x="78" y="57"/>
                  </a:cxn>
                  <a:cxn ang="0">
                    <a:pos x="87" y="82"/>
                  </a:cxn>
                  <a:cxn ang="0">
                    <a:pos x="100" y="113"/>
                  </a:cxn>
                  <a:cxn ang="0">
                    <a:pos x="99" y="138"/>
                  </a:cxn>
                  <a:cxn ang="0">
                    <a:pos x="87" y="148"/>
                  </a:cxn>
                </a:cxnLst>
                <a:rect l="0" t="0" r="r" b="b"/>
                <a:pathLst>
                  <a:path w="368" h="182">
                    <a:moveTo>
                      <a:pt x="87" y="148"/>
                    </a:moveTo>
                    <a:lnTo>
                      <a:pt x="94" y="154"/>
                    </a:lnTo>
                    <a:lnTo>
                      <a:pt x="102" y="154"/>
                    </a:lnTo>
                    <a:lnTo>
                      <a:pt x="115" y="150"/>
                    </a:lnTo>
                    <a:lnTo>
                      <a:pt x="134" y="156"/>
                    </a:lnTo>
                    <a:lnTo>
                      <a:pt x="140" y="156"/>
                    </a:lnTo>
                    <a:lnTo>
                      <a:pt x="145" y="149"/>
                    </a:lnTo>
                    <a:lnTo>
                      <a:pt x="150" y="145"/>
                    </a:lnTo>
                    <a:lnTo>
                      <a:pt x="158" y="148"/>
                    </a:lnTo>
                    <a:lnTo>
                      <a:pt x="166" y="155"/>
                    </a:lnTo>
                    <a:lnTo>
                      <a:pt x="177" y="171"/>
                    </a:lnTo>
                    <a:lnTo>
                      <a:pt x="182" y="172"/>
                    </a:lnTo>
                    <a:lnTo>
                      <a:pt x="191" y="182"/>
                    </a:lnTo>
                    <a:lnTo>
                      <a:pt x="212" y="181"/>
                    </a:lnTo>
                    <a:lnTo>
                      <a:pt x="219" y="176"/>
                    </a:lnTo>
                    <a:lnTo>
                      <a:pt x="235" y="175"/>
                    </a:lnTo>
                    <a:lnTo>
                      <a:pt x="242" y="171"/>
                    </a:lnTo>
                    <a:lnTo>
                      <a:pt x="258" y="174"/>
                    </a:lnTo>
                    <a:lnTo>
                      <a:pt x="267" y="172"/>
                    </a:lnTo>
                    <a:lnTo>
                      <a:pt x="277" y="167"/>
                    </a:lnTo>
                    <a:lnTo>
                      <a:pt x="282" y="166"/>
                    </a:lnTo>
                    <a:lnTo>
                      <a:pt x="296" y="156"/>
                    </a:lnTo>
                    <a:lnTo>
                      <a:pt x="304" y="158"/>
                    </a:lnTo>
                    <a:lnTo>
                      <a:pt x="311" y="160"/>
                    </a:lnTo>
                    <a:lnTo>
                      <a:pt x="317" y="166"/>
                    </a:lnTo>
                    <a:lnTo>
                      <a:pt x="332" y="174"/>
                    </a:lnTo>
                    <a:lnTo>
                      <a:pt x="341" y="172"/>
                    </a:lnTo>
                    <a:lnTo>
                      <a:pt x="355" y="179"/>
                    </a:lnTo>
                    <a:lnTo>
                      <a:pt x="364" y="180"/>
                    </a:lnTo>
                    <a:lnTo>
                      <a:pt x="368" y="174"/>
                    </a:lnTo>
                    <a:lnTo>
                      <a:pt x="365" y="166"/>
                    </a:lnTo>
                    <a:lnTo>
                      <a:pt x="352" y="156"/>
                    </a:lnTo>
                    <a:lnTo>
                      <a:pt x="349" y="149"/>
                    </a:lnTo>
                    <a:lnTo>
                      <a:pt x="343" y="143"/>
                    </a:lnTo>
                    <a:lnTo>
                      <a:pt x="344" y="134"/>
                    </a:lnTo>
                    <a:lnTo>
                      <a:pt x="355" y="124"/>
                    </a:lnTo>
                    <a:lnTo>
                      <a:pt x="357" y="124"/>
                    </a:lnTo>
                    <a:lnTo>
                      <a:pt x="352" y="121"/>
                    </a:lnTo>
                    <a:lnTo>
                      <a:pt x="345" y="116"/>
                    </a:lnTo>
                    <a:lnTo>
                      <a:pt x="329" y="111"/>
                    </a:lnTo>
                    <a:lnTo>
                      <a:pt x="317" y="101"/>
                    </a:lnTo>
                    <a:lnTo>
                      <a:pt x="321" y="86"/>
                    </a:lnTo>
                    <a:lnTo>
                      <a:pt x="317" y="79"/>
                    </a:lnTo>
                    <a:lnTo>
                      <a:pt x="310" y="75"/>
                    </a:lnTo>
                    <a:lnTo>
                      <a:pt x="302" y="75"/>
                    </a:lnTo>
                    <a:lnTo>
                      <a:pt x="295" y="72"/>
                    </a:lnTo>
                    <a:lnTo>
                      <a:pt x="290" y="66"/>
                    </a:lnTo>
                    <a:lnTo>
                      <a:pt x="274" y="63"/>
                    </a:lnTo>
                    <a:lnTo>
                      <a:pt x="267" y="64"/>
                    </a:lnTo>
                    <a:lnTo>
                      <a:pt x="261" y="59"/>
                    </a:lnTo>
                    <a:lnTo>
                      <a:pt x="252" y="59"/>
                    </a:lnTo>
                    <a:lnTo>
                      <a:pt x="237" y="66"/>
                    </a:lnTo>
                    <a:lnTo>
                      <a:pt x="231" y="70"/>
                    </a:lnTo>
                    <a:lnTo>
                      <a:pt x="223" y="73"/>
                    </a:lnTo>
                    <a:lnTo>
                      <a:pt x="215" y="69"/>
                    </a:lnTo>
                    <a:lnTo>
                      <a:pt x="213" y="61"/>
                    </a:lnTo>
                    <a:lnTo>
                      <a:pt x="175" y="39"/>
                    </a:lnTo>
                    <a:lnTo>
                      <a:pt x="171" y="34"/>
                    </a:lnTo>
                    <a:lnTo>
                      <a:pt x="164" y="29"/>
                    </a:lnTo>
                    <a:lnTo>
                      <a:pt x="148" y="29"/>
                    </a:lnTo>
                    <a:lnTo>
                      <a:pt x="132" y="24"/>
                    </a:lnTo>
                    <a:lnTo>
                      <a:pt x="108" y="26"/>
                    </a:lnTo>
                    <a:lnTo>
                      <a:pt x="99" y="25"/>
                    </a:lnTo>
                    <a:lnTo>
                      <a:pt x="76" y="15"/>
                    </a:lnTo>
                    <a:lnTo>
                      <a:pt x="60" y="13"/>
                    </a:lnTo>
                    <a:lnTo>
                      <a:pt x="54" y="7"/>
                    </a:lnTo>
                    <a:lnTo>
                      <a:pt x="40" y="2"/>
                    </a:lnTo>
                    <a:lnTo>
                      <a:pt x="31" y="3"/>
                    </a:lnTo>
                    <a:lnTo>
                      <a:pt x="24" y="0"/>
                    </a:lnTo>
                    <a:lnTo>
                      <a:pt x="15" y="2"/>
                    </a:lnTo>
                    <a:lnTo>
                      <a:pt x="0" y="7"/>
                    </a:lnTo>
                    <a:lnTo>
                      <a:pt x="5" y="11"/>
                    </a:lnTo>
                    <a:lnTo>
                      <a:pt x="14" y="18"/>
                    </a:lnTo>
                    <a:lnTo>
                      <a:pt x="21" y="27"/>
                    </a:lnTo>
                    <a:lnTo>
                      <a:pt x="31" y="32"/>
                    </a:lnTo>
                    <a:lnTo>
                      <a:pt x="56" y="39"/>
                    </a:lnTo>
                    <a:lnTo>
                      <a:pt x="67" y="51"/>
                    </a:lnTo>
                    <a:lnTo>
                      <a:pt x="78" y="57"/>
                    </a:lnTo>
                    <a:lnTo>
                      <a:pt x="84" y="68"/>
                    </a:lnTo>
                    <a:lnTo>
                      <a:pt x="87" y="82"/>
                    </a:lnTo>
                    <a:lnTo>
                      <a:pt x="91" y="104"/>
                    </a:lnTo>
                    <a:lnTo>
                      <a:pt x="100" y="113"/>
                    </a:lnTo>
                    <a:lnTo>
                      <a:pt x="100" y="124"/>
                    </a:lnTo>
                    <a:lnTo>
                      <a:pt x="99" y="138"/>
                    </a:lnTo>
                    <a:lnTo>
                      <a:pt x="92" y="145"/>
                    </a:lnTo>
                    <a:lnTo>
                      <a:pt x="87" y="148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GB" dirty="0">
                  <a:latin typeface="Trade Gothic LT Std" pitchFamily="50" charset="0"/>
                </a:endParaRPr>
              </a:p>
            </p:txBody>
          </p:sp>
          <p:grpSp>
            <p:nvGrpSpPr>
              <p:cNvPr id="4" name="Group 1219">
                <a:extLst>
                  <a:ext uri="{FF2B5EF4-FFF2-40B4-BE49-F238E27FC236}">
                    <a16:creationId xmlns:a16="http://schemas.microsoft.com/office/drawing/2014/main" id="{4BFD58E9-86EB-BE22-40E2-C02F27F365DA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7239000" y="5462595"/>
                <a:ext cx="206375" cy="211138"/>
                <a:chOff x="3683" y="3049"/>
                <a:chExt cx="105" cy="108"/>
              </a:xfrm>
              <a:grpFill/>
            </p:grpSpPr>
            <p:sp>
              <p:nvSpPr>
                <p:cNvPr id="71" name="Freeform 1220">
                  <a:extLst>
                    <a:ext uri="{FF2B5EF4-FFF2-40B4-BE49-F238E27FC236}">
                      <a16:creationId xmlns:a16="http://schemas.microsoft.com/office/drawing/2014/main" id="{8DEA3F08-B465-98CC-54F6-60EBCA336E7F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3683" y="3049"/>
                  <a:ext cx="105" cy="108"/>
                </a:xfrm>
                <a:custGeom>
                  <a:avLst/>
                  <a:gdLst/>
                  <a:ahLst/>
                  <a:cxnLst>
                    <a:cxn ang="0">
                      <a:pos x="77" y="118"/>
                    </a:cxn>
                    <a:cxn ang="0">
                      <a:pos x="68" y="107"/>
                    </a:cxn>
                    <a:cxn ang="0">
                      <a:pos x="64" y="102"/>
                    </a:cxn>
                    <a:cxn ang="0">
                      <a:pos x="56" y="99"/>
                    </a:cxn>
                    <a:cxn ang="0">
                      <a:pos x="46" y="89"/>
                    </a:cxn>
                    <a:cxn ang="0">
                      <a:pos x="38" y="83"/>
                    </a:cxn>
                    <a:cxn ang="0">
                      <a:pos x="27" y="79"/>
                    </a:cxn>
                    <a:cxn ang="0">
                      <a:pos x="19" y="69"/>
                    </a:cxn>
                    <a:cxn ang="0">
                      <a:pos x="16" y="55"/>
                    </a:cxn>
                    <a:cxn ang="0">
                      <a:pos x="14" y="35"/>
                    </a:cxn>
                    <a:cxn ang="0">
                      <a:pos x="7" y="21"/>
                    </a:cxn>
                    <a:cxn ang="0">
                      <a:pos x="0" y="15"/>
                    </a:cxn>
                    <a:cxn ang="0">
                      <a:pos x="21" y="14"/>
                    </a:cxn>
                    <a:cxn ang="0">
                      <a:pos x="28" y="9"/>
                    </a:cxn>
                    <a:cxn ang="0">
                      <a:pos x="44" y="8"/>
                    </a:cxn>
                    <a:cxn ang="0">
                      <a:pos x="51" y="4"/>
                    </a:cxn>
                    <a:cxn ang="0">
                      <a:pos x="67" y="7"/>
                    </a:cxn>
                    <a:cxn ang="0">
                      <a:pos x="76" y="5"/>
                    </a:cxn>
                    <a:cxn ang="0">
                      <a:pos x="86" y="0"/>
                    </a:cxn>
                    <a:cxn ang="0">
                      <a:pos x="87" y="0"/>
                    </a:cxn>
                    <a:cxn ang="0">
                      <a:pos x="89" y="8"/>
                    </a:cxn>
                    <a:cxn ang="0">
                      <a:pos x="99" y="20"/>
                    </a:cxn>
                    <a:cxn ang="0">
                      <a:pos x="107" y="21"/>
                    </a:cxn>
                    <a:cxn ang="0">
                      <a:pos x="114" y="26"/>
                    </a:cxn>
                    <a:cxn ang="0">
                      <a:pos x="115" y="34"/>
                    </a:cxn>
                    <a:cxn ang="0">
                      <a:pos x="110" y="40"/>
                    </a:cxn>
                    <a:cxn ang="0">
                      <a:pos x="110" y="48"/>
                    </a:cxn>
                    <a:cxn ang="0">
                      <a:pos x="113" y="56"/>
                    </a:cxn>
                    <a:cxn ang="0">
                      <a:pos x="118" y="63"/>
                    </a:cxn>
                    <a:cxn ang="0">
                      <a:pos x="123" y="68"/>
                    </a:cxn>
                    <a:cxn ang="0">
                      <a:pos x="137" y="77"/>
                    </a:cxn>
                    <a:cxn ang="0">
                      <a:pos x="138" y="84"/>
                    </a:cxn>
                    <a:cxn ang="0">
                      <a:pos x="135" y="93"/>
                    </a:cxn>
                    <a:cxn ang="0">
                      <a:pos x="126" y="94"/>
                    </a:cxn>
                    <a:cxn ang="0">
                      <a:pos x="129" y="101"/>
                    </a:cxn>
                    <a:cxn ang="0">
                      <a:pos x="138" y="113"/>
                    </a:cxn>
                    <a:cxn ang="0">
                      <a:pos x="153" y="122"/>
                    </a:cxn>
                    <a:cxn ang="0">
                      <a:pos x="161" y="122"/>
                    </a:cxn>
                    <a:cxn ang="0">
                      <a:pos x="168" y="123"/>
                    </a:cxn>
                    <a:cxn ang="0">
                      <a:pos x="164" y="131"/>
                    </a:cxn>
                    <a:cxn ang="0">
                      <a:pos x="163" y="139"/>
                    </a:cxn>
                    <a:cxn ang="0">
                      <a:pos x="169" y="144"/>
                    </a:cxn>
                    <a:cxn ang="0">
                      <a:pos x="168" y="152"/>
                    </a:cxn>
                    <a:cxn ang="0">
                      <a:pos x="161" y="154"/>
                    </a:cxn>
                    <a:cxn ang="0">
                      <a:pos x="166" y="160"/>
                    </a:cxn>
                    <a:cxn ang="0">
                      <a:pos x="169" y="168"/>
                    </a:cxn>
                    <a:cxn ang="0">
                      <a:pos x="170" y="175"/>
                    </a:cxn>
                    <a:cxn ang="0">
                      <a:pos x="164" y="175"/>
                    </a:cxn>
                    <a:cxn ang="0">
                      <a:pos x="147" y="175"/>
                    </a:cxn>
                    <a:cxn ang="0">
                      <a:pos x="142" y="175"/>
                    </a:cxn>
                    <a:cxn ang="0">
                      <a:pos x="141" y="150"/>
                    </a:cxn>
                    <a:cxn ang="0">
                      <a:pos x="137" y="143"/>
                    </a:cxn>
                    <a:cxn ang="0">
                      <a:pos x="132" y="136"/>
                    </a:cxn>
                    <a:cxn ang="0">
                      <a:pos x="129" y="128"/>
                    </a:cxn>
                    <a:cxn ang="0">
                      <a:pos x="121" y="126"/>
                    </a:cxn>
                    <a:cxn ang="0">
                      <a:pos x="114" y="128"/>
                    </a:cxn>
                    <a:cxn ang="0">
                      <a:pos x="107" y="128"/>
                    </a:cxn>
                    <a:cxn ang="0">
                      <a:pos x="99" y="125"/>
                    </a:cxn>
                    <a:cxn ang="0">
                      <a:pos x="94" y="117"/>
                    </a:cxn>
                    <a:cxn ang="0">
                      <a:pos x="87" y="116"/>
                    </a:cxn>
                    <a:cxn ang="0">
                      <a:pos x="77" y="118"/>
                    </a:cxn>
                  </a:cxnLst>
                  <a:rect l="0" t="0" r="r" b="b"/>
                  <a:pathLst>
                    <a:path w="170" h="175">
                      <a:moveTo>
                        <a:pt x="77" y="118"/>
                      </a:moveTo>
                      <a:lnTo>
                        <a:pt x="68" y="107"/>
                      </a:lnTo>
                      <a:lnTo>
                        <a:pt x="64" y="102"/>
                      </a:lnTo>
                      <a:lnTo>
                        <a:pt x="56" y="99"/>
                      </a:lnTo>
                      <a:lnTo>
                        <a:pt x="46" y="89"/>
                      </a:lnTo>
                      <a:lnTo>
                        <a:pt x="38" y="83"/>
                      </a:lnTo>
                      <a:lnTo>
                        <a:pt x="27" y="79"/>
                      </a:lnTo>
                      <a:lnTo>
                        <a:pt x="19" y="69"/>
                      </a:lnTo>
                      <a:lnTo>
                        <a:pt x="16" y="55"/>
                      </a:lnTo>
                      <a:lnTo>
                        <a:pt x="14" y="35"/>
                      </a:lnTo>
                      <a:lnTo>
                        <a:pt x="7" y="21"/>
                      </a:lnTo>
                      <a:lnTo>
                        <a:pt x="0" y="15"/>
                      </a:lnTo>
                      <a:lnTo>
                        <a:pt x="21" y="14"/>
                      </a:lnTo>
                      <a:lnTo>
                        <a:pt x="28" y="9"/>
                      </a:lnTo>
                      <a:lnTo>
                        <a:pt x="44" y="8"/>
                      </a:lnTo>
                      <a:lnTo>
                        <a:pt x="51" y="4"/>
                      </a:lnTo>
                      <a:lnTo>
                        <a:pt x="67" y="7"/>
                      </a:lnTo>
                      <a:lnTo>
                        <a:pt x="76" y="5"/>
                      </a:lnTo>
                      <a:lnTo>
                        <a:pt x="86" y="0"/>
                      </a:lnTo>
                      <a:lnTo>
                        <a:pt x="87" y="0"/>
                      </a:lnTo>
                      <a:lnTo>
                        <a:pt x="89" y="8"/>
                      </a:lnTo>
                      <a:lnTo>
                        <a:pt x="99" y="20"/>
                      </a:lnTo>
                      <a:lnTo>
                        <a:pt x="107" y="21"/>
                      </a:lnTo>
                      <a:lnTo>
                        <a:pt x="114" y="26"/>
                      </a:lnTo>
                      <a:lnTo>
                        <a:pt x="115" y="34"/>
                      </a:lnTo>
                      <a:lnTo>
                        <a:pt x="110" y="40"/>
                      </a:lnTo>
                      <a:lnTo>
                        <a:pt x="110" y="48"/>
                      </a:lnTo>
                      <a:lnTo>
                        <a:pt x="113" y="56"/>
                      </a:lnTo>
                      <a:lnTo>
                        <a:pt x="118" y="63"/>
                      </a:lnTo>
                      <a:lnTo>
                        <a:pt x="123" y="68"/>
                      </a:lnTo>
                      <a:lnTo>
                        <a:pt x="137" y="77"/>
                      </a:lnTo>
                      <a:lnTo>
                        <a:pt x="138" y="84"/>
                      </a:lnTo>
                      <a:lnTo>
                        <a:pt x="135" y="93"/>
                      </a:lnTo>
                      <a:lnTo>
                        <a:pt x="126" y="94"/>
                      </a:lnTo>
                      <a:lnTo>
                        <a:pt x="129" y="101"/>
                      </a:lnTo>
                      <a:lnTo>
                        <a:pt x="138" y="113"/>
                      </a:lnTo>
                      <a:lnTo>
                        <a:pt x="153" y="122"/>
                      </a:lnTo>
                      <a:lnTo>
                        <a:pt x="161" y="122"/>
                      </a:lnTo>
                      <a:lnTo>
                        <a:pt x="168" y="123"/>
                      </a:lnTo>
                      <a:lnTo>
                        <a:pt x="164" y="131"/>
                      </a:lnTo>
                      <a:lnTo>
                        <a:pt x="163" y="139"/>
                      </a:lnTo>
                      <a:lnTo>
                        <a:pt x="169" y="144"/>
                      </a:lnTo>
                      <a:lnTo>
                        <a:pt x="168" y="152"/>
                      </a:lnTo>
                      <a:lnTo>
                        <a:pt x="161" y="154"/>
                      </a:lnTo>
                      <a:lnTo>
                        <a:pt x="166" y="160"/>
                      </a:lnTo>
                      <a:lnTo>
                        <a:pt x="169" y="168"/>
                      </a:lnTo>
                      <a:lnTo>
                        <a:pt x="170" y="175"/>
                      </a:lnTo>
                      <a:lnTo>
                        <a:pt x="164" y="175"/>
                      </a:lnTo>
                      <a:lnTo>
                        <a:pt x="147" y="175"/>
                      </a:lnTo>
                      <a:lnTo>
                        <a:pt x="142" y="175"/>
                      </a:lnTo>
                      <a:lnTo>
                        <a:pt x="141" y="150"/>
                      </a:lnTo>
                      <a:lnTo>
                        <a:pt x="137" y="143"/>
                      </a:lnTo>
                      <a:lnTo>
                        <a:pt x="132" y="136"/>
                      </a:lnTo>
                      <a:lnTo>
                        <a:pt x="129" y="128"/>
                      </a:lnTo>
                      <a:lnTo>
                        <a:pt x="121" y="126"/>
                      </a:lnTo>
                      <a:lnTo>
                        <a:pt x="114" y="128"/>
                      </a:lnTo>
                      <a:lnTo>
                        <a:pt x="107" y="128"/>
                      </a:lnTo>
                      <a:lnTo>
                        <a:pt x="99" y="125"/>
                      </a:lnTo>
                      <a:lnTo>
                        <a:pt x="94" y="117"/>
                      </a:lnTo>
                      <a:lnTo>
                        <a:pt x="87" y="116"/>
                      </a:lnTo>
                      <a:lnTo>
                        <a:pt x="77" y="118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GB" dirty="0">
                    <a:latin typeface="Trade Gothic LT Std" pitchFamily="50" charset="0"/>
                  </a:endParaRPr>
                </a:p>
              </p:txBody>
            </p:sp>
            <p:sp>
              <p:nvSpPr>
                <p:cNvPr id="72" name="Freeform 1221">
                  <a:extLst>
                    <a:ext uri="{FF2B5EF4-FFF2-40B4-BE49-F238E27FC236}">
                      <a16:creationId xmlns:a16="http://schemas.microsoft.com/office/drawing/2014/main" id="{E989454C-48D3-7835-1960-9D9CA05A83C6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3729" y="3120"/>
                  <a:ext cx="40" cy="37"/>
                </a:xfrm>
                <a:custGeom>
                  <a:avLst/>
                  <a:gdLst/>
                  <a:ahLst/>
                  <a:cxnLst>
                    <a:cxn ang="0">
                      <a:pos x="65" y="59"/>
                    </a:cxn>
                    <a:cxn ang="0">
                      <a:pos x="52" y="56"/>
                    </a:cxn>
                    <a:cxn ang="0">
                      <a:pos x="36" y="53"/>
                    </a:cxn>
                    <a:cxn ang="0">
                      <a:pos x="4" y="7"/>
                    </a:cxn>
                    <a:cxn ang="0">
                      <a:pos x="0" y="2"/>
                    </a:cxn>
                    <a:cxn ang="0">
                      <a:pos x="10" y="0"/>
                    </a:cxn>
                    <a:cxn ang="0">
                      <a:pos x="17" y="1"/>
                    </a:cxn>
                    <a:cxn ang="0">
                      <a:pos x="22" y="9"/>
                    </a:cxn>
                    <a:cxn ang="0">
                      <a:pos x="30" y="12"/>
                    </a:cxn>
                    <a:cxn ang="0">
                      <a:pos x="37" y="13"/>
                    </a:cxn>
                    <a:cxn ang="0">
                      <a:pos x="44" y="10"/>
                    </a:cxn>
                    <a:cxn ang="0">
                      <a:pos x="52" y="12"/>
                    </a:cxn>
                    <a:cxn ang="0">
                      <a:pos x="55" y="20"/>
                    </a:cxn>
                    <a:cxn ang="0">
                      <a:pos x="60" y="27"/>
                    </a:cxn>
                    <a:cxn ang="0">
                      <a:pos x="64" y="34"/>
                    </a:cxn>
                    <a:cxn ang="0">
                      <a:pos x="65" y="59"/>
                    </a:cxn>
                  </a:cxnLst>
                  <a:rect l="0" t="0" r="r" b="b"/>
                  <a:pathLst>
                    <a:path w="65" h="59">
                      <a:moveTo>
                        <a:pt x="65" y="59"/>
                      </a:moveTo>
                      <a:lnTo>
                        <a:pt x="52" y="56"/>
                      </a:lnTo>
                      <a:lnTo>
                        <a:pt x="36" y="53"/>
                      </a:lnTo>
                      <a:lnTo>
                        <a:pt x="4" y="7"/>
                      </a:lnTo>
                      <a:lnTo>
                        <a:pt x="0" y="2"/>
                      </a:lnTo>
                      <a:lnTo>
                        <a:pt x="10" y="0"/>
                      </a:lnTo>
                      <a:lnTo>
                        <a:pt x="17" y="1"/>
                      </a:lnTo>
                      <a:lnTo>
                        <a:pt x="22" y="9"/>
                      </a:lnTo>
                      <a:lnTo>
                        <a:pt x="30" y="12"/>
                      </a:lnTo>
                      <a:lnTo>
                        <a:pt x="37" y="13"/>
                      </a:lnTo>
                      <a:lnTo>
                        <a:pt x="44" y="10"/>
                      </a:lnTo>
                      <a:lnTo>
                        <a:pt x="52" y="12"/>
                      </a:lnTo>
                      <a:lnTo>
                        <a:pt x="55" y="20"/>
                      </a:lnTo>
                      <a:lnTo>
                        <a:pt x="60" y="27"/>
                      </a:lnTo>
                      <a:lnTo>
                        <a:pt x="64" y="34"/>
                      </a:lnTo>
                      <a:lnTo>
                        <a:pt x="65" y="59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GB" dirty="0">
                    <a:latin typeface="Trade Gothic LT Std" pitchFamily="50" charset="0"/>
                  </a:endParaRPr>
                </a:p>
              </p:txBody>
            </p:sp>
          </p:grpSp>
          <p:sp>
            <p:nvSpPr>
              <p:cNvPr id="5" name="Freeform 1222">
                <a:extLst>
                  <a:ext uri="{FF2B5EF4-FFF2-40B4-BE49-F238E27FC236}">
                    <a16:creationId xmlns:a16="http://schemas.microsoft.com/office/drawing/2014/main" id="{B8568157-E5BD-A28C-C462-0F22BE1EB0C6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7340601" y="5413376"/>
                <a:ext cx="358775" cy="298450"/>
              </a:xfrm>
              <a:custGeom>
                <a:avLst/>
                <a:gdLst/>
                <a:ahLst/>
                <a:cxnLst>
                  <a:cxn ang="0">
                    <a:pos x="88" y="5"/>
                  </a:cxn>
                  <a:cxn ang="0">
                    <a:pos x="107" y="16"/>
                  </a:cxn>
                  <a:cxn ang="0">
                    <a:pos x="119" y="24"/>
                  </a:cxn>
                  <a:cxn ang="0">
                    <a:pos x="126" y="47"/>
                  </a:cxn>
                  <a:cxn ang="0">
                    <a:pos x="151" y="51"/>
                  </a:cxn>
                  <a:cxn ang="0">
                    <a:pos x="164" y="43"/>
                  </a:cxn>
                  <a:cxn ang="0">
                    <a:pos x="178" y="24"/>
                  </a:cxn>
                  <a:cxn ang="0">
                    <a:pos x="188" y="13"/>
                  </a:cxn>
                  <a:cxn ang="0">
                    <a:pos x="220" y="34"/>
                  </a:cxn>
                  <a:cxn ang="0">
                    <a:pos x="245" y="83"/>
                  </a:cxn>
                  <a:cxn ang="0">
                    <a:pos x="261" y="98"/>
                  </a:cxn>
                  <a:cxn ang="0">
                    <a:pos x="281" y="98"/>
                  </a:cxn>
                  <a:cxn ang="0">
                    <a:pos x="292" y="109"/>
                  </a:cxn>
                  <a:cxn ang="0">
                    <a:pos x="283" y="109"/>
                  </a:cxn>
                  <a:cxn ang="0">
                    <a:pos x="259" y="117"/>
                  </a:cxn>
                  <a:cxn ang="0">
                    <a:pos x="248" y="147"/>
                  </a:cxn>
                  <a:cxn ang="0">
                    <a:pos x="240" y="180"/>
                  </a:cxn>
                  <a:cxn ang="0">
                    <a:pos x="223" y="192"/>
                  </a:cxn>
                  <a:cxn ang="0">
                    <a:pos x="213" y="206"/>
                  </a:cxn>
                  <a:cxn ang="0">
                    <a:pos x="215" y="244"/>
                  </a:cxn>
                  <a:cxn ang="0">
                    <a:pos x="204" y="245"/>
                  </a:cxn>
                  <a:cxn ang="0">
                    <a:pos x="189" y="235"/>
                  </a:cxn>
                  <a:cxn ang="0">
                    <a:pos x="177" y="227"/>
                  </a:cxn>
                  <a:cxn ang="0">
                    <a:pos x="169" y="215"/>
                  </a:cxn>
                  <a:cxn ang="0">
                    <a:pos x="177" y="186"/>
                  </a:cxn>
                  <a:cxn ang="0">
                    <a:pos x="161" y="163"/>
                  </a:cxn>
                  <a:cxn ang="0">
                    <a:pos x="123" y="177"/>
                  </a:cxn>
                  <a:cxn ang="0">
                    <a:pos x="107" y="203"/>
                  </a:cxn>
                  <a:cxn ang="0">
                    <a:pos x="84" y="218"/>
                  </a:cxn>
                  <a:cxn ang="0">
                    <a:pos x="80" y="203"/>
                  </a:cxn>
                  <a:cxn ang="0">
                    <a:pos x="82" y="196"/>
                  </a:cxn>
                  <a:cxn ang="0">
                    <a:pos x="77" y="182"/>
                  </a:cxn>
                  <a:cxn ang="0">
                    <a:pos x="82" y="166"/>
                  </a:cxn>
                  <a:cxn ang="0">
                    <a:pos x="67" y="165"/>
                  </a:cxn>
                  <a:cxn ang="0">
                    <a:pos x="43" y="144"/>
                  </a:cxn>
                  <a:cxn ang="0">
                    <a:pos x="49" y="136"/>
                  </a:cxn>
                  <a:cxn ang="0">
                    <a:pos x="51" y="120"/>
                  </a:cxn>
                  <a:cxn ang="0">
                    <a:pos x="32" y="106"/>
                  </a:cxn>
                  <a:cxn ang="0">
                    <a:pos x="24" y="91"/>
                  </a:cxn>
                  <a:cxn ang="0">
                    <a:pos x="29" y="77"/>
                  </a:cxn>
                  <a:cxn ang="0">
                    <a:pos x="21" y="64"/>
                  </a:cxn>
                  <a:cxn ang="0">
                    <a:pos x="3" y="51"/>
                  </a:cxn>
                  <a:cxn ang="0">
                    <a:pos x="0" y="43"/>
                  </a:cxn>
                  <a:cxn ang="0">
                    <a:pos x="19" y="32"/>
                  </a:cxn>
                  <a:cxn ang="0">
                    <a:pos x="34" y="36"/>
                  </a:cxn>
                  <a:cxn ang="0">
                    <a:pos x="55" y="50"/>
                  </a:cxn>
                  <a:cxn ang="0">
                    <a:pos x="78" y="55"/>
                  </a:cxn>
                  <a:cxn ang="0">
                    <a:pos x="91" y="50"/>
                  </a:cxn>
                  <a:cxn ang="0">
                    <a:pos x="75" y="32"/>
                  </a:cxn>
                  <a:cxn ang="0">
                    <a:pos x="66" y="19"/>
                  </a:cxn>
                  <a:cxn ang="0">
                    <a:pos x="78" y="0"/>
                  </a:cxn>
                </a:cxnLst>
                <a:rect l="0" t="0" r="r" b="b"/>
                <a:pathLst>
                  <a:path w="294" h="245">
                    <a:moveTo>
                      <a:pt x="80" y="0"/>
                    </a:moveTo>
                    <a:lnTo>
                      <a:pt x="88" y="5"/>
                    </a:lnTo>
                    <a:lnTo>
                      <a:pt x="95" y="5"/>
                    </a:lnTo>
                    <a:lnTo>
                      <a:pt x="107" y="16"/>
                    </a:lnTo>
                    <a:lnTo>
                      <a:pt x="111" y="24"/>
                    </a:lnTo>
                    <a:lnTo>
                      <a:pt x="119" y="24"/>
                    </a:lnTo>
                    <a:lnTo>
                      <a:pt x="124" y="40"/>
                    </a:lnTo>
                    <a:lnTo>
                      <a:pt x="126" y="47"/>
                    </a:lnTo>
                    <a:lnTo>
                      <a:pt x="135" y="47"/>
                    </a:lnTo>
                    <a:lnTo>
                      <a:pt x="151" y="51"/>
                    </a:lnTo>
                    <a:lnTo>
                      <a:pt x="159" y="48"/>
                    </a:lnTo>
                    <a:lnTo>
                      <a:pt x="164" y="43"/>
                    </a:lnTo>
                    <a:lnTo>
                      <a:pt x="170" y="28"/>
                    </a:lnTo>
                    <a:lnTo>
                      <a:pt x="178" y="24"/>
                    </a:lnTo>
                    <a:lnTo>
                      <a:pt x="185" y="20"/>
                    </a:lnTo>
                    <a:lnTo>
                      <a:pt x="188" y="13"/>
                    </a:lnTo>
                    <a:lnTo>
                      <a:pt x="194" y="3"/>
                    </a:lnTo>
                    <a:lnTo>
                      <a:pt x="220" y="34"/>
                    </a:lnTo>
                    <a:lnTo>
                      <a:pt x="236" y="68"/>
                    </a:lnTo>
                    <a:lnTo>
                      <a:pt x="245" y="83"/>
                    </a:lnTo>
                    <a:lnTo>
                      <a:pt x="253" y="93"/>
                    </a:lnTo>
                    <a:lnTo>
                      <a:pt x="261" y="98"/>
                    </a:lnTo>
                    <a:lnTo>
                      <a:pt x="274" y="93"/>
                    </a:lnTo>
                    <a:lnTo>
                      <a:pt x="281" y="98"/>
                    </a:lnTo>
                    <a:lnTo>
                      <a:pt x="287" y="100"/>
                    </a:lnTo>
                    <a:lnTo>
                      <a:pt x="292" y="109"/>
                    </a:lnTo>
                    <a:lnTo>
                      <a:pt x="294" y="118"/>
                    </a:lnTo>
                    <a:lnTo>
                      <a:pt x="283" y="109"/>
                    </a:lnTo>
                    <a:lnTo>
                      <a:pt x="269" y="110"/>
                    </a:lnTo>
                    <a:lnTo>
                      <a:pt x="259" y="117"/>
                    </a:lnTo>
                    <a:lnTo>
                      <a:pt x="251" y="127"/>
                    </a:lnTo>
                    <a:lnTo>
                      <a:pt x="248" y="147"/>
                    </a:lnTo>
                    <a:lnTo>
                      <a:pt x="247" y="164"/>
                    </a:lnTo>
                    <a:lnTo>
                      <a:pt x="240" y="180"/>
                    </a:lnTo>
                    <a:lnTo>
                      <a:pt x="236" y="206"/>
                    </a:lnTo>
                    <a:lnTo>
                      <a:pt x="223" y="192"/>
                    </a:lnTo>
                    <a:lnTo>
                      <a:pt x="216" y="197"/>
                    </a:lnTo>
                    <a:lnTo>
                      <a:pt x="213" y="206"/>
                    </a:lnTo>
                    <a:lnTo>
                      <a:pt x="213" y="227"/>
                    </a:lnTo>
                    <a:lnTo>
                      <a:pt x="215" y="244"/>
                    </a:lnTo>
                    <a:lnTo>
                      <a:pt x="211" y="245"/>
                    </a:lnTo>
                    <a:lnTo>
                      <a:pt x="204" y="245"/>
                    </a:lnTo>
                    <a:lnTo>
                      <a:pt x="197" y="242"/>
                    </a:lnTo>
                    <a:lnTo>
                      <a:pt x="189" y="235"/>
                    </a:lnTo>
                    <a:lnTo>
                      <a:pt x="181" y="231"/>
                    </a:lnTo>
                    <a:lnTo>
                      <a:pt x="177" y="227"/>
                    </a:lnTo>
                    <a:lnTo>
                      <a:pt x="166" y="220"/>
                    </a:lnTo>
                    <a:lnTo>
                      <a:pt x="169" y="215"/>
                    </a:lnTo>
                    <a:lnTo>
                      <a:pt x="184" y="207"/>
                    </a:lnTo>
                    <a:lnTo>
                      <a:pt x="177" y="186"/>
                    </a:lnTo>
                    <a:lnTo>
                      <a:pt x="178" y="172"/>
                    </a:lnTo>
                    <a:lnTo>
                      <a:pt x="161" y="163"/>
                    </a:lnTo>
                    <a:lnTo>
                      <a:pt x="135" y="169"/>
                    </a:lnTo>
                    <a:lnTo>
                      <a:pt x="123" y="177"/>
                    </a:lnTo>
                    <a:lnTo>
                      <a:pt x="113" y="187"/>
                    </a:lnTo>
                    <a:lnTo>
                      <a:pt x="107" y="203"/>
                    </a:lnTo>
                    <a:lnTo>
                      <a:pt x="95" y="217"/>
                    </a:lnTo>
                    <a:lnTo>
                      <a:pt x="84" y="218"/>
                    </a:lnTo>
                    <a:lnTo>
                      <a:pt x="83" y="211"/>
                    </a:lnTo>
                    <a:lnTo>
                      <a:pt x="80" y="203"/>
                    </a:lnTo>
                    <a:lnTo>
                      <a:pt x="75" y="197"/>
                    </a:lnTo>
                    <a:lnTo>
                      <a:pt x="82" y="196"/>
                    </a:lnTo>
                    <a:lnTo>
                      <a:pt x="83" y="187"/>
                    </a:lnTo>
                    <a:lnTo>
                      <a:pt x="77" y="182"/>
                    </a:lnTo>
                    <a:lnTo>
                      <a:pt x="78" y="175"/>
                    </a:lnTo>
                    <a:lnTo>
                      <a:pt x="82" y="166"/>
                    </a:lnTo>
                    <a:lnTo>
                      <a:pt x="75" y="165"/>
                    </a:lnTo>
                    <a:lnTo>
                      <a:pt x="67" y="165"/>
                    </a:lnTo>
                    <a:lnTo>
                      <a:pt x="52" y="156"/>
                    </a:lnTo>
                    <a:lnTo>
                      <a:pt x="43" y="144"/>
                    </a:lnTo>
                    <a:lnTo>
                      <a:pt x="40" y="137"/>
                    </a:lnTo>
                    <a:lnTo>
                      <a:pt x="49" y="136"/>
                    </a:lnTo>
                    <a:lnTo>
                      <a:pt x="52" y="127"/>
                    </a:lnTo>
                    <a:lnTo>
                      <a:pt x="51" y="120"/>
                    </a:lnTo>
                    <a:lnTo>
                      <a:pt x="37" y="111"/>
                    </a:lnTo>
                    <a:lnTo>
                      <a:pt x="32" y="106"/>
                    </a:lnTo>
                    <a:lnTo>
                      <a:pt x="27" y="99"/>
                    </a:lnTo>
                    <a:lnTo>
                      <a:pt x="24" y="91"/>
                    </a:lnTo>
                    <a:lnTo>
                      <a:pt x="24" y="83"/>
                    </a:lnTo>
                    <a:lnTo>
                      <a:pt x="29" y="77"/>
                    </a:lnTo>
                    <a:lnTo>
                      <a:pt x="28" y="69"/>
                    </a:lnTo>
                    <a:lnTo>
                      <a:pt x="21" y="64"/>
                    </a:lnTo>
                    <a:lnTo>
                      <a:pt x="13" y="64"/>
                    </a:lnTo>
                    <a:lnTo>
                      <a:pt x="3" y="51"/>
                    </a:lnTo>
                    <a:lnTo>
                      <a:pt x="1" y="43"/>
                    </a:lnTo>
                    <a:lnTo>
                      <a:pt x="0" y="43"/>
                    </a:lnTo>
                    <a:lnTo>
                      <a:pt x="5" y="42"/>
                    </a:lnTo>
                    <a:lnTo>
                      <a:pt x="19" y="32"/>
                    </a:lnTo>
                    <a:lnTo>
                      <a:pt x="27" y="34"/>
                    </a:lnTo>
                    <a:lnTo>
                      <a:pt x="34" y="36"/>
                    </a:lnTo>
                    <a:lnTo>
                      <a:pt x="40" y="42"/>
                    </a:lnTo>
                    <a:lnTo>
                      <a:pt x="55" y="50"/>
                    </a:lnTo>
                    <a:lnTo>
                      <a:pt x="64" y="48"/>
                    </a:lnTo>
                    <a:lnTo>
                      <a:pt x="78" y="55"/>
                    </a:lnTo>
                    <a:lnTo>
                      <a:pt x="87" y="56"/>
                    </a:lnTo>
                    <a:lnTo>
                      <a:pt x="91" y="50"/>
                    </a:lnTo>
                    <a:lnTo>
                      <a:pt x="88" y="42"/>
                    </a:lnTo>
                    <a:lnTo>
                      <a:pt x="75" y="32"/>
                    </a:lnTo>
                    <a:lnTo>
                      <a:pt x="72" y="25"/>
                    </a:lnTo>
                    <a:lnTo>
                      <a:pt x="66" y="19"/>
                    </a:lnTo>
                    <a:lnTo>
                      <a:pt x="67" y="10"/>
                    </a:lnTo>
                    <a:lnTo>
                      <a:pt x="78" y="0"/>
                    </a:lnTo>
                    <a:lnTo>
                      <a:pt x="80" y="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GB" dirty="0">
                  <a:latin typeface="Trade Gothic LT Std" pitchFamily="50" charset="0"/>
                </a:endParaRPr>
              </a:p>
            </p:txBody>
          </p:sp>
          <p:grpSp>
            <p:nvGrpSpPr>
              <p:cNvPr id="64" name="Group 1223">
                <a:extLst>
                  <a:ext uri="{FF2B5EF4-FFF2-40B4-BE49-F238E27FC236}">
                    <a16:creationId xmlns:a16="http://schemas.microsoft.com/office/drawing/2014/main" id="{226D658D-CE51-EFC7-7EEE-95E2B52F0CB4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724274" y="5259395"/>
                <a:ext cx="901700" cy="663576"/>
                <a:chOff x="2009" y="2879"/>
                <a:chExt cx="460" cy="339"/>
              </a:xfrm>
              <a:grpFill/>
            </p:grpSpPr>
            <p:sp>
              <p:nvSpPr>
                <p:cNvPr id="67" name="Freeform 1224">
                  <a:extLst>
                    <a:ext uri="{FF2B5EF4-FFF2-40B4-BE49-F238E27FC236}">
                      <a16:creationId xmlns:a16="http://schemas.microsoft.com/office/drawing/2014/main" id="{E69840FC-B782-361D-3239-5D5DC5993A75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2367" y="3088"/>
                  <a:ext cx="11" cy="11"/>
                </a:xfrm>
                <a:custGeom>
                  <a:avLst/>
                  <a:gdLst/>
                  <a:ahLst/>
                  <a:cxnLst>
                    <a:cxn ang="0">
                      <a:pos x="47" y="2"/>
                    </a:cxn>
                    <a:cxn ang="0">
                      <a:pos x="54" y="5"/>
                    </a:cxn>
                    <a:cxn ang="0">
                      <a:pos x="56" y="0"/>
                    </a:cxn>
                    <a:cxn ang="0">
                      <a:pos x="66" y="31"/>
                    </a:cxn>
                    <a:cxn ang="0">
                      <a:pos x="43" y="55"/>
                    </a:cxn>
                    <a:cxn ang="0">
                      <a:pos x="27" y="66"/>
                    </a:cxn>
                    <a:cxn ang="0">
                      <a:pos x="0" y="49"/>
                    </a:cxn>
                    <a:cxn ang="0">
                      <a:pos x="13" y="23"/>
                    </a:cxn>
                    <a:cxn ang="0">
                      <a:pos x="47" y="2"/>
                    </a:cxn>
                  </a:cxnLst>
                  <a:rect l="0" t="0" r="r" b="b"/>
                  <a:pathLst>
                    <a:path w="66" h="66">
                      <a:moveTo>
                        <a:pt x="47" y="2"/>
                      </a:moveTo>
                      <a:lnTo>
                        <a:pt x="54" y="5"/>
                      </a:lnTo>
                      <a:lnTo>
                        <a:pt x="56" y="0"/>
                      </a:lnTo>
                      <a:lnTo>
                        <a:pt x="66" y="31"/>
                      </a:lnTo>
                      <a:lnTo>
                        <a:pt x="43" y="55"/>
                      </a:lnTo>
                      <a:lnTo>
                        <a:pt x="27" y="66"/>
                      </a:lnTo>
                      <a:lnTo>
                        <a:pt x="0" y="49"/>
                      </a:lnTo>
                      <a:lnTo>
                        <a:pt x="13" y="23"/>
                      </a:lnTo>
                      <a:lnTo>
                        <a:pt x="47" y="2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GB" dirty="0">
                    <a:latin typeface="Trade Gothic LT Std" pitchFamily="50" charset="0"/>
                  </a:endParaRPr>
                </a:p>
              </p:txBody>
            </p:sp>
            <p:sp>
              <p:nvSpPr>
                <p:cNvPr id="68" name="Freeform 1225">
                  <a:extLst>
                    <a:ext uri="{FF2B5EF4-FFF2-40B4-BE49-F238E27FC236}">
                      <a16:creationId xmlns:a16="http://schemas.microsoft.com/office/drawing/2014/main" id="{766D5943-D4BE-FCD0-9FAD-D61F2F264D33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2406" y="3050"/>
                  <a:ext cx="34" cy="30"/>
                </a:xfrm>
                <a:custGeom>
                  <a:avLst/>
                  <a:gdLst/>
                  <a:ahLst/>
                  <a:cxnLst>
                    <a:cxn ang="0">
                      <a:pos x="161" y="7"/>
                    </a:cxn>
                    <a:cxn ang="0">
                      <a:pos x="152" y="42"/>
                    </a:cxn>
                    <a:cxn ang="0">
                      <a:pos x="154" y="56"/>
                    </a:cxn>
                    <a:cxn ang="0">
                      <a:pos x="186" y="56"/>
                    </a:cxn>
                    <a:cxn ang="0">
                      <a:pos x="203" y="87"/>
                    </a:cxn>
                    <a:cxn ang="0">
                      <a:pos x="186" y="141"/>
                    </a:cxn>
                    <a:cxn ang="0">
                      <a:pos x="145" y="183"/>
                    </a:cxn>
                    <a:cxn ang="0">
                      <a:pos x="87" y="147"/>
                    </a:cxn>
                    <a:cxn ang="0">
                      <a:pos x="74" y="118"/>
                    </a:cxn>
                    <a:cxn ang="0">
                      <a:pos x="43" y="119"/>
                    </a:cxn>
                    <a:cxn ang="0">
                      <a:pos x="22" y="131"/>
                    </a:cxn>
                    <a:cxn ang="0">
                      <a:pos x="0" y="105"/>
                    </a:cxn>
                    <a:cxn ang="0">
                      <a:pos x="36" y="62"/>
                    </a:cxn>
                    <a:cxn ang="0">
                      <a:pos x="158" y="0"/>
                    </a:cxn>
                    <a:cxn ang="0">
                      <a:pos x="164" y="0"/>
                    </a:cxn>
                    <a:cxn ang="0">
                      <a:pos x="161" y="7"/>
                    </a:cxn>
                  </a:cxnLst>
                  <a:rect l="0" t="0" r="r" b="b"/>
                  <a:pathLst>
                    <a:path w="203" h="183">
                      <a:moveTo>
                        <a:pt x="161" y="7"/>
                      </a:moveTo>
                      <a:lnTo>
                        <a:pt x="152" y="42"/>
                      </a:lnTo>
                      <a:lnTo>
                        <a:pt x="154" y="56"/>
                      </a:lnTo>
                      <a:lnTo>
                        <a:pt x="186" y="56"/>
                      </a:lnTo>
                      <a:lnTo>
                        <a:pt x="203" y="87"/>
                      </a:lnTo>
                      <a:lnTo>
                        <a:pt x="186" y="141"/>
                      </a:lnTo>
                      <a:lnTo>
                        <a:pt x="145" y="183"/>
                      </a:lnTo>
                      <a:lnTo>
                        <a:pt x="87" y="147"/>
                      </a:lnTo>
                      <a:lnTo>
                        <a:pt x="74" y="118"/>
                      </a:lnTo>
                      <a:lnTo>
                        <a:pt x="43" y="119"/>
                      </a:lnTo>
                      <a:lnTo>
                        <a:pt x="22" y="131"/>
                      </a:lnTo>
                      <a:lnTo>
                        <a:pt x="0" y="105"/>
                      </a:lnTo>
                      <a:lnTo>
                        <a:pt x="36" y="62"/>
                      </a:lnTo>
                      <a:lnTo>
                        <a:pt x="158" y="0"/>
                      </a:lnTo>
                      <a:lnTo>
                        <a:pt x="164" y="0"/>
                      </a:lnTo>
                      <a:lnTo>
                        <a:pt x="161" y="7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GB" dirty="0">
                    <a:latin typeface="Trade Gothic LT Std" pitchFamily="50" charset="0"/>
                  </a:endParaRPr>
                </a:p>
              </p:txBody>
            </p:sp>
            <p:sp>
              <p:nvSpPr>
                <p:cNvPr id="69" name="Freeform 1226">
                  <a:extLst>
                    <a:ext uri="{FF2B5EF4-FFF2-40B4-BE49-F238E27FC236}">
                      <a16:creationId xmlns:a16="http://schemas.microsoft.com/office/drawing/2014/main" id="{804896B1-4541-4324-DBAD-758D6F967C6B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2455" y="3046"/>
                  <a:ext cx="14" cy="9"/>
                </a:xfrm>
                <a:custGeom>
                  <a:avLst/>
                  <a:gdLst/>
                  <a:ahLst/>
                  <a:cxnLst>
                    <a:cxn ang="0">
                      <a:pos x="71" y="13"/>
                    </a:cxn>
                    <a:cxn ang="0">
                      <a:pos x="76" y="13"/>
                    </a:cxn>
                    <a:cxn ang="0">
                      <a:pos x="78" y="24"/>
                    </a:cxn>
                    <a:cxn ang="0">
                      <a:pos x="80" y="58"/>
                    </a:cxn>
                    <a:cxn ang="0">
                      <a:pos x="60" y="58"/>
                    </a:cxn>
                    <a:cxn ang="0">
                      <a:pos x="27" y="46"/>
                    </a:cxn>
                    <a:cxn ang="0">
                      <a:pos x="0" y="18"/>
                    </a:cxn>
                    <a:cxn ang="0">
                      <a:pos x="15" y="2"/>
                    </a:cxn>
                    <a:cxn ang="0">
                      <a:pos x="49" y="0"/>
                    </a:cxn>
                    <a:cxn ang="0">
                      <a:pos x="62" y="4"/>
                    </a:cxn>
                    <a:cxn ang="0">
                      <a:pos x="71" y="13"/>
                    </a:cxn>
                  </a:cxnLst>
                  <a:rect l="0" t="0" r="r" b="b"/>
                  <a:pathLst>
                    <a:path w="80" h="58">
                      <a:moveTo>
                        <a:pt x="71" y="13"/>
                      </a:moveTo>
                      <a:lnTo>
                        <a:pt x="76" y="13"/>
                      </a:lnTo>
                      <a:lnTo>
                        <a:pt x="78" y="24"/>
                      </a:lnTo>
                      <a:lnTo>
                        <a:pt x="80" y="58"/>
                      </a:lnTo>
                      <a:lnTo>
                        <a:pt x="60" y="58"/>
                      </a:lnTo>
                      <a:lnTo>
                        <a:pt x="27" y="46"/>
                      </a:lnTo>
                      <a:lnTo>
                        <a:pt x="0" y="18"/>
                      </a:lnTo>
                      <a:lnTo>
                        <a:pt x="15" y="2"/>
                      </a:lnTo>
                      <a:lnTo>
                        <a:pt x="49" y="0"/>
                      </a:lnTo>
                      <a:lnTo>
                        <a:pt x="62" y="4"/>
                      </a:lnTo>
                      <a:lnTo>
                        <a:pt x="71" y="13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GB" dirty="0">
                    <a:latin typeface="Trade Gothic LT Std" pitchFamily="50" charset="0"/>
                  </a:endParaRPr>
                </a:p>
              </p:txBody>
            </p:sp>
            <p:sp>
              <p:nvSpPr>
                <p:cNvPr id="70" name="Freeform 1227">
                  <a:extLst>
                    <a:ext uri="{FF2B5EF4-FFF2-40B4-BE49-F238E27FC236}">
                      <a16:creationId xmlns:a16="http://schemas.microsoft.com/office/drawing/2014/main" id="{891E37C6-55FE-788F-C17D-D792F63F5670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2009" y="2879"/>
                  <a:ext cx="427" cy="339"/>
                </a:xfrm>
                <a:custGeom>
                  <a:avLst/>
                  <a:gdLst/>
                  <a:ahLst/>
                  <a:cxnLst>
                    <a:cxn ang="0">
                      <a:pos x="370" y="1642"/>
                    </a:cxn>
                    <a:cxn ang="0">
                      <a:pos x="476" y="1530"/>
                    </a:cxn>
                    <a:cxn ang="0">
                      <a:pos x="417" y="1401"/>
                    </a:cxn>
                    <a:cxn ang="0">
                      <a:pos x="460" y="1270"/>
                    </a:cxn>
                    <a:cxn ang="0">
                      <a:pos x="394" y="1123"/>
                    </a:cxn>
                    <a:cxn ang="0">
                      <a:pos x="503" y="1046"/>
                    </a:cxn>
                    <a:cxn ang="0">
                      <a:pos x="480" y="944"/>
                    </a:cxn>
                    <a:cxn ang="0">
                      <a:pos x="512" y="785"/>
                    </a:cxn>
                    <a:cxn ang="0">
                      <a:pos x="627" y="614"/>
                    </a:cxn>
                    <a:cxn ang="0">
                      <a:pos x="577" y="513"/>
                    </a:cxn>
                    <a:cxn ang="0">
                      <a:pos x="407" y="525"/>
                    </a:cxn>
                    <a:cxn ang="0">
                      <a:pos x="241" y="504"/>
                    </a:cxn>
                    <a:cxn ang="0">
                      <a:pos x="131" y="491"/>
                    </a:cxn>
                    <a:cxn ang="0">
                      <a:pos x="87" y="477"/>
                    </a:cxn>
                    <a:cxn ang="0">
                      <a:pos x="95" y="403"/>
                    </a:cxn>
                    <a:cxn ang="0">
                      <a:pos x="98" y="305"/>
                    </a:cxn>
                    <a:cxn ang="0">
                      <a:pos x="59" y="262"/>
                    </a:cxn>
                    <a:cxn ang="0">
                      <a:pos x="60" y="130"/>
                    </a:cxn>
                    <a:cxn ang="0">
                      <a:pos x="204" y="85"/>
                    </a:cxn>
                    <a:cxn ang="0">
                      <a:pos x="312" y="0"/>
                    </a:cxn>
                    <a:cxn ang="0">
                      <a:pos x="478" y="49"/>
                    </a:cxn>
                    <a:cxn ang="0">
                      <a:pos x="716" y="33"/>
                    </a:cxn>
                    <a:cxn ang="0">
                      <a:pos x="952" y="82"/>
                    </a:cxn>
                    <a:cxn ang="0">
                      <a:pos x="1139" y="70"/>
                    </a:cxn>
                    <a:cxn ang="0">
                      <a:pos x="1365" y="90"/>
                    </a:cxn>
                    <a:cxn ang="0">
                      <a:pos x="1518" y="101"/>
                    </a:cxn>
                    <a:cxn ang="0">
                      <a:pos x="1640" y="200"/>
                    </a:cxn>
                    <a:cxn ang="0">
                      <a:pos x="1748" y="256"/>
                    </a:cxn>
                    <a:cxn ang="0">
                      <a:pos x="2001" y="303"/>
                    </a:cxn>
                    <a:cxn ang="0">
                      <a:pos x="2102" y="281"/>
                    </a:cxn>
                    <a:cxn ang="0">
                      <a:pos x="2192" y="365"/>
                    </a:cxn>
                    <a:cxn ang="0">
                      <a:pos x="2226" y="344"/>
                    </a:cxn>
                    <a:cxn ang="0">
                      <a:pos x="2401" y="378"/>
                    </a:cxn>
                    <a:cxn ang="0">
                      <a:pos x="2527" y="370"/>
                    </a:cxn>
                    <a:cxn ang="0">
                      <a:pos x="2529" y="425"/>
                    </a:cxn>
                    <a:cxn ang="0">
                      <a:pos x="2513" y="538"/>
                    </a:cxn>
                    <a:cxn ang="0">
                      <a:pos x="2101" y="755"/>
                    </a:cxn>
                    <a:cxn ang="0">
                      <a:pos x="2023" y="867"/>
                    </a:cxn>
                    <a:cxn ang="0">
                      <a:pos x="1845" y="1119"/>
                    </a:cxn>
                    <a:cxn ang="0">
                      <a:pos x="1820" y="1198"/>
                    </a:cxn>
                    <a:cxn ang="0">
                      <a:pos x="1850" y="1281"/>
                    </a:cxn>
                    <a:cxn ang="0">
                      <a:pos x="1918" y="1320"/>
                    </a:cxn>
                    <a:cxn ang="0">
                      <a:pos x="1865" y="1414"/>
                    </a:cxn>
                    <a:cxn ang="0">
                      <a:pos x="1768" y="1524"/>
                    </a:cxn>
                    <a:cxn ang="0">
                      <a:pos x="1732" y="1622"/>
                    </a:cxn>
                    <a:cxn ang="0">
                      <a:pos x="1545" y="1730"/>
                    </a:cxn>
                    <a:cxn ang="0">
                      <a:pos x="1484" y="1853"/>
                    </a:cxn>
                    <a:cxn ang="0">
                      <a:pos x="1353" y="1872"/>
                    </a:cxn>
                    <a:cxn ang="0">
                      <a:pos x="1186" y="1865"/>
                    </a:cxn>
                    <a:cxn ang="0">
                      <a:pos x="962" y="1921"/>
                    </a:cxn>
                    <a:cxn ang="0">
                      <a:pos x="839" y="1978"/>
                    </a:cxn>
                    <a:cxn ang="0">
                      <a:pos x="781" y="2034"/>
                    </a:cxn>
                    <a:cxn ang="0">
                      <a:pos x="631" y="1929"/>
                    </a:cxn>
                    <a:cxn ang="0">
                      <a:pos x="597" y="1835"/>
                    </a:cxn>
                    <a:cxn ang="0">
                      <a:pos x="550" y="1777"/>
                    </a:cxn>
                    <a:cxn ang="0">
                      <a:pos x="386" y="1746"/>
                    </a:cxn>
                  </a:cxnLst>
                  <a:rect l="0" t="0" r="r" b="b"/>
                  <a:pathLst>
                    <a:path w="2560" h="2034">
                      <a:moveTo>
                        <a:pt x="386" y="1746"/>
                      </a:moveTo>
                      <a:lnTo>
                        <a:pt x="372" y="1682"/>
                      </a:lnTo>
                      <a:lnTo>
                        <a:pt x="370" y="1642"/>
                      </a:lnTo>
                      <a:lnTo>
                        <a:pt x="399" y="1604"/>
                      </a:lnTo>
                      <a:lnTo>
                        <a:pt x="451" y="1563"/>
                      </a:lnTo>
                      <a:lnTo>
                        <a:pt x="476" y="1530"/>
                      </a:lnTo>
                      <a:lnTo>
                        <a:pt x="464" y="1489"/>
                      </a:lnTo>
                      <a:lnTo>
                        <a:pt x="431" y="1450"/>
                      </a:lnTo>
                      <a:lnTo>
                        <a:pt x="417" y="1401"/>
                      </a:lnTo>
                      <a:lnTo>
                        <a:pt x="420" y="1349"/>
                      </a:lnTo>
                      <a:lnTo>
                        <a:pt x="447" y="1303"/>
                      </a:lnTo>
                      <a:lnTo>
                        <a:pt x="460" y="1270"/>
                      </a:lnTo>
                      <a:lnTo>
                        <a:pt x="451" y="1250"/>
                      </a:lnTo>
                      <a:lnTo>
                        <a:pt x="407" y="1183"/>
                      </a:lnTo>
                      <a:lnTo>
                        <a:pt x="394" y="1123"/>
                      </a:lnTo>
                      <a:lnTo>
                        <a:pt x="427" y="1099"/>
                      </a:lnTo>
                      <a:lnTo>
                        <a:pt x="468" y="1088"/>
                      </a:lnTo>
                      <a:lnTo>
                        <a:pt x="503" y="1046"/>
                      </a:lnTo>
                      <a:lnTo>
                        <a:pt x="505" y="1009"/>
                      </a:lnTo>
                      <a:lnTo>
                        <a:pt x="480" y="971"/>
                      </a:lnTo>
                      <a:lnTo>
                        <a:pt x="480" y="944"/>
                      </a:lnTo>
                      <a:lnTo>
                        <a:pt x="503" y="890"/>
                      </a:lnTo>
                      <a:lnTo>
                        <a:pt x="512" y="835"/>
                      </a:lnTo>
                      <a:lnTo>
                        <a:pt x="512" y="785"/>
                      </a:lnTo>
                      <a:lnTo>
                        <a:pt x="517" y="748"/>
                      </a:lnTo>
                      <a:lnTo>
                        <a:pt x="597" y="667"/>
                      </a:lnTo>
                      <a:lnTo>
                        <a:pt x="627" y="614"/>
                      </a:lnTo>
                      <a:lnTo>
                        <a:pt x="627" y="583"/>
                      </a:lnTo>
                      <a:lnTo>
                        <a:pt x="597" y="551"/>
                      </a:lnTo>
                      <a:lnTo>
                        <a:pt x="577" y="513"/>
                      </a:lnTo>
                      <a:lnTo>
                        <a:pt x="519" y="502"/>
                      </a:lnTo>
                      <a:lnTo>
                        <a:pt x="456" y="499"/>
                      </a:lnTo>
                      <a:lnTo>
                        <a:pt x="407" y="525"/>
                      </a:lnTo>
                      <a:lnTo>
                        <a:pt x="318" y="516"/>
                      </a:lnTo>
                      <a:lnTo>
                        <a:pt x="269" y="522"/>
                      </a:lnTo>
                      <a:lnTo>
                        <a:pt x="241" y="504"/>
                      </a:lnTo>
                      <a:lnTo>
                        <a:pt x="237" y="459"/>
                      </a:lnTo>
                      <a:lnTo>
                        <a:pt x="185" y="468"/>
                      </a:lnTo>
                      <a:lnTo>
                        <a:pt x="131" y="491"/>
                      </a:lnTo>
                      <a:lnTo>
                        <a:pt x="100" y="529"/>
                      </a:lnTo>
                      <a:lnTo>
                        <a:pt x="90" y="512"/>
                      </a:lnTo>
                      <a:lnTo>
                        <a:pt x="87" y="477"/>
                      </a:lnTo>
                      <a:lnTo>
                        <a:pt x="102" y="432"/>
                      </a:lnTo>
                      <a:lnTo>
                        <a:pt x="127" y="398"/>
                      </a:lnTo>
                      <a:lnTo>
                        <a:pt x="95" y="403"/>
                      </a:lnTo>
                      <a:lnTo>
                        <a:pt x="106" y="370"/>
                      </a:lnTo>
                      <a:lnTo>
                        <a:pt x="72" y="355"/>
                      </a:lnTo>
                      <a:lnTo>
                        <a:pt x="98" y="305"/>
                      </a:lnTo>
                      <a:lnTo>
                        <a:pt x="79" y="309"/>
                      </a:lnTo>
                      <a:lnTo>
                        <a:pt x="54" y="293"/>
                      </a:lnTo>
                      <a:lnTo>
                        <a:pt x="59" y="262"/>
                      </a:lnTo>
                      <a:lnTo>
                        <a:pt x="0" y="212"/>
                      </a:lnTo>
                      <a:lnTo>
                        <a:pt x="18" y="162"/>
                      </a:lnTo>
                      <a:lnTo>
                        <a:pt x="60" y="130"/>
                      </a:lnTo>
                      <a:lnTo>
                        <a:pt x="104" y="116"/>
                      </a:lnTo>
                      <a:lnTo>
                        <a:pt x="174" y="114"/>
                      </a:lnTo>
                      <a:lnTo>
                        <a:pt x="204" y="85"/>
                      </a:lnTo>
                      <a:lnTo>
                        <a:pt x="202" y="58"/>
                      </a:lnTo>
                      <a:lnTo>
                        <a:pt x="226" y="20"/>
                      </a:lnTo>
                      <a:lnTo>
                        <a:pt x="312" y="0"/>
                      </a:lnTo>
                      <a:lnTo>
                        <a:pt x="350" y="9"/>
                      </a:lnTo>
                      <a:lnTo>
                        <a:pt x="407" y="35"/>
                      </a:lnTo>
                      <a:lnTo>
                        <a:pt x="478" y="49"/>
                      </a:lnTo>
                      <a:lnTo>
                        <a:pt x="631" y="47"/>
                      </a:lnTo>
                      <a:lnTo>
                        <a:pt x="670" y="27"/>
                      </a:lnTo>
                      <a:lnTo>
                        <a:pt x="716" y="33"/>
                      </a:lnTo>
                      <a:lnTo>
                        <a:pt x="786" y="53"/>
                      </a:lnTo>
                      <a:lnTo>
                        <a:pt x="829" y="56"/>
                      </a:lnTo>
                      <a:lnTo>
                        <a:pt x="952" y="82"/>
                      </a:lnTo>
                      <a:lnTo>
                        <a:pt x="1017" y="88"/>
                      </a:lnTo>
                      <a:lnTo>
                        <a:pt x="1089" y="82"/>
                      </a:lnTo>
                      <a:lnTo>
                        <a:pt x="1139" y="70"/>
                      </a:lnTo>
                      <a:lnTo>
                        <a:pt x="1182" y="82"/>
                      </a:lnTo>
                      <a:lnTo>
                        <a:pt x="1254" y="94"/>
                      </a:lnTo>
                      <a:lnTo>
                        <a:pt x="1365" y="90"/>
                      </a:lnTo>
                      <a:lnTo>
                        <a:pt x="1417" y="108"/>
                      </a:lnTo>
                      <a:lnTo>
                        <a:pt x="1484" y="110"/>
                      </a:lnTo>
                      <a:lnTo>
                        <a:pt x="1518" y="101"/>
                      </a:lnTo>
                      <a:lnTo>
                        <a:pt x="1525" y="116"/>
                      </a:lnTo>
                      <a:lnTo>
                        <a:pt x="1607" y="183"/>
                      </a:lnTo>
                      <a:lnTo>
                        <a:pt x="1640" y="200"/>
                      </a:lnTo>
                      <a:lnTo>
                        <a:pt x="1680" y="209"/>
                      </a:lnTo>
                      <a:lnTo>
                        <a:pt x="1723" y="234"/>
                      </a:lnTo>
                      <a:lnTo>
                        <a:pt x="1748" y="256"/>
                      </a:lnTo>
                      <a:lnTo>
                        <a:pt x="1920" y="301"/>
                      </a:lnTo>
                      <a:lnTo>
                        <a:pt x="1976" y="309"/>
                      </a:lnTo>
                      <a:lnTo>
                        <a:pt x="2001" y="303"/>
                      </a:lnTo>
                      <a:lnTo>
                        <a:pt x="2039" y="276"/>
                      </a:lnTo>
                      <a:lnTo>
                        <a:pt x="2070" y="270"/>
                      </a:lnTo>
                      <a:lnTo>
                        <a:pt x="2102" y="281"/>
                      </a:lnTo>
                      <a:lnTo>
                        <a:pt x="2156" y="317"/>
                      </a:lnTo>
                      <a:lnTo>
                        <a:pt x="2181" y="342"/>
                      </a:lnTo>
                      <a:lnTo>
                        <a:pt x="2192" y="365"/>
                      </a:lnTo>
                      <a:lnTo>
                        <a:pt x="2217" y="366"/>
                      </a:lnTo>
                      <a:lnTo>
                        <a:pt x="2233" y="360"/>
                      </a:lnTo>
                      <a:lnTo>
                        <a:pt x="2226" y="344"/>
                      </a:lnTo>
                      <a:lnTo>
                        <a:pt x="2267" y="376"/>
                      </a:lnTo>
                      <a:lnTo>
                        <a:pt x="2297" y="385"/>
                      </a:lnTo>
                      <a:lnTo>
                        <a:pt x="2401" y="378"/>
                      </a:lnTo>
                      <a:lnTo>
                        <a:pt x="2453" y="369"/>
                      </a:lnTo>
                      <a:lnTo>
                        <a:pt x="2502" y="366"/>
                      </a:lnTo>
                      <a:lnTo>
                        <a:pt x="2527" y="370"/>
                      </a:lnTo>
                      <a:lnTo>
                        <a:pt x="2553" y="382"/>
                      </a:lnTo>
                      <a:lnTo>
                        <a:pt x="2560" y="409"/>
                      </a:lnTo>
                      <a:lnTo>
                        <a:pt x="2529" y="425"/>
                      </a:lnTo>
                      <a:lnTo>
                        <a:pt x="2533" y="463"/>
                      </a:lnTo>
                      <a:lnTo>
                        <a:pt x="2547" y="494"/>
                      </a:lnTo>
                      <a:lnTo>
                        <a:pt x="2513" y="538"/>
                      </a:lnTo>
                      <a:lnTo>
                        <a:pt x="2371" y="626"/>
                      </a:lnTo>
                      <a:lnTo>
                        <a:pt x="2321" y="673"/>
                      </a:lnTo>
                      <a:lnTo>
                        <a:pt x="2101" y="755"/>
                      </a:lnTo>
                      <a:lnTo>
                        <a:pt x="2055" y="810"/>
                      </a:lnTo>
                      <a:lnTo>
                        <a:pt x="2055" y="835"/>
                      </a:lnTo>
                      <a:lnTo>
                        <a:pt x="2023" y="867"/>
                      </a:lnTo>
                      <a:lnTo>
                        <a:pt x="1978" y="923"/>
                      </a:lnTo>
                      <a:lnTo>
                        <a:pt x="1920" y="1024"/>
                      </a:lnTo>
                      <a:lnTo>
                        <a:pt x="1845" y="1119"/>
                      </a:lnTo>
                      <a:lnTo>
                        <a:pt x="1832" y="1166"/>
                      </a:lnTo>
                      <a:lnTo>
                        <a:pt x="1820" y="1189"/>
                      </a:lnTo>
                      <a:lnTo>
                        <a:pt x="1820" y="1198"/>
                      </a:lnTo>
                      <a:lnTo>
                        <a:pt x="1834" y="1219"/>
                      </a:lnTo>
                      <a:lnTo>
                        <a:pt x="1840" y="1256"/>
                      </a:lnTo>
                      <a:lnTo>
                        <a:pt x="1850" y="1281"/>
                      </a:lnTo>
                      <a:lnTo>
                        <a:pt x="1868" y="1301"/>
                      </a:lnTo>
                      <a:lnTo>
                        <a:pt x="1888" y="1314"/>
                      </a:lnTo>
                      <a:lnTo>
                        <a:pt x="1918" y="1320"/>
                      </a:lnTo>
                      <a:lnTo>
                        <a:pt x="1931" y="1342"/>
                      </a:lnTo>
                      <a:lnTo>
                        <a:pt x="1913" y="1377"/>
                      </a:lnTo>
                      <a:lnTo>
                        <a:pt x="1865" y="1414"/>
                      </a:lnTo>
                      <a:lnTo>
                        <a:pt x="1830" y="1437"/>
                      </a:lnTo>
                      <a:lnTo>
                        <a:pt x="1805" y="1464"/>
                      </a:lnTo>
                      <a:lnTo>
                        <a:pt x="1768" y="1524"/>
                      </a:lnTo>
                      <a:lnTo>
                        <a:pt x="1760" y="1561"/>
                      </a:lnTo>
                      <a:lnTo>
                        <a:pt x="1741" y="1590"/>
                      </a:lnTo>
                      <a:lnTo>
                        <a:pt x="1732" y="1622"/>
                      </a:lnTo>
                      <a:lnTo>
                        <a:pt x="1740" y="1644"/>
                      </a:lnTo>
                      <a:lnTo>
                        <a:pt x="1622" y="1662"/>
                      </a:lnTo>
                      <a:lnTo>
                        <a:pt x="1545" y="1730"/>
                      </a:lnTo>
                      <a:lnTo>
                        <a:pt x="1521" y="1799"/>
                      </a:lnTo>
                      <a:lnTo>
                        <a:pt x="1504" y="1829"/>
                      </a:lnTo>
                      <a:lnTo>
                        <a:pt x="1484" y="1853"/>
                      </a:lnTo>
                      <a:lnTo>
                        <a:pt x="1455" y="1858"/>
                      </a:lnTo>
                      <a:lnTo>
                        <a:pt x="1410" y="1849"/>
                      </a:lnTo>
                      <a:lnTo>
                        <a:pt x="1353" y="1872"/>
                      </a:lnTo>
                      <a:lnTo>
                        <a:pt x="1306" y="1870"/>
                      </a:lnTo>
                      <a:lnTo>
                        <a:pt x="1248" y="1855"/>
                      </a:lnTo>
                      <a:lnTo>
                        <a:pt x="1186" y="1865"/>
                      </a:lnTo>
                      <a:lnTo>
                        <a:pt x="1139" y="1858"/>
                      </a:lnTo>
                      <a:lnTo>
                        <a:pt x="1004" y="1876"/>
                      </a:lnTo>
                      <a:lnTo>
                        <a:pt x="962" y="1921"/>
                      </a:lnTo>
                      <a:lnTo>
                        <a:pt x="914" y="1926"/>
                      </a:lnTo>
                      <a:lnTo>
                        <a:pt x="871" y="1943"/>
                      </a:lnTo>
                      <a:lnTo>
                        <a:pt x="839" y="1978"/>
                      </a:lnTo>
                      <a:lnTo>
                        <a:pt x="829" y="2000"/>
                      </a:lnTo>
                      <a:lnTo>
                        <a:pt x="810" y="2019"/>
                      </a:lnTo>
                      <a:lnTo>
                        <a:pt x="781" y="2034"/>
                      </a:lnTo>
                      <a:lnTo>
                        <a:pt x="718" y="2023"/>
                      </a:lnTo>
                      <a:lnTo>
                        <a:pt x="672" y="1991"/>
                      </a:lnTo>
                      <a:lnTo>
                        <a:pt x="631" y="1929"/>
                      </a:lnTo>
                      <a:lnTo>
                        <a:pt x="627" y="1896"/>
                      </a:lnTo>
                      <a:lnTo>
                        <a:pt x="600" y="1874"/>
                      </a:lnTo>
                      <a:lnTo>
                        <a:pt x="597" y="1835"/>
                      </a:lnTo>
                      <a:lnTo>
                        <a:pt x="593" y="1818"/>
                      </a:lnTo>
                      <a:lnTo>
                        <a:pt x="582" y="1804"/>
                      </a:lnTo>
                      <a:lnTo>
                        <a:pt x="550" y="1777"/>
                      </a:lnTo>
                      <a:lnTo>
                        <a:pt x="494" y="1747"/>
                      </a:lnTo>
                      <a:lnTo>
                        <a:pt x="468" y="1741"/>
                      </a:lnTo>
                      <a:lnTo>
                        <a:pt x="386" y="1746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GB" dirty="0">
                    <a:latin typeface="Trade Gothic LT Std" pitchFamily="50" charset="0"/>
                  </a:endParaRPr>
                </a:p>
              </p:txBody>
            </p:sp>
          </p:grpSp>
          <p:sp>
            <p:nvSpPr>
              <p:cNvPr id="65" name="Freeform 1228">
                <a:extLst>
                  <a:ext uri="{FF2B5EF4-FFF2-40B4-BE49-F238E27FC236}">
                    <a16:creationId xmlns:a16="http://schemas.microsoft.com/office/drawing/2014/main" id="{608498AF-A71C-2F3A-91EE-A2D82BA73827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5192713" y="6064251"/>
                <a:ext cx="22225" cy="20638"/>
              </a:xfrm>
              <a:custGeom>
                <a:avLst/>
                <a:gdLst/>
                <a:ahLst/>
                <a:cxnLst>
                  <a:cxn ang="0">
                    <a:pos x="47" y="2"/>
                  </a:cxn>
                  <a:cxn ang="0">
                    <a:pos x="54" y="5"/>
                  </a:cxn>
                  <a:cxn ang="0">
                    <a:pos x="56" y="0"/>
                  </a:cxn>
                  <a:cxn ang="0">
                    <a:pos x="66" y="31"/>
                  </a:cxn>
                  <a:cxn ang="0">
                    <a:pos x="43" y="55"/>
                  </a:cxn>
                  <a:cxn ang="0">
                    <a:pos x="27" y="66"/>
                  </a:cxn>
                  <a:cxn ang="0">
                    <a:pos x="0" y="49"/>
                  </a:cxn>
                  <a:cxn ang="0">
                    <a:pos x="13" y="23"/>
                  </a:cxn>
                  <a:cxn ang="0">
                    <a:pos x="47" y="2"/>
                  </a:cxn>
                </a:cxnLst>
                <a:rect l="0" t="0" r="r" b="b"/>
                <a:pathLst>
                  <a:path w="66" h="66">
                    <a:moveTo>
                      <a:pt x="47" y="2"/>
                    </a:moveTo>
                    <a:lnTo>
                      <a:pt x="54" y="5"/>
                    </a:lnTo>
                    <a:lnTo>
                      <a:pt x="56" y="0"/>
                    </a:lnTo>
                    <a:lnTo>
                      <a:pt x="66" y="31"/>
                    </a:lnTo>
                    <a:lnTo>
                      <a:pt x="43" y="55"/>
                    </a:lnTo>
                    <a:lnTo>
                      <a:pt x="27" y="66"/>
                    </a:lnTo>
                    <a:lnTo>
                      <a:pt x="0" y="49"/>
                    </a:lnTo>
                    <a:lnTo>
                      <a:pt x="13" y="23"/>
                    </a:lnTo>
                    <a:lnTo>
                      <a:pt x="47" y="2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GB" dirty="0">
                  <a:latin typeface="Trade Gothic LT Std" pitchFamily="50" charset="0"/>
                </a:endParaRPr>
              </a:p>
            </p:txBody>
          </p:sp>
          <p:sp>
            <p:nvSpPr>
              <p:cNvPr id="66" name="Freeform 1229">
                <a:extLst>
                  <a:ext uri="{FF2B5EF4-FFF2-40B4-BE49-F238E27FC236}">
                    <a16:creationId xmlns:a16="http://schemas.microsoft.com/office/drawing/2014/main" id="{A5C89BA8-2B18-BDD6-CB4B-ACDC60419D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68963" y="5286376"/>
                <a:ext cx="130175" cy="120650"/>
              </a:xfrm>
              <a:custGeom>
                <a:avLst/>
                <a:gdLst/>
                <a:ahLst/>
                <a:cxnLst>
                  <a:cxn ang="0">
                    <a:pos x="395" y="349"/>
                  </a:cxn>
                  <a:cxn ang="0">
                    <a:pos x="388" y="322"/>
                  </a:cxn>
                  <a:cxn ang="0">
                    <a:pos x="412" y="304"/>
                  </a:cxn>
                  <a:cxn ang="0">
                    <a:pos x="412" y="276"/>
                  </a:cxn>
                  <a:cxn ang="0">
                    <a:pos x="436" y="240"/>
                  </a:cxn>
                  <a:cxn ang="0">
                    <a:pos x="442" y="226"/>
                  </a:cxn>
                  <a:cxn ang="0">
                    <a:pos x="452" y="208"/>
                  </a:cxn>
                  <a:cxn ang="0">
                    <a:pos x="444" y="196"/>
                  </a:cxn>
                  <a:cxn ang="0">
                    <a:pos x="412" y="206"/>
                  </a:cxn>
                  <a:cxn ang="0">
                    <a:pos x="390" y="178"/>
                  </a:cxn>
                  <a:cxn ang="0">
                    <a:pos x="372" y="190"/>
                  </a:cxn>
                  <a:cxn ang="0">
                    <a:pos x="362" y="180"/>
                  </a:cxn>
                  <a:cxn ang="0">
                    <a:pos x="340" y="182"/>
                  </a:cxn>
                  <a:cxn ang="0">
                    <a:pos x="358" y="168"/>
                  </a:cxn>
                  <a:cxn ang="0">
                    <a:pos x="360" y="146"/>
                  </a:cxn>
                  <a:cxn ang="0">
                    <a:pos x="312" y="128"/>
                  </a:cxn>
                  <a:cxn ang="0">
                    <a:pos x="308" y="94"/>
                  </a:cxn>
                  <a:cxn ang="0">
                    <a:pos x="286" y="98"/>
                  </a:cxn>
                  <a:cxn ang="0">
                    <a:pos x="280" y="60"/>
                  </a:cxn>
                  <a:cxn ang="0">
                    <a:pos x="216" y="46"/>
                  </a:cxn>
                  <a:cxn ang="0">
                    <a:pos x="206" y="26"/>
                  </a:cxn>
                  <a:cxn ang="0">
                    <a:pos x="218" y="16"/>
                  </a:cxn>
                  <a:cxn ang="0">
                    <a:pos x="196" y="0"/>
                  </a:cxn>
                  <a:cxn ang="0">
                    <a:pos x="164" y="24"/>
                  </a:cxn>
                  <a:cxn ang="0">
                    <a:pos x="152" y="26"/>
                  </a:cxn>
                  <a:cxn ang="0">
                    <a:pos x="158" y="44"/>
                  </a:cxn>
                  <a:cxn ang="0">
                    <a:pos x="156" y="76"/>
                  </a:cxn>
                  <a:cxn ang="0">
                    <a:pos x="164" y="86"/>
                  </a:cxn>
                  <a:cxn ang="0">
                    <a:pos x="148" y="96"/>
                  </a:cxn>
                  <a:cxn ang="0">
                    <a:pos x="132" y="102"/>
                  </a:cxn>
                  <a:cxn ang="0">
                    <a:pos x="106" y="102"/>
                  </a:cxn>
                  <a:cxn ang="0">
                    <a:pos x="110" y="124"/>
                  </a:cxn>
                  <a:cxn ang="0">
                    <a:pos x="124" y="136"/>
                  </a:cxn>
                  <a:cxn ang="0">
                    <a:pos x="86" y="158"/>
                  </a:cxn>
                  <a:cxn ang="0">
                    <a:pos x="60" y="154"/>
                  </a:cxn>
                  <a:cxn ang="0">
                    <a:pos x="36" y="168"/>
                  </a:cxn>
                  <a:cxn ang="0">
                    <a:pos x="46" y="182"/>
                  </a:cxn>
                  <a:cxn ang="0">
                    <a:pos x="28" y="186"/>
                  </a:cxn>
                  <a:cxn ang="0">
                    <a:pos x="4" y="174"/>
                  </a:cxn>
                  <a:cxn ang="0">
                    <a:pos x="0" y="194"/>
                  </a:cxn>
                  <a:cxn ang="0">
                    <a:pos x="16" y="216"/>
                  </a:cxn>
                  <a:cxn ang="0">
                    <a:pos x="4" y="228"/>
                  </a:cxn>
                  <a:cxn ang="0">
                    <a:pos x="6" y="246"/>
                  </a:cxn>
                  <a:cxn ang="0">
                    <a:pos x="34" y="262"/>
                  </a:cxn>
                  <a:cxn ang="0">
                    <a:pos x="28" y="276"/>
                  </a:cxn>
                  <a:cxn ang="0">
                    <a:pos x="54" y="326"/>
                  </a:cxn>
                  <a:cxn ang="0">
                    <a:pos x="100" y="342"/>
                  </a:cxn>
                  <a:cxn ang="0">
                    <a:pos x="153" y="415"/>
                  </a:cxn>
                  <a:cxn ang="0">
                    <a:pos x="176" y="418"/>
                  </a:cxn>
                  <a:cxn ang="0">
                    <a:pos x="190" y="404"/>
                  </a:cxn>
                  <a:cxn ang="0">
                    <a:pos x="194" y="370"/>
                  </a:cxn>
                  <a:cxn ang="0">
                    <a:pos x="265" y="343"/>
                  </a:cxn>
                  <a:cxn ang="0">
                    <a:pos x="283" y="351"/>
                  </a:cxn>
                  <a:cxn ang="0">
                    <a:pos x="306" y="379"/>
                  </a:cxn>
                  <a:cxn ang="0">
                    <a:pos x="317" y="379"/>
                  </a:cxn>
                  <a:cxn ang="0">
                    <a:pos x="319" y="357"/>
                  </a:cxn>
                  <a:cxn ang="0">
                    <a:pos x="353" y="340"/>
                  </a:cxn>
                  <a:cxn ang="0">
                    <a:pos x="395" y="349"/>
                  </a:cxn>
                </a:cxnLst>
                <a:rect l="0" t="0" r="r" b="b"/>
                <a:pathLst>
                  <a:path w="452" h="418">
                    <a:moveTo>
                      <a:pt x="395" y="349"/>
                    </a:moveTo>
                    <a:lnTo>
                      <a:pt x="388" y="322"/>
                    </a:lnTo>
                    <a:lnTo>
                      <a:pt x="412" y="304"/>
                    </a:lnTo>
                    <a:lnTo>
                      <a:pt x="412" y="276"/>
                    </a:lnTo>
                    <a:lnTo>
                      <a:pt x="436" y="240"/>
                    </a:lnTo>
                    <a:lnTo>
                      <a:pt x="442" y="226"/>
                    </a:lnTo>
                    <a:lnTo>
                      <a:pt x="452" y="208"/>
                    </a:lnTo>
                    <a:lnTo>
                      <a:pt x="444" y="196"/>
                    </a:lnTo>
                    <a:lnTo>
                      <a:pt x="412" y="206"/>
                    </a:lnTo>
                    <a:lnTo>
                      <a:pt x="390" y="178"/>
                    </a:lnTo>
                    <a:lnTo>
                      <a:pt x="372" y="190"/>
                    </a:lnTo>
                    <a:lnTo>
                      <a:pt x="362" y="180"/>
                    </a:lnTo>
                    <a:lnTo>
                      <a:pt x="340" y="182"/>
                    </a:lnTo>
                    <a:lnTo>
                      <a:pt x="358" y="168"/>
                    </a:lnTo>
                    <a:lnTo>
                      <a:pt x="360" y="146"/>
                    </a:lnTo>
                    <a:lnTo>
                      <a:pt x="312" y="128"/>
                    </a:lnTo>
                    <a:lnTo>
                      <a:pt x="308" y="94"/>
                    </a:lnTo>
                    <a:lnTo>
                      <a:pt x="286" y="98"/>
                    </a:lnTo>
                    <a:lnTo>
                      <a:pt x="280" y="60"/>
                    </a:lnTo>
                    <a:lnTo>
                      <a:pt x="216" y="46"/>
                    </a:lnTo>
                    <a:lnTo>
                      <a:pt x="206" y="26"/>
                    </a:lnTo>
                    <a:lnTo>
                      <a:pt x="218" y="16"/>
                    </a:lnTo>
                    <a:lnTo>
                      <a:pt x="196" y="0"/>
                    </a:lnTo>
                    <a:lnTo>
                      <a:pt x="164" y="24"/>
                    </a:lnTo>
                    <a:lnTo>
                      <a:pt x="152" y="26"/>
                    </a:lnTo>
                    <a:lnTo>
                      <a:pt x="158" y="44"/>
                    </a:lnTo>
                    <a:lnTo>
                      <a:pt x="156" y="76"/>
                    </a:lnTo>
                    <a:lnTo>
                      <a:pt x="164" y="86"/>
                    </a:lnTo>
                    <a:lnTo>
                      <a:pt x="148" y="96"/>
                    </a:lnTo>
                    <a:lnTo>
                      <a:pt x="132" y="102"/>
                    </a:lnTo>
                    <a:lnTo>
                      <a:pt x="106" y="102"/>
                    </a:lnTo>
                    <a:lnTo>
                      <a:pt x="110" y="124"/>
                    </a:lnTo>
                    <a:lnTo>
                      <a:pt x="124" y="136"/>
                    </a:lnTo>
                    <a:lnTo>
                      <a:pt x="86" y="158"/>
                    </a:lnTo>
                    <a:lnTo>
                      <a:pt x="60" y="154"/>
                    </a:lnTo>
                    <a:lnTo>
                      <a:pt x="36" y="168"/>
                    </a:lnTo>
                    <a:lnTo>
                      <a:pt x="46" y="182"/>
                    </a:lnTo>
                    <a:lnTo>
                      <a:pt x="28" y="186"/>
                    </a:lnTo>
                    <a:lnTo>
                      <a:pt x="4" y="174"/>
                    </a:lnTo>
                    <a:lnTo>
                      <a:pt x="0" y="194"/>
                    </a:lnTo>
                    <a:lnTo>
                      <a:pt x="16" y="216"/>
                    </a:lnTo>
                    <a:lnTo>
                      <a:pt x="4" y="228"/>
                    </a:lnTo>
                    <a:lnTo>
                      <a:pt x="6" y="246"/>
                    </a:lnTo>
                    <a:lnTo>
                      <a:pt x="34" y="262"/>
                    </a:lnTo>
                    <a:lnTo>
                      <a:pt x="28" y="276"/>
                    </a:lnTo>
                    <a:lnTo>
                      <a:pt x="54" y="326"/>
                    </a:lnTo>
                    <a:lnTo>
                      <a:pt x="100" y="342"/>
                    </a:lnTo>
                    <a:lnTo>
                      <a:pt x="153" y="415"/>
                    </a:lnTo>
                    <a:lnTo>
                      <a:pt x="176" y="418"/>
                    </a:lnTo>
                    <a:lnTo>
                      <a:pt x="190" y="404"/>
                    </a:lnTo>
                    <a:lnTo>
                      <a:pt x="194" y="370"/>
                    </a:lnTo>
                    <a:lnTo>
                      <a:pt x="265" y="343"/>
                    </a:lnTo>
                    <a:lnTo>
                      <a:pt x="283" y="351"/>
                    </a:lnTo>
                    <a:lnTo>
                      <a:pt x="306" y="379"/>
                    </a:lnTo>
                    <a:lnTo>
                      <a:pt x="317" y="379"/>
                    </a:lnTo>
                    <a:lnTo>
                      <a:pt x="319" y="357"/>
                    </a:lnTo>
                    <a:lnTo>
                      <a:pt x="353" y="340"/>
                    </a:lnTo>
                    <a:lnTo>
                      <a:pt x="395" y="349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GB" dirty="0">
                  <a:latin typeface="Trade Gothic LT Std" pitchFamily="50" charset="0"/>
                </a:endParaRPr>
              </a:p>
            </p:txBody>
          </p:sp>
        </p:grpSp>
        <p:sp>
          <p:nvSpPr>
            <p:cNvPr id="13" name="Freeform 148">
              <a:extLst>
                <a:ext uri="{FF2B5EF4-FFF2-40B4-BE49-F238E27FC236}">
                  <a16:creationId xmlns:a16="http://schemas.microsoft.com/office/drawing/2014/main" id="{75C7BF35-0575-DB88-9B81-B19190994E56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6072598" y="5395156"/>
              <a:ext cx="1259689" cy="548149"/>
            </a:xfrm>
            <a:custGeom>
              <a:avLst/>
              <a:gdLst/>
              <a:ahLst/>
              <a:cxnLst>
                <a:cxn ang="0">
                  <a:pos x="552" y="379"/>
                </a:cxn>
                <a:cxn ang="0">
                  <a:pos x="503" y="390"/>
                </a:cxn>
                <a:cxn ang="0">
                  <a:pos x="460" y="379"/>
                </a:cxn>
                <a:cxn ang="0">
                  <a:pos x="408" y="418"/>
                </a:cxn>
                <a:cxn ang="0">
                  <a:pos x="341" y="409"/>
                </a:cxn>
                <a:cxn ang="0">
                  <a:pos x="283" y="370"/>
                </a:cxn>
                <a:cxn ang="0">
                  <a:pos x="245" y="391"/>
                </a:cxn>
                <a:cxn ang="0">
                  <a:pos x="196" y="417"/>
                </a:cxn>
                <a:cxn ang="0">
                  <a:pos x="164" y="381"/>
                </a:cxn>
                <a:cxn ang="0">
                  <a:pos x="143" y="380"/>
                </a:cxn>
                <a:cxn ang="0">
                  <a:pos x="107" y="386"/>
                </a:cxn>
                <a:cxn ang="0">
                  <a:pos x="79" y="378"/>
                </a:cxn>
                <a:cxn ang="0">
                  <a:pos x="118" y="362"/>
                </a:cxn>
                <a:cxn ang="0">
                  <a:pos x="67" y="355"/>
                </a:cxn>
                <a:cxn ang="0">
                  <a:pos x="64" y="325"/>
                </a:cxn>
                <a:cxn ang="0">
                  <a:pos x="52" y="312"/>
                </a:cxn>
                <a:cxn ang="0">
                  <a:pos x="37" y="283"/>
                </a:cxn>
                <a:cxn ang="0">
                  <a:pos x="10" y="268"/>
                </a:cxn>
                <a:cxn ang="0">
                  <a:pos x="22" y="246"/>
                </a:cxn>
                <a:cxn ang="0">
                  <a:pos x="52" y="260"/>
                </a:cxn>
                <a:cxn ang="0">
                  <a:pos x="44" y="226"/>
                </a:cxn>
                <a:cxn ang="0">
                  <a:pos x="43" y="186"/>
                </a:cxn>
                <a:cxn ang="0">
                  <a:pos x="3" y="160"/>
                </a:cxn>
                <a:cxn ang="0">
                  <a:pos x="35" y="122"/>
                </a:cxn>
                <a:cxn ang="0">
                  <a:pos x="91" y="126"/>
                </a:cxn>
                <a:cxn ang="0">
                  <a:pos x="108" y="123"/>
                </a:cxn>
                <a:cxn ang="0">
                  <a:pos x="151" y="111"/>
                </a:cxn>
                <a:cxn ang="0">
                  <a:pos x="196" y="94"/>
                </a:cxn>
                <a:cxn ang="0">
                  <a:pos x="167" y="83"/>
                </a:cxn>
                <a:cxn ang="0">
                  <a:pos x="180" y="66"/>
                </a:cxn>
                <a:cxn ang="0">
                  <a:pos x="253" y="74"/>
                </a:cxn>
                <a:cxn ang="0">
                  <a:pos x="318" y="41"/>
                </a:cxn>
                <a:cxn ang="0">
                  <a:pos x="398" y="7"/>
                </a:cxn>
                <a:cxn ang="0">
                  <a:pos x="493" y="0"/>
                </a:cxn>
                <a:cxn ang="0">
                  <a:pos x="533" y="35"/>
                </a:cxn>
                <a:cxn ang="0">
                  <a:pos x="623" y="80"/>
                </a:cxn>
                <a:cxn ang="0">
                  <a:pos x="693" y="77"/>
                </a:cxn>
                <a:cxn ang="0">
                  <a:pos x="838" y="40"/>
                </a:cxn>
                <a:cxn ang="0">
                  <a:pos x="887" y="43"/>
                </a:cxn>
                <a:cxn ang="0">
                  <a:pos x="919" y="42"/>
                </a:cxn>
                <a:cxn ang="0">
                  <a:pos x="958" y="89"/>
                </a:cxn>
                <a:cxn ang="0">
                  <a:pos x="990" y="143"/>
                </a:cxn>
                <a:cxn ang="0">
                  <a:pos x="1001" y="186"/>
                </a:cxn>
                <a:cxn ang="0">
                  <a:pos x="997" y="263"/>
                </a:cxn>
                <a:cxn ang="0">
                  <a:pos x="1022" y="341"/>
                </a:cxn>
                <a:cxn ang="0">
                  <a:pos x="942" y="336"/>
                </a:cxn>
                <a:cxn ang="0">
                  <a:pos x="887" y="342"/>
                </a:cxn>
                <a:cxn ang="0">
                  <a:pos x="820" y="354"/>
                </a:cxn>
                <a:cxn ang="0">
                  <a:pos x="767" y="368"/>
                </a:cxn>
                <a:cxn ang="0">
                  <a:pos x="678" y="366"/>
                </a:cxn>
                <a:cxn ang="0">
                  <a:pos x="626" y="380"/>
                </a:cxn>
                <a:cxn ang="0">
                  <a:pos x="597" y="379"/>
                </a:cxn>
                <a:cxn ang="0">
                  <a:pos x="578" y="370"/>
                </a:cxn>
                <a:cxn ang="0">
                  <a:pos x="579" y="408"/>
                </a:cxn>
                <a:cxn ang="0">
                  <a:pos x="560" y="418"/>
                </a:cxn>
                <a:cxn ang="0">
                  <a:pos x="542" y="435"/>
                </a:cxn>
              </a:cxnLst>
              <a:rect l="0" t="0" r="r" b="b"/>
              <a:pathLst>
                <a:path w="1022" h="439">
                  <a:moveTo>
                    <a:pt x="538" y="424"/>
                  </a:moveTo>
                  <a:lnTo>
                    <a:pt x="535" y="411"/>
                  </a:lnTo>
                  <a:lnTo>
                    <a:pt x="538" y="395"/>
                  </a:lnTo>
                  <a:lnTo>
                    <a:pt x="548" y="389"/>
                  </a:lnTo>
                  <a:lnTo>
                    <a:pt x="552" y="379"/>
                  </a:lnTo>
                  <a:lnTo>
                    <a:pt x="543" y="370"/>
                  </a:lnTo>
                  <a:lnTo>
                    <a:pt x="526" y="378"/>
                  </a:lnTo>
                  <a:lnTo>
                    <a:pt x="524" y="389"/>
                  </a:lnTo>
                  <a:lnTo>
                    <a:pt x="516" y="391"/>
                  </a:lnTo>
                  <a:lnTo>
                    <a:pt x="503" y="390"/>
                  </a:lnTo>
                  <a:lnTo>
                    <a:pt x="493" y="381"/>
                  </a:lnTo>
                  <a:lnTo>
                    <a:pt x="484" y="376"/>
                  </a:lnTo>
                  <a:lnTo>
                    <a:pt x="477" y="374"/>
                  </a:lnTo>
                  <a:lnTo>
                    <a:pt x="471" y="374"/>
                  </a:lnTo>
                  <a:lnTo>
                    <a:pt x="460" y="379"/>
                  </a:lnTo>
                  <a:lnTo>
                    <a:pt x="441" y="397"/>
                  </a:lnTo>
                  <a:lnTo>
                    <a:pt x="436" y="406"/>
                  </a:lnTo>
                  <a:lnTo>
                    <a:pt x="427" y="407"/>
                  </a:lnTo>
                  <a:lnTo>
                    <a:pt x="419" y="414"/>
                  </a:lnTo>
                  <a:lnTo>
                    <a:pt x="408" y="418"/>
                  </a:lnTo>
                  <a:lnTo>
                    <a:pt x="397" y="417"/>
                  </a:lnTo>
                  <a:lnTo>
                    <a:pt x="379" y="422"/>
                  </a:lnTo>
                  <a:lnTo>
                    <a:pt x="369" y="427"/>
                  </a:lnTo>
                  <a:lnTo>
                    <a:pt x="350" y="421"/>
                  </a:lnTo>
                  <a:lnTo>
                    <a:pt x="341" y="409"/>
                  </a:lnTo>
                  <a:lnTo>
                    <a:pt x="337" y="402"/>
                  </a:lnTo>
                  <a:lnTo>
                    <a:pt x="331" y="397"/>
                  </a:lnTo>
                  <a:lnTo>
                    <a:pt x="321" y="391"/>
                  </a:lnTo>
                  <a:lnTo>
                    <a:pt x="295" y="379"/>
                  </a:lnTo>
                  <a:lnTo>
                    <a:pt x="283" y="370"/>
                  </a:lnTo>
                  <a:lnTo>
                    <a:pt x="267" y="368"/>
                  </a:lnTo>
                  <a:lnTo>
                    <a:pt x="257" y="370"/>
                  </a:lnTo>
                  <a:lnTo>
                    <a:pt x="248" y="370"/>
                  </a:lnTo>
                  <a:lnTo>
                    <a:pt x="245" y="379"/>
                  </a:lnTo>
                  <a:lnTo>
                    <a:pt x="245" y="391"/>
                  </a:lnTo>
                  <a:lnTo>
                    <a:pt x="242" y="396"/>
                  </a:lnTo>
                  <a:lnTo>
                    <a:pt x="240" y="407"/>
                  </a:lnTo>
                  <a:lnTo>
                    <a:pt x="220" y="412"/>
                  </a:lnTo>
                  <a:lnTo>
                    <a:pt x="207" y="417"/>
                  </a:lnTo>
                  <a:lnTo>
                    <a:pt x="196" y="417"/>
                  </a:lnTo>
                  <a:lnTo>
                    <a:pt x="186" y="414"/>
                  </a:lnTo>
                  <a:lnTo>
                    <a:pt x="176" y="409"/>
                  </a:lnTo>
                  <a:lnTo>
                    <a:pt x="167" y="401"/>
                  </a:lnTo>
                  <a:lnTo>
                    <a:pt x="164" y="386"/>
                  </a:lnTo>
                  <a:lnTo>
                    <a:pt x="164" y="381"/>
                  </a:lnTo>
                  <a:lnTo>
                    <a:pt x="156" y="378"/>
                  </a:lnTo>
                  <a:lnTo>
                    <a:pt x="154" y="382"/>
                  </a:lnTo>
                  <a:lnTo>
                    <a:pt x="155" y="386"/>
                  </a:lnTo>
                  <a:lnTo>
                    <a:pt x="151" y="386"/>
                  </a:lnTo>
                  <a:lnTo>
                    <a:pt x="143" y="380"/>
                  </a:lnTo>
                  <a:lnTo>
                    <a:pt x="137" y="374"/>
                  </a:lnTo>
                  <a:lnTo>
                    <a:pt x="134" y="373"/>
                  </a:lnTo>
                  <a:lnTo>
                    <a:pt x="119" y="374"/>
                  </a:lnTo>
                  <a:lnTo>
                    <a:pt x="117" y="380"/>
                  </a:lnTo>
                  <a:lnTo>
                    <a:pt x="107" y="386"/>
                  </a:lnTo>
                  <a:lnTo>
                    <a:pt x="105" y="386"/>
                  </a:lnTo>
                  <a:lnTo>
                    <a:pt x="108" y="379"/>
                  </a:lnTo>
                  <a:lnTo>
                    <a:pt x="107" y="375"/>
                  </a:lnTo>
                  <a:lnTo>
                    <a:pt x="73" y="385"/>
                  </a:lnTo>
                  <a:lnTo>
                    <a:pt x="79" y="378"/>
                  </a:lnTo>
                  <a:lnTo>
                    <a:pt x="87" y="371"/>
                  </a:lnTo>
                  <a:lnTo>
                    <a:pt x="101" y="371"/>
                  </a:lnTo>
                  <a:lnTo>
                    <a:pt x="108" y="368"/>
                  </a:lnTo>
                  <a:lnTo>
                    <a:pt x="110" y="366"/>
                  </a:lnTo>
                  <a:lnTo>
                    <a:pt x="118" y="362"/>
                  </a:lnTo>
                  <a:lnTo>
                    <a:pt x="122" y="357"/>
                  </a:lnTo>
                  <a:lnTo>
                    <a:pt x="113" y="355"/>
                  </a:lnTo>
                  <a:lnTo>
                    <a:pt x="92" y="360"/>
                  </a:lnTo>
                  <a:lnTo>
                    <a:pt x="69" y="360"/>
                  </a:lnTo>
                  <a:lnTo>
                    <a:pt x="67" y="355"/>
                  </a:lnTo>
                  <a:lnTo>
                    <a:pt x="79" y="344"/>
                  </a:lnTo>
                  <a:lnTo>
                    <a:pt x="71" y="336"/>
                  </a:lnTo>
                  <a:lnTo>
                    <a:pt x="68" y="333"/>
                  </a:lnTo>
                  <a:lnTo>
                    <a:pt x="63" y="333"/>
                  </a:lnTo>
                  <a:lnTo>
                    <a:pt x="64" y="325"/>
                  </a:lnTo>
                  <a:lnTo>
                    <a:pt x="69" y="321"/>
                  </a:lnTo>
                  <a:lnTo>
                    <a:pt x="71" y="316"/>
                  </a:lnTo>
                  <a:lnTo>
                    <a:pt x="64" y="317"/>
                  </a:lnTo>
                  <a:lnTo>
                    <a:pt x="57" y="320"/>
                  </a:lnTo>
                  <a:lnTo>
                    <a:pt x="52" y="312"/>
                  </a:lnTo>
                  <a:lnTo>
                    <a:pt x="59" y="309"/>
                  </a:lnTo>
                  <a:lnTo>
                    <a:pt x="60" y="300"/>
                  </a:lnTo>
                  <a:lnTo>
                    <a:pt x="56" y="290"/>
                  </a:lnTo>
                  <a:lnTo>
                    <a:pt x="51" y="287"/>
                  </a:lnTo>
                  <a:lnTo>
                    <a:pt x="37" y="283"/>
                  </a:lnTo>
                  <a:lnTo>
                    <a:pt x="30" y="277"/>
                  </a:lnTo>
                  <a:lnTo>
                    <a:pt x="20" y="279"/>
                  </a:lnTo>
                  <a:lnTo>
                    <a:pt x="16" y="277"/>
                  </a:lnTo>
                  <a:lnTo>
                    <a:pt x="10" y="271"/>
                  </a:lnTo>
                  <a:lnTo>
                    <a:pt x="10" y="268"/>
                  </a:lnTo>
                  <a:lnTo>
                    <a:pt x="16" y="266"/>
                  </a:lnTo>
                  <a:lnTo>
                    <a:pt x="17" y="256"/>
                  </a:lnTo>
                  <a:lnTo>
                    <a:pt x="16" y="251"/>
                  </a:lnTo>
                  <a:lnTo>
                    <a:pt x="19" y="245"/>
                  </a:lnTo>
                  <a:lnTo>
                    <a:pt x="22" y="246"/>
                  </a:lnTo>
                  <a:lnTo>
                    <a:pt x="28" y="262"/>
                  </a:lnTo>
                  <a:lnTo>
                    <a:pt x="35" y="263"/>
                  </a:lnTo>
                  <a:lnTo>
                    <a:pt x="43" y="262"/>
                  </a:lnTo>
                  <a:lnTo>
                    <a:pt x="54" y="262"/>
                  </a:lnTo>
                  <a:lnTo>
                    <a:pt x="52" y="260"/>
                  </a:lnTo>
                  <a:lnTo>
                    <a:pt x="42" y="255"/>
                  </a:lnTo>
                  <a:lnTo>
                    <a:pt x="37" y="246"/>
                  </a:lnTo>
                  <a:lnTo>
                    <a:pt x="38" y="239"/>
                  </a:lnTo>
                  <a:lnTo>
                    <a:pt x="47" y="231"/>
                  </a:lnTo>
                  <a:lnTo>
                    <a:pt x="44" y="226"/>
                  </a:lnTo>
                  <a:lnTo>
                    <a:pt x="38" y="220"/>
                  </a:lnTo>
                  <a:lnTo>
                    <a:pt x="38" y="214"/>
                  </a:lnTo>
                  <a:lnTo>
                    <a:pt x="32" y="206"/>
                  </a:lnTo>
                  <a:lnTo>
                    <a:pt x="33" y="195"/>
                  </a:lnTo>
                  <a:lnTo>
                    <a:pt x="43" y="186"/>
                  </a:lnTo>
                  <a:lnTo>
                    <a:pt x="41" y="182"/>
                  </a:lnTo>
                  <a:lnTo>
                    <a:pt x="25" y="186"/>
                  </a:lnTo>
                  <a:lnTo>
                    <a:pt x="0" y="186"/>
                  </a:lnTo>
                  <a:lnTo>
                    <a:pt x="0" y="181"/>
                  </a:lnTo>
                  <a:lnTo>
                    <a:pt x="3" y="160"/>
                  </a:lnTo>
                  <a:lnTo>
                    <a:pt x="8" y="150"/>
                  </a:lnTo>
                  <a:lnTo>
                    <a:pt x="14" y="149"/>
                  </a:lnTo>
                  <a:lnTo>
                    <a:pt x="20" y="138"/>
                  </a:lnTo>
                  <a:lnTo>
                    <a:pt x="27" y="132"/>
                  </a:lnTo>
                  <a:lnTo>
                    <a:pt x="35" y="122"/>
                  </a:lnTo>
                  <a:lnTo>
                    <a:pt x="48" y="123"/>
                  </a:lnTo>
                  <a:lnTo>
                    <a:pt x="63" y="118"/>
                  </a:lnTo>
                  <a:lnTo>
                    <a:pt x="68" y="123"/>
                  </a:lnTo>
                  <a:lnTo>
                    <a:pt x="80" y="127"/>
                  </a:lnTo>
                  <a:lnTo>
                    <a:pt x="91" y="126"/>
                  </a:lnTo>
                  <a:lnTo>
                    <a:pt x="87" y="112"/>
                  </a:lnTo>
                  <a:lnTo>
                    <a:pt x="96" y="113"/>
                  </a:lnTo>
                  <a:lnTo>
                    <a:pt x="102" y="117"/>
                  </a:lnTo>
                  <a:lnTo>
                    <a:pt x="101" y="122"/>
                  </a:lnTo>
                  <a:lnTo>
                    <a:pt x="108" y="123"/>
                  </a:lnTo>
                  <a:lnTo>
                    <a:pt x="122" y="121"/>
                  </a:lnTo>
                  <a:lnTo>
                    <a:pt x="149" y="121"/>
                  </a:lnTo>
                  <a:lnTo>
                    <a:pt x="161" y="120"/>
                  </a:lnTo>
                  <a:lnTo>
                    <a:pt x="160" y="113"/>
                  </a:lnTo>
                  <a:lnTo>
                    <a:pt x="151" y="111"/>
                  </a:lnTo>
                  <a:lnTo>
                    <a:pt x="150" y="107"/>
                  </a:lnTo>
                  <a:lnTo>
                    <a:pt x="160" y="104"/>
                  </a:lnTo>
                  <a:lnTo>
                    <a:pt x="204" y="100"/>
                  </a:lnTo>
                  <a:lnTo>
                    <a:pt x="204" y="96"/>
                  </a:lnTo>
                  <a:lnTo>
                    <a:pt x="196" y="94"/>
                  </a:lnTo>
                  <a:lnTo>
                    <a:pt x="189" y="96"/>
                  </a:lnTo>
                  <a:lnTo>
                    <a:pt x="176" y="94"/>
                  </a:lnTo>
                  <a:lnTo>
                    <a:pt x="173" y="90"/>
                  </a:lnTo>
                  <a:lnTo>
                    <a:pt x="170" y="89"/>
                  </a:lnTo>
                  <a:lnTo>
                    <a:pt x="167" y="83"/>
                  </a:lnTo>
                  <a:lnTo>
                    <a:pt x="161" y="79"/>
                  </a:lnTo>
                  <a:lnTo>
                    <a:pt x="164" y="73"/>
                  </a:lnTo>
                  <a:lnTo>
                    <a:pt x="170" y="62"/>
                  </a:lnTo>
                  <a:lnTo>
                    <a:pt x="171" y="66"/>
                  </a:lnTo>
                  <a:lnTo>
                    <a:pt x="180" y="66"/>
                  </a:lnTo>
                  <a:lnTo>
                    <a:pt x="193" y="69"/>
                  </a:lnTo>
                  <a:lnTo>
                    <a:pt x="231" y="68"/>
                  </a:lnTo>
                  <a:lnTo>
                    <a:pt x="242" y="72"/>
                  </a:lnTo>
                  <a:lnTo>
                    <a:pt x="248" y="75"/>
                  </a:lnTo>
                  <a:lnTo>
                    <a:pt x="253" y="74"/>
                  </a:lnTo>
                  <a:lnTo>
                    <a:pt x="274" y="77"/>
                  </a:lnTo>
                  <a:lnTo>
                    <a:pt x="288" y="70"/>
                  </a:lnTo>
                  <a:lnTo>
                    <a:pt x="295" y="57"/>
                  </a:lnTo>
                  <a:lnTo>
                    <a:pt x="307" y="51"/>
                  </a:lnTo>
                  <a:lnTo>
                    <a:pt x="318" y="41"/>
                  </a:lnTo>
                  <a:lnTo>
                    <a:pt x="332" y="36"/>
                  </a:lnTo>
                  <a:lnTo>
                    <a:pt x="343" y="26"/>
                  </a:lnTo>
                  <a:lnTo>
                    <a:pt x="355" y="19"/>
                  </a:lnTo>
                  <a:lnTo>
                    <a:pt x="381" y="9"/>
                  </a:lnTo>
                  <a:lnTo>
                    <a:pt x="398" y="7"/>
                  </a:lnTo>
                  <a:lnTo>
                    <a:pt x="414" y="5"/>
                  </a:lnTo>
                  <a:lnTo>
                    <a:pt x="436" y="8"/>
                  </a:lnTo>
                  <a:lnTo>
                    <a:pt x="473" y="8"/>
                  </a:lnTo>
                  <a:lnTo>
                    <a:pt x="485" y="2"/>
                  </a:lnTo>
                  <a:lnTo>
                    <a:pt x="493" y="0"/>
                  </a:lnTo>
                  <a:lnTo>
                    <a:pt x="499" y="3"/>
                  </a:lnTo>
                  <a:lnTo>
                    <a:pt x="499" y="10"/>
                  </a:lnTo>
                  <a:lnTo>
                    <a:pt x="506" y="21"/>
                  </a:lnTo>
                  <a:lnTo>
                    <a:pt x="520" y="29"/>
                  </a:lnTo>
                  <a:lnTo>
                    <a:pt x="533" y="35"/>
                  </a:lnTo>
                  <a:lnTo>
                    <a:pt x="546" y="26"/>
                  </a:lnTo>
                  <a:lnTo>
                    <a:pt x="553" y="37"/>
                  </a:lnTo>
                  <a:lnTo>
                    <a:pt x="560" y="58"/>
                  </a:lnTo>
                  <a:lnTo>
                    <a:pt x="587" y="61"/>
                  </a:lnTo>
                  <a:lnTo>
                    <a:pt x="623" y="80"/>
                  </a:lnTo>
                  <a:lnTo>
                    <a:pt x="629" y="77"/>
                  </a:lnTo>
                  <a:lnTo>
                    <a:pt x="635" y="74"/>
                  </a:lnTo>
                  <a:lnTo>
                    <a:pt x="656" y="84"/>
                  </a:lnTo>
                  <a:lnTo>
                    <a:pt x="677" y="83"/>
                  </a:lnTo>
                  <a:lnTo>
                    <a:pt x="693" y="77"/>
                  </a:lnTo>
                  <a:lnTo>
                    <a:pt x="724" y="72"/>
                  </a:lnTo>
                  <a:lnTo>
                    <a:pt x="758" y="80"/>
                  </a:lnTo>
                  <a:lnTo>
                    <a:pt x="779" y="79"/>
                  </a:lnTo>
                  <a:lnTo>
                    <a:pt x="820" y="51"/>
                  </a:lnTo>
                  <a:lnTo>
                    <a:pt x="838" y="40"/>
                  </a:lnTo>
                  <a:lnTo>
                    <a:pt x="840" y="35"/>
                  </a:lnTo>
                  <a:lnTo>
                    <a:pt x="847" y="41"/>
                  </a:lnTo>
                  <a:lnTo>
                    <a:pt x="855" y="41"/>
                  </a:lnTo>
                  <a:lnTo>
                    <a:pt x="868" y="37"/>
                  </a:lnTo>
                  <a:lnTo>
                    <a:pt x="887" y="43"/>
                  </a:lnTo>
                  <a:lnTo>
                    <a:pt x="893" y="43"/>
                  </a:lnTo>
                  <a:lnTo>
                    <a:pt x="898" y="36"/>
                  </a:lnTo>
                  <a:lnTo>
                    <a:pt x="903" y="32"/>
                  </a:lnTo>
                  <a:lnTo>
                    <a:pt x="911" y="35"/>
                  </a:lnTo>
                  <a:lnTo>
                    <a:pt x="919" y="42"/>
                  </a:lnTo>
                  <a:lnTo>
                    <a:pt x="930" y="58"/>
                  </a:lnTo>
                  <a:lnTo>
                    <a:pt x="935" y="59"/>
                  </a:lnTo>
                  <a:lnTo>
                    <a:pt x="944" y="69"/>
                  </a:lnTo>
                  <a:lnTo>
                    <a:pt x="951" y="75"/>
                  </a:lnTo>
                  <a:lnTo>
                    <a:pt x="958" y="89"/>
                  </a:lnTo>
                  <a:lnTo>
                    <a:pt x="960" y="109"/>
                  </a:lnTo>
                  <a:lnTo>
                    <a:pt x="963" y="123"/>
                  </a:lnTo>
                  <a:lnTo>
                    <a:pt x="971" y="133"/>
                  </a:lnTo>
                  <a:lnTo>
                    <a:pt x="982" y="137"/>
                  </a:lnTo>
                  <a:lnTo>
                    <a:pt x="990" y="143"/>
                  </a:lnTo>
                  <a:lnTo>
                    <a:pt x="1000" y="153"/>
                  </a:lnTo>
                  <a:lnTo>
                    <a:pt x="1008" y="156"/>
                  </a:lnTo>
                  <a:lnTo>
                    <a:pt x="1012" y="161"/>
                  </a:lnTo>
                  <a:lnTo>
                    <a:pt x="1003" y="179"/>
                  </a:lnTo>
                  <a:lnTo>
                    <a:pt x="1001" y="186"/>
                  </a:lnTo>
                  <a:lnTo>
                    <a:pt x="987" y="195"/>
                  </a:lnTo>
                  <a:lnTo>
                    <a:pt x="988" y="202"/>
                  </a:lnTo>
                  <a:lnTo>
                    <a:pt x="995" y="219"/>
                  </a:lnTo>
                  <a:lnTo>
                    <a:pt x="997" y="246"/>
                  </a:lnTo>
                  <a:lnTo>
                    <a:pt x="997" y="263"/>
                  </a:lnTo>
                  <a:lnTo>
                    <a:pt x="999" y="279"/>
                  </a:lnTo>
                  <a:lnTo>
                    <a:pt x="995" y="300"/>
                  </a:lnTo>
                  <a:lnTo>
                    <a:pt x="1009" y="308"/>
                  </a:lnTo>
                  <a:lnTo>
                    <a:pt x="1021" y="325"/>
                  </a:lnTo>
                  <a:lnTo>
                    <a:pt x="1022" y="341"/>
                  </a:lnTo>
                  <a:lnTo>
                    <a:pt x="1015" y="348"/>
                  </a:lnTo>
                  <a:lnTo>
                    <a:pt x="1000" y="347"/>
                  </a:lnTo>
                  <a:lnTo>
                    <a:pt x="990" y="336"/>
                  </a:lnTo>
                  <a:lnTo>
                    <a:pt x="973" y="337"/>
                  </a:lnTo>
                  <a:lnTo>
                    <a:pt x="942" y="336"/>
                  </a:lnTo>
                  <a:lnTo>
                    <a:pt x="922" y="327"/>
                  </a:lnTo>
                  <a:lnTo>
                    <a:pt x="897" y="348"/>
                  </a:lnTo>
                  <a:lnTo>
                    <a:pt x="888" y="349"/>
                  </a:lnTo>
                  <a:lnTo>
                    <a:pt x="887" y="347"/>
                  </a:lnTo>
                  <a:lnTo>
                    <a:pt x="887" y="342"/>
                  </a:lnTo>
                  <a:lnTo>
                    <a:pt x="883" y="339"/>
                  </a:lnTo>
                  <a:lnTo>
                    <a:pt x="881" y="337"/>
                  </a:lnTo>
                  <a:lnTo>
                    <a:pt x="872" y="344"/>
                  </a:lnTo>
                  <a:lnTo>
                    <a:pt x="855" y="352"/>
                  </a:lnTo>
                  <a:lnTo>
                    <a:pt x="820" y="354"/>
                  </a:lnTo>
                  <a:lnTo>
                    <a:pt x="810" y="351"/>
                  </a:lnTo>
                  <a:lnTo>
                    <a:pt x="801" y="351"/>
                  </a:lnTo>
                  <a:lnTo>
                    <a:pt x="785" y="355"/>
                  </a:lnTo>
                  <a:lnTo>
                    <a:pt x="775" y="364"/>
                  </a:lnTo>
                  <a:lnTo>
                    <a:pt x="767" y="368"/>
                  </a:lnTo>
                  <a:lnTo>
                    <a:pt x="754" y="371"/>
                  </a:lnTo>
                  <a:lnTo>
                    <a:pt x="750" y="375"/>
                  </a:lnTo>
                  <a:lnTo>
                    <a:pt x="716" y="381"/>
                  </a:lnTo>
                  <a:lnTo>
                    <a:pt x="689" y="378"/>
                  </a:lnTo>
                  <a:lnTo>
                    <a:pt x="678" y="366"/>
                  </a:lnTo>
                  <a:lnTo>
                    <a:pt x="671" y="365"/>
                  </a:lnTo>
                  <a:lnTo>
                    <a:pt x="657" y="366"/>
                  </a:lnTo>
                  <a:lnTo>
                    <a:pt x="648" y="373"/>
                  </a:lnTo>
                  <a:lnTo>
                    <a:pt x="634" y="378"/>
                  </a:lnTo>
                  <a:lnTo>
                    <a:pt x="626" y="380"/>
                  </a:lnTo>
                  <a:lnTo>
                    <a:pt x="622" y="384"/>
                  </a:lnTo>
                  <a:lnTo>
                    <a:pt x="607" y="381"/>
                  </a:lnTo>
                  <a:lnTo>
                    <a:pt x="598" y="384"/>
                  </a:lnTo>
                  <a:lnTo>
                    <a:pt x="597" y="381"/>
                  </a:lnTo>
                  <a:lnTo>
                    <a:pt x="597" y="379"/>
                  </a:lnTo>
                  <a:lnTo>
                    <a:pt x="597" y="378"/>
                  </a:lnTo>
                  <a:lnTo>
                    <a:pt x="597" y="378"/>
                  </a:lnTo>
                  <a:lnTo>
                    <a:pt x="592" y="374"/>
                  </a:lnTo>
                  <a:lnTo>
                    <a:pt x="583" y="373"/>
                  </a:lnTo>
                  <a:lnTo>
                    <a:pt x="578" y="370"/>
                  </a:lnTo>
                  <a:lnTo>
                    <a:pt x="573" y="381"/>
                  </a:lnTo>
                  <a:lnTo>
                    <a:pt x="571" y="382"/>
                  </a:lnTo>
                  <a:lnTo>
                    <a:pt x="571" y="387"/>
                  </a:lnTo>
                  <a:lnTo>
                    <a:pt x="569" y="396"/>
                  </a:lnTo>
                  <a:lnTo>
                    <a:pt x="579" y="408"/>
                  </a:lnTo>
                  <a:lnTo>
                    <a:pt x="579" y="411"/>
                  </a:lnTo>
                  <a:lnTo>
                    <a:pt x="576" y="412"/>
                  </a:lnTo>
                  <a:lnTo>
                    <a:pt x="569" y="412"/>
                  </a:lnTo>
                  <a:lnTo>
                    <a:pt x="560" y="414"/>
                  </a:lnTo>
                  <a:lnTo>
                    <a:pt x="560" y="418"/>
                  </a:lnTo>
                  <a:lnTo>
                    <a:pt x="560" y="427"/>
                  </a:lnTo>
                  <a:lnTo>
                    <a:pt x="554" y="432"/>
                  </a:lnTo>
                  <a:lnTo>
                    <a:pt x="551" y="433"/>
                  </a:lnTo>
                  <a:lnTo>
                    <a:pt x="548" y="439"/>
                  </a:lnTo>
                  <a:lnTo>
                    <a:pt x="542" y="435"/>
                  </a:lnTo>
                  <a:lnTo>
                    <a:pt x="540" y="432"/>
                  </a:lnTo>
                  <a:lnTo>
                    <a:pt x="536" y="432"/>
                  </a:lnTo>
                  <a:lnTo>
                    <a:pt x="538" y="424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GB" dirty="0">
                <a:latin typeface="Trade Gothic LT Std" pitchFamily="50" charset="0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1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Trade Gothic LT Std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xerac</dc:creator>
  <cp:keywords/>
  <dc:description>generated using python-pptx</dc:description>
  <cp:lastModifiedBy>Nima Maghame</cp:lastModifiedBy>
  <cp:revision>6</cp:revision>
  <dcterms:created xsi:type="dcterms:W3CDTF">2013-01-27T09:14:16Z</dcterms:created>
  <dcterms:modified xsi:type="dcterms:W3CDTF">2025-12-16T21:12:55Z</dcterms:modified>
  <cp:category/>
</cp:coreProperties>
</file>