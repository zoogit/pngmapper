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2568" y="6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4">
            <a:extLst>
              <a:ext uri="{FF2B5EF4-FFF2-40B4-BE49-F238E27FC236}">
                <a16:creationId xmlns:a16="http://schemas.microsoft.com/office/drawing/2014/main" id="{57C25500-2BD6-DBA1-867C-69580A28F6A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148" y="963050"/>
            <a:ext cx="8931752" cy="4820333"/>
            <a:chOff x="894" y="1569"/>
            <a:chExt cx="945" cy="510"/>
          </a:xfrm>
          <a:solidFill>
            <a:schemeClr val="bg1">
              <a:lumMod val="95000"/>
            </a:schemeClr>
          </a:solidFill>
        </p:grpSpPr>
        <p:sp>
          <p:nvSpPr>
            <p:cNvPr id="63" name="Freeform 7">
              <a:extLst>
                <a:ext uri="{FF2B5EF4-FFF2-40B4-BE49-F238E27FC236}">
                  <a16:creationId xmlns:a16="http://schemas.microsoft.com/office/drawing/2014/main" id="{F3B13B62-7326-F636-9E9C-E4A3ACD05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" y="1891"/>
              <a:ext cx="56" cy="92"/>
            </a:xfrm>
            <a:custGeom>
              <a:avLst/>
              <a:gdLst>
                <a:gd name="T0" fmla="*/ 46 w 56"/>
                <a:gd name="T1" fmla="*/ 0 h 92"/>
                <a:gd name="T2" fmla="*/ 50 w 56"/>
                <a:gd name="T3" fmla="*/ 24 h 92"/>
                <a:gd name="T4" fmla="*/ 54 w 56"/>
                <a:gd name="T5" fmla="*/ 44 h 92"/>
                <a:gd name="T6" fmla="*/ 56 w 56"/>
                <a:gd name="T7" fmla="*/ 50 h 92"/>
                <a:gd name="T8" fmla="*/ 56 w 56"/>
                <a:gd name="T9" fmla="*/ 54 h 92"/>
                <a:gd name="T10" fmla="*/ 54 w 56"/>
                <a:gd name="T11" fmla="*/ 58 h 92"/>
                <a:gd name="T12" fmla="*/ 54 w 56"/>
                <a:gd name="T13" fmla="*/ 64 h 92"/>
                <a:gd name="T14" fmla="*/ 54 w 56"/>
                <a:gd name="T15" fmla="*/ 66 h 92"/>
                <a:gd name="T16" fmla="*/ 54 w 56"/>
                <a:gd name="T17" fmla="*/ 70 h 92"/>
                <a:gd name="T18" fmla="*/ 54 w 56"/>
                <a:gd name="T19" fmla="*/ 74 h 92"/>
                <a:gd name="T20" fmla="*/ 54 w 56"/>
                <a:gd name="T21" fmla="*/ 76 h 92"/>
                <a:gd name="T22" fmla="*/ 56 w 56"/>
                <a:gd name="T23" fmla="*/ 78 h 92"/>
                <a:gd name="T24" fmla="*/ 22 w 56"/>
                <a:gd name="T25" fmla="*/ 78 h 92"/>
                <a:gd name="T26" fmla="*/ 12 w 56"/>
                <a:gd name="T27" fmla="*/ 80 h 92"/>
                <a:gd name="T28" fmla="*/ 12 w 56"/>
                <a:gd name="T29" fmla="*/ 80 h 92"/>
                <a:gd name="T30" fmla="*/ 16 w 56"/>
                <a:gd name="T31" fmla="*/ 86 h 92"/>
                <a:gd name="T32" fmla="*/ 16 w 56"/>
                <a:gd name="T33" fmla="*/ 88 h 92"/>
                <a:gd name="T34" fmla="*/ 14 w 56"/>
                <a:gd name="T35" fmla="*/ 92 h 92"/>
                <a:gd name="T36" fmla="*/ 0 w 56"/>
                <a:gd name="T37" fmla="*/ 90 h 92"/>
                <a:gd name="T38" fmla="*/ 0 w 56"/>
                <a:gd name="T39" fmla="*/ 60 h 92"/>
                <a:gd name="T40" fmla="*/ 2 w 56"/>
                <a:gd name="T41" fmla="*/ 30 h 92"/>
                <a:gd name="T42" fmla="*/ 4 w 56"/>
                <a:gd name="T43" fmla="*/ 4 h 92"/>
                <a:gd name="T44" fmla="*/ 4 w 56"/>
                <a:gd name="T45" fmla="*/ 0 h 92"/>
                <a:gd name="T46" fmla="*/ 24 w 56"/>
                <a:gd name="T47" fmla="*/ 0 h 92"/>
                <a:gd name="T48" fmla="*/ 46 w 56"/>
                <a:gd name="T49" fmla="*/ 0 h 92"/>
                <a:gd name="T50" fmla="*/ 46 w 56"/>
                <a:gd name="T51" fmla="*/ 0 h 92"/>
                <a:gd name="T52" fmla="*/ 46 w 56"/>
                <a:gd name="T53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6" h="92">
                  <a:moveTo>
                    <a:pt x="46" y="0"/>
                  </a:moveTo>
                  <a:lnTo>
                    <a:pt x="50" y="24"/>
                  </a:lnTo>
                  <a:lnTo>
                    <a:pt x="54" y="44"/>
                  </a:lnTo>
                  <a:lnTo>
                    <a:pt x="56" y="50"/>
                  </a:lnTo>
                  <a:lnTo>
                    <a:pt x="56" y="54"/>
                  </a:lnTo>
                  <a:lnTo>
                    <a:pt x="54" y="58"/>
                  </a:lnTo>
                  <a:lnTo>
                    <a:pt x="54" y="64"/>
                  </a:lnTo>
                  <a:lnTo>
                    <a:pt x="54" y="66"/>
                  </a:lnTo>
                  <a:lnTo>
                    <a:pt x="54" y="70"/>
                  </a:lnTo>
                  <a:lnTo>
                    <a:pt x="54" y="74"/>
                  </a:lnTo>
                  <a:lnTo>
                    <a:pt x="54" y="76"/>
                  </a:lnTo>
                  <a:lnTo>
                    <a:pt x="56" y="78"/>
                  </a:lnTo>
                  <a:lnTo>
                    <a:pt x="22" y="78"/>
                  </a:lnTo>
                  <a:lnTo>
                    <a:pt x="12" y="80"/>
                  </a:lnTo>
                  <a:lnTo>
                    <a:pt x="12" y="80"/>
                  </a:lnTo>
                  <a:lnTo>
                    <a:pt x="16" y="86"/>
                  </a:lnTo>
                  <a:lnTo>
                    <a:pt x="16" y="88"/>
                  </a:lnTo>
                  <a:lnTo>
                    <a:pt x="14" y="92"/>
                  </a:lnTo>
                  <a:lnTo>
                    <a:pt x="0" y="90"/>
                  </a:lnTo>
                  <a:lnTo>
                    <a:pt x="0" y="60"/>
                  </a:lnTo>
                  <a:lnTo>
                    <a:pt x="2" y="30"/>
                  </a:lnTo>
                  <a:lnTo>
                    <a:pt x="4" y="4"/>
                  </a:lnTo>
                  <a:lnTo>
                    <a:pt x="4" y="0"/>
                  </a:lnTo>
                  <a:lnTo>
                    <a:pt x="24" y="0"/>
                  </a:lnTo>
                  <a:lnTo>
                    <a:pt x="46" y="0"/>
                  </a:lnTo>
                  <a:lnTo>
                    <a:pt x="46" y="0"/>
                  </a:lnTo>
                  <a:lnTo>
                    <a:pt x="46" y="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4" name="Freeform 8">
              <a:extLst>
                <a:ext uri="{FF2B5EF4-FFF2-40B4-BE49-F238E27FC236}">
                  <a16:creationId xmlns:a16="http://schemas.microsoft.com/office/drawing/2014/main" id="{DDD3A5BD-354E-9D95-4793-47DC1965D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" y="1891"/>
              <a:ext cx="56" cy="92"/>
            </a:xfrm>
            <a:custGeom>
              <a:avLst/>
              <a:gdLst>
                <a:gd name="T0" fmla="*/ 46 w 56"/>
                <a:gd name="T1" fmla="*/ 0 h 92"/>
                <a:gd name="T2" fmla="*/ 50 w 56"/>
                <a:gd name="T3" fmla="*/ 24 h 92"/>
                <a:gd name="T4" fmla="*/ 54 w 56"/>
                <a:gd name="T5" fmla="*/ 44 h 92"/>
                <a:gd name="T6" fmla="*/ 56 w 56"/>
                <a:gd name="T7" fmla="*/ 50 h 92"/>
                <a:gd name="T8" fmla="*/ 56 w 56"/>
                <a:gd name="T9" fmla="*/ 54 h 92"/>
                <a:gd name="T10" fmla="*/ 54 w 56"/>
                <a:gd name="T11" fmla="*/ 58 h 92"/>
                <a:gd name="T12" fmla="*/ 54 w 56"/>
                <a:gd name="T13" fmla="*/ 64 h 92"/>
                <a:gd name="T14" fmla="*/ 54 w 56"/>
                <a:gd name="T15" fmla="*/ 66 h 92"/>
                <a:gd name="T16" fmla="*/ 54 w 56"/>
                <a:gd name="T17" fmla="*/ 70 h 92"/>
                <a:gd name="T18" fmla="*/ 54 w 56"/>
                <a:gd name="T19" fmla="*/ 74 h 92"/>
                <a:gd name="T20" fmla="*/ 54 w 56"/>
                <a:gd name="T21" fmla="*/ 76 h 92"/>
                <a:gd name="T22" fmla="*/ 56 w 56"/>
                <a:gd name="T23" fmla="*/ 78 h 92"/>
                <a:gd name="T24" fmla="*/ 22 w 56"/>
                <a:gd name="T25" fmla="*/ 78 h 92"/>
                <a:gd name="T26" fmla="*/ 12 w 56"/>
                <a:gd name="T27" fmla="*/ 80 h 92"/>
                <a:gd name="T28" fmla="*/ 12 w 56"/>
                <a:gd name="T29" fmla="*/ 80 h 92"/>
                <a:gd name="T30" fmla="*/ 16 w 56"/>
                <a:gd name="T31" fmla="*/ 86 h 92"/>
                <a:gd name="T32" fmla="*/ 16 w 56"/>
                <a:gd name="T33" fmla="*/ 88 h 92"/>
                <a:gd name="T34" fmla="*/ 14 w 56"/>
                <a:gd name="T35" fmla="*/ 92 h 92"/>
                <a:gd name="T36" fmla="*/ 0 w 56"/>
                <a:gd name="T37" fmla="*/ 90 h 92"/>
                <a:gd name="T38" fmla="*/ 0 w 56"/>
                <a:gd name="T39" fmla="*/ 60 h 92"/>
                <a:gd name="T40" fmla="*/ 2 w 56"/>
                <a:gd name="T41" fmla="*/ 30 h 92"/>
                <a:gd name="T42" fmla="*/ 4 w 56"/>
                <a:gd name="T43" fmla="*/ 4 h 92"/>
                <a:gd name="T44" fmla="*/ 4 w 56"/>
                <a:gd name="T45" fmla="*/ 0 h 92"/>
                <a:gd name="T46" fmla="*/ 24 w 56"/>
                <a:gd name="T47" fmla="*/ 0 h 92"/>
                <a:gd name="T48" fmla="*/ 46 w 56"/>
                <a:gd name="T49" fmla="*/ 0 h 92"/>
                <a:gd name="T50" fmla="*/ 46 w 56"/>
                <a:gd name="T51" fmla="*/ 0 h 92"/>
                <a:gd name="T52" fmla="*/ 46 w 56"/>
                <a:gd name="T53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6" h="92">
                  <a:moveTo>
                    <a:pt x="46" y="0"/>
                  </a:moveTo>
                  <a:lnTo>
                    <a:pt x="50" y="24"/>
                  </a:lnTo>
                  <a:lnTo>
                    <a:pt x="54" y="44"/>
                  </a:lnTo>
                  <a:lnTo>
                    <a:pt x="56" y="50"/>
                  </a:lnTo>
                  <a:lnTo>
                    <a:pt x="56" y="54"/>
                  </a:lnTo>
                  <a:lnTo>
                    <a:pt x="54" y="58"/>
                  </a:lnTo>
                  <a:lnTo>
                    <a:pt x="54" y="64"/>
                  </a:lnTo>
                  <a:lnTo>
                    <a:pt x="54" y="66"/>
                  </a:lnTo>
                  <a:lnTo>
                    <a:pt x="54" y="70"/>
                  </a:lnTo>
                  <a:lnTo>
                    <a:pt x="54" y="74"/>
                  </a:lnTo>
                  <a:lnTo>
                    <a:pt x="54" y="76"/>
                  </a:lnTo>
                  <a:lnTo>
                    <a:pt x="56" y="78"/>
                  </a:lnTo>
                  <a:lnTo>
                    <a:pt x="22" y="78"/>
                  </a:lnTo>
                  <a:lnTo>
                    <a:pt x="12" y="80"/>
                  </a:lnTo>
                  <a:lnTo>
                    <a:pt x="12" y="80"/>
                  </a:lnTo>
                  <a:lnTo>
                    <a:pt x="16" y="86"/>
                  </a:lnTo>
                  <a:lnTo>
                    <a:pt x="16" y="88"/>
                  </a:lnTo>
                  <a:lnTo>
                    <a:pt x="14" y="92"/>
                  </a:lnTo>
                  <a:lnTo>
                    <a:pt x="0" y="90"/>
                  </a:lnTo>
                  <a:lnTo>
                    <a:pt x="0" y="60"/>
                  </a:lnTo>
                  <a:lnTo>
                    <a:pt x="2" y="30"/>
                  </a:lnTo>
                  <a:lnTo>
                    <a:pt x="4" y="4"/>
                  </a:lnTo>
                  <a:lnTo>
                    <a:pt x="4" y="0"/>
                  </a:lnTo>
                  <a:lnTo>
                    <a:pt x="24" y="0"/>
                  </a:lnTo>
                  <a:lnTo>
                    <a:pt x="46" y="0"/>
                  </a:lnTo>
                  <a:lnTo>
                    <a:pt x="46" y="0"/>
                  </a:lnTo>
                  <a:lnTo>
                    <a:pt x="46" y="0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5" name="Freeform 9">
              <a:extLst>
                <a:ext uri="{FF2B5EF4-FFF2-40B4-BE49-F238E27FC236}">
                  <a16:creationId xmlns:a16="http://schemas.microsoft.com/office/drawing/2014/main" id="{62A8C4D4-D2DD-8A44-E63D-F9824BC3A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" y="1859"/>
              <a:ext cx="81" cy="70"/>
            </a:xfrm>
            <a:custGeom>
              <a:avLst/>
              <a:gdLst>
                <a:gd name="T0" fmla="*/ 81 w 81"/>
                <a:gd name="T1" fmla="*/ 10 h 70"/>
                <a:gd name="T2" fmla="*/ 81 w 81"/>
                <a:gd name="T3" fmla="*/ 12 h 70"/>
                <a:gd name="T4" fmla="*/ 79 w 81"/>
                <a:gd name="T5" fmla="*/ 16 h 70"/>
                <a:gd name="T6" fmla="*/ 75 w 81"/>
                <a:gd name="T7" fmla="*/ 18 h 70"/>
                <a:gd name="T8" fmla="*/ 75 w 81"/>
                <a:gd name="T9" fmla="*/ 20 h 70"/>
                <a:gd name="T10" fmla="*/ 73 w 81"/>
                <a:gd name="T11" fmla="*/ 24 h 70"/>
                <a:gd name="T12" fmla="*/ 73 w 81"/>
                <a:gd name="T13" fmla="*/ 28 h 70"/>
                <a:gd name="T14" fmla="*/ 71 w 81"/>
                <a:gd name="T15" fmla="*/ 30 h 70"/>
                <a:gd name="T16" fmla="*/ 71 w 81"/>
                <a:gd name="T17" fmla="*/ 32 h 70"/>
                <a:gd name="T18" fmla="*/ 67 w 81"/>
                <a:gd name="T19" fmla="*/ 34 h 70"/>
                <a:gd name="T20" fmla="*/ 67 w 81"/>
                <a:gd name="T21" fmla="*/ 36 h 70"/>
                <a:gd name="T22" fmla="*/ 65 w 81"/>
                <a:gd name="T23" fmla="*/ 42 h 70"/>
                <a:gd name="T24" fmla="*/ 63 w 81"/>
                <a:gd name="T25" fmla="*/ 44 h 70"/>
                <a:gd name="T26" fmla="*/ 59 w 81"/>
                <a:gd name="T27" fmla="*/ 46 h 70"/>
                <a:gd name="T28" fmla="*/ 59 w 81"/>
                <a:gd name="T29" fmla="*/ 50 h 70"/>
                <a:gd name="T30" fmla="*/ 55 w 81"/>
                <a:gd name="T31" fmla="*/ 56 h 70"/>
                <a:gd name="T32" fmla="*/ 55 w 81"/>
                <a:gd name="T33" fmla="*/ 62 h 70"/>
                <a:gd name="T34" fmla="*/ 57 w 81"/>
                <a:gd name="T35" fmla="*/ 68 h 70"/>
                <a:gd name="T36" fmla="*/ 55 w 81"/>
                <a:gd name="T37" fmla="*/ 70 h 70"/>
                <a:gd name="T38" fmla="*/ 41 w 81"/>
                <a:gd name="T39" fmla="*/ 70 h 70"/>
                <a:gd name="T40" fmla="*/ 24 w 81"/>
                <a:gd name="T41" fmla="*/ 70 h 70"/>
                <a:gd name="T42" fmla="*/ 8 w 81"/>
                <a:gd name="T43" fmla="*/ 70 h 70"/>
                <a:gd name="T44" fmla="*/ 10 w 81"/>
                <a:gd name="T45" fmla="*/ 60 h 70"/>
                <a:gd name="T46" fmla="*/ 6 w 81"/>
                <a:gd name="T47" fmla="*/ 60 h 70"/>
                <a:gd name="T48" fmla="*/ 2 w 81"/>
                <a:gd name="T49" fmla="*/ 60 h 70"/>
                <a:gd name="T50" fmla="*/ 2 w 81"/>
                <a:gd name="T51" fmla="*/ 58 h 70"/>
                <a:gd name="T52" fmla="*/ 2 w 81"/>
                <a:gd name="T53" fmla="*/ 42 h 70"/>
                <a:gd name="T54" fmla="*/ 2 w 81"/>
                <a:gd name="T55" fmla="*/ 22 h 70"/>
                <a:gd name="T56" fmla="*/ 0 w 81"/>
                <a:gd name="T57" fmla="*/ 0 h 70"/>
                <a:gd name="T58" fmla="*/ 20 w 81"/>
                <a:gd name="T59" fmla="*/ 0 h 70"/>
                <a:gd name="T60" fmla="*/ 37 w 81"/>
                <a:gd name="T61" fmla="*/ 0 h 70"/>
                <a:gd name="T62" fmla="*/ 53 w 81"/>
                <a:gd name="T63" fmla="*/ 0 h 70"/>
                <a:gd name="T64" fmla="*/ 73 w 81"/>
                <a:gd name="T65" fmla="*/ 2 h 70"/>
                <a:gd name="T66" fmla="*/ 73 w 81"/>
                <a:gd name="T67" fmla="*/ 4 h 70"/>
                <a:gd name="T68" fmla="*/ 73 w 81"/>
                <a:gd name="T69" fmla="*/ 6 h 70"/>
                <a:gd name="T70" fmla="*/ 71 w 81"/>
                <a:gd name="T71" fmla="*/ 8 h 70"/>
                <a:gd name="T72" fmla="*/ 69 w 81"/>
                <a:gd name="T73" fmla="*/ 10 h 70"/>
                <a:gd name="T74" fmla="*/ 81 w 81"/>
                <a:gd name="T75" fmla="*/ 10 h 70"/>
                <a:gd name="T76" fmla="*/ 81 w 81"/>
                <a:gd name="T77" fmla="*/ 10 h 70"/>
                <a:gd name="T78" fmla="*/ 81 w 81"/>
                <a:gd name="T79" fmla="*/ 1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1" h="70">
                  <a:moveTo>
                    <a:pt x="81" y="10"/>
                  </a:moveTo>
                  <a:lnTo>
                    <a:pt x="81" y="12"/>
                  </a:lnTo>
                  <a:lnTo>
                    <a:pt x="79" y="16"/>
                  </a:lnTo>
                  <a:lnTo>
                    <a:pt x="75" y="18"/>
                  </a:lnTo>
                  <a:lnTo>
                    <a:pt x="75" y="20"/>
                  </a:lnTo>
                  <a:lnTo>
                    <a:pt x="73" y="24"/>
                  </a:lnTo>
                  <a:lnTo>
                    <a:pt x="73" y="28"/>
                  </a:lnTo>
                  <a:lnTo>
                    <a:pt x="71" y="30"/>
                  </a:lnTo>
                  <a:lnTo>
                    <a:pt x="71" y="32"/>
                  </a:lnTo>
                  <a:lnTo>
                    <a:pt x="67" y="34"/>
                  </a:lnTo>
                  <a:lnTo>
                    <a:pt x="67" y="36"/>
                  </a:lnTo>
                  <a:lnTo>
                    <a:pt x="65" y="42"/>
                  </a:lnTo>
                  <a:lnTo>
                    <a:pt x="63" y="44"/>
                  </a:lnTo>
                  <a:lnTo>
                    <a:pt x="59" y="46"/>
                  </a:lnTo>
                  <a:lnTo>
                    <a:pt x="59" y="50"/>
                  </a:lnTo>
                  <a:lnTo>
                    <a:pt x="55" y="56"/>
                  </a:lnTo>
                  <a:lnTo>
                    <a:pt x="55" y="62"/>
                  </a:lnTo>
                  <a:lnTo>
                    <a:pt x="57" y="68"/>
                  </a:lnTo>
                  <a:lnTo>
                    <a:pt x="55" y="70"/>
                  </a:lnTo>
                  <a:lnTo>
                    <a:pt x="41" y="70"/>
                  </a:lnTo>
                  <a:lnTo>
                    <a:pt x="24" y="70"/>
                  </a:lnTo>
                  <a:lnTo>
                    <a:pt x="8" y="70"/>
                  </a:lnTo>
                  <a:lnTo>
                    <a:pt x="10" y="60"/>
                  </a:lnTo>
                  <a:lnTo>
                    <a:pt x="6" y="60"/>
                  </a:lnTo>
                  <a:lnTo>
                    <a:pt x="2" y="60"/>
                  </a:lnTo>
                  <a:lnTo>
                    <a:pt x="2" y="58"/>
                  </a:lnTo>
                  <a:lnTo>
                    <a:pt x="2" y="42"/>
                  </a:lnTo>
                  <a:lnTo>
                    <a:pt x="2" y="22"/>
                  </a:lnTo>
                  <a:lnTo>
                    <a:pt x="0" y="0"/>
                  </a:lnTo>
                  <a:lnTo>
                    <a:pt x="20" y="0"/>
                  </a:lnTo>
                  <a:lnTo>
                    <a:pt x="37" y="0"/>
                  </a:lnTo>
                  <a:lnTo>
                    <a:pt x="53" y="0"/>
                  </a:lnTo>
                  <a:lnTo>
                    <a:pt x="73" y="2"/>
                  </a:lnTo>
                  <a:lnTo>
                    <a:pt x="73" y="4"/>
                  </a:lnTo>
                  <a:lnTo>
                    <a:pt x="73" y="6"/>
                  </a:lnTo>
                  <a:lnTo>
                    <a:pt x="71" y="8"/>
                  </a:lnTo>
                  <a:lnTo>
                    <a:pt x="69" y="10"/>
                  </a:lnTo>
                  <a:lnTo>
                    <a:pt x="81" y="10"/>
                  </a:lnTo>
                  <a:lnTo>
                    <a:pt x="81" y="10"/>
                  </a:lnTo>
                  <a:lnTo>
                    <a:pt x="81" y="1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6" name="Freeform 10">
              <a:extLst>
                <a:ext uri="{FF2B5EF4-FFF2-40B4-BE49-F238E27FC236}">
                  <a16:creationId xmlns:a16="http://schemas.microsoft.com/office/drawing/2014/main" id="{661DD107-15E9-E26E-6D6F-B4ADCE837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" y="1859"/>
              <a:ext cx="81" cy="70"/>
            </a:xfrm>
            <a:custGeom>
              <a:avLst/>
              <a:gdLst>
                <a:gd name="T0" fmla="*/ 81 w 81"/>
                <a:gd name="T1" fmla="*/ 10 h 70"/>
                <a:gd name="T2" fmla="*/ 81 w 81"/>
                <a:gd name="T3" fmla="*/ 12 h 70"/>
                <a:gd name="T4" fmla="*/ 79 w 81"/>
                <a:gd name="T5" fmla="*/ 16 h 70"/>
                <a:gd name="T6" fmla="*/ 75 w 81"/>
                <a:gd name="T7" fmla="*/ 18 h 70"/>
                <a:gd name="T8" fmla="*/ 75 w 81"/>
                <a:gd name="T9" fmla="*/ 20 h 70"/>
                <a:gd name="T10" fmla="*/ 73 w 81"/>
                <a:gd name="T11" fmla="*/ 24 h 70"/>
                <a:gd name="T12" fmla="*/ 73 w 81"/>
                <a:gd name="T13" fmla="*/ 28 h 70"/>
                <a:gd name="T14" fmla="*/ 71 w 81"/>
                <a:gd name="T15" fmla="*/ 30 h 70"/>
                <a:gd name="T16" fmla="*/ 71 w 81"/>
                <a:gd name="T17" fmla="*/ 32 h 70"/>
                <a:gd name="T18" fmla="*/ 67 w 81"/>
                <a:gd name="T19" fmla="*/ 34 h 70"/>
                <a:gd name="T20" fmla="*/ 67 w 81"/>
                <a:gd name="T21" fmla="*/ 36 h 70"/>
                <a:gd name="T22" fmla="*/ 65 w 81"/>
                <a:gd name="T23" fmla="*/ 42 h 70"/>
                <a:gd name="T24" fmla="*/ 63 w 81"/>
                <a:gd name="T25" fmla="*/ 44 h 70"/>
                <a:gd name="T26" fmla="*/ 59 w 81"/>
                <a:gd name="T27" fmla="*/ 46 h 70"/>
                <a:gd name="T28" fmla="*/ 59 w 81"/>
                <a:gd name="T29" fmla="*/ 50 h 70"/>
                <a:gd name="T30" fmla="*/ 55 w 81"/>
                <a:gd name="T31" fmla="*/ 56 h 70"/>
                <a:gd name="T32" fmla="*/ 55 w 81"/>
                <a:gd name="T33" fmla="*/ 62 h 70"/>
                <a:gd name="T34" fmla="*/ 57 w 81"/>
                <a:gd name="T35" fmla="*/ 68 h 70"/>
                <a:gd name="T36" fmla="*/ 55 w 81"/>
                <a:gd name="T37" fmla="*/ 70 h 70"/>
                <a:gd name="T38" fmla="*/ 41 w 81"/>
                <a:gd name="T39" fmla="*/ 70 h 70"/>
                <a:gd name="T40" fmla="*/ 24 w 81"/>
                <a:gd name="T41" fmla="*/ 70 h 70"/>
                <a:gd name="T42" fmla="*/ 8 w 81"/>
                <a:gd name="T43" fmla="*/ 70 h 70"/>
                <a:gd name="T44" fmla="*/ 10 w 81"/>
                <a:gd name="T45" fmla="*/ 60 h 70"/>
                <a:gd name="T46" fmla="*/ 6 w 81"/>
                <a:gd name="T47" fmla="*/ 60 h 70"/>
                <a:gd name="T48" fmla="*/ 2 w 81"/>
                <a:gd name="T49" fmla="*/ 60 h 70"/>
                <a:gd name="T50" fmla="*/ 2 w 81"/>
                <a:gd name="T51" fmla="*/ 58 h 70"/>
                <a:gd name="T52" fmla="*/ 2 w 81"/>
                <a:gd name="T53" fmla="*/ 42 h 70"/>
                <a:gd name="T54" fmla="*/ 2 w 81"/>
                <a:gd name="T55" fmla="*/ 22 h 70"/>
                <a:gd name="T56" fmla="*/ 0 w 81"/>
                <a:gd name="T57" fmla="*/ 0 h 70"/>
                <a:gd name="T58" fmla="*/ 20 w 81"/>
                <a:gd name="T59" fmla="*/ 0 h 70"/>
                <a:gd name="T60" fmla="*/ 37 w 81"/>
                <a:gd name="T61" fmla="*/ 0 h 70"/>
                <a:gd name="T62" fmla="*/ 53 w 81"/>
                <a:gd name="T63" fmla="*/ 0 h 70"/>
                <a:gd name="T64" fmla="*/ 73 w 81"/>
                <a:gd name="T65" fmla="*/ 2 h 70"/>
                <a:gd name="T66" fmla="*/ 73 w 81"/>
                <a:gd name="T67" fmla="*/ 4 h 70"/>
                <a:gd name="T68" fmla="*/ 73 w 81"/>
                <a:gd name="T69" fmla="*/ 6 h 70"/>
                <a:gd name="T70" fmla="*/ 71 w 81"/>
                <a:gd name="T71" fmla="*/ 8 h 70"/>
                <a:gd name="T72" fmla="*/ 69 w 81"/>
                <a:gd name="T73" fmla="*/ 10 h 70"/>
                <a:gd name="T74" fmla="*/ 81 w 81"/>
                <a:gd name="T75" fmla="*/ 10 h 70"/>
                <a:gd name="T76" fmla="*/ 81 w 81"/>
                <a:gd name="T77" fmla="*/ 10 h 70"/>
                <a:gd name="T78" fmla="*/ 81 w 81"/>
                <a:gd name="T79" fmla="*/ 1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1" h="70">
                  <a:moveTo>
                    <a:pt x="81" y="10"/>
                  </a:moveTo>
                  <a:lnTo>
                    <a:pt x="81" y="12"/>
                  </a:lnTo>
                  <a:lnTo>
                    <a:pt x="79" y="16"/>
                  </a:lnTo>
                  <a:lnTo>
                    <a:pt x="75" y="18"/>
                  </a:lnTo>
                  <a:lnTo>
                    <a:pt x="75" y="20"/>
                  </a:lnTo>
                  <a:lnTo>
                    <a:pt x="73" y="24"/>
                  </a:lnTo>
                  <a:lnTo>
                    <a:pt x="73" y="28"/>
                  </a:lnTo>
                  <a:lnTo>
                    <a:pt x="71" y="30"/>
                  </a:lnTo>
                  <a:lnTo>
                    <a:pt x="71" y="32"/>
                  </a:lnTo>
                  <a:lnTo>
                    <a:pt x="67" y="34"/>
                  </a:lnTo>
                  <a:lnTo>
                    <a:pt x="67" y="36"/>
                  </a:lnTo>
                  <a:lnTo>
                    <a:pt x="65" y="42"/>
                  </a:lnTo>
                  <a:lnTo>
                    <a:pt x="63" y="44"/>
                  </a:lnTo>
                  <a:lnTo>
                    <a:pt x="59" y="46"/>
                  </a:lnTo>
                  <a:lnTo>
                    <a:pt x="59" y="50"/>
                  </a:lnTo>
                  <a:lnTo>
                    <a:pt x="55" y="56"/>
                  </a:lnTo>
                  <a:lnTo>
                    <a:pt x="55" y="62"/>
                  </a:lnTo>
                  <a:lnTo>
                    <a:pt x="57" y="68"/>
                  </a:lnTo>
                  <a:lnTo>
                    <a:pt x="55" y="70"/>
                  </a:lnTo>
                  <a:lnTo>
                    <a:pt x="41" y="70"/>
                  </a:lnTo>
                  <a:lnTo>
                    <a:pt x="24" y="70"/>
                  </a:lnTo>
                  <a:lnTo>
                    <a:pt x="8" y="70"/>
                  </a:lnTo>
                  <a:lnTo>
                    <a:pt x="10" y="60"/>
                  </a:lnTo>
                  <a:lnTo>
                    <a:pt x="6" y="60"/>
                  </a:lnTo>
                  <a:lnTo>
                    <a:pt x="2" y="60"/>
                  </a:lnTo>
                  <a:lnTo>
                    <a:pt x="2" y="58"/>
                  </a:lnTo>
                  <a:lnTo>
                    <a:pt x="2" y="42"/>
                  </a:lnTo>
                  <a:lnTo>
                    <a:pt x="2" y="22"/>
                  </a:lnTo>
                  <a:lnTo>
                    <a:pt x="0" y="0"/>
                  </a:lnTo>
                  <a:lnTo>
                    <a:pt x="20" y="0"/>
                  </a:lnTo>
                  <a:lnTo>
                    <a:pt x="37" y="0"/>
                  </a:lnTo>
                  <a:lnTo>
                    <a:pt x="53" y="0"/>
                  </a:lnTo>
                  <a:lnTo>
                    <a:pt x="73" y="2"/>
                  </a:lnTo>
                  <a:lnTo>
                    <a:pt x="73" y="4"/>
                  </a:lnTo>
                  <a:lnTo>
                    <a:pt x="73" y="6"/>
                  </a:lnTo>
                  <a:lnTo>
                    <a:pt x="71" y="8"/>
                  </a:lnTo>
                  <a:lnTo>
                    <a:pt x="69" y="10"/>
                  </a:lnTo>
                  <a:lnTo>
                    <a:pt x="81" y="10"/>
                  </a:lnTo>
                  <a:lnTo>
                    <a:pt x="81" y="10"/>
                  </a:lnTo>
                  <a:lnTo>
                    <a:pt x="81" y="10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7" name="Freeform 11">
              <a:extLst>
                <a:ext uri="{FF2B5EF4-FFF2-40B4-BE49-F238E27FC236}">
                  <a16:creationId xmlns:a16="http://schemas.microsoft.com/office/drawing/2014/main" id="{31D1C996-FFAD-79E0-AA2F-86FBA03329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4" y="1851"/>
              <a:ext cx="96" cy="112"/>
            </a:xfrm>
            <a:custGeom>
              <a:avLst/>
              <a:gdLst>
                <a:gd name="T0" fmla="*/ 96 w 96"/>
                <a:gd name="T1" fmla="*/ 0 h 112"/>
                <a:gd name="T2" fmla="*/ 96 w 96"/>
                <a:gd name="T3" fmla="*/ 112 h 112"/>
                <a:gd name="T4" fmla="*/ 62 w 96"/>
                <a:gd name="T5" fmla="*/ 112 h 112"/>
                <a:gd name="T6" fmla="*/ 26 w 96"/>
                <a:gd name="T7" fmla="*/ 98 h 112"/>
                <a:gd name="T8" fmla="*/ 0 w 96"/>
                <a:gd name="T9" fmla="*/ 88 h 112"/>
                <a:gd name="T10" fmla="*/ 2 w 96"/>
                <a:gd name="T11" fmla="*/ 84 h 112"/>
                <a:gd name="T12" fmla="*/ 4 w 96"/>
                <a:gd name="T13" fmla="*/ 84 h 112"/>
                <a:gd name="T14" fmla="*/ 6 w 96"/>
                <a:gd name="T15" fmla="*/ 82 h 112"/>
                <a:gd name="T16" fmla="*/ 4 w 96"/>
                <a:gd name="T17" fmla="*/ 78 h 112"/>
                <a:gd name="T18" fmla="*/ 2 w 96"/>
                <a:gd name="T19" fmla="*/ 76 h 112"/>
                <a:gd name="T20" fmla="*/ 2 w 96"/>
                <a:gd name="T21" fmla="*/ 72 h 112"/>
                <a:gd name="T22" fmla="*/ 4 w 96"/>
                <a:gd name="T23" fmla="*/ 68 h 112"/>
                <a:gd name="T24" fmla="*/ 6 w 96"/>
                <a:gd name="T25" fmla="*/ 58 h 112"/>
                <a:gd name="T26" fmla="*/ 12 w 96"/>
                <a:gd name="T27" fmla="*/ 54 h 112"/>
                <a:gd name="T28" fmla="*/ 8 w 96"/>
                <a:gd name="T29" fmla="*/ 50 h 112"/>
                <a:gd name="T30" fmla="*/ 6 w 96"/>
                <a:gd name="T31" fmla="*/ 46 h 112"/>
                <a:gd name="T32" fmla="*/ 4 w 96"/>
                <a:gd name="T33" fmla="*/ 44 h 112"/>
                <a:gd name="T34" fmla="*/ 4 w 96"/>
                <a:gd name="T35" fmla="*/ 40 h 112"/>
                <a:gd name="T36" fmla="*/ 4 w 96"/>
                <a:gd name="T37" fmla="*/ 38 h 112"/>
                <a:gd name="T38" fmla="*/ 4 w 96"/>
                <a:gd name="T39" fmla="*/ 34 h 112"/>
                <a:gd name="T40" fmla="*/ 4 w 96"/>
                <a:gd name="T41" fmla="*/ 30 h 112"/>
                <a:gd name="T42" fmla="*/ 4 w 96"/>
                <a:gd name="T43" fmla="*/ 28 h 112"/>
                <a:gd name="T44" fmla="*/ 4 w 96"/>
                <a:gd name="T45" fmla="*/ 22 h 112"/>
                <a:gd name="T46" fmla="*/ 2 w 96"/>
                <a:gd name="T47" fmla="*/ 20 h 112"/>
                <a:gd name="T48" fmla="*/ 4 w 96"/>
                <a:gd name="T49" fmla="*/ 18 h 112"/>
                <a:gd name="T50" fmla="*/ 6 w 96"/>
                <a:gd name="T51" fmla="*/ 18 h 112"/>
                <a:gd name="T52" fmla="*/ 10 w 96"/>
                <a:gd name="T53" fmla="*/ 18 h 112"/>
                <a:gd name="T54" fmla="*/ 12 w 96"/>
                <a:gd name="T55" fmla="*/ 20 h 112"/>
                <a:gd name="T56" fmla="*/ 14 w 96"/>
                <a:gd name="T57" fmla="*/ 16 h 112"/>
                <a:gd name="T58" fmla="*/ 14 w 96"/>
                <a:gd name="T59" fmla="*/ 16 h 112"/>
                <a:gd name="T60" fmla="*/ 14 w 96"/>
                <a:gd name="T61" fmla="*/ 0 h 112"/>
                <a:gd name="T62" fmla="*/ 40 w 96"/>
                <a:gd name="T63" fmla="*/ 0 h 112"/>
                <a:gd name="T64" fmla="*/ 72 w 96"/>
                <a:gd name="T65" fmla="*/ 0 h 112"/>
                <a:gd name="T66" fmla="*/ 96 w 96"/>
                <a:gd name="T67" fmla="*/ 0 h 112"/>
                <a:gd name="T68" fmla="*/ 96 w 96"/>
                <a:gd name="T69" fmla="*/ 0 h 112"/>
                <a:gd name="T70" fmla="*/ 96 w 96"/>
                <a:gd name="T71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6" h="112">
                  <a:moveTo>
                    <a:pt x="96" y="0"/>
                  </a:moveTo>
                  <a:lnTo>
                    <a:pt x="96" y="112"/>
                  </a:lnTo>
                  <a:lnTo>
                    <a:pt x="62" y="112"/>
                  </a:lnTo>
                  <a:lnTo>
                    <a:pt x="26" y="98"/>
                  </a:lnTo>
                  <a:lnTo>
                    <a:pt x="0" y="88"/>
                  </a:lnTo>
                  <a:lnTo>
                    <a:pt x="2" y="84"/>
                  </a:lnTo>
                  <a:lnTo>
                    <a:pt x="4" y="84"/>
                  </a:lnTo>
                  <a:lnTo>
                    <a:pt x="6" y="82"/>
                  </a:lnTo>
                  <a:lnTo>
                    <a:pt x="4" y="78"/>
                  </a:lnTo>
                  <a:lnTo>
                    <a:pt x="2" y="76"/>
                  </a:lnTo>
                  <a:lnTo>
                    <a:pt x="2" y="72"/>
                  </a:lnTo>
                  <a:lnTo>
                    <a:pt x="4" y="68"/>
                  </a:lnTo>
                  <a:lnTo>
                    <a:pt x="6" y="58"/>
                  </a:lnTo>
                  <a:lnTo>
                    <a:pt x="12" y="54"/>
                  </a:lnTo>
                  <a:lnTo>
                    <a:pt x="8" y="50"/>
                  </a:lnTo>
                  <a:lnTo>
                    <a:pt x="6" y="46"/>
                  </a:lnTo>
                  <a:lnTo>
                    <a:pt x="4" y="44"/>
                  </a:lnTo>
                  <a:lnTo>
                    <a:pt x="4" y="40"/>
                  </a:lnTo>
                  <a:lnTo>
                    <a:pt x="4" y="38"/>
                  </a:lnTo>
                  <a:lnTo>
                    <a:pt x="4" y="34"/>
                  </a:lnTo>
                  <a:lnTo>
                    <a:pt x="4" y="30"/>
                  </a:lnTo>
                  <a:lnTo>
                    <a:pt x="4" y="28"/>
                  </a:lnTo>
                  <a:lnTo>
                    <a:pt x="4" y="22"/>
                  </a:lnTo>
                  <a:lnTo>
                    <a:pt x="2" y="20"/>
                  </a:lnTo>
                  <a:lnTo>
                    <a:pt x="4" y="18"/>
                  </a:lnTo>
                  <a:lnTo>
                    <a:pt x="6" y="18"/>
                  </a:lnTo>
                  <a:lnTo>
                    <a:pt x="10" y="18"/>
                  </a:lnTo>
                  <a:lnTo>
                    <a:pt x="12" y="20"/>
                  </a:lnTo>
                  <a:lnTo>
                    <a:pt x="14" y="16"/>
                  </a:lnTo>
                  <a:lnTo>
                    <a:pt x="14" y="16"/>
                  </a:lnTo>
                  <a:lnTo>
                    <a:pt x="14" y="0"/>
                  </a:lnTo>
                  <a:lnTo>
                    <a:pt x="40" y="0"/>
                  </a:lnTo>
                  <a:lnTo>
                    <a:pt x="72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8" name="Freeform 12">
              <a:extLst>
                <a:ext uri="{FF2B5EF4-FFF2-40B4-BE49-F238E27FC236}">
                  <a16:creationId xmlns:a16="http://schemas.microsoft.com/office/drawing/2014/main" id="{953EDE01-1F70-EA68-3F61-DF3AAB7E6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4" y="1851"/>
              <a:ext cx="96" cy="112"/>
            </a:xfrm>
            <a:custGeom>
              <a:avLst/>
              <a:gdLst>
                <a:gd name="T0" fmla="*/ 96 w 96"/>
                <a:gd name="T1" fmla="*/ 0 h 112"/>
                <a:gd name="T2" fmla="*/ 96 w 96"/>
                <a:gd name="T3" fmla="*/ 112 h 112"/>
                <a:gd name="T4" fmla="*/ 62 w 96"/>
                <a:gd name="T5" fmla="*/ 112 h 112"/>
                <a:gd name="T6" fmla="*/ 26 w 96"/>
                <a:gd name="T7" fmla="*/ 98 h 112"/>
                <a:gd name="T8" fmla="*/ 0 w 96"/>
                <a:gd name="T9" fmla="*/ 88 h 112"/>
                <a:gd name="T10" fmla="*/ 2 w 96"/>
                <a:gd name="T11" fmla="*/ 84 h 112"/>
                <a:gd name="T12" fmla="*/ 4 w 96"/>
                <a:gd name="T13" fmla="*/ 84 h 112"/>
                <a:gd name="T14" fmla="*/ 6 w 96"/>
                <a:gd name="T15" fmla="*/ 82 h 112"/>
                <a:gd name="T16" fmla="*/ 4 w 96"/>
                <a:gd name="T17" fmla="*/ 78 h 112"/>
                <a:gd name="T18" fmla="*/ 2 w 96"/>
                <a:gd name="T19" fmla="*/ 76 h 112"/>
                <a:gd name="T20" fmla="*/ 2 w 96"/>
                <a:gd name="T21" fmla="*/ 72 h 112"/>
                <a:gd name="T22" fmla="*/ 4 w 96"/>
                <a:gd name="T23" fmla="*/ 68 h 112"/>
                <a:gd name="T24" fmla="*/ 6 w 96"/>
                <a:gd name="T25" fmla="*/ 58 h 112"/>
                <a:gd name="T26" fmla="*/ 12 w 96"/>
                <a:gd name="T27" fmla="*/ 54 h 112"/>
                <a:gd name="T28" fmla="*/ 8 w 96"/>
                <a:gd name="T29" fmla="*/ 50 h 112"/>
                <a:gd name="T30" fmla="*/ 6 w 96"/>
                <a:gd name="T31" fmla="*/ 46 h 112"/>
                <a:gd name="T32" fmla="*/ 4 w 96"/>
                <a:gd name="T33" fmla="*/ 44 h 112"/>
                <a:gd name="T34" fmla="*/ 4 w 96"/>
                <a:gd name="T35" fmla="*/ 40 h 112"/>
                <a:gd name="T36" fmla="*/ 4 w 96"/>
                <a:gd name="T37" fmla="*/ 38 h 112"/>
                <a:gd name="T38" fmla="*/ 4 w 96"/>
                <a:gd name="T39" fmla="*/ 34 h 112"/>
                <a:gd name="T40" fmla="*/ 4 w 96"/>
                <a:gd name="T41" fmla="*/ 30 h 112"/>
                <a:gd name="T42" fmla="*/ 4 w 96"/>
                <a:gd name="T43" fmla="*/ 28 h 112"/>
                <a:gd name="T44" fmla="*/ 4 w 96"/>
                <a:gd name="T45" fmla="*/ 22 h 112"/>
                <a:gd name="T46" fmla="*/ 2 w 96"/>
                <a:gd name="T47" fmla="*/ 20 h 112"/>
                <a:gd name="T48" fmla="*/ 4 w 96"/>
                <a:gd name="T49" fmla="*/ 18 h 112"/>
                <a:gd name="T50" fmla="*/ 6 w 96"/>
                <a:gd name="T51" fmla="*/ 18 h 112"/>
                <a:gd name="T52" fmla="*/ 10 w 96"/>
                <a:gd name="T53" fmla="*/ 18 h 112"/>
                <a:gd name="T54" fmla="*/ 12 w 96"/>
                <a:gd name="T55" fmla="*/ 20 h 112"/>
                <a:gd name="T56" fmla="*/ 14 w 96"/>
                <a:gd name="T57" fmla="*/ 16 h 112"/>
                <a:gd name="T58" fmla="*/ 14 w 96"/>
                <a:gd name="T59" fmla="*/ 16 h 112"/>
                <a:gd name="T60" fmla="*/ 14 w 96"/>
                <a:gd name="T61" fmla="*/ 0 h 112"/>
                <a:gd name="T62" fmla="*/ 40 w 96"/>
                <a:gd name="T63" fmla="*/ 0 h 112"/>
                <a:gd name="T64" fmla="*/ 72 w 96"/>
                <a:gd name="T65" fmla="*/ 0 h 112"/>
                <a:gd name="T66" fmla="*/ 96 w 96"/>
                <a:gd name="T67" fmla="*/ 0 h 112"/>
                <a:gd name="T68" fmla="*/ 96 w 96"/>
                <a:gd name="T69" fmla="*/ 0 h 112"/>
                <a:gd name="T70" fmla="*/ 96 w 96"/>
                <a:gd name="T71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6" h="112">
                  <a:moveTo>
                    <a:pt x="96" y="0"/>
                  </a:moveTo>
                  <a:lnTo>
                    <a:pt x="96" y="112"/>
                  </a:lnTo>
                  <a:lnTo>
                    <a:pt x="62" y="112"/>
                  </a:lnTo>
                  <a:lnTo>
                    <a:pt x="26" y="98"/>
                  </a:lnTo>
                  <a:lnTo>
                    <a:pt x="0" y="88"/>
                  </a:lnTo>
                  <a:lnTo>
                    <a:pt x="2" y="84"/>
                  </a:lnTo>
                  <a:lnTo>
                    <a:pt x="4" y="84"/>
                  </a:lnTo>
                  <a:lnTo>
                    <a:pt x="6" y="82"/>
                  </a:lnTo>
                  <a:lnTo>
                    <a:pt x="4" y="78"/>
                  </a:lnTo>
                  <a:lnTo>
                    <a:pt x="2" y="76"/>
                  </a:lnTo>
                  <a:lnTo>
                    <a:pt x="2" y="72"/>
                  </a:lnTo>
                  <a:lnTo>
                    <a:pt x="4" y="68"/>
                  </a:lnTo>
                  <a:lnTo>
                    <a:pt x="6" y="58"/>
                  </a:lnTo>
                  <a:lnTo>
                    <a:pt x="12" y="54"/>
                  </a:lnTo>
                  <a:lnTo>
                    <a:pt x="8" y="50"/>
                  </a:lnTo>
                  <a:lnTo>
                    <a:pt x="6" y="46"/>
                  </a:lnTo>
                  <a:lnTo>
                    <a:pt x="4" y="44"/>
                  </a:lnTo>
                  <a:lnTo>
                    <a:pt x="4" y="40"/>
                  </a:lnTo>
                  <a:lnTo>
                    <a:pt x="4" y="38"/>
                  </a:lnTo>
                  <a:lnTo>
                    <a:pt x="4" y="34"/>
                  </a:lnTo>
                  <a:lnTo>
                    <a:pt x="4" y="30"/>
                  </a:lnTo>
                  <a:lnTo>
                    <a:pt x="4" y="28"/>
                  </a:lnTo>
                  <a:lnTo>
                    <a:pt x="4" y="22"/>
                  </a:lnTo>
                  <a:lnTo>
                    <a:pt x="2" y="20"/>
                  </a:lnTo>
                  <a:lnTo>
                    <a:pt x="4" y="18"/>
                  </a:lnTo>
                  <a:lnTo>
                    <a:pt x="6" y="18"/>
                  </a:lnTo>
                  <a:lnTo>
                    <a:pt x="10" y="18"/>
                  </a:lnTo>
                  <a:lnTo>
                    <a:pt x="12" y="20"/>
                  </a:lnTo>
                  <a:lnTo>
                    <a:pt x="14" y="16"/>
                  </a:lnTo>
                  <a:lnTo>
                    <a:pt x="14" y="16"/>
                  </a:lnTo>
                  <a:lnTo>
                    <a:pt x="14" y="0"/>
                  </a:lnTo>
                  <a:lnTo>
                    <a:pt x="40" y="0"/>
                  </a:lnTo>
                  <a:lnTo>
                    <a:pt x="72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" name="Freeform 13">
              <a:extLst>
                <a:ext uri="{FF2B5EF4-FFF2-40B4-BE49-F238E27FC236}">
                  <a16:creationId xmlns:a16="http://schemas.microsoft.com/office/drawing/2014/main" id="{24DACA84-CA6D-F5AE-2FA0-5BD979847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" y="1743"/>
              <a:ext cx="168" cy="196"/>
            </a:xfrm>
            <a:custGeom>
              <a:avLst/>
              <a:gdLst>
                <a:gd name="T0" fmla="*/ 74 w 168"/>
                <a:gd name="T1" fmla="*/ 0 h 196"/>
                <a:gd name="T2" fmla="*/ 74 w 168"/>
                <a:gd name="T3" fmla="*/ 66 h 196"/>
                <a:gd name="T4" fmla="*/ 104 w 168"/>
                <a:gd name="T5" fmla="*/ 94 h 196"/>
                <a:gd name="T6" fmla="*/ 134 w 168"/>
                <a:gd name="T7" fmla="*/ 120 h 196"/>
                <a:gd name="T8" fmla="*/ 162 w 168"/>
                <a:gd name="T9" fmla="*/ 146 h 196"/>
                <a:gd name="T10" fmla="*/ 162 w 168"/>
                <a:gd name="T11" fmla="*/ 148 h 196"/>
                <a:gd name="T12" fmla="*/ 162 w 168"/>
                <a:gd name="T13" fmla="*/ 150 h 196"/>
                <a:gd name="T14" fmla="*/ 164 w 168"/>
                <a:gd name="T15" fmla="*/ 154 h 196"/>
                <a:gd name="T16" fmla="*/ 166 w 168"/>
                <a:gd name="T17" fmla="*/ 158 h 196"/>
                <a:gd name="T18" fmla="*/ 168 w 168"/>
                <a:gd name="T19" fmla="*/ 162 h 196"/>
                <a:gd name="T20" fmla="*/ 164 w 168"/>
                <a:gd name="T21" fmla="*/ 166 h 196"/>
                <a:gd name="T22" fmla="*/ 162 w 168"/>
                <a:gd name="T23" fmla="*/ 176 h 196"/>
                <a:gd name="T24" fmla="*/ 160 w 168"/>
                <a:gd name="T25" fmla="*/ 180 h 196"/>
                <a:gd name="T26" fmla="*/ 160 w 168"/>
                <a:gd name="T27" fmla="*/ 184 h 196"/>
                <a:gd name="T28" fmla="*/ 160 w 168"/>
                <a:gd name="T29" fmla="*/ 186 h 196"/>
                <a:gd name="T30" fmla="*/ 164 w 168"/>
                <a:gd name="T31" fmla="*/ 190 h 196"/>
                <a:gd name="T32" fmla="*/ 162 w 168"/>
                <a:gd name="T33" fmla="*/ 192 h 196"/>
                <a:gd name="T34" fmla="*/ 160 w 168"/>
                <a:gd name="T35" fmla="*/ 192 h 196"/>
                <a:gd name="T36" fmla="*/ 138 w 168"/>
                <a:gd name="T37" fmla="*/ 194 h 196"/>
                <a:gd name="T38" fmla="*/ 120 w 168"/>
                <a:gd name="T39" fmla="*/ 196 h 196"/>
                <a:gd name="T40" fmla="*/ 118 w 168"/>
                <a:gd name="T41" fmla="*/ 190 h 196"/>
                <a:gd name="T42" fmla="*/ 112 w 168"/>
                <a:gd name="T43" fmla="*/ 178 h 196"/>
                <a:gd name="T44" fmla="*/ 94 w 168"/>
                <a:gd name="T45" fmla="*/ 168 h 196"/>
                <a:gd name="T46" fmla="*/ 88 w 168"/>
                <a:gd name="T47" fmla="*/ 166 h 196"/>
                <a:gd name="T48" fmla="*/ 80 w 168"/>
                <a:gd name="T49" fmla="*/ 160 h 196"/>
                <a:gd name="T50" fmla="*/ 68 w 168"/>
                <a:gd name="T51" fmla="*/ 158 h 196"/>
                <a:gd name="T52" fmla="*/ 62 w 168"/>
                <a:gd name="T53" fmla="*/ 156 h 196"/>
                <a:gd name="T54" fmla="*/ 62 w 168"/>
                <a:gd name="T55" fmla="*/ 144 h 196"/>
                <a:gd name="T56" fmla="*/ 44 w 168"/>
                <a:gd name="T57" fmla="*/ 124 h 196"/>
                <a:gd name="T58" fmla="*/ 32 w 168"/>
                <a:gd name="T59" fmla="*/ 96 h 196"/>
                <a:gd name="T60" fmla="*/ 32 w 168"/>
                <a:gd name="T61" fmla="*/ 90 h 196"/>
                <a:gd name="T62" fmla="*/ 24 w 168"/>
                <a:gd name="T63" fmla="*/ 84 h 196"/>
                <a:gd name="T64" fmla="*/ 12 w 168"/>
                <a:gd name="T65" fmla="*/ 66 h 196"/>
                <a:gd name="T66" fmla="*/ 10 w 168"/>
                <a:gd name="T67" fmla="*/ 50 h 196"/>
                <a:gd name="T68" fmla="*/ 0 w 168"/>
                <a:gd name="T69" fmla="*/ 38 h 196"/>
                <a:gd name="T70" fmla="*/ 4 w 168"/>
                <a:gd name="T71" fmla="*/ 20 h 196"/>
                <a:gd name="T72" fmla="*/ 4 w 168"/>
                <a:gd name="T73" fmla="*/ 0 h 196"/>
                <a:gd name="T74" fmla="*/ 74 w 168"/>
                <a:gd name="T75" fmla="*/ 0 h 196"/>
                <a:gd name="T76" fmla="*/ 74 w 168"/>
                <a:gd name="T77" fmla="*/ 0 h 196"/>
                <a:gd name="T78" fmla="*/ 74 w 168"/>
                <a:gd name="T79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68" h="196">
                  <a:moveTo>
                    <a:pt x="74" y="0"/>
                  </a:moveTo>
                  <a:lnTo>
                    <a:pt x="74" y="66"/>
                  </a:lnTo>
                  <a:lnTo>
                    <a:pt x="104" y="94"/>
                  </a:lnTo>
                  <a:lnTo>
                    <a:pt x="134" y="120"/>
                  </a:lnTo>
                  <a:lnTo>
                    <a:pt x="162" y="146"/>
                  </a:lnTo>
                  <a:lnTo>
                    <a:pt x="162" y="148"/>
                  </a:lnTo>
                  <a:lnTo>
                    <a:pt x="162" y="150"/>
                  </a:lnTo>
                  <a:lnTo>
                    <a:pt x="164" y="154"/>
                  </a:lnTo>
                  <a:lnTo>
                    <a:pt x="166" y="158"/>
                  </a:lnTo>
                  <a:lnTo>
                    <a:pt x="168" y="162"/>
                  </a:lnTo>
                  <a:lnTo>
                    <a:pt x="164" y="166"/>
                  </a:lnTo>
                  <a:lnTo>
                    <a:pt x="162" y="176"/>
                  </a:lnTo>
                  <a:lnTo>
                    <a:pt x="160" y="180"/>
                  </a:lnTo>
                  <a:lnTo>
                    <a:pt x="160" y="184"/>
                  </a:lnTo>
                  <a:lnTo>
                    <a:pt x="160" y="186"/>
                  </a:lnTo>
                  <a:lnTo>
                    <a:pt x="164" y="190"/>
                  </a:lnTo>
                  <a:lnTo>
                    <a:pt x="162" y="192"/>
                  </a:lnTo>
                  <a:lnTo>
                    <a:pt x="160" y="192"/>
                  </a:lnTo>
                  <a:lnTo>
                    <a:pt x="138" y="194"/>
                  </a:lnTo>
                  <a:lnTo>
                    <a:pt x="120" y="196"/>
                  </a:lnTo>
                  <a:lnTo>
                    <a:pt x="118" y="190"/>
                  </a:lnTo>
                  <a:lnTo>
                    <a:pt x="112" y="178"/>
                  </a:lnTo>
                  <a:lnTo>
                    <a:pt x="94" y="168"/>
                  </a:lnTo>
                  <a:lnTo>
                    <a:pt x="88" y="166"/>
                  </a:lnTo>
                  <a:lnTo>
                    <a:pt x="80" y="160"/>
                  </a:lnTo>
                  <a:lnTo>
                    <a:pt x="68" y="158"/>
                  </a:lnTo>
                  <a:lnTo>
                    <a:pt x="62" y="156"/>
                  </a:lnTo>
                  <a:lnTo>
                    <a:pt x="62" y="144"/>
                  </a:lnTo>
                  <a:lnTo>
                    <a:pt x="44" y="124"/>
                  </a:lnTo>
                  <a:lnTo>
                    <a:pt x="32" y="96"/>
                  </a:lnTo>
                  <a:lnTo>
                    <a:pt x="32" y="90"/>
                  </a:lnTo>
                  <a:lnTo>
                    <a:pt x="24" y="84"/>
                  </a:lnTo>
                  <a:lnTo>
                    <a:pt x="12" y="66"/>
                  </a:lnTo>
                  <a:lnTo>
                    <a:pt x="10" y="50"/>
                  </a:lnTo>
                  <a:lnTo>
                    <a:pt x="0" y="38"/>
                  </a:lnTo>
                  <a:lnTo>
                    <a:pt x="4" y="20"/>
                  </a:lnTo>
                  <a:lnTo>
                    <a:pt x="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0" name="Freeform 14">
              <a:extLst>
                <a:ext uri="{FF2B5EF4-FFF2-40B4-BE49-F238E27FC236}">
                  <a16:creationId xmlns:a16="http://schemas.microsoft.com/office/drawing/2014/main" id="{6E4D17FB-5532-66D9-922E-05B20591C9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" y="1743"/>
              <a:ext cx="168" cy="196"/>
            </a:xfrm>
            <a:custGeom>
              <a:avLst/>
              <a:gdLst>
                <a:gd name="T0" fmla="*/ 74 w 168"/>
                <a:gd name="T1" fmla="*/ 0 h 196"/>
                <a:gd name="T2" fmla="*/ 74 w 168"/>
                <a:gd name="T3" fmla="*/ 66 h 196"/>
                <a:gd name="T4" fmla="*/ 104 w 168"/>
                <a:gd name="T5" fmla="*/ 94 h 196"/>
                <a:gd name="T6" fmla="*/ 134 w 168"/>
                <a:gd name="T7" fmla="*/ 120 h 196"/>
                <a:gd name="T8" fmla="*/ 162 w 168"/>
                <a:gd name="T9" fmla="*/ 146 h 196"/>
                <a:gd name="T10" fmla="*/ 162 w 168"/>
                <a:gd name="T11" fmla="*/ 148 h 196"/>
                <a:gd name="T12" fmla="*/ 162 w 168"/>
                <a:gd name="T13" fmla="*/ 150 h 196"/>
                <a:gd name="T14" fmla="*/ 164 w 168"/>
                <a:gd name="T15" fmla="*/ 154 h 196"/>
                <a:gd name="T16" fmla="*/ 166 w 168"/>
                <a:gd name="T17" fmla="*/ 158 h 196"/>
                <a:gd name="T18" fmla="*/ 168 w 168"/>
                <a:gd name="T19" fmla="*/ 162 h 196"/>
                <a:gd name="T20" fmla="*/ 164 w 168"/>
                <a:gd name="T21" fmla="*/ 166 h 196"/>
                <a:gd name="T22" fmla="*/ 162 w 168"/>
                <a:gd name="T23" fmla="*/ 176 h 196"/>
                <a:gd name="T24" fmla="*/ 160 w 168"/>
                <a:gd name="T25" fmla="*/ 180 h 196"/>
                <a:gd name="T26" fmla="*/ 160 w 168"/>
                <a:gd name="T27" fmla="*/ 184 h 196"/>
                <a:gd name="T28" fmla="*/ 160 w 168"/>
                <a:gd name="T29" fmla="*/ 186 h 196"/>
                <a:gd name="T30" fmla="*/ 164 w 168"/>
                <a:gd name="T31" fmla="*/ 190 h 196"/>
                <a:gd name="T32" fmla="*/ 162 w 168"/>
                <a:gd name="T33" fmla="*/ 192 h 196"/>
                <a:gd name="T34" fmla="*/ 160 w 168"/>
                <a:gd name="T35" fmla="*/ 192 h 196"/>
                <a:gd name="T36" fmla="*/ 138 w 168"/>
                <a:gd name="T37" fmla="*/ 194 h 196"/>
                <a:gd name="T38" fmla="*/ 120 w 168"/>
                <a:gd name="T39" fmla="*/ 196 h 196"/>
                <a:gd name="T40" fmla="*/ 118 w 168"/>
                <a:gd name="T41" fmla="*/ 190 h 196"/>
                <a:gd name="T42" fmla="*/ 112 w 168"/>
                <a:gd name="T43" fmla="*/ 178 h 196"/>
                <a:gd name="T44" fmla="*/ 94 w 168"/>
                <a:gd name="T45" fmla="*/ 168 h 196"/>
                <a:gd name="T46" fmla="*/ 88 w 168"/>
                <a:gd name="T47" fmla="*/ 166 h 196"/>
                <a:gd name="T48" fmla="*/ 80 w 168"/>
                <a:gd name="T49" fmla="*/ 160 h 196"/>
                <a:gd name="T50" fmla="*/ 68 w 168"/>
                <a:gd name="T51" fmla="*/ 158 h 196"/>
                <a:gd name="T52" fmla="*/ 62 w 168"/>
                <a:gd name="T53" fmla="*/ 156 h 196"/>
                <a:gd name="T54" fmla="*/ 62 w 168"/>
                <a:gd name="T55" fmla="*/ 144 h 196"/>
                <a:gd name="T56" fmla="*/ 44 w 168"/>
                <a:gd name="T57" fmla="*/ 124 h 196"/>
                <a:gd name="T58" fmla="*/ 32 w 168"/>
                <a:gd name="T59" fmla="*/ 96 h 196"/>
                <a:gd name="T60" fmla="*/ 32 w 168"/>
                <a:gd name="T61" fmla="*/ 90 h 196"/>
                <a:gd name="T62" fmla="*/ 24 w 168"/>
                <a:gd name="T63" fmla="*/ 84 h 196"/>
                <a:gd name="T64" fmla="*/ 12 w 168"/>
                <a:gd name="T65" fmla="*/ 66 h 196"/>
                <a:gd name="T66" fmla="*/ 10 w 168"/>
                <a:gd name="T67" fmla="*/ 50 h 196"/>
                <a:gd name="T68" fmla="*/ 0 w 168"/>
                <a:gd name="T69" fmla="*/ 38 h 196"/>
                <a:gd name="T70" fmla="*/ 4 w 168"/>
                <a:gd name="T71" fmla="*/ 20 h 196"/>
                <a:gd name="T72" fmla="*/ 4 w 168"/>
                <a:gd name="T73" fmla="*/ 0 h 196"/>
                <a:gd name="T74" fmla="*/ 74 w 168"/>
                <a:gd name="T75" fmla="*/ 0 h 196"/>
                <a:gd name="T76" fmla="*/ 74 w 168"/>
                <a:gd name="T77" fmla="*/ 0 h 196"/>
                <a:gd name="T78" fmla="*/ 74 w 168"/>
                <a:gd name="T79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68" h="196">
                  <a:moveTo>
                    <a:pt x="74" y="0"/>
                  </a:moveTo>
                  <a:lnTo>
                    <a:pt x="74" y="66"/>
                  </a:lnTo>
                  <a:lnTo>
                    <a:pt x="104" y="94"/>
                  </a:lnTo>
                  <a:lnTo>
                    <a:pt x="134" y="120"/>
                  </a:lnTo>
                  <a:lnTo>
                    <a:pt x="162" y="146"/>
                  </a:lnTo>
                  <a:lnTo>
                    <a:pt x="162" y="148"/>
                  </a:lnTo>
                  <a:lnTo>
                    <a:pt x="162" y="150"/>
                  </a:lnTo>
                  <a:lnTo>
                    <a:pt x="164" y="154"/>
                  </a:lnTo>
                  <a:lnTo>
                    <a:pt x="166" y="158"/>
                  </a:lnTo>
                  <a:lnTo>
                    <a:pt x="168" y="162"/>
                  </a:lnTo>
                  <a:lnTo>
                    <a:pt x="164" y="166"/>
                  </a:lnTo>
                  <a:lnTo>
                    <a:pt x="162" y="176"/>
                  </a:lnTo>
                  <a:lnTo>
                    <a:pt x="160" y="180"/>
                  </a:lnTo>
                  <a:lnTo>
                    <a:pt x="160" y="184"/>
                  </a:lnTo>
                  <a:lnTo>
                    <a:pt x="160" y="186"/>
                  </a:lnTo>
                  <a:lnTo>
                    <a:pt x="164" y="190"/>
                  </a:lnTo>
                  <a:lnTo>
                    <a:pt x="162" y="192"/>
                  </a:lnTo>
                  <a:lnTo>
                    <a:pt x="160" y="192"/>
                  </a:lnTo>
                  <a:lnTo>
                    <a:pt x="138" y="194"/>
                  </a:lnTo>
                  <a:lnTo>
                    <a:pt x="120" y="196"/>
                  </a:lnTo>
                  <a:lnTo>
                    <a:pt x="118" y="190"/>
                  </a:lnTo>
                  <a:lnTo>
                    <a:pt x="112" y="178"/>
                  </a:lnTo>
                  <a:lnTo>
                    <a:pt x="94" y="168"/>
                  </a:lnTo>
                  <a:lnTo>
                    <a:pt x="88" y="166"/>
                  </a:lnTo>
                  <a:lnTo>
                    <a:pt x="80" y="160"/>
                  </a:lnTo>
                  <a:lnTo>
                    <a:pt x="68" y="158"/>
                  </a:lnTo>
                  <a:lnTo>
                    <a:pt x="62" y="156"/>
                  </a:lnTo>
                  <a:lnTo>
                    <a:pt x="62" y="144"/>
                  </a:lnTo>
                  <a:lnTo>
                    <a:pt x="44" y="124"/>
                  </a:lnTo>
                  <a:lnTo>
                    <a:pt x="32" y="96"/>
                  </a:lnTo>
                  <a:lnTo>
                    <a:pt x="32" y="90"/>
                  </a:lnTo>
                  <a:lnTo>
                    <a:pt x="24" y="84"/>
                  </a:lnTo>
                  <a:lnTo>
                    <a:pt x="12" y="66"/>
                  </a:lnTo>
                  <a:lnTo>
                    <a:pt x="10" y="50"/>
                  </a:lnTo>
                  <a:lnTo>
                    <a:pt x="0" y="38"/>
                  </a:lnTo>
                  <a:lnTo>
                    <a:pt x="4" y="20"/>
                  </a:lnTo>
                  <a:lnTo>
                    <a:pt x="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1" name="Freeform 15">
              <a:extLst>
                <a:ext uri="{FF2B5EF4-FFF2-40B4-BE49-F238E27FC236}">
                  <a16:creationId xmlns:a16="http://schemas.microsoft.com/office/drawing/2014/main" id="{743B3CD6-FFBA-BA31-16F9-020836B7E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" y="1765"/>
              <a:ext cx="114" cy="86"/>
            </a:xfrm>
            <a:custGeom>
              <a:avLst/>
              <a:gdLst>
                <a:gd name="T0" fmla="*/ 114 w 114"/>
                <a:gd name="T1" fmla="*/ 22 h 86"/>
                <a:gd name="T2" fmla="*/ 114 w 114"/>
                <a:gd name="T3" fmla="*/ 54 h 86"/>
                <a:gd name="T4" fmla="*/ 114 w 114"/>
                <a:gd name="T5" fmla="*/ 86 h 86"/>
                <a:gd name="T6" fmla="*/ 98 w 114"/>
                <a:gd name="T7" fmla="*/ 86 h 86"/>
                <a:gd name="T8" fmla="*/ 80 w 114"/>
                <a:gd name="T9" fmla="*/ 86 h 86"/>
                <a:gd name="T10" fmla="*/ 52 w 114"/>
                <a:gd name="T11" fmla="*/ 86 h 86"/>
                <a:gd name="T12" fmla="*/ 26 w 114"/>
                <a:gd name="T13" fmla="*/ 86 h 86"/>
                <a:gd name="T14" fmla="*/ 0 w 114"/>
                <a:gd name="T15" fmla="*/ 86 h 86"/>
                <a:gd name="T16" fmla="*/ 0 w 114"/>
                <a:gd name="T17" fmla="*/ 0 h 86"/>
                <a:gd name="T18" fmla="*/ 16 w 114"/>
                <a:gd name="T19" fmla="*/ 0 h 86"/>
                <a:gd name="T20" fmla="*/ 32 w 114"/>
                <a:gd name="T21" fmla="*/ 0 h 86"/>
                <a:gd name="T22" fmla="*/ 66 w 114"/>
                <a:gd name="T23" fmla="*/ 0 h 86"/>
                <a:gd name="T24" fmla="*/ 82 w 114"/>
                <a:gd name="T25" fmla="*/ 0 h 86"/>
                <a:gd name="T26" fmla="*/ 114 w 114"/>
                <a:gd name="T27" fmla="*/ 0 h 86"/>
                <a:gd name="T28" fmla="*/ 114 w 114"/>
                <a:gd name="T29" fmla="*/ 22 h 86"/>
                <a:gd name="T30" fmla="*/ 114 w 114"/>
                <a:gd name="T31" fmla="*/ 22 h 86"/>
                <a:gd name="T32" fmla="*/ 114 w 114"/>
                <a:gd name="T33" fmla="*/ 22 h 86"/>
                <a:gd name="T34" fmla="*/ 114 w 114"/>
                <a:gd name="T35" fmla="*/ 2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4" h="86">
                  <a:moveTo>
                    <a:pt x="114" y="22"/>
                  </a:moveTo>
                  <a:lnTo>
                    <a:pt x="114" y="54"/>
                  </a:lnTo>
                  <a:lnTo>
                    <a:pt x="114" y="86"/>
                  </a:lnTo>
                  <a:lnTo>
                    <a:pt x="98" y="86"/>
                  </a:lnTo>
                  <a:lnTo>
                    <a:pt x="80" y="86"/>
                  </a:lnTo>
                  <a:lnTo>
                    <a:pt x="52" y="86"/>
                  </a:lnTo>
                  <a:lnTo>
                    <a:pt x="26" y="86"/>
                  </a:lnTo>
                  <a:lnTo>
                    <a:pt x="0" y="8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32" y="0"/>
                  </a:lnTo>
                  <a:lnTo>
                    <a:pt x="66" y="0"/>
                  </a:lnTo>
                  <a:lnTo>
                    <a:pt x="82" y="0"/>
                  </a:lnTo>
                  <a:lnTo>
                    <a:pt x="114" y="0"/>
                  </a:lnTo>
                  <a:lnTo>
                    <a:pt x="114" y="22"/>
                  </a:lnTo>
                  <a:lnTo>
                    <a:pt x="114" y="22"/>
                  </a:lnTo>
                  <a:lnTo>
                    <a:pt x="114" y="22"/>
                  </a:lnTo>
                  <a:lnTo>
                    <a:pt x="114" y="22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2" name="Freeform 16">
              <a:extLst>
                <a:ext uri="{FF2B5EF4-FFF2-40B4-BE49-F238E27FC236}">
                  <a16:creationId xmlns:a16="http://schemas.microsoft.com/office/drawing/2014/main" id="{6E9BBFD5-7AB6-F34A-BEE7-7AC815211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" y="1765"/>
              <a:ext cx="114" cy="86"/>
            </a:xfrm>
            <a:custGeom>
              <a:avLst/>
              <a:gdLst>
                <a:gd name="T0" fmla="*/ 114 w 114"/>
                <a:gd name="T1" fmla="*/ 22 h 86"/>
                <a:gd name="T2" fmla="*/ 114 w 114"/>
                <a:gd name="T3" fmla="*/ 54 h 86"/>
                <a:gd name="T4" fmla="*/ 114 w 114"/>
                <a:gd name="T5" fmla="*/ 86 h 86"/>
                <a:gd name="T6" fmla="*/ 98 w 114"/>
                <a:gd name="T7" fmla="*/ 86 h 86"/>
                <a:gd name="T8" fmla="*/ 80 w 114"/>
                <a:gd name="T9" fmla="*/ 86 h 86"/>
                <a:gd name="T10" fmla="*/ 52 w 114"/>
                <a:gd name="T11" fmla="*/ 86 h 86"/>
                <a:gd name="T12" fmla="*/ 26 w 114"/>
                <a:gd name="T13" fmla="*/ 86 h 86"/>
                <a:gd name="T14" fmla="*/ 0 w 114"/>
                <a:gd name="T15" fmla="*/ 86 h 86"/>
                <a:gd name="T16" fmla="*/ 0 w 114"/>
                <a:gd name="T17" fmla="*/ 0 h 86"/>
                <a:gd name="T18" fmla="*/ 16 w 114"/>
                <a:gd name="T19" fmla="*/ 0 h 86"/>
                <a:gd name="T20" fmla="*/ 32 w 114"/>
                <a:gd name="T21" fmla="*/ 0 h 86"/>
                <a:gd name="T22" fmla="*/ 66 w 114"/>
                <a:gd name="T23" fmla="*/ 0 h 86"/>
                <a:gd name="T24" fmla="*/ 82 w 114"/>
                <a:gd name="T25" fmla="*/ 0 h 86"/>
                <a:gd name="T26" fmla="*/ 114 w 114"/>
                <a:gd name="T27" fmla="*/ 0 h 86"/>
                <a:gd name="T28" fmla="*/ 114 w 114"/>
                <a:gd name="T29" fmla="*/ 22 h 86"/>
                <a:gd name="T30" fmla="*/ 114 w 114"/>
                <a:gd name="T31" fmla="*/ 22 h 86"/>
                <a:gd name="T32" fmla="*/ 114 w 114"/>
                <a:gd name="T33" fmla="*/ 22 h 86"/>
                <a:gd name="T34" fmla="*/ 114 w 114"/>
                <a:gd name="T35" fmla="*/ 2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4" h="86">
                  <a:moveTo>
                    <a:pt x="114" y="22"/>
                  </a:moveTo>
                  <a:lnTo>
                    <a:pt x="114" y="54"/>
                  </a:lnTo>
                  <a:lnTo>
                    <a:pt x="114" y="86"/>
                  </a:lnTo>
                  <a:lnTo>
                    <a:pt x="98" y="86"/>
                  </a:lnTo>
                  <a:lnTo>
                    <a:pt x="80" y="86"/>
                  </a:lnTo>
                  <a:lnTo>
                    <a:pt x="52" y="86"/>
                  </a:lnTo>
                  <a:lnTo>
                    <a:pt x="26" y="86"/>
                  </a:lnTo>
                  <a:lnTo>
                    <a:pt x="0" y="8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32" y="0"/>
                  </a:lnTo>
                  <a:lnTo>
                    <a:pt x="66" y="0"/>
                  </a:lnTo>
                  <a:lnTo>
                    <a:pt x="82" y="0"/>
                  </a:lnTo>
                  <a:lnTo>
                    <a:pt x="114" y="0"/>
                  </a:lnTo>
                  <a:lnTo>
                    <a:pt x="114" y="22"/>
                  </a:lnTo>
                  <a:lnTo>
                    <a:pt x="114" y="22"/>
                  </a:lnTo>
                  <a:lnTo>
                    <a:pt x="114" y="22"/>
                  </a:lnTo>
                  <a:lnTo>
                    <a:pt x="114" y="22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3" name="Freeform 17">
              <a:extLst>
                <a:ext uri="{FF2B5EF4-FFF2-40B4-BE49-F238E27FC236}">
                  <a16:creationId xmlns:a16="http://schemas.microsoft.com/office/drawing/2014/main" id="{761BBC4B-FB59-CB53-8832-BEB84C810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" y="1743"/>
              <a:ext cx="30" cy="22"/>
            </a:xfrm>
            <a:custGeom>
              <a:avLst/>
              <a:gdLst>
                <a:gd name="T0" fmla="*/ 30 w 30"/>
                <a:gd name="T1" fmla="*/ 0 h 22"/>
                <a:gd name="T2" fmla="*/ 30 w 30"/>
                <a:gd name="T3" fmla="*/ 12 h 22"/>
                <a:gd name="T4" fmla="*/ 30 w 30"/>
                <a:gd name="T5" fmla="*/ 16 h 22"/>
                <a:gd name="T6" fmla="*/ 22 w 30"/>
                <a:gd name="T7" fmla="*/ 16 h 22"/>
                <a:gd name="T8" fmla="*/ 12 w 30"/>
                <a:gd name="T9" fmla="*/ 18 h 22"/>
                <a:gd name="T10" fmla="*/ 0 w 30"/>
                <a:gd name="T11" fmla="*/ 22 h 22"/>
                <a:gd name="T12" fmla="*/ 0 w 30"/>
                <a:gd name="T13" fmla="*/ 20 h 22"/>
                <a:gd name="T14" fmla="*/ 4 w 30"/>
                <a:gd name="T15" fmla="*/ 18 h 22"/>
                <a:gd name="T16" fmla="*/ 2 w 30"/>
                <a:gd name="T17" fmla="*/ 16 h 22"/>
                <a:gd name="T18" fmla="*/ 4 w 30"/>
                <a:gd name="T19" fmla="*/ 0 h 22"/>
                <a:gd name="T20" fmla="*/ 16 w 30"/>
                <a:gd name="T21" fmla="*/ 0 h 22"/>
                <a:gd name="T22" fmla="*/ 30 w 30"/>
                <a:gd name="T23" fmla="*/ 0 h 22"/>
                <a:gd name="T24" fmla="*/ 30 w 30"/>
                <a:gd name="T25" fmla="*/ 0 h 22"/>
                <a:gd name="T26" fmla="*/ 30 w 30"/>
                <a:gd name="T2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0" h="22">
                  <a:moveTo>
                    <a:pt x="30" y="0"/>
                  </a:moveTo>
                  <a:lnTo>
                    <a:pt x="30" y="12"/>
                  </a:lnTo>
                  <a:lnTo>
                    <a:pt x="30" y="16"/>
                  </a:lnTo>
                  <a:lnTo>
                    <a:pt x="22" y="16"/>
                  </a:lnTo>
                  <a:lnTo>
                    <a:pt x="12" y="18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4" y="18"/>
                  </a:lnTo>
                  <a:lnTo>
                    <a:pt x="2" y="16"/>
                  </a:lnTo>
                  <a:lnTo>
                    <a:pt x="4" y="0"/>
                  </a:lnTo>
                  <a:lnTo>
                    <a:pt x="16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" name="Freeform 18">
              <a:extLst>
                <a:ext uri="{FF2B5EF4-FFF2-40B4-BE49-F238E27FC236}">
                  <a16:creationId xmlns:a16="http://schemas.microsoft.com/office/drawing/2014/main" id="{AF3D636B-359B-F36C-F25C-BE0C44108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" y="1743"/>
              <a:ext cx="30" cy="22"/>
            </a:xfrm>
            <a:custGeom>
              <a:avLst/>
              <a:gdLst>
                <a:gd name="T0" fmla="*/ 30 w 30"/>
                <a:gd name="T1" fmla="*/ 0 h 22"/>
                <a:gd name="T2" fmla="*/ 30 w 30"/>
                <a:gd name="T3" fmla="*/ 12 h 22"/>
                <a:gd name="T4" fmla="*/ 30 w 30"/>
                <a:gd name="T5" fmla="*/ 16 h 22"/>
                <a:gd name="T6" fmla="*/ 22 w 30"/>
                <a:gd name="T7" fmla="*/ 16 h 22"/>
                <a:gd name="T8" fmla="*/ 12 w 30"/>
                <a:gd name="T9" fmla="*/ 18 h 22"/>
                <a:gd name="T10" fmla="*/ 0 w 30"/>
                <a:gd name="T11" fmla="*/ 22 h 22"/>
                <a:gd name="T12" fmla="*/ 0 w 30"/>
                <a:gd name="T13" fmla="*/ 20 h 22"/>
                <a:gd name="T14" fmla="*/ 4 w 30"/>
                <a:gd name="T15" fmla="*/ 18 h 22"/>
                <a:gd name="T16" fmla="*/ 2 w 30"/>
                <a:gd name="T17" fmla="*/ 16 h 22"/>
                <a:gd name="T18" fmla="*/ 4 w 30"/>
                <a:gd name="T19" fmla="*/ 0 h 22"/>
                <a:gd name="T20" fmla="*/ 16 w 30"/>
                <a:gd name="T21" fmla="*/ 0 h 22"/>
                <a:gd name="T22" fmla="*/ 30 w 30"/>
                <a:gd name="T23" fmla="*/ 0 h 22"/>
                <a:gd name="T24" fmla="*/ 30 w 30"/>
                <a:gd name="T25" fmla="*/ 0 h 22"/>
                <a:gd name="T26" fmla="*/ 30 w 30"/>
                <a:gd name="T2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0" h="22">
                  <a:moveTo>
                    <a:pt x="30" y="0"/>
                  </a:moveTo>
                  <a:lnTo>
                    <a:pt x="30" y="12"/>
                  </a:lnTo>
                  <a:lnTo>
                    <a:pt x="30" y="16"/>
                  </a:lnTo>
                  <a:lnTo>
                    <a:pt x="22" y="16"/>
                  </a:lnTo>
                  <a:lnTo>
                    <a:pt x="12" y="18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4" y="18"/>
                  </a:lnTo>
                  <a:lnTo>
                    <a:pt x="2" y="16"/>
                  </a:lnTo>
                  <a:lnTo>
                    <a:pt x="4" y="0"/>
                  </a:lnTo>
                  <a:lnTo>
                    <a:pt x="16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5" name="Freeform 19">
              <a:extLst>
                <a:ext uri="{FF2B5EF4-FFF2-40B4-BE49-F238E27FC236}">
                  <a16:creationId xmlns:a16="http://schemas.microsoft.com/office/drawing/2014/main" id="{3247F77C-673E-6572-F6AA-07C4DD7C8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5" y="1809"/>
              <a:ext cx="2" cy="4"/>
            </a:xfrm>
            <a:custGeom>
              <a:avLst/>
              <a:gdLst>
                <a:gd name="T0" fmla="*/ 0 w 2"/>
                <a:gd name="T1" fmla="*/ 4 h 4"/>
                <a:gd name="T2" fmla="*/ 0 w 2"/>
                <a:gd name="T3" fmla="*/ 2 h 4"/>
                <a:gd name="T4" fmla="*/ 0 w 2"/>
                <a:gd name="T5" fmla="*/ 0 h 4"/>
                <a:gd name="T6" fmla="*/ 0 w 2"/>
                <a:gd name="T7" fmla="*/ 0 h 4"/>
                <a:gd name="T8" fmla="*/ 2 w 2"/>
                <a:gd name="T9" fmla="*/ 2 h 4"/>
                <a:gd name="T10" fmla="*/ 0 w 2"/>
                <a:gd name="T11" fmla="*/ 4 h 4"/>
                <a:gd name="T12" fmla="*/ 0 w 2"/>
                <a:gd name="T13" fmla="*/ 4 h 4"/>
                <a:gd name="T14" fmla="*/ 0 w 2"/>
                <a:gd name="T1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4">
                  <a:moveTo>
                    <a:pt x="0" y="4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6" name="Freeform 20">
              <a:extLst>
                <a:ext uri="{FF2B5EF4-FFF2-40B4-BE49-F238E27FC236}">
                  <a16:creationId xmlns:a16="http://schemas.microsoft.com/office/drawing/2014/main" id="{55509B1E-3B1A-ABA2-B1F3-26744813B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5" y="1809"/>
              <a:ext cx="2" cy="4"/>
            </a:xfrm>
            <a:custGeom>
              <a:avLst/>
              <a:gdLst>
                <a:gd name="T0" fmla="*/ 0 w 2"/>
                <a:gd name="T1" fmla="*/ 4 h 4"/>
                <a:gd name="T2" fmla="*/ 0 w 2"/>
                <a:gd name="T3" fmla="*/ 2 h 4"/>
                <a:gd name="T4" fmla="*/ 0 w 2"/>
                <a:gd name="T5" fmla="*/ 0 h 4"/>
                <a:gd name="T6" fmla="*/ 0 w 2"/>
                <a:gd name="T7" fmla="*/ 0 h 4"/>
                <a:gd name="T8" fmla="*/ 2 w 2"/>
                <a:gd name="T9" fmla="*/ 2 h 4"/>
                <a:gd name="T10" fmla="*/ 0 w 2"/>
                <a:gd name="T11" fmla="*/ 4 h 4"/>
                <a:gd name="T12" fmla="*/ 0 w 2"/>
                <a:gd name="T13" fmla="*/ 4 h 4"/>
                <a:gd name="T14" fmla="*/ 0 w 2"/>
                <a:gd name="T1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4">
                  <a:moveTo>
                    <a:pt x="0" y="4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" name="Freeform 21">
              <a:extLst>
                <a:ext uri="{FF2B5EF4-FFF2-40B4-BE49-F238E27FC236}">
                  <a16:creationId xmlns:a16="http://schemas.microsoft.com/office/drawing/2014/main" id="{40A2DBB4-08CE-33AD-4147-D0B104CCE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" y="1791"/>
              <a:ext cx="12" cy="30"/>
            </a:xfrm>
            <a:custGeom>
              <a:avLst/>
              <a:gdLst>
                <a:gd name="T0" fmla="*/ 6 w 12"/>
                <a:gd name="T1" fmla="*/ 0 h 30"/>
                <a:gd name="T2" fmla="*/ 4 w 12"/>
                <a:gd name="T3" fmla="*/ 4 h 30"/>
                <a:gd name="T4" fmla="*/ 4 w 12"/>
                <a:gd name="T5" fmla="*/ 8 h 30"/>
                <a:gd name="T6" fmla="*/ 8 w 12"/>
                <a:gd name="T7" fmla="*/ 18 h 30"/>
                <a:gd name="T8" fmla="*/ 12 w 12"/>
                <a:gd name="T9" fmla="*/ 30 h 30"/>
                <a:gd name="T10" fmla="*/ 0 w 12"/>
                <a:gd name="T11" fmla="*/ 30 h 30"/>
                <a:gd name="T12" fmla="*/ 0 w 12"/>
                <a:gd name="T13" fmla="*/ 2 h 30"/>
                <a:gd name="T14" fmla="*/ 0 w 12"/>
                <a:gd name="T15" fmla="*/ 0 h 30"/>
                <a:gd name="T16" fmla="*/ 2 w 12"/>
                <a:gd name="T17" fmla="*/ 0 h 30"/>
                <a:gd name="T18" fmla="*/ 6 w 12"/>
                <a:gd name="T19" fmla="*/ 0 h 30"/>
                <a:gd name="T20" fmla="*/ 6 w 12"/>
                <a:gd name="T21" fmla="*/ 0 h 30"/>
                <a:gd name="T22" fmla="*/ 6 w 12"/>
                <a:gd name="T23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30">
                  <a:moveTo>
                    <a:pt x="6" y="0"/>
                  </a:moveTo>
                  <a:lnTo>
                    <a:pt x="4" y="4"/>
                  </a:lnTo>
                  <a:lnTo>
                    <a:pt x="4" y="8"/>
                  </a:lnTo>
                  <a:lnTo>
                    <a:pt x="8" y="18"/>
                  </a:lnTo>
                  <a:lnTo>
                    <a:pt x="12" y="30"/>
                  </a:lnTo>
                  <a:lnTo>
                    <a:pt x="0" y="30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" name="Freeform 22">
              <a:extLst>
                <a:ext uri="{FF2B5EF4-FFF2-40B4-BE49-F238E27FC236}">
                  <a16:creationId xmlns:a16="http://schemas.microsoft.com/office/drawing/2014/main" id="{FEB4CD87-C592-5458-03F7-2DD343E83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" y="1791"/>
              <a:ext cx="12" cy="30"/>
            </a:xfrm>
            <a:custGeom>
              <a:avLst/>
              <a:gdLst>
                <a:gd name="T0" fmla="*/ 6 w 12"/>
                <a:gd name="T1" fmla="*/ 0 h 30"/>
                <a:gd name="T2" fmla="*/ 4 w 12"/>
                <a:gd name="T3" fmla="*/ 4 h 30"/>
                <a:gd name="T4" fmla="*/ 4 w 12"/>
                <a:gd name="T5" fmla="*/ 8 h 30"/>
                <a:gd name="T6" fmla="*/ 8 w 12"/>
                <a:gd name="T7" fmla="*/ 18 h 30"/>
                <a:gd name="T8" fmla="*/ 12 w 12"/>
                <a:gd name="T9" fmla="*/ 30 h 30"/>
                <a:gd name="T10" fmla="*/ 0 w 12"/>
                <a:gd name="T11" fmla="*/ 30 h 30"/>
                <a:gd name="T12" fmla="*/ 0 w 12"/>
                <a:gd name="T13" fmla="*/ 2 h 30"/>
                <a:gd name="T14" fmla="*/ 0 w 12"/>
                <a:gd name="T15" fmla="*/ 0 h 30"/>
                <a:gd name="T16" fmla="*/ 2 w 12"/>
                <a:gd name="T17" fmla="*/ 0 h 30"/>
                <a:gd name="T18" fmla="*/ 6 w 12"/>
                <a:gd name="T19" fmla="*/ 0 h 30"/>
                <a:gd name="T20" fmla="*/ 6 w 12"/>
                <a:gd name="T21" fmla="*/ 0 h 30"/>
                <a:gd name="T22" fmla="*/ 6 w 12"/>
                <a:gd name="T23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30">
                  <a:moveTo>
                    <a:pt x="6" y="0"/>
                  </a:moveTo>
                  <a:lnTo>
                    <a:pt x="4" y="4"/>
                  </a:lnTo>
                  <a:lnTo>
                    <a:pt x="4" y="8"/>
                  </a:lnTo>
                  <a:lnTo>
                    <a:pt x="8" y="18"/>
                  </a:lnTo>
                  <a:lnTo>
                    <a:pt x="12" y="30"/>
                  </a:lnTo>
                  <a:lnTo>
                    <a:pt x="0" y="30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" name="Freeform 23">
              <a:extLst>
                <a:ext uri="{FF2B5EF4-FFF2-40B4-BE49-F238E27FC236}">
                  <a16:creationId xmlns:a16="http://schemas.microsoft.com/office/drawing/2014/main" id="{9842AF4E-8C20-583B-CE88-E0BEF61DF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" y="1969"/>
              <a:ext cx="126" cy="110"/>
            </a:xfrm>
            <a:custGeom>
              <a:avLst/>
              <a:gdLst>
                <a:gd name="T0" fmla="*/ 102 w 126"/>
                <a:gd name="T1" fmla="*/ 6 h 110"/>
                <a:gd name="T2" fmla="*/ 104 w 126"/>
                <a:gd name="T3" fmla="*/ 20 h 110"/>
                <a:gd name="T4" fmla="*/ 110 w 126"/>
                <a:gd name="T5" fmla="*/ 34 h 110"/>
                <a:gd name="T6" fmla="*/ 118 w 126"/>
                <a:gd name="T7" fmla="*/ 48 h 110"/>
                <a:gd name="T8" fmla="*/ 118 w 126"/>
                <a:gd name="T9" fmla="*/ 56 h 110"/>
                <a:gd name="T10" fmla="*/ 124 w 126"/>
                <a:gd name="T11" fmla="*/ 74 h 110"/>
                <a:gd name="T12" fmla="*/ 126 w 126"/>
                <a:gd name="T13" fmla="*/ 92 h 110"/>
                <a:gd name="T14" fmla="*/ 122 w 126"/>
                <a:gd name="T15" fmla="*/ 106 h 110"/>
                <a:gd name="T16" fmla="*/ 114 w 126"/>
                <a:gd name="T17" fmla="*/ 110 h 110"/>
                <a:gd name="T18" fmla="*/ 108 w 126"/>
                <a:gd name="T19" fmla="*/ 108 h 110"/>
                <a:gd name="T20" fmla="*/ 104 w 126"/>
                <a:gd name="T21" fmla="*/ 100 h 110"/>
                <a:gd name="T22" fmla="*/ 98 w 126"/>
                <a:gd name="T23" fmla="*/ 96 h 110"/>
                <a:gd name="T24" fmla="*/ 90 w 126"/>
                <a:gd name="T25" fmla="*/ 80 h 110"/>
                <a:gd name="T26" fmla="*/ 82 w 126"/>
                <a:gd name="T27" fmla="*/ 66 h 110"/>
                <a:gd name="T28" fmla="*/ 80 w 126"/>
                <a:gd name="T29" fmla="*/ 58 h 110"/>
                <a:gd name="T30" fmla="*/ 82 w 126"/>
                <a:gd name="T31" fmla="*/ 46 h 110"/>
                <a:gd name="T32" fmla="*/ 78 w 126"/>
                <a:gd name="T33" fmla="*/ 36 h 110"/>
                <a:gd name="T34" fmla="*/ 68 w 126"/>
                <a:gd name="T35" fmla="*/ 24 h 110"/>
                <a:gd name="T36" fmla="*/ 58 w 126"/>
                <a:gd name="T37" fmla="*/ 18 h 110"/>
                <a:gd name="T38" fmla="*/ 40 w 126"/>
                <a:gd name="T39" fmla="*/ 26 h 110"/>
                <a:gd name="T40" fmla="*/ 36 w 126"/>
                <a:gd name="T41" fmla="*/ 20 h 110"/>
                <a:gd name="T42" fmla="*/ 20 w 126"/>
                <a:gd name="T43" fmla="*/ 12 h 110"/>
                <a:gd name="T44" fmla="*/ 2 w 126"/>
                <a:gd name="T45" fmla="*/ 14 h 110"/>
                <a:gd name="T46" fmla="*/ 4 w 126"/>
                <a:gd name="T47" fmla="*/ 12 h 110"/>
                <a:gd name="T48" fmla="*/ 4 w 126"/>
                <a:gd name="T49" fmla="*/ 8 h 110"/>
                <a:gd name="T50" fmla="*/ 0 w 126"/>
                <a:gd name="T51" fmla="*/ 4 h 110"/>
                <a:gd name="T52" fmla="*/ 0 w 126"/>
                <a:gd name="T53" fmla="*/ 2 h 110"/>
                <a:gd name="T54" fmla="*/ 10 w 126"/>
                <a:gd name="T55" fmla="*/ 0 h 110"/>
                <a:gd name="T56" fmla="*/ 44 w 126"/>
                <a:gd name="T57" fmla="*/ 0 h 110"/>
                <a:gd name="T58" fmla="*/ 46 w 126"/>
                <a:gd name="T59" fmla="*/ 6 h 110"/>
                <a:gd name="T60" fmla="*/ 64 w 126"/>
                <a:gd name="T61" fmla="*/ 6 h 110"/>
                <a:gd name="T62" fmla="*/ 90 w 126"/>
                <a:gd name="T63" fmla="*/ 10 h 110"/>
                <a:gd name="T64" fmla="*/ 90 w 126"/>
                <a:gd name="T65" fmla="*/ 12 h 110"/>
                <a:gd name="T66" fmla="*/ 92 w 126"/>
                <a:gd name="T67" fmla="*/ 10 h 110"/>
                <a:gd name="T68" fmla="*/ 94 w 126"/>
                <a:gd name="T69" fmla="*/ 4 h 110"/>
                <a:gd name="T70" fmla="*/ 94 w 126"/>
                <a:gd name="T71" fmla="*/ 4 h 110"/>
                <a:gd name="T72" fmla="*/ 98 w 126"/>
                <a:gd name="T73" fmla="*/ 6 h 110"/>
                <a:gd name="T74" fmla="*/ 102 w 126"/>
                <a:gd name="T75" fmla="*/ 6 h 110"/>
                <a:gd name="T76" fmla="*/ 102 w 126"/>
                <a:gd name="T77" fmla="*/ 6 h 110"/>
                <a:gd name="T78" fmla="*/ 102 w 126"/>
                <a:gd name="T79" fmla="*/ 6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6" h="110">
                  <a:moveTo>
                    <a:pt x="102" y="6"/>
                  </a:moveTo>
                  <a:lnTo>
                    <a:pt x="104" y="20"/>
                  </a:lnTo>
                  <a:lnTo>
                    <a:pt x="110" y="34"/>
                  </a:lnTo>
                  <a:lnTo>
                    <a:pt x="118" y="48"/>
                  </a:lnTo>
                  <a:lnTo>
                    <a:pt x="118" y="56"/>
                  </a:lnTo>
                  <a:lnTo>
                    <a:pt x="124" y="74"/>
                  </a:lnTo>
                  <a:lnTo>
                    <a:pt x="126" y="92"/>
                  </a:lnTo>
                  <a:lnTo>
                    <a:pt x="122" y="106"/>
                  </a:lnTo>
                  <a:lnTo>
                    <a:pt x="114" y="110"/>
                  </a:lnTo>
                  <a:lnTo>
                    <a:pt x="108" y="108"/>
                  </a:lnTo>
                  <a:lnTo>
                    <a:pt x="104" y="100"/>
                  </a:lnTo>
                  <a:lnTo>
                    <a:pt x="98" y="96"/>
                  </a:lnTo>
                  <a:lnTo>
                    <a:pt x="90" y="80"/>
                  </a:lnTo>
                  <a:lnTo>
                    <a:pt x="82" y="66"/>
                  </a:lnTo>
                  <a:lnTo>
                    <a:pt x="80" y="58"/>
                  </a:lnTo>
                  <a:lnTo>
                    <a:pt x="82" y="46"/>
                  </a:lnTo>
                  <a:lnTo>
                    <a:pt x="78" y="36"/>
                  </a:lnTo>
                  <a:lnTo>
                    <a:pt x="68" y="24"/>
                  </a:lnTo>
                  <a:lnTo>
                    <a:pt x="58" y="18"/>
                  </a:lnTo>
                  <a:lnTo>
                    <a:pt x="40" y="26"/>
                  </a:lnTo>
                  <a:lnTo>
                    <a:pt x="36" y="20"/>
                  </a:lnTo>
                  <a:lnTo>
                    <a:pt x="20" y="12"/>
                  </a:lnTo>
                  <a:lnTo>
                    <a:pt x="2" y="14"/>
                  </a:lnTo>
                  <a:lnTo>
                    <a:pt x="4" y="12"/>
                  </a:lnTo>
                  <a:lnTo>
                    <a:pt x="4" y="8"/>
                  </a:lnTo>
                  <a:lnTo>
                    <a:pt x="0" y="4"/>
                  </a:lnTo>
                  <a:lnTo>
                    <a:pt x="0" y="2"/>
                  </a:lnTo>
                  <a:lnTo>
                    <a:pt x="10" y="0"/>
                  </a:lnTo>
                  <a:lnTo>
                    <a:pt x="44" y="0"/>
                  </a:lnTo>
                  <a:lnTo>
                    <a:pt x="46" y="6"/>
                  </a:lnTo>
                  <a:lnTo>
                    <a:pt x="64" y="6"/>
                  </a:lnTo>
                  <a:lnTo>
                    <a:pt x="90" y="10"/>
                  </a:lnTo>
                  <a:lnTo>
                    <a:pt x="90" y="12"/>
                  </a:lnTo>
                  <a:lnTo>
                    <a:pt x="92" y="10"/>
                  </a:lnTo>
                  <a:lnTo>
                    <a:pt x="94" y="4"/>
                  </a:lnTo>
                  <a:lnTo>
                    <a:pt x="94" y="4"/>
                  </a:lnTo>
                  <a:lnTo>
                    <a:pt x="98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2" y="6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0" name="Freeform 24">
              <a:extLst>
                <a:ext uri="{FF2B5EF4-FFF2-40B4-BE49-F238E27FC236}">
                  <a16:creationId xmlns:a16="http://schemas.microsoft.com/office/drawing/2014/main" id="{F121C8EB-9080-0C57-CA4B-DF432A6D8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" y="1969"/>
              <a:ext cx="126" cy="110"/>
            </a:xfrm>
            <a:custGeom>
              <a:avLst/>
              <a:gdLst>
                <a:gd name="T0" fmla="*/ 102 w 126"/>
                <a:gd name="T1" fmla="*/ 6 h 110"/>
                <a:gd name="T2" fmla="*/ 104 w 126"/>
                <a:gd name="T3" fmla="*/ 20 h 110"/>
                <a:gd name="T4" fmla="*/ 110 w 126"/>
                <a:gd name="T5" fmla="*/ 34 h 110"/>
                <a:gd name="T6" fmla="*/ 118 w 126"/>
                <a:gd name="T7" fmla="*/ 48 h 110"/>
                <a:gd name="T8" fmla="*/ 118 w 126"/>
                <a:gd name="T9" fmla="*/ 56 h 110"/>
                <a:gd name="T10" fmla="*/ 124 w 126"/>
                <a:gd name="T11" fmla="*/ 74 h 110"/>
                <a:gd name="T12" fmla="*/ 126 w 126"/>
                <a:gd name="T13" fmla="*/ 92 h 110"/>
                <a:gd name="T14" fmla="*/ 122 w 126"/>
                <a:gd name="T15" fmla="*/ 106 h 110"/>
                <a:gd name="T16" fmla="*/ 114 w 126"/>
                <a:gd name="T17" fmla="*/ 110 h 110"/>
                <a:gd name="T18" fmla="*/ 108 w 126"/>
                <a:gd name="T19" fmla="*/ 108 h 110"/>
                <a:gd name="T20" fmla="*/ 104 w 126"/>
                <a:gd name="T21" fmla="*/ 100 h 110"/>
                <a:gd name="T22" fmla="*/ 98 w 126"/>
                <a:gd name="T23" fmla="*/ 96 h 110"/>
                <a:gd name="T24" fmla="*/ 90 w 126"/>
                <a:gd name="T25" fmla="*/ 80 h 110"/>
                <a:gd name="T26" fmla="*/ 82 w 126"/>
                <a:gd name="T27" fmla="*/ 66 h 110"/>
                <a:gd name="T28" fmla="*/ 80 w 126"/>
                <a:gd name="T29" fmla="*/ 58 h 110"/>
                <a:gd name="T30" fmla="*/ 82 w 126"/>
                <a:gd name="T31" fmla="*/ 46 h 110"/>
                <a:gd name="T32" fmla="*/ 78 w 126"/>
                <a:gd name="T33" fmla="*/ 36 h 110"/>
                <a:gd name="T34" fmla="*/ 68 w 126"/>
                <a:gd name="T35" fmla="*/ 24 h 110"/>
                <a:gd name="T36" fmla="*/ 58 w 126"/>
                <a:gd name="T37" fmla="*/ 18 h 110"/>
                <a:gd name="T38" fmla="*/ 40 w 126"/>
                <a:gd name="T39" fmla="*/ 26 h 110"/>
                <a:gd name="T40" fmla="*/ 36 w 126"/>
                <a:gd name="T41" fmla="*/ 20 h 110"/>
                <a:gd name="T42" fmla="*/ 20 w 126"/>
                <a:gd name="T43" fmla="*/ 12 h 110"/>
                <a:gd name="T44" fmla="*/ 2 w 126"/>
                <a:gd name="T45" fmla="*/ 14 h 110"/>
                <a:gd name="T46" fmla="*/ 4 w 126"/>
                <a:gd name="T47" fmla="*/ 12 h 110"/>
                <a:gd name="T48" fmla="*/ 4 w 126"/>
                <a:gd name="T49" fmla="*/ 8 h 110"/>
                <a:gd name="T50" fmla="*/ 0 w 126"/>
                <a:gd name="T51" fmla="*/ 4 h 110"/>
                <a:gd name="T52" fmla="*/ 0 w 126"/>
                <a:gd name="T53" fmla="*/ 2 h 110"/>
                <a:gd name="T54" fmla="*/ 10 w 126"/>
                <a:gd name="T55" fmla="*/ 0 h 110"/>
                <a:gd name="T56" fmla="*/ 44 w 126"/>
                <a:gd name="T57" fmla="*/ 0 h 110"/>
                <a:gd name="T58" fmla="*/ 46 w 126"/>
                <a:gd name="T59" fmla="*/ 6 h 110"/>
                <a:gd name="T60" fmla="*/ 64 w 126"/>
                <a:gd name="T61" fmla="*/ 6 h 110"/>
                <a:gd name="T62" fmla="*/ 90 w 126"/>
                <a:gd name="T63" fmla="*/ 10 h 110"/>
                <a:gd name="T64" fmla="*/ 90 w 126"/>
                <a:gd name="T65" fmla="*/ 12 h 110"/>
                <a:gd name="T66" fmla="*/ 92 w 126"/>
                <a:gd name="T67" fmla="*/ 10 h 110"/>
                <a:gd name="T68" fmla="*/ 94 w 126"/>
                <a:gd name="T69" fmla="*/ 4 h 110"/>
                <a:gd name="T70" fmla="*/ 94 w 126"/>
                <a:gd name="T71" fmla="*/ 4 h 110"/>
                <a:gd name="T72" fmla="*/ 98 w 126"/>
                <a:gd name="T73" fmla="*/ 6 h 110"/>
                <a:gd name="T74" fmla="*/ 102 w 126"/>
                <a:gd name="T75" fmla="*/ 6 h 110"/>
                <a:gd name="T76" fmla="*/ 102 w 126"/>
                <a:gd name="T77" fmla="*/ 6 h 110"/>
                <a:gd name="T78" fmla="*/ 102 w 126"/>
                <a:gd name="T79" fmla="*/ 6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6" h="110">
                  <a:moveTo>
                    <a:pt x="102" y="6"/>
                  </a:moveTo>
                  <a:lnTo>
                    <a:pt x="104" y="20"/>
                  </a:lnTo>
                  <a:lnTo>
                    <a:pt x="110" y="34"/>
                  </a:lnTo>
                  <a:lnTo>
                    <a:pt x="118" y="48"/>
                  </a:lnTo>
                  <a:lnTo>
                    <a:pt x="118" y="56"/>
                  </a:lnTo>
                  <a:lnTo>
                    <a:pt x="124" y="74"/>
                  </a:lnTo>
                  <a:lnTo>
                    <a:pt x="126" y="92"/>
                  </a:lnTo>
                  <a:lnTo>
                    <a:pt x="122" y="106"/>
                  </a:lnTo>
                  <a:lnTo>
                    <a:pt x="114" y="110"/>
                  </a:lnTo>
                  <a:lnTo>
                    <a:pt x="108" y="108"/>
                  </a:lnTo>
                  <a:lnTo>
                    <a:pt x="104" y="100"/>
                  </a:lnTo>
                  <a:lnTo>
                    <a:pt x="98" y="96"/>
                  </a:lnTo>
                  <a:lnTo>
                    <a:pt x="90" y="80"/>
                  </a:lnTo>
                  <a:lnTo>
                    <a:pt x="82" y="66"/>
                  </a:lnTo>
                  <a:lnTo>
                    <a:pt x="80" y="58"/>
                  </a:lnTo>
                  <a:lnTo>
                    <a:pt x="82" y="46"/>
                  </a:lnTo>
                  <a:lnTo>
                    <a:pt x="78" y="36"/>
                  </a:lnTo>
                  <a:lnTo>
                    <a:pt x="68" y="24"/>
                  </a:lnTo>
                  <a:lnTo>
                    <a:pt x="58" y="18"/>
                  </a:lnTo>
                  <a:lnTo>
                    <a:pt x="40" y="26"/>
                  </a:lnTo>
                  <a:lnTo>
                    <a:pt x="36" y="20"/>
                  </a:lnTo>
                  <a:lnTo>
                    <a:pt x="20" y="12"/>
                  </a:lnTo>
                  <a:lnTo>
                    <a:pt x="2" y="14"/>
                  </a:lnTo>
                  <a:lnTo>
                    <a:pt x="4" y="12"/>
                  </a:lnTo>
                  <a:lnTo>
                    <a:pt x="4" y="8"/>
                  </a:lnTo>
                  <a:lnTo>
                    <a:pt x="0" y="4"/>
                  </a:lnTo>
                  <a:lnTo>
                    <a:pt x="0" y="2"/>
                  </a:lnTo>
                  <a:lnTo>
                    <a:pt x="10" y="0"/>
                  </a:lnTo>
                  <a:lnTo>
                    <a:pt x="44" y="0"/>
                  </a:lnTo>
                  <a:lnTo>
                    <a:pt x="46" y="6"/>
                  </a:lnTo>
                  <a:lnTo>
                    <a:pt x="64" y="6"/>
                  </a:lnTo>
                  <a:lnTo>
                    <a:pt x="90" y="10"/>
                  </a:lnTo>
                  <a:lnTo>
                    <a:pt x="90" y="12"/>
                  </a:lnTo>
                  <a:lnTo>
                    <a:pt x="92" y="10"/>
                  </a:lnTo>
                  <a:lnTo>
                    <a:pt x="94" y="4"/>
                  </a:lnTo>
                  <a:lnTo>
                    <a:pt x="94" y="4"/>
                  </a:lnTo>
                  <a:lnTo>
                    <a:pt x="98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2" y="6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1" name="Freeform 25">
              <a:extLst>
                <a:ext uri="{FF2B5EF4-FFF2-40B4-BE49-F238E27FC236}">
                  <a16:creationId xmlns:a16="http://schemas.microsoft.com/office/drawing/2014/main" id="{07F7C903-7CF6-BDB1-FC20-03AE1B502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" y="1891"/>
              <a:ext cx="78" cy="90"/>
            </a:xfrm>
            <a:custGeom>
              <a:avLst/>
              <a:gdLst>
                <a:gd name="T0" fmla="*/ 42 w 78"/>
                <a:gd name="T1" fmla="*/ 0 h 90"/>
                <a:gd name="T2" fmla="*/ 40 w 78"/>
                <a:gd name="T3" fmla="*/ 2 h 90"/>
                <a:gd name="T4" fmla="*/ 38 w 78"/>
                <a:gd name="T5" fmla="*/ 6 h 90"/>
                <a:gd name="T6" fmla="*/ 42 w 78"/>
                <a:gd name="T7" fmla="*/ 8 h 90"/>
                <a:gd name="T8" fmla="*/ 44 w 78"/>
                <a:gd name="T9" fmla="*/ 10 h 90"/>
                <a:gd name="T10" fmla="*/ 48 w 78"/>
                <a:gd name="T11" fmla="*/ 16 h 90"/>
                <a:gd name="T12" fmla="*/ 50 w 78"/>
                <a:gd name="T13" fmla="*/ 20 h 90"/>
                <a:gd name="T14" fmla="*/ 56 w 78"/>
                <a:gd name="T15" fmla="*/ 24 h 90"/>
                <a:gd name="T16" fmla="*/ 56 w 78"/>
                <a:gd name="T17" fmla="*/ 26 h 90"/>
                <a:gd name="T18" fmla="*/ 60 w 78"/>
                <a:gd name="T19" fmla="*/ 30 h 90"/>
                <a:gd name="T20" fmla="*/ 62 w 78"/>
                <a:gd name="T21" fmla="*/ 34 h 90"/>
                <a:gd name="T22" fmla="*/ 68 w 78"/>
                <a:gd name="T23" fmla="*/ 38 h 90"/>
                <a:gd name="T24" fmla="*/ 68 w 78"/>
                <a:gd name="T25" fmla="*/ 42 h 90"/>
                <a:gd name="T26" fmla="*/ 70 w 78"/>
                <a:gd name="T27" fmla="*/ 44 h 90"/>
                <a:gd name="T28" fmla="*/ 70 w 78"/>
                <a:gd name="T29" fmla="*/ 46 h 90"/>
                <a:gd name="T30" fmla="*/ 72 w 78"/>
                <a:gd name="T31" fmla="*/ 48 h 90"/>
                <a:gd name="T32" fmla="*/ 74 w 78"/>
                <a:gd name="T33" fmla="*/ 52 h 90"/>
                <a:gd name="T34" fmla="*/ 74 w 78"/>
                <a:gd name="T35" fmla="*/ 56 h 90"/>
                <a:gd name="T36" fmla="*/ 76 w 78"/>
                <a:gd name="T37" fmla="*/ 56 h 90"/>
                <a:gd name="T38" fmla="*/ 78 w 78"/>
                <a:gd name="T39" fmla="*/ 58 h 90"/>
                <a:gd name="T40" fmla="*/ 72 w 78"/>
                <a:gd name="T41" fmla="*/ 72 h 90"/>
                <a:gd name="T42" fmla="*/ 68 w 78"/>
                <a:gd name="T43" fmla="*/ 82 h 90"/>
                <a:gd name="T44" fmla="*/ 64 w 78"/>
                <a:gd name="T45" fmla="*/ 82 h 90"/>
                <a:gd name="T46" fmla="*/ 60 w 78"/>
                <a:gd name="T47" fmla="*/ 80 h 90"/>
                <a:gd name="T48" fmla="*/ 60 w 78"/>
                <a:gd name="T49" fmla="*/ 82 h 90"/>
                <a:gd name="T50" fmla="*/ 58 w 78"/>
                <a:gd name="T51" fmla="*/ 88 h 90"/>
                <a:gd name="T52" fmla="*/ 56 w 78"/>
                <a:gd name="T53" fmla="*/ 90 h 90"/>
                <a:gd name="T54" fmla="*/ 56 w 78"/>
                <a:gd name="T55" fmla="*/ 86 h 90"/>
                <a:gd name="T56" fmla="*/ 28 w 78"/>
                <a:gd name="T57" fmla="*/ 84 h 90"/>
                <a:gd name="T58" fmla="*/ 12 w 78"/>
                <a:gd name="T59" fmla="*/ 82 h 90"/>
                <a:gd name="T60" fmla="*/ 10 w 78"/>
                <a:gd name="T61" fmla="*/ 78 h 90"/>
                <a:gd name="T62" fmla="*/ 8 w 78"/>
                <a:gd name="T63" fmla="*/ 76 h 90"/>
                <a:gd name="T64" fmla="*/ 8 w 78"/>
                <a:gd name="T65" fmla="*/ 72 h 90"/>
                <a:gd name="T66" fmla="*/ 8 w 78"/>
                <a:gd name="T67" fmla="*/ 70 h 90"/>
                <a:gd name="T68" fmla="*/ 8 w 78"/>
                <a:gd name="T69" fmla="*/ 66 h 90"/>
                <a:gd name="T70" fmla="*/ 8 w 78"/>
                <a:gd name="T71" fmla="*/ 62 h 90"/>
                <a:gd name="T72" fmla="*/ 8 w 78"/>
                <a:gd name="T73" fmla="*/ 56 h 90"/>
                <a:gd name="T74" fmla="*/ 12 w 78"/>
                <a:gd name="T75" fmla="*/ 54 h 90"/>
                <a:gd name="T76" fmla="*/ 10 w 78"/>
                <a:gd name="T77" fmla="*/ 50 h 90"/>
                <a:gd name="T78" fmla="*/ 8 w 78"/>
                <a:gd name="T79" fmla="*/ 44 h 90"/>
                <a:gd name="T80" fmla="*/ 4 w 78"/>
                <a:gd name="T81" fmla="*/ 24 h 90"/>
                <a:gd name="T82" fmla="*/ 0 w 78"/>
                <a:gd name="T83" fmla="*/ 0 h 90"/>
                <a:gd name="T84" fmla="*/ 12 w 78"/>
                <a:gd name="T85" fmla="*/ 0 h 90"/>
                <a:gd name="T86" fmla="*/ 20 w 78"/>
                <a:gd name="T87" fmla="*/ 0 h 90"/>
                <a:gd name="T88" fmla="*/ 42 w 78"/>
                <a:gd name="T89" fmla="*/ 0 h 90"/>
                <a:gd name="T90" fmla="*/ 42 w 78"/>
                <a:gd name="T91" fmla="*/ 0 h 90"/>
                <a:gd name="T92" fmla="*/ 42 w 78"/>
                <a:gd name="T9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8" h="90">
                  <a:moveTo>
                    <a:pt x="42" y="0"/>
                  </a:moveTo>
                  <a:lnTo>
                    <a:pt x="40" y="2"/>
                  </a:lnTo>
                  <a:lnTo>
                    <a:pt x="38" y="6"/>
                  </a:lnTo>
                  <a:lnTo>
                    <a:pt x="42" y="8"/>
                  </a:lnTo>
                  <a:lnTo>
                    <a:pt x="44" y="10"/>
                  </a:lnTo>
                  <a:lnTo>
                    <a:pt x="48" y="16"/>
                  </a:lnTo>
                  <a:lnTo>
                    <a:pt x="50" y="20"/>
                  </a:lnTo>
                  <a:lnTo>
                    <a:pt x="56" y="24"/>
                  </a:lnTo>
                  <a:lnTo>
                    <a:pt x="56" y="26"/>
                  </a:lnTo>
                  <a:lnTo>
                    <a:pt x="60" y="30"/>
                  </a:lnTo>
                  <a:lnTo>
                    <a:pt x="62" y="34"/>
                  </a:lnTo>
                  <a:lnTo>
                    <a:pt x="68" y="38"/>
                  </a:lnTo>
                  <a:lnTo>
                    <a:pt x="68" y="42"/>
                  </a:lnTo>
                  <a:lnTo>
                    <a:pt x="70" y="44"/>
                  </a:lnTo>
                  <a:lnTo>
                    <a:pt x="70" y="46"/>
                  </a:lnTo>
                  <a:lnTo>
                    <a:pt x="72" y="48"/>
                  </a:lnTo>
                  <a:lnTo>
                    <a:pt x="74" y="52"/>
                  </a:lnTo>
                  <a:lnTo>
                    <a:pt x="74" y="56"/>
                  </a:lnTo>
                  <a:lnTo>
                    <a:pt x="76" y="56"/>
                  </a:lnTo>
                  <a:lnTo>
                    <a:pt x="78" y="58"/>
                  </a:lnTo>
                  <a:lnTo>
                    <a:pt x="72" y="72"/>
                  </a:lnTo>
                  <a:lnTo>
                    <a:pt x="68" y="82"/>
                  </a:lnTo>
                  <a:lnTo>
                    <a:pt x="64" y="82"/>
                  </a:lnTo>
                  <a:lnTo>
                    <a:pt x="60" y="80"/>
                  </a:lnTo>
                  <a:lnTo>
                    <a:pt x="60" y="82"/>
                  </a:lnTo>
                  <a:lnTo>
                    <a:pt x="58" y="88"/>
                  </a:lnTo>
                  <a:lnTo>
                    <a:pt x="56" y="90"/>
                  </a:lnTo>
                  <a:lnTo>
                    <a:pt x="56" y="86"/>
                  </a:lnTo>
                  <a:lnTo>
                    <a:pt x="28" y="84"/>
                  </a:lnTo>
                  <a:lnTo>
                    <a:pt x="12" y="82"/>
                  </a:lnTo>
                  <a:lnTo>
                    <a:pt x="10" y="78"/>
                  </a:lnTo>
                  <a:lnTo>
                    <a:pt x="8" y="76"/>
                  </a:lnTo>
                  <a:lnTo>
                    <a:pt x="8" y="72"/>
                  </a:lnTo>
                  <a:lnTo>
                    <a:pt x="8" y="70"/>
                  </a:lnTo>
                  <a:lnTo>
                    <a:pt x="8" y="66"/>
                  </a:lnTo>
                  <a:lnTo>
                    <a:pt x="8" y="62"/>
                  </a:lnTo>
                  <a:lnTo>
                    <a:pt x="8" y="56"/>
                  </a:lnTo>
                  <a:lnTo>
                    <a:pt x="12" y="54"/>
                  </a:lnTo>
                  <a:lnTo>
                    <a:pt x="10" y="50"/>
                  </a:lnTo>
                  <a:lnTo>
                    <a:pt x="8" y="44"/>
                  </a:lnTo>
                  <a:lnTo>
                    <a:pt x="4" y="24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2" name="Freeform 26">
              <a:extLst>
                <a:ext uri="{FF2B5EF4-FFF2-40B4-BE49-F238E27FC236}">
                  <a16:creationId xmlns:a16="http://schemas.microsoft.com/office/drawing/2014/main" id="{B55449EB-1A96-16FD-45A3-394419CF4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" y="1891"/>
              <a:ext cx="78" cy="90"/>
            </a:xfrm>
            <a:custGeom>
              <a:avLst/>
              <a:gdLst>
                <a:gd name="T0" fmla="*/ 42 w 78"/>
                <a:gd name="T1" fmla="*/ 0 h 90"/>
                <a:gd name="T2" fmla="*/ 40 w 78"/>
                <a:gd name="T3" fmla="*/ 2 h 90"/>
                <a:gd name="T4" fmla="*/ 38 w 78"/>
                <a:gd name="T5" fmla="*/ 6 h 90"/>
                <a:gd name="T6" fmla="*/ 42 w 78"/>
                <a:gd name="T7" fmla="*/ 8 h 90"/>
                <a:gd name="T8" fmla="*/ 44 w 78"/>
                <a:gd name="T9" fmla="*/ 10 h 90"/>
                <a:gd name="T10" fmla="*/ 48 w 78"/>
                <a:gd name="T11" fmla="*/ 16 h 90"/>
                <a:gd name="T12" fmla="*/ 50 w 78"/>
                <a:gd name="T13" fmla="*/ 20 h 90"/>
                <a:gd name="T14" fmla="*/ 56 w 78"/>
                <a:gd name="T15" fmla="*/ 24 h 90"/>
                <a:gd name="T16" fmla="*/ 56 w 78"/>
                <a:gd name="T17" fmla="*/ 26 h 90"/>
                <a:gd name="T18" fmla="*/ 60 w 78"/>
                <a:gd name="T19" fmla="*/ 30 h 90"/>
                <a:gd name="T20" fmla="*/ 62 w 78"/>
                <a:gd name="T21" fmla="*/ 34 h 90"/>
                <a:gd name="T22" fmla="*/ 68 w 78"/>
                <a:gd name="T23" fmla="*/ 38 h 90"/>
                <a:gd name="T24" fmla="*/ 68 w 78"/>
                <a:gd name="T25" fmla="*/ 42 h 90"/>
                <a:gd name="T26" fmla="*/ 70 w 78"/>
                <a:gd name="T27" fmla="*/ 44 h 90"/>
                <a:gd name="T28" fmla="*/ 70 w 78"/>
                <a:gd name="T29" fmla="*/ 46 h 90"/>
                <a:gd name="T30" fmla="*/ 72 w 78"/>
                <a:gd name="T31" fmla="*/ 48 h 90"/>
                <a:gd name="T32" fmla="*/ 74 w 78"/>
                <a:gd name="T33" fmla="*/ 52 h 90"/>
                <a:gd name="T34" fmla="*/ 74 w 78"/>
                <a:gd name="T35" fmla="*/ 56 h 90"/>
                <a:gd name="T36" fmla="*/ 76 w 78"/>
                <a:gd name="T37" fmla="*/ 56 h 90"/>
                <a:gd name="T38" fmla="*/ 78 w 78"/>
                <a:gd name="T39" fmla="*/ 58 h 90"/>
                <a:gd name="T40" fmla="*/ 72 w 78"/>
                <a:gd name="T41" fmla="*/ 72 h 90"/>
                <a:gd name="T42" fmla="*/ 68 w 78"/>
                <a:gd name="T43" fmla="*/ 82 h 90"/>
                <a:gd name="T44" fmla="*/ 64 w 78"/>
                <a:gd name="T45" fmla="*/ 82 h 90"/>
                <a:gd name="T46" fmla="*/ 60 w 78"/>
                <a:gd name="T47" fmla="*/ 80 h 90"/>
                <a:gd name="T48" fmla="*/ 60 w 78"/>
                <a:gd name="T49" fmla="*/ 82 h 90"/>
                <a:gd name="T50" fmla="*/ 58 w 78"/>
                <a:gd name="T51" fmla="*/ 88 h 90"/>
                <a:gd name="T52" fmla="*/ 56 w 78"/>
                <a:gd name="T53" fmla="*/ 90 h 90"/>
                <a:gd name="T54" fmla="*/ 56 w 78"/>
                <a:gd name="T55" fmla="*/ 86 h 90"/>
                <a:gd name="T56" fmla="*/ 28 w 78"/>
                <a:gd name="T57" fmla="*/ 84 h 90"/>
                <a:gd name="T58" fmla="*/ 12 w 78"/>
                <a:gd name="T59" fmla="*/ 82 h 90"/>
                <a:gd name="T60" fmla="*/ 10 w 78"/>
                <a:gd name="T61" fmla="*/ 78 h 90"/>
                <a:gd name="T62" fmla="*/ 8 w 78"/>
                <a:gd name="T63" fmla="*/ 76 h 90"/>
                <a:gd name="T64" fmla="*/ 8 w 78"/>
                <a:gd name="T65" fmla="*/ 72 h 90"/>
                <a:gd name="T66" fmla="*/ 8 w 78"/>
                <a:gd name="T67" fmla="*/ 70 h 90"/>
                <a:gd name="T68" fmla="*/ 8 w 78"/>
                <a:gd name="T69" fmla="*/ 66 h 90"/>
                <a:gd name="T70" fmla="*/ 8 w 78"/>
                <a:gd name="T71" fmla="*/ 62 h 90"/>
                <a:gd name="T72" fmla="*/ 8 w 78"/>
                <a:gd name="T73" fmla="*/ 56 h 90"/>
                <a:gd name="T74" fmla="*/ 12 w 78"/>
                <a:gd name="T75" fmla="*/ 54 h 90"/>
                <a:gd name="T76" fmla="*/ 10 w 78"/>
                <a:gd name="T77" fmla="*/ 50 h 90"/>
                <a:gd name="T78" fmla="*/ 8 w 78"/>
                <a:gd name="T79" fmla="*/ 44 h 90"/>
                <a:gd name="T80" fmla="*/ 4 w 78"/>
                <a:gd name="T81" fmla="*/ 24 h 90"/>
                <a:gd name="T82" fmla="*/ 0 w 78"/>
                <a:gd name="T83" fmla="*/ 0 h 90"/>
                <a:gd name="T84" fmla="*/ 12 w 78"/>
                <a:gd name="T85" fmla="*/ 0 h 90"/>
                <a:gd name="T86" fmla="*/ 20 w 78"/>
                <a:gd name="T87" fmla="*/ 0 h 90"/>
                <a:gd name="T88" fmla="*/ 42 w 78"/>
                <a:gd name="T89" fmla="*/ 0 h 90"/>
                <a:gd name="T90" fmla="*/ 42 w 78"/>
                <a:gd name="T91" fmla="*/ 0 h 90"/>
                <a:gd name="T92" fmla="*/ 42 w 78"/>
                <a:gd name="T9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8" h="90">
                  <a:moveTo>
                    <a:pt x="42" y="0"/>
                  </a:moveTo>
                  <a:lnTo>
                    <a:pt x="40" y="2"/>
                  </a:lnTo>
                  <a:lnTo>
                    <a:pt x="38" y="6"/>
                  </a:lnTo>
                  <a:lnTo>
                    <a:pt x="42" y="8"/>
                  </a:lnTo>
                  <a:lnTo>
                    <a:pt x="44" y="10"/>
                  </a:lnTo>
                  <a:lnTo>
                    <a:pt x="48" y="16"/>
                  </a:lnTo>
                  <a:lnTo>
                    <a:pt x="50" y="20"/>
                  </a:lnTo>
                  <a:lnTo>
                    <a:pt x="56" y="24"/>
                  </a:lnTo>
                  <a:lnTo>
                    <a:pt x="56" y="26"/>
                  </a:lnTo>
                  <a:lnTo>
                    <a:pt x="60" y="30"/>
                  </a:lnTo>
                  <a:lnTo>
                    <a:pt x="62" y="34"/>
                  </a:lnTo>
                  <a:lnTo>
                    <a:pt x="68" y="38"/>
                  </a:lnTo>
                  <a:lnTo>
                    <a:pt x="68" y="42"/>
                  </a:lnTo>
                  <a:lnTo>
                    <a:pt x="70" y="44"/>
                  </a:lnTo>
                  <a:lnTo>
                    <a:pt x="70" y="46"/>
                  </a:lnTo>
                  <a:lnTo>
                    <a:pt x="72" y="48"/>
                  </a:lnTo>
                  <a:lnTo>
                    <a:pt x="74" y="52"/>
                  </a:lnTo>
                  <a:lnTo>
                    <a:pt x="74" y="56"/>
                  </a:lnTo>
                  <a:lnTo>
                    <a:pt x="76" y="56"/>
                  </a:lnTo>
                  <a:lnTo>
                    <a:pt x="78" y="58"/>
                  </a:lnTo>
                  <a:lnTo>
                    <a:pt x="72" y="72"/>
                  </a:lnTo>
                  <a:lnTo>
                    <a:pt x="68" y="82"/>
                  </a:lnTo>
                  <a:lnTo>
                    <a:pt x="64" y="82"/>
                  </a:lnTo>
                  <a:lnTo>
                    <a:pt x="60" y="80"/>
                  </a:lnTo>
                  <a:lnTo>
                    <a:pt x="60" y="82"/>
                  </a:lnTo>
                  <a:lnTo>
                    <a:pt x="58" y="88"/>
                  </a:lnTo>
                  <a:lnTo>
                    <a:pt x="56" y="90"/>
                  </a:lnTo>
                  <a:lnTo>
                    <a:pt x="56" y="86"/>
                  </a:lnTo>
                  <a:lnTo>
                    <a:pt x="28" y="84"/>
                  </a:lnTo>
                  <a:lnTo>
                    <a:pt x="12" y="82"/>
                  </a:lnTo>
                  <a:lnTo>
                    <a:pt x="10" y="78"/>
                  </a:lnTo>
                  <a:lnTo>
                    <a:pt x="8" y="76"/>
                  </a:lnTo>
                  <a:lnTo>
                    <a:pt x="8" y="72"/>
                  </a:lnTo>
                  <a:lnTo>
                    <a:pt x="8" y="70"/>
                  </a:lnTo>
                  <a:lnTo>
                    <a:pt x="8" y="66"/>
                  </a:lnTo>
                  <a:lnTo>
                    <a:pt x="8" y="62"/>
                  </a:lnTo>
                  <a:lnTo>
                    <a:pt x="8" y="56"/>
                  </a:lnTo>
                  <a:lnTo>
                    <a:pt x="12" y="54"/>
                  </a:lnTo>
                  <a:lnTo>
                    <a:pt x="10" y="50"/>
                  </a:lnTo>
                  <a:lnTo>
                    <a:pt x="8" y="44"/>
                  </a:lnTo>
                  <a:lnTo>
                    <a:pt x="4" y="24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3" name="Freeform 27">
              <a:extLst>
                <a:ext uri="{FF2B5EF4-FFF2-40B4-BE49-F238E27FC236}">
                  <a16:creationId xmlns:a16="http://schemas.microsoft.com/office/drawing/2014/main" id="{F48376D9-7A70-38F7-A1F3-F8B7D1B10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4" y="1709"/>
              <a:ext cx="107" cy="70"/>
            </a:xfrm>
            <a:custGeom>
              <a:avLst/>
              <a:gdLst>
                <a:gd name="T0" fmla="*/ 89 w 107"/>
                <a:gd name="T1" fmla="*/ 0 h 70"/>
                <a:gd name="T2" fmla="*/ 89 w 107"/>
                <a:gd name="T3" fmla="*/ 2 h 70"/>
                <a:gd name="T4" fmla="*/ 91 w 107"/>
                <a:gd name="T5" fmla="*/ 6 h 70"/>
                <a:gd name="T6" fmla="*/ 89 w 107"/>
                <a:gd name="T7" fmla="*/ 8 h 70"/>
                <a:gd name="T8" fmla="*/ 89 w 107"/>
                <a:gd name="T9" fmla="*/ 12 h 70"/>
                <a:gd name="T10" fmla="*/ 89 w 107"/>
                <a:gd name="T11" fmla="*/ 14 h 70"/>
                <a:gd name="T12" fmla="*/ 91 w 107"/>
                <a:gd name="T13" fmla="*/ 18 h 70"/>
                <a:gd name="T14" fmla="*/ 97 w 107"/>
                <a:gd name="T15" fmla="*/ 20 h 70"/>
                <a:gd name="T16" fmla="*/ 99 w 107"/>
                <a:gd name="T17" fmla="*/ 24 h 70"/>
                <a:gd name="T18" fmla="*/ 99 w 107"/>
                <a:gd name="T19" fmla="*/ 24 h 70"/>
                <a:gd name="T20" fmla="*/ 101 w 107"/>
                <a:gd name="T21" fmla="*/ 26 h 70"/>
                <a:gd name="T22" fmla="*/ 101 w 107"/>
                <a:gd name="T23" fmla="*/ 28 h 70"/>
                <a:gd name="T24" fmla="*/ 105 w 107"/>
                <a:gd name="T25" fmla="*/ 30 h 70"/>
                <a:gd name="T26" fmla="*/ 107 w 107"/>
                <a:gd name="T27" fmla="*/ 32 h 70"/>
                <a:gd name="T28" fmla="*/ 105 w 107"/>
                <a:gd name="T29" fmla="*/ 38 h 70"/>
                <a:gd name="T30" fmla="*/ 103 w 107"/>
                <a:gd name="T31" fmla="*/ 44 h 70"/>
                <a:gd name="T32" fmla="*/ 101 w 107"/>
                <a:gd name="T33" fmla="*/ 44 h 70"/>
                <a:gd name="T34" fmla="*/ 97 w 107"/>
                <a:gd name="T35" fmla="*/ 46 h 70"/>
                <a:gd name="T36" fmla="*/ 91 w 107"/>
                <a:gd name="T37" fmla="*/ 48 h 70"/>
                <a:gd name="T38" fmla="*/ 89 w 107"/>
                <a:gd name="T39" fmla="*/ 50 h 70"/>
                <a:gd name="T40" fmla="*/ 93 w 107"/>
                <a:gd name="T41" fmla="*/ 52 h 70"/>
                <a:gd name="T42" fmla="*/ 93 w 107"/>
                <a:gd name="T43" fmla="*/ 56 h 70"/>
                <a:gd name="T44" fmla="*/ 91 w 107"/>
                <a:gd name="T45" fmla="*/ 60 h 70"/>
                <a:gd name="T46" fmla="*/ 89 w 107"/>
                <a:gd name="T47" fmla="*/ 64 h 70"/>
                <a:gd name="T48" fmla="*/ 85 w 107"/>
                <a:gd name="T49" fmla="*/ 66 h 70"/>
                <a:gd name="T50" fmla="*/ 85 w 107"/>
                <a:gd name="T51" fmla="*/ 70 h 70"/>
                <a:gd name="T52" fmla="*/ 83 w 107"/>
                <a:gd name="T53" fmla="*/ 68 h 70"/>
                <a:gd name="T54" fmla="*/ 79 w 107"/>
                <a:gd name="T55" fmla="*/ 64 h 70"/>
                <a:gd name="T56" fmla="*/ 62 w 107"/>
                <a:gd name="T57" fmla="*/ 66 h 70"/>
                <a:gd name="T58" fmla="*/ 44 w 107"/>
                <a:gd name="T59" fmla="*/ 66 h 70"/>
                <a:gd name="T60" fmla="*/ 28 w 107"/>
                <a:gd name="T61" fmla="*/ 66 h 70"/>
                <a:gd name="T62" fmla="*/ 14 w 107"/>
                <a:gd name="T63" fmla="*/ 66 h 70"/>
                <a:gd name="T64" fmla="*/ 12 w 107"/>
                <a:gd name="T65" fmla="*/ 62 h 70"/>
                <a:gd name="T66" fmla="*/ 12 w 107"/>
                <a:gd name="T67" fmla="*/ 58 h 70"/>
                <a:gd name="T68" fmla="*/ 12 w 107"/>
                <a:gd name="T69" fmla="*/ 54 h 70"/>
                <a:gd name="T70" fmla="*/ 10 w 107"/>
                <a:gd name="T71" fmla="*/ 48 h 70"/>
                <a:gd name="T72" fmla="*/ 10 w 107"/>
                <a:gd name="T73" fmla="*/ 46 h 70"/>
                <a:gd name="T74" fmla="*/ 8 w 107"/>
                <a:gd name="T75" fmla="*/ 44 h 70"/>
                <a:gd name="T76" fmla="*/ 8 w 107"/>
                <a:gd name="T77" fmla="*/ 40 h 70"/>
                <a:gd name="T78" fmla="*/ 8 w 107"/>
                <a:gd name="T79" fmla="*/ 36 h 70"/>
                <a:gd name="T80" fmla="*/ 4 w 107"/>
                <a:gd name="T81" fmla="*/ 32 h 70"/>
                <a:gd name="T82" fmla="*/ 4 w 107"/>
                <a:gd name="T83" fmla="*/ 30 h 70"/>
                <a:gd name="T84" fmla="*/ 4 w 107"/>
                <a:gd name="T85" fmla="*/ 26 h 70"/>
                <a:gd name="T86" fmla="*/ 2 w 107"/>
                <a:gd name="T87" fmla="*/ 24 h 70"/>
                <a:gd name="T88" fmla="*/ 2 w 107"/>
                <a:gd name="T89" fmla="*/ 22 h 70"/>
                <a:gd name="T90" fmla="*/ 0 w 107"/>
                <a:gd name="T91" fmla="*/ 20 h 70"/>
                <a:gd name="T92" fmla="*/ 2 w 107"/>
                <a:gd name="T93" fmla="*/ 16 h 70"/>
                <a:gd name="T94" fmla="*/ 2 w 107"/>
                <a:gd name="T95" fmla="*/ 12 h 70"/>
                <a:gd name="T96" fmla="*/ 2 w 107"/>
                <a:gd name="T97" fmla="*/ 10 h 70"/>
                <a:gd name="T98" fmla="*/ 0 w 107"/>
                <a:gd name="T99" fmla="*/ 6 h 70"/>
                <a:gd name="T100" fmla="*/ 0 w 107"/>
                <a:gd name="T101" fmla="*/ 0 h 70"/>
                <a:gd name="T102" fmla="*/ 2 w 107"/>
                <a:gd name="T103" fmla="*/ 0 h 70"/>
                <a:gd name="T104" fmla="*/ 20 w 107"/>
                <a:gd name="T105" fmla="*/ 0 h 70"/>
                <a:gd name="T106" fmla="*/ 44 w 107"/>
                <a:gd name="T107" fmla="*/ 0 h 70"/>
                <a:gd name="T108" fmla="*/ 68 w 107"/>
                <a:gd name="T109" fmla="*/ 0 h 70"/>
                <a:gd name="T110" fmla="*/ 89 w 107"/>
                <a:gd name="T111" fmla="*/ 0 h 70"/>
                <a:gd name="T112" fmla="*/ 89 w 107"/>
                <a:gd name="T113" fmla="*/ 0 h 70"/>
                <a:gd name="T114" fmla="*/ 89 w 107"/>
                <a:gd name="T115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7" h="70">
                  <a:moveTo>
                    <a:pt x="89" y="0"/>
                  </a:moveTo>
                  <a:lnTo>
                    <a:pt x="89" y="2"/>
                  </a:lnTo>
                  <a:lnTo>
                    <a:pt x="91" y="6"/>
                  </a:lnTo>
                  <a:lnTo>
                    <a:pt x="89" y="8"/>
                  </a:lnTo>
                  <a:lnTo>
                    <a:pt x="89" y="12"/>
                  </a:lnTo>
                  <a:lnTo>
                    <a:pt x="89" y="14"/>
                  </a:lnTo>
                  <a:lnTo>
                    <a:pt x="91" y="18"/>
                  </a:lnTo>
                  <a:lnTo>
                    <a:pt x="97" y="20"/>
                  </a:lnTo>
                  <a:lnTo>
                    <a:pt x="99" y="24"/>
                  </a:lnTo>
                  <a:lnTo>
                    <a:pt x="99" y="24"/>
                  </a:lnTo>
                  <a:lnTo>
                    <a:pt x="101" y="26"/>
                  </a:lnTo>
                  <a:lnTo>
                    <a:pt x="101" y="28"/>
                  </a:lnTo>
                  <a:lnTo>
                    <a:pt x="105" y="30"/>
                  </a:lnTo>
                  <a:lnTo>
                    <a:pt x="107" y="32"/>
                  </a:lnTo>
                  <a:lnTo>
                    <a:pt x="105" y="38"/>
                  </a:lnTo>
                  <a:lnTo>
                    <a:pt x="103" y="44"/>
                  </a:lnTo>
                  <a:lnTo>
                    <a:pt x="101" y="44"/>
                  </a:lnTo>
                  <a:lnTo>
                    <a:pt x="97" y="46"/>
                  </a:lnTo>
                  <a:lnTo>
                    <a:pt x="91" y="48"/>
                  </a:lnTo>
                  <a:lnTo>
                    <a:pt x="89" y="50"/>
                  </a:lnTo>
                  <a:lnTo>
                    <a:pt x="93" y="52"/>
                  </a:lnTo>
                  <a:lnTo>
                    <a:pt x="93" y="56"/>
                  </a:lnTo>
                  <a:lnTo>
                    <a:pt x="91" y="60"/>
                  </a:lnTo>
                  <a:lnTo>
                    <a:pt x="89" y="64"/>
                  </a:lnTo>
                  <a:lnTo>
                    <a:pt x="85" y="66"/>
                  </a:lnTo>
                  <a:lnTo>
                    <a:pt x="85" y="70"/>
                  </a:lnTo>
                  <a:lnTo>
                    <a:pt x="83" y="68"/>
                  </a:lnTo>
                  <a:lnTo>
                    <a:pt x="79" y="64"/>
                  </a:lnTo>
                  <a:lnTo>
                    <a:pt x="62" y="66"/>
                  </a:lnTo>
                  <a:lnTo>
                    <a:pt x="44" y="66"/>
                  </a:lnTo>
                  <a:lnTo>
                    <a:pt x="28" y="66"/>
                  </a:lnTo>
                  <a:lnTo>
                    <a:pt x="14" y="66"/>
                  </a:lnTo>
                  <a:lnTo>
                    <a:pt x="12" y="62"/>
                  </a:lnTo>
                  <a:lnTo>
                    <a:pt x="12" y="58"/>
                  </a:lnTo>
                  <a:lnTo>
                    <a:pt x="12" y="54"/>
                  </a:lnTo>
                  <a:lnTo>
                    <a:pt x="10" y="48"/>
                  </a:lnTo>
                  <a:lnTo>
                    <a:pt x="10" y="46"/>
                  </a:lnTo>
                  <a:lnTo>
                    <a:pt x="8" y="44"/>
                  </a:lnTo>
                  <a:lnTo>
                    <a:pt x="8" y="40"/>
                  </a:lnTo>
                  <a:lnTo>
                    <a:pt x="8" y="36"/>
                  </a:lnTo>
                  <a:lnTo>
                    <a:pt x="4" y="32"/>
                  </a:lnTo>
                  <a:lnTo>
                    <a:pt x="4" y="30"/>
                  </a:lnTo>
                  <a:lnTo>
                    <a:pt x="4" y="26"/>
                  </a:lnTo>
                  <a:lnTo>
                    <a:pt x="2" y="24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2" y="16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0" y="6"/>
                  </a:lnTo>
                  <a:lnTo>
                    <a:pt x="0" y="0"/>
                  </a:lnTo>
                  <a:lnTo>
                    <a:pt x="2" y="0"/>
                  </a:lnTo>
                  <a:lnTo>
                    <a:pt x="20" y="0"/>
                  </a:lnTo>
                  <a:lnTo>
                    <a:pt x="44" y="0"/>
                  </a:lnTo>
                  <a:lnTo>
                    <a:pt x="68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89" y="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4" name="Freeform 28">
              <a:extLst>
                <a:ext uri="{FF2B5EF4-FFF2-40B4-BE49-F238E27FC236}">
                  <a16:creationId xmlns:a16="http://schemas.microsoft.com/office/drawing/2014/main" id="{AA86CCA3-85C6-A9B0-A735-17240E9C2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4" y="1709"/>
              <a:ext cx="107" cy="70"/>
            </a:xfrm>
            <a:custGeom>
              <a:avLst/>
              <a:gdLst>
                <a:gd name="T0" fmla="*/ 89 w 107"/>
                <a:gd name="T1" fmla="*/ 0 h 70"/>
                <a:gd name="T2" fmla="*/ 89 w 107"/>
                <a:gd name="T3" fmla="*/ 2 h 70"/>
                <a:gd name="T4" fmla="*/ 91 w 107"/>
                <a:gd name="T5" fmla="*/ 6 h 70"/>
                <a:gd name="T6" fmla="*/ 89 w 107"/>
                <a:gd name="T7" fmla="*/ 8 h 70"/>
                <a:gd name="T8" fmla="*/ 89 w 107"/>
                <a:gd name="T9" fmla="*/ 12 h 70"/>
                <a:gd name="T10" fmla="*/ 89 w 107"/>
                <a:gd name="T11" fmla="*/ 14 h 70"/>
                <a:gd name="T12" fmla="*/ 91 w 107"/>
                <a:gd name="T13" fmla="*/ 18 h 70"/>
                <a:gd name="T14" fmla="*/ 97 w 107"/>
                <a:gd name="T15" fmla="*/ 20 h 70"/>
                <a:gd name="T16" fmla="*/ 99 w 107"/>
                <a:gd name="T17" fmla="*/ 24 h 70"/>
                <a:gd name="T18" fmla="*/ 99 w 107"/>
                <a:gd name="T19" fmla="*/ 24 h 70"/>
                <a:gd name="T20" fmla="*/ 101 w 107"/>
                <a:gd name="T21" fmla="*/ 26 h 70"/>
                <a:gd name="T22" fmla="*/ 101 w 107"/>
                <a:gd name="T23" fmla="*/ 28 h 70"/>
                <a:gd name="T24" fmla="*/ 105 w 107"/>
                <a:gd name="T25" fmla="*/ 30 h 70"/>
                <a:gd name="T26" fmla="*/ 107 w 107"/>
                <a:gd name="T27" fmla="*/ 32 h 70"/>
                <a:gd name="T28" fmla="*/ 105 w 107"/>
                <a:gd name="T29" fmla="*/ 38 h 70"/>
                <a:gd name="T30" fmla="*/ 103 w 107"/>
                <a:gd name="T31" fmla="*/ 44 h 70"/>
                <a:gd name="T32" fmla="*/ 101 w 107"/>
                <a:gd name="T33" fmla="*/ 44 h 70"/>
                <a:gd name="T34" fmla="*/ 97 w 107"/>
                <a:gd name="T35" fmla="*/ 46 h 70"/>
                <a:gd name="T36" fmla="*/ 91 w 107"/>
                <a:gd name="T37" fmla="*/ 48 h 70"/>
                <a:gd name="T38" fmla="*/ 89 w 107"/>
                <a:gd name="T39" fmla="*/ 50 h 70"/>
                <a:gd name="T40" fmla="*/ 93 w 107"/>
                <a:gd name="T41" fmla="*/ 52 h 70"/>
                <a:gd name="T42" fmla="*/ 93 w 107"/>
                <a:gd name="T43" fmla="*/ 56 h 70"/>
                <a:gd name="T44" fmla="*/ 91 w 107"/>
                <a:gd name="T45" fmla="*/ 60 h 70"/>
                <a:gd name="T46" fmla="*/ 89 w 107"/>
                <a:gd name="T47" fmla="*/ 64 h 70"/>
                <a:gd name="T48" fmla="*/ 85 w 107"/>
                <a:gd name="T49" fmla="*/ 66 h 70"/>
                <a:gd name="T50" fmla="*/ 85 w 107"/>
                <a:gd name="T51" fmla="*/ 70 h 70"/>
                <a:gd name="T52" fmla="*/ 83 w 107"/>
                <a:gd name="T53" fmla="*/ 68 h 70"/>
                <a:gd name="T54" fmla="*/ 79 w 107"/>
                <a:gd name="T55" fmla="*/ 64 h 70"/>
                <a:gd name="T56" fmla="*/ 62 w 107"/>
                <a:gd name="T57" fmla="*/ 66 h 70"/>
                <a:gd name="T58" fmla="*/ 44 w 107"/>
                <a:gd name="T59" fmla="*/ 66 h 70"/>
                <a:gd name="T60" fmla="*/ 28 w 107"/>
                <a:gd name="T61" fmla="*/ 66 h 70"/>
                <a:gd name="T62" fmla="*/ 14 w 107"/>
                <a:gd name="T63" fmla="*/ 66 h 70"/>
                <a:gd name="T64" fmla="*/ 12 w 107"/>
                <a:gd name="T65" fmla="*/ 62 h 70"/>
                <a:gd name="T66" fmla="*/ 12 w 107"/>
                <a:gd name="T67" fmla="*/ 58 h 70"/>
                <a:gd name="T68" fmla="*/ 12 w 107"/>
                <a:gd name="T69" fmla="*/ 54 h 70"/>
                <a:gd name="T70" fmla="*/ 10 w 107"/>
                <a:gd name="T71" fmla="*/ 48 h 70"/>
                <a:gd name="T72" fmla="*/ 10 w 107"/>
                <a:gd name="T73" fmla="*/ 46 h 70"/>
                <a:gd name="T74" fmla="*/ 8 w 107"/>
                <a:gd name="T75" fmla="*/ 44 h 70"/>
                <a:gd name="T76" fmla="*/ 8 w 107"/>
                <a:gd name="T77" fmla="*/ 40 h 70"/>
                <a:gd name="T78" fmla="*/ 8 w 107"/>
                <a:gd name="T79" fmla="*/ 36 h 70"/>
                <a:gd name="T80" fmla="*/ 4 w 107"/>
                <a:gd name="T81" fmla="*/ 32 h 70"/>
                <a:gd name="T82" fmla="*/ 4 w 107"/>
                <a:gd name="T83" fmla="*/ 30 h 70"/>
                <a:gd name="T84" fmla="*/ 4 w 107"/>
                <a:gd name="T85" fmla="*/ 26 h 70"/>
                <a:gd name="T86" fmla="*/ 2 w 107"/>
                <a:gd name="T87" fmla="*/ 24 h 70"/>
                <a:gd name="T88" fmla="*/ 2 w 107"/>
                <a:gd name="T89" fmla="*/ 22 h 70"/>
                <a:gd name="T90" fmla="*/ 0 w 107"/>
                <a:gd name="T91" fmla="*/ 20 h 70"/>
                <a:gd name="T92" fmla="*/ 2 w 107"/>
                <a:gd name="T93" fmla="*/ 16 h 70"/>
                <a:gd name="T94" fmla="*/ 2 w 107"/>
                <a:gd name="T95" fmla="*/ 12 h 70"/>
                <a:gd name="T96" fmla="*/ 2 w 107"/>
                <a:gd name="T97" fmla="*/ 10 h 70"/>
                <a:gd name="T98" fmla="*/ 0 w 107"/>
                <a:gd name="T99" fmla="*/ 6 h 70"/>
                <a:gd name="T100" fmla="*/ 0 w 107"/>
                <a:gd name="T101" fmla="*/ 0 h 70"/>
                <a:gd name="T102" fmla="*/ 2 w 107"/>
                <a:gd name="T103" fmla="*/ 0 h 70"/>
                <a:gd name="T104" fmla="*/ 20 w 107"/>
                <a:gd name="T105" fmla="*/ 0 h 70"/>
                <a:gd name="T106" fmla="*/ 44 w 107"/>
                <a:gd name="T107" fmla="*/ 0 h 70"/>
                <a:gd name="T108" fmla="*/ 68 w 107"/>
                <a:gd name="T109" fmla="*/ 0 h 70"/>
                <a:gd name="T110" fmla="*/ 89 w 107"/>
                <a:gd name="T111" fmla="*/ 0 h 70"/>
                <a:gd name="T112" fmla="*/ 89 w 107"/>
                <a:gd name="T113" fmla="*/ 0 h 70"/>
                <a:gd name="T114" fmla="*/ 89 w 107"/>
                <a:gd name="T115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7" h="70">
                  <a:moveTo>
                    <a:pt x="89" y="0"/>
                  </a:moveTo>
                  <a:lnTo>
                    <a:pt x="89" y="2"/>
                  </a:lnTo>
                  <a:lnTo>
                    <a:pt x="91" y="6"/>
                  </a:lnTo>
                  <a:lnTo>
                    <a:pt x="89" y="8"/>
                  </a:lnTo>
                  <a:lnTo>
                    <a:pt x="89" y="12"/>
                  </a:lnTo>
                  <a:lnTo>
                    <a:pt x="89" y="14"/>
                  </a:lnTo>
                  <a:lnTo>
                    <a:pt x="91" y="18"/>
                  </a:lnTo>
                  <a:lnTo>
                    <a:pt x="97" y="20"/>
                  </a:lnTo>
                  <a:lnTo>
                    <a:pt x="99" y="24"/>
                  </a:lnTo>
                  <a:lnTo>
                    <a:pt x="99" y="24"/>
                  </a:lnTo>
                  <a:lnTo>
                    <a:pt x="101" y="26"/>
                  </a:lnTo>
                  <a:lnTo>
                    <a:pt x="101" y="28"/>
                  </a:lnTo>
                  <a:lnTo>
                    <a:pt x="105" y="30"/>
                  </a:lnTo>
                  <a:lnTo>
                    <a:pt x="107" y="32"/>
                  </a:lnTo>
                  <a:lnTo>
                    <a:pt x="105" y="38"/>
                  </a:lnTo>
                  <a:lnTo>
                    <a:pt x="103" y="44"/>
                  </a:lnTo>
                  <a:lnTo>
                    <a:pt x="101" y="44"/>
                  </a:lnTo>
                  <a:lnTo>
                    <a:pt x="97" y="46"/>
                  </a:lnTo>
                  <a:lnTo>
                    <a:pt x="91" y="48"/>
                  </a:lnTo>
                  <a:lnTo>
                    <a:pt x="89" y="50"/>
                  </a:lnTo>
                  <a:lnTo>
                    <a:pt x="93" y="52"/>
                  </a:lnTo>
                  <a:lnTo>
                    <a:pt x="93" y="56"/>
                  </a:lnTo>
                  <a:lnTo>
                    <a:pt x="91" y="60"/>
                  </a:lnTo>
                  <a:lnTo>
                    <a:pt x="89" y="64"/>
                  </a:lnTo>
                  <a:lnTo>
                    <a:pt x="85" y="66"/>
                  </a:lnTo>
                  <a:lnTo>
                    <a:pt x="85" y="70"/>
                  </a:lnTo>
                  <a:lnTo>
                    <a:pt x="83" y="68"/>
                  </a:lnTo>
                  <a:lnTo>
                    <a:pt x="79" y="64"/>
                  </a:lnTo>
                  <a:lnTo>
                    <a:pt x="62" y="66"/>
                  </a:lnTo>
                  <a:lnTo>
                    <a:pt x="44" y="66"/>
                  </a:lnTo>
                  <a:lnTo>
                    <a:pt x="28" y="66"/>
                  </a:lnTo>
                  <a:lnTo>
                    <a:pt x="14" y="66"/>
                  </a:lnTo>
                  <a:lnTo>
                    <a:pt x="12" y="62"/>
                  </a:lnTo>
                  <a:lnTo>
                    <a:pt x="12" y="58"/>
                  </a:lnTo>
                  <a:lnTo>
                    <a:pt x="12" y="54"/>
                  </a:lnTo>
                  <a:lnTo>
                    <a:pt x="10" y="48"/>
                  </a:lnTo>
                  <a:lnTo>
                    <a:pt x="10" y="46"/>
                  </a:lnTo>
                  <a:lnTo>
                    <a:pt x="8" y="44"/>
                  </a:lnTo>
                  <a:lnTo>
                    <a:pt x="8" y="40"/>
                  </a:lnTo>
                  <a:lnTo>
                    <a:pt x="8" y="36"/>
                  </a:lnTo>
                  <a:lnTo>
                    <a:pt x="4" y="32"/>
                  </a:lnTo>
                  <a:lnTo>
                    <a:pt x="4" y="30"/>
                  </a:lnTo>
                  <a:lnTo>
                    <a:pt x="4" y="26"/>
                  </a:lnTo>
                  <a:lnTo>
                    <a:pt x="2" y="24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2" y="16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0" y="6"/>
                  </a:lnTo>
                  <a:lnTo>
                    <a:pt x="0" y="0"/>
                  </a:lnTo>
                  <a:lnTo>
                    <a:pt x="2" y="0"/>
                  </a:lnTo>
                  <a:lnTo>
                    <a:pt x="20" y="0"/>
                  </a:lnTo>
                  <a:lnTo>
                    <a:pt x="44" y="0"/>
                  </a:lnTo>
                  <a:lnTo>
                    <a:pt x="68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89" y="0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5" name="Freeform 29">
              <a:extLst>
                <a:ext uri="{FF2B5EF4-FFF2-40B4-BE49-F238E27FC236}">
                  <a16:creationId xmlns:a16="http://schemas.microsoft.com/office/drawing/2014/main" id="{948B9833-EC65-EE7A-282D-87C08D18D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" y="1579"/>
              <a:ext cx="100" cy="164"/>
            </a:xfrm>
            <a:custGeom>
              <a:avLst/>
              <a:gdLst>
                <a:gd name="T0" fmla="*/ 100 w 100"/>
                <a:gd name="T1" fmla="*/ 108 h 164"/>
                <a:gd name="T2" fmla="*/ 100 w 100"/>
                <a:gd name="T3" fmla="*/ 108 h 164"/>
                <a:gd name="T4" fmla="*/ 100 w 100"/>
                <a:gd name="T5" fmla="*/ 164 h 164"/>
                <a:gd name="T6" fmla="*/ 52 w 100"/>
                <a:gd name="T7" fmla="*/ 164 h 164"/>
                <a:gd name="T8" fmla="*/ 2 w 100"/>
                <a:gd name="T9" fmla="*/ 164 h 164"/>
                <a:gd name="T10" fmla="*/ 2 w 100"/>
                <a:gd name="T11" fmla="*/ 124 h 164"/>
                <a:gd name="T12" fmla="*/ 4 w 100"/>
                <a:gd name="T13" fmla="*/ 118 h 164"/>
                <a:gd name="T14" fmla="*/ 4 w 100"/>
                <a:gd name="T15" fmla="*/ 114 h 164"/>
                <a:gd name="T16" fmla="*/ 0 w 100"/>
                <a:gd name="T17" fmla="*/ 114 h 164"/>
                <a:gd name="T18" fmla="*/ 0 w 100"/>
                <a:gd name="T19" fmla="*/ 110 h 164"/>
                <a:gd name="T20" fmla="*/ 2 w 100"/>
                <a:gd name="T21" fmla="*/ 104 h 164"/>
                <a:gd name="T22" fmla="*/ 6 w 100"/>
                <a:gd name="T23" fmla="*/ 100 h 164"/>
                <a:gd name="T24" fmla="*/ 8 w 100"/>
                <a:gd name="T25" fmla="*/ 92 h 164"/>
                <a:gd name="T26" fmla="*/ 10 w 100"/>
                <a:gd name="T27" fmla="*/ 86 h 164"/>
                <a:gd name="T28" fmla="*/ 12 w 100"/>
                <a:gd name="T29" fmla="*/ 84 h 164"/>
                <a:gd name="T30" fmla="*/ 10 w 100"/>
                <a:gd name="T31" fmla="*/ 80 h 164"/>
                <a:gd name="T32" fmla="*/ 8 w 100"/>
                <a:gd name="T33" fmla="*/ 78 h 164"/>
                <a:gd name="T34" fmla="*/ 4 w 100"/>
                <a:gd name="T35" fmla="*/ 74 h 164"/>
                <a:gd name="T36" fmla="*/ 4 w 100"/>
                <a:gd name="T37" fmla="*/ 70 h 164"/>
                <a:gd name="T38" fmla="*/ 4 w 100"/>
                <a:gd name="T39" fmla="*/ 66 h 164"/>
                <a:gd name="T40" fmla="*/ 2 w 100"/>
                <a:gd name="T41" fmla="*/ 32 h 164"/>
                <a:gd name="T42" fmla="*/ 2 w 100"/>
                <a:gd name="T43" fmla="*/ 0 h 164"/>
                <a:gd name="T44" fmla="*/ 18 w 100"/>
                <a:gd name="T45" fmla="*/ 0 h 164"/>
                <a:gd name="T46" fmla="*/ 20 w 100"/>
                <a:gd name="T47" fmla="*/ 26 h 164"/>
                <a:gd name="T48" fmla="*/ 24 w 100"/>
                <a:gd name="T49" fmla="*/ 32 h 164"/>
                <a:gd name="T50" fmla="*/ 24 w 100"/>
                <a:gd name="T51" fmla="*/ 38 h 164"/>
                <a:gd name="T52" fmla="*/ 28 w 100"/>
                <a:gd name="T53" fmla="*/ 42 h 164"/>
                <a:gd name="T54" fmla="*/ 32 w 100"/>
                <a:gd name="T55" fmla="*/ 44 h 164"/>
                <a:gd name="T56" fmla="*/ 34 w 100"/>
                <a:gd name="T57" fmla="*/ 48 h 164"/>
                <a:gd name="T58" fmla="*/ 38 w 100"/>
                <a:gd name="T59" fmla="*/ 54 h 164"/>
                <a:gd name="T60" fmla="*/ 42 w 100"/>
                <a:gd name="T61" fmla="*/ 58 h 164"/>
                <a:gd name="T62" fmla="*/ 48 w 100"/>
                <a:gd name="T63" fmla="*/ 58 h 164"/>
                <a:gd name="T64" fmla="*/ 46 w 100"/>
                <a:gd name="T65" fmla="*/ 64 h 164"/>
                <a:gd name="T66" fmla="*/ 44 w 100"/>
                <a:gd name="T67" fmla="*/ 70 h 164"/>
                <a:gd name="T68" fmla="*/ 46 w 100"/>
                <a:gd name="T69" fmla="*/ 76 h 164"/>
                <a:gd name="T70" fmla="*/ 44 w 100"/>
                <a:gd name="T71" fmla="*/ 78 h 164"/>
                <a:gd name="T72" fmla="*/ 44 w 100"/>
                <a:gd name="T73" fmla="*/ 84 h 164"/>
                <a:gd name="T74" fmla="*/ 46 w 100"/>
                <a:gd name="T75" fmla="*/ 86 h 164"/>
                <a:gd name="T76" fmla="*/ 50 w 100"/>
                <a:gd name="T77" fmla="*/ 84 h 164"/>
                <a:gd name="T78" fmla="*/ 52 w 100"/>
                <a:gd name="T79" fmla="*/ 80 h 164"/>
                <a:gd name="T80" fmla="*/ 54 w 100"/>
                <a:gd name="T81" fmla="*/ 80 h 164"/>
                <a:gd name="T82" fmla="*/ 56 w 100"/>
                <a:gd name="T83" fmla="*/ 84 h 164"/>
                <a:gd name="T84" fmla="*/ 58 w 100"/>
                <a:gd name="T85" fmla="*/ 90 h 164"/>
                <a:gd name="T86" fmla="*/ 60 w 100"/>
                <a:gd name="T87" fmla="*/ 94 h 164"/>
                <a:gd name="T88" fmla="*/ 62 w 100"/>
                <a:gd name="T89" fmla="*/ 100 h 164"/>
                <a:gd name="T90" fmla="*/ 62 w 100"/>
                <a:gd name="T91" fmla="*/ 102 h 164"/>
                <a:gd name="T92" fmla="*/ 66 w 100"/>
                <a:gd name="T93" fmla="*/ 102 h 164"/>
                <a:gd name="T94" fmla="*/ 68 w 100"/>
                <a:gd name="T95" fmla="*/ 106 h 164"/>
                <a:gd name="T96" fmla="*/ 72 w 100"/>
                <a:gd name="T97" fmla="*/ 112 h 164"/>
                <a:gd name="T98" fmla="*/ 74 w 100"/>
                <a:gd name="T99" fmla="*/ 108 h 164"/>
                <a:gd name="T100" fmla="*/ 80 w 100"/>
                <a:gd name="T101" fmla="*/ 110 h 164"/>
                <a:gd name="T102" fmla="*/ 80 w 100"/>
                <a:gd name="T103" fmla="*/ 108 h 164"/>
                <a:gd name="T104" fmla="*/ 88 w 100"/>
                <a:gd name="T105" fmla="*/ 108 h 164"/>
                <a:gd name="T106" fmla="*/ 92 w 100"/>
                <a:gd name="T107" fmla="*/ 108 h 164"/>
                <a:gd name="T108" fmla="*/ 96 w 100"/>
                <a:gd name="T109" fmla="*/ 102 h 164"/>
                <a:gd name="T110" fmla="*/ 96 w 100"/>
                <a:gd name="T111" fmla="*/ 104 h 164"/>
                <a:gd name="T112" fmla="*/ 98 w 100"/>
                <a:gd name="T113" fmla="*/ 108 h 164"/>
                <a:gd name="T114" fmla="*/ 100 w 100"/>
                <a:gd name="T115" fmla="*/ 108 h 164"/>
                <a:gd name="T116" fmla="*/ 100 w 100"/>
                <a:gd name="T117" fmla="*/ 108 h 164"/>
                <a:gd name="T118" fmla="*/ 100 w 100"/>
                <a:gd name="T119" fmla="*/ 108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0" h="164">
                  <a:moveTo>
                    <a:pt x="100" y="108"/>
                  </a:moveTo>
                  <a:lnTo>
                    <a:pt x="100" y="108"/>
                  </a:lnTo>
                  <a:lnTo>
                    <a:pt x="100" y="164"/>
                  </a:lnTo>
                  <a:lnTo>
                    <a:pt x="52" y="164"/>
                  </a:lnTo>
                  <a:lnTo>
                    <a:pt x="2" y="164"/>
                  </a:lnTo>
                  <a:lnTo>
                    <a:pt x="2" y="124"/>
                  </a:lnTo>
                  <a:lnTo>
                    <a:pt x="4" y="118"/>
                  </a:lnTo>
                  <a:lnTo>
                    <a:pt x="4" y="114"/>
                  </a:lnTo>
                  <a:lnTo>
                    <a:pt x="0" y="114"/>
                  </a:lnTo>
                  <a:lnTo>
                    <a:pt x="0" y="110"/>
                  </a:lnTo>
                  <a:lnTo>
                    <a:pt x="2" y="104"/>
                  </a:lnTo>
                  <a:lnTo>
                    <a:pt x="6" y="100"/>
                  </a:lnTo>
                  <a:lnTo>
                    <a:pt x="8" y="92"/>
                  </a:lnTo>
                  <a:lnTo>
                    <a:pt x="10" y="86"/>
                  </a:lnTo>
                  <a:lnTo>
                    <a:pt x="12" y="84"/>
                  </a:lnTo>
                  <a:lnTo>
                    <a:pt x="10" y="80"/>
                  </a:lnTo>
                  <a:lnTo>
                    <a:pt x="8" y="78"/>
                  </a:lnTo>
                  <a:lnTo>
                    <a:pt x="4" y="74"/>
                  </a:lnTo>
                  <a:lnTo>
                    <a:pt x="4" y="70"/>
                  </a:lnTo>
                  <a:lnTo>
                    <a:pt x="4" y="66"/>
                  </a:lnTo>
                  <a:lnTo>
                    <a:pt x="2" y="32"/>
                  </a:lnTo>
                  <a:lnTo>
                    <a:pt x="2" y="0"/>
                  </a:lnTo>
                  <a:lnTo>
                    <a:pt x="18" y="0"/>
                  </a:lnTo>
                  <a:lnTo>
                    <a:pt x="20" y="26"/>
                  </a:lnTo>
                  <a:lnTo>
                    <a:pt x="24" y="32"/>
                  </a:lnTo>
                  <a:lnTo>
                    <a:pt x="24" y="38"/>
                  </a:lnTo>
                  <a:lnTo>
                    <a:pt x="28" y="42"/>
                  </a:lnTo>
                  <a:lnTo>
                    <a:pt x="32" y="44"/>
                  </a:lnTo>
                  <a:lnTo>
                    <a:pt x="34" y="48"/>
                  </a:lnTo>
                  <a:lnTo>
                    <a:pt x="38" y="54"/>
                  </a:lnTo>
                  <a:lnTo>
                    <a:pt x="42" y="58"/>
                  </a:lnTo>
                  <a:lnTo>
                    <a:pt x="48" y="58"/>
                  </a:lnTo>
                  <a:lnTo>
                    <a:pt x="46" y="64"/>
                  </a:lnTo>
                  <a:lnTo>
                    <a:pt x="44" y="70"/>
                  </a:lnTo>
                  <a:lnTo>
                    <a:pt x="46" y="76"/>
                  </a:lnTo>
                  <a:lnTo>
                    <a:pt x="44" y="78"/>
                  </a:lnTo>
                  <a:lnTo>
                    <a:pt x="44" y="84"/>
                  </a:lnTo>
                  <a:lnTo>
                    <a:pt x="46" y="86"/>
                  </a:lnTo>
                  <a:lnTo>
                    <a:pt x="50" y="84"/>
                  </a:lnTo>
                  <a:lnTo>
                    <a:pt x="52" y="80"/>
                  </a:lnTo>
                  <a:lnTo>
                    <a:pt x="54" y="80"/>
                  </a:lnTo>
                  <a:lnTo>
                    <a:pt x="56" y="84"/>
                  </a:lnTo>
                  <a:lnTo>
                    <a:pt x="58" y="90"/>
                  </a:lnTo>
                  <a:lnTo>
                    <a:pt x="60" y="94"/>
                  </a:lnTo>
                  <a:lnTo>
                    <a:pt x="62" y="100"/>
                  </a:lnTo>
                  <a:lnTo>
                    <a:pt x="62" y="102"/>
                  </a:lnTo>
                  <a:lnTo>
                    <a:pt x="66" y="102"/>
                  </a:lnTo>
                  <a:lnTo>
                    <a:pt x="68" y="106"/>
                  </a:lnTo>
                  <a:lnTo>
                    <a:pt x="72" y="112"/>
                  </a:lnTo>
                  <a:lnTo>
                    <a:pt x="74" y="108"/>
                  </a:lnTo>
                  <a:lnTo>
                    <a:pt x="80" y="110"/>
                  </a:lnTo>
                  <a:lnTo>
                    <a:pt x="80" y="108"/>
                  </a:lnTo>
                  <a:lnTo>
                    <a:pt x="88" y="108"/>
                  </a:lnTo>
                  <a:lnTo>
                    <a:pt x="92" y="108"/>
                  </a:lnTo>
                  <a:lnTo>
                    <a:pt x="96" y="102"/>
                  </a:lnTo>
                  <a:lnTo>
                    <a:pt x="96" y="104"/>
                  </a:lnTo>
                  <a:lnTo>
                    <a:pt x="98" y="108"/>
                  </a:lnTo>
                  <a:lnTo>
                    <a:pt x="100" y="108"/>
                  </a:lnTo>
                  <a:lnTo>
                    <a:pt x="100" y="108"/>
                  </a:lnTo>
                  <a:lnTo>
                    <a:pt x="100" y="108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6" name="Freeform 30">
              <a:extLst>
                <a:ext uri="{FF2B5EF4-FFF2-40B4-BE49-F238E27FC236}">
                  <a16:creationId xmlns:a16="http://schemas.microsoft.com/office/drawing/2014/main" id="{44DCAE7E-A674-03BE-0495-24E487F6B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" y="1579"/>
              <a:ext cx="100" cy="164"/>
            </a:xfrm>
            <a:custGeom>
              <a:avLst/>
              <a:gdLst>
                <a:gd name="T0" fmla="*/ 100 w 100"/>
                <a:gd name="T1" fmla="*/ 108 h 164"/>
                <a:gd name="T2" fmla="*/ 100 w 100"/>
                <a:gd name="T3" fmla="*/ 108 h 164"/>
                <a:gd name="T4" fmla="*/ 100 w 100"/>
                <a:gd name="T5" fmla="*/ 164 h 164"/>
                <a:gd name="T6" fmla="*/ 52 w 100"/>
                <a:gd name="T7" fmla="*/ 164 h 164"/>
                <a:gd name="T8" fmla="*/ 2 w 100"/>
                <a:gd name="T9" fmla="*/ 164 h 164"/>
                <a:gd name="T10" fmla="*/ 2 w 100"/>
                <a:gd name="T11" fmla="*/ 124 h 164"/>
                <a:gd name="T12" fmla="*/ 4 w 100"/>
                <a:gd name="T13" fmla="*/ 118 h 164"/>
                <a:gd name="T14" fmla="*/ 4 w 100"/>
                <a:gd name="T15" fmla="*/ 114 h 164"/>
                <a:gd name="T16" fmla="*/ 0 w 100"/>
                <a:gd name="T17" fmla="*/ 114 h 164"/>
                <a:gd name="T18" fmla="*/ 0 w 100"/>
                <a:gd name="T19" fmla="*/ 110 h 164"/>
                <a:gd name="T20" fmla="*/ 2 w 100"/>
                <a:gd name="T21" fmla="*/ 104 h 164"/>
                <a:gd name="T22" fmla="*/ 6 w 100"/>
                <a:gd name="T23" fmla="*/ 100 h 164"/>
                <a:gd name="T24" fmla="*/ 8 w 100"/>
                <a:gd name="T25" fmla="*/ 92 h 164"/>
                <a:gd name="T26" fmla="*/ 10 w 100"/>
                <a:gd name="T27" fmla="*/ 86 h 164"/>
                <a:gd name="T28" fmla="*/ 12 w 100"/>
                <a:gd name="T29" fmla="*/ 84 h 164"/>
                <a:gd name="T30" fmla="*/ 10 w 100"/>
                <a:gd name="T31" fmla="*/ 80 h 164"/>
                <a:gd name="T32" fmla="*/ 8 w 100"/>
                <a:gd name="T33" fmla="*/ 78 h 164"/>
                <a:gd name="T34" fmla="*/ 4 w 100"/>
                <a:gd name="T35" fmla="*/ 74 h 164"/>
                <a:gd name="T36" fmla="*/ 4 w 100"/>
                <a:gd name="T37" fmla="*/ 70 h 164"/>
                <a:gd name="T38" fmla="*/ 4 w 100"/>
                <a:gd name="T39" fmla="*/ 66 h 164"/>
                <a:gd name="T40" fmla="*/ 2 w 100"/>
                <a:gd name="T41" fmla="*/ 32 h 164"/>
                <a:gd name="T42" fmla="*/ 2 w 100"/>
                <a:gd name="T43" fmla="*/ 0 h 164"/>
                <a:gd name="T44" fmla="*/ 18 w 100"/>
                <a:gd name="T45" fmla="*/ 0 h 164"/>
                <a:gd name="T46" fmla="*/ 20 w 100"/>
                <a:gd name="T47" fmla="*/ 26 h 164"/>
                <a:gd name="T48" fmla="*/ 24 w 100"/>
                <a:gd name="T49" fmla="*/ 32 h 164"/>
                <a:gd name="T50" fmla="*/ 24 w 100"/>
                <a:gd name="T51" fmla="*/ 38 h 164"/>
                <a:gd name="T52" fmla="*/ 28 w 100"/>
                <a:gd name="T53" fmla="*/ 42 h 164"/>
                <a:gd name="T54" fmla="*/ 32 w 100"/>
                <a:gd name="T55" fmla="*/ 44 h 164"/>
                <a:gd name="T56" fmla="*/ 34 w 100"/>
                <a:gd name="T57" fmla="*/ 48 h 164"/>
                <a:gd name="T58" fmla="*/ 38 w 100"/>
                <a:gd name="T59" fmla="*/ 54 h 164"/>
                <a:gd name="T60" fmla="*/ 42 w 100"/>
                <a:gd name="T61" fmla="*/ 58 h 164"/>
                <a:gd name="T62" fmla="*/ 48 w 100"/>
                <a:gd name="T63" fmla="*/ 58 h 164"/>
                <a:gd name="T64" fmla="*/ 46 w 100"/>
                <a:gd name="T65" fmla="*/ 64 h 164"/>
                <a:gd name="T66" fmla="*/ 44 w 100"/>
                <a:gd name="T67" fmla="*/ 70 h 164"/>
                <a:gd name="T68" fmla="*/ 46 w 100"/>
                <a:gd name="T69" fmla="*/ 76 h 164"/>
                <a:gd name="T70" fmla="*/ 44 w 100"/>
                <a:gd name="T71" fmla="*/ 78 h 164"/>
                <a:gd name="T72" fmla="*/ 44 w 100"/>
                <a:gd name="T73" fmla="*/ 84 h 164"/>
                <a:gd name="T74" fmla="*/ 46 w 100"/>
                <a:gd name="T75" fmla="*/ 86 h 164"/>
                <a:gd name="T76" fmla="*/ 50 w 100"/>
                <a:gd name="T77" fmla="*/ 84 h 164"/>
                <a:gd name="T78" fmla="*/ 52 w 100"/>
                <a:gd name="T79" fmla="*/ 80 h 164"/>
                <a:gd name="T80" fmla="*/ 54 w 100"/>
                <a:gd name="T81" fmla="*/ 80 h 164"/>
                <a:gd name="T82" fmla="*/ 56 w 100"/>
                <a:gd name="T83" fmla="*/ 84 h 164"/>
                <a:gd name="T84" fmla="*/ 58 w 100"/>
                <a:gd name="T85" fmla="*/ 90 h 164"/>
                <a:gd name="T86" fmla="*/ 60 w 100"/>
                <a:gd name="T87" fmla="*/ 94 h 164"/>
                <a:gd name="T88" fmla="*/ 62 w 100"/>
                <a:gd name="T89" fmla="*/ 100 h 164"/>
                <a:gd name="T90" fmla="*/ 62 w 100"/>
                <a:gd name="T91" fmla="*/ 102 h 164"/>
                <a:gd name="T92" fmla="*/ 66 w 100"/>
                <a:gd name="T93" fmla="*/ 102 h 164"/>
                <a:gd name="T94" fmla="*/ 68 w 100"/>
                <a:gd name="T95" fmla="*/ 106 h 164"/>
                <a:gd name="T96" fmla="*/ 72 w 100"/>
                <a:gd name="T97" fmla="*/ 112 h 164"/>
                <a:gd name="T98" fmla="*/ 74 w 100"/>
                <a:gd name="T99" fmla="*/ 108 h 164"/>
                <a:gd name="T100" fmla="*/ 80 w 100"/>
                <a:gd name="T101" fmla="*/ 110 h 164"/>
                <a:gd name="T102" fmla="*/ 80 w 100"/>
                <a:gd name="T103" fmla="*/ 108 h 164"/>
                <a:gd name="T104" fmla="*/ 88 w 100"/>
                <a:gd name="T105" fmla="*/ 108 h 164"/>
                <a:gd name="T106" fmla="*/ 92 w 100"/>
                <a:gd name="T107" fmla="*/ 108 h 164"/>
                <a:gd name="T108" fmla="*/ 96 w 100"/>
                <a:gd name="T109" fmla="*/ 102 h 164"/>
                <a:gd name="T110" fmla="*/ 96 w 100"/>
                <a:gd name="T111" fmla="*/ 104 h 164"/>
                <a:gd name="T112" fmla="*/ 98 w 100"/>
                <a:gd name="T113" fmla="*/ 108 h 164"/>
                <a:gd name="T114" fmla="*/ 100 w 100"/>
                <a:gd name="T115" fmla="*/ 108 h 164"/>
                <a:gd name="T116" fmla="*/ 100 w 100"/>
                <a:gd name="T117" fmla="*/ 108 h 164"/>
                <a:gd name="T118" fmla="*/ 100 w 100"/>
                <a:gd name="T119" fmla="*/ 108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0" h="164">
                  <a:moveTo>
                    <a:pt x="100" y="108"/>
                  </a:moveTo>
                  <a:lnTo>
                    <a:pt x="100" y="108"/>
                  </a:lnTo>
                  <a:lnTo>
                    <a:pt x="100" y="164"/>
                  </a:lnTo>
                  <a:lnTo>
                    <a:pt x="52" y="164"/>
                  </a:lnTo>
                  <a:lnTo>
                    <a:pt x="2" y="164"/>
                  </a:lnTo>
                  <a:lnTo>
                    <a:pt x="2" y="124"/>
                  </a:lnTo>
                  <a:lnTo>
                    <a:pt x="4" y="118"/>
                  </a:lnTo>
                  <a:lnTo>
                    <a:pt x="4" y="114"/>
                  </a:lnTo>
                  <a:lnTo>
                    <a:pt x="0" y="114"/>
                  </a:lnTo>
                  <a:lnTo>
                    <a:pt x="0" y="110"/>
                  </a:lnTo>
                  <a:lnTo>
                    <a:pt x="2" y="104"/>
                  </a:lnTo>
                  <a:lnTo>
                    <a:pt x="6" y="100"/>
                  </a:lnTo>
                  <a:lnTo>
                    <a:pt x="8" y="92"/>
                  </a:lnTo>
                  <a:lnTo>
                    <a:pt x="10" y="86"/>
                  </a:lnTo>
                  <a:lnTo>
                    <a:pt x="12" y="84"/>
                  </a:lnTo>
                  <a:lnTo>
                    <a:pt x="10" y="80"/>
                  </a:lnTo>
                  <a:lnTo>
                    <a:pt x="8" y="78"/>
                  </a:lnTo>
                  <a:lnTo>
                    <a:pt x="4" y="74"/>
                  </a:lnTo>
                  <a:lnTo>
                    <a:pt x="4" y="70"/>
                  </a:lnTo>
                  <a:lnTo>
                    <a:pt x="4" y="66"/>
                  </a:lnTo>
                  <a:lnTo>
                    <a:pt x="2" y="32"/>
                  </a:lnTo>
                  <a:lnTo>
                    <a:pt x="2" y="0"/>
                  </a:lnTo>
                  <a:lnTo>
                    <a:pt x="18" y="0"/>
                  </a:lnTo>
                  <a:lnTo>
                    <a:pt x="20" y="26"/>
                  </a:lnTo>
                  <a:lnTo>
                    <a:pt x="24" y="32"/>
                  </a:lnTo>
                  <a:lnTo>
                    <a:pt x="24" y="38"/>
                  </a:lnTo>
                  <a:lnTo>
                    <a:pt x="28" y="42"/>
                  </a:lnTo>
                  <a:lnTo>
                    <a:pt x="32" y="44"/>
                  </a:lnTo>
                  <a:lnTo>
                    <a:pt x="34" y="48"/>
                  </a:lnTo>
                  <a:lnTo>
                    <a:pt x="38" y="54"/>
                  </a:lnTo>
                  <a:lnTo>
                    <a:pt x="42" y="58"/>
                  </a:lnTo>
                  <a:lnTo>
                    <a:pt x="48" y="58"/>
                  </a:lnTo>
                  <a:lnTo>
                    <a:pt x="46" y="64"/>
                  </a:lnTo>
                  <a:lnTo>
                    <a:pt x="44" y="70"/>
                  </a:lnTo>
                  <a:lnTo>
                    <a:pt x="46" y="76"/>
                  </a:lnTo>
                  <a:lnTo>
                    <a:pt x="44" y="78"/>
                  </a:lnTo>
                  <a:lnTo>
                    <a:pt x="44" y="84"/>
                  </a:lnTo>
                  <a:lnTo>
                    <a:pt x="46" y="86"/>
                  </a:lnTo>
                  <a:lnTo>
                    <a:pt x="50" y="84"/>
                  </a:lnTo>
                  <a:lnTo>
                    <a:pt x="52" y="80"/>
                  </a:lnTo>
                  <a:lnTo>
                    <a:pt x="54" y="80"/>
                  </a:lnTo>
                  <a:lnTo>
                    <a:pt x="56" y="84"/>
                  </a:lnTo>
                  <a:lnTo>
                    <a:pt x="58" y="90"/>
                  </a:lnTo>
                  <a:lnTo>
                    <a:pt x="60" y="94"/>
                  </a:lnTo>
                  <a:lnTo>
                    <a:pt x="62" y="100"/>
                  </a:lnTo>
                  <a:lnTo>
                    <a:pt x="62" y="102"/>
                  </a:lnTo>
                  <a:lnTo>
                    <a:pt x="66" y="102"/>
                  </a:lnTo>
                  <a:lnTo>
                    <a:pt x="68" y="106"/>
                  </a:lnTo>
                  <a:lnTo>
                    <a:pt x="72" y="112"/>
                  </a:lnTo>
                  <a:lnTo>
                    <a:pt x="74" y="108"/>
                  </a:lnTo>
                  <a:lnTo>
                    <a:pt x="80" y="110"/>
                  </a:lnTo>
                  <a:lnTo>
                    <a:pt x="80" y="108"/>
                  </a:lnTo>
                  <a:lnTo>
                    <a:pt x="88" y="108"/>
                  </a:lnTo>
                  <a:lnTo>
                    <a:pt x="92" y="108"/>
                  </a:lnTo>
                  <a:lnTo>
                    <a:pt x="96" y="102"/>
                  </a:lnTo>
                  <a:lnTo>
                    <a:pt x="96" y="104"/>
                  </a:lnTo>
                  <a:lnTo>
                    <a:pt x="98" y="108"/>
                  </a:lnTo>
                  <a:lnTo>
                    <a:pt x="100" y="108"/>
                  </a:lnTo>
                  <a:lnTo>
                    <a:pt x="100" y="108"/>
                  </a:lnTo>
                  <a:lnTo>
                    <a:pt x="100" y="108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7" name="Freeform 31">
              <a:extLst>
                <a:ext uri="{FF2B5EF4-FFF2-40B4-BE49-F238E27FC236}">
                  <a16:creationId xmlns:a16="http://schemas.microsoft.com/office/drawing/2014/main" id="{690FDD84-95E0-BF86-91A7-0C304B8F7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7" y="1733"/>
              <a:ext cx="66" cy="118"/>
            </a:xfrm>
            <a:custGeom>
              <a:avLst/>
              <a:gdLst>
                <a:gd name="T0" fmla="*/ 62 w 66"/>
                <a:gd name="T1" fmla="*/ 0 h 118"/>
                <a:gd name="T2" fmla="*/ 66 w 66"/>
                <a:gd name="T3" fmla="*/ 18 h 118"/>
                <a:gd name="T4" fmla="*/ 66 w 66"/>
                <a:gd name="T5" fmla="*/ 18 h 118"/>
                <a:gd name="T6" fmla="*/ 66 w 66"/>
                <a:gd name="T7" fmla="*/ 66 h 118"/>
                <a:gd name="T8" fmla="*/ 66 w 66"/>
                <a:gd name="T9" fmla="*/ 74 h 118"/>
                <a:gd name="T10" fmla="*/ 66 w 66"/>
                <a:gd name="T11" fmla="*/ 80 h 118"/>
                <a:gd name="T12" fmla="*/ 64 w 66"/>
                <a:gd name="T13" fmla="*/ 86 h 118"/>
                <a:gd name="T14" fmla="*/ 58 w 66"/>
                <a:gd name="T15" fmla="*/ 96 h 118"/>
                <a:gd name="T16" fmla="*/ 58 w 66"/>
                <a:gd name="T17" fmla="*/ 102 h 118"/>
                <a:gd name="T18" fmla="*/ 56 w 66"/>
                <a:gd name="T19" fmla="*/ 106 h 118"/>
                <a:gd name="T20" fmla="*/ 50 w 66"/>
                <a:gd name="T21" fmla="*/ 110 h 118"/>
                <a:gd name="T22" fmla="*/ 50 w 66"/>
                <a:gd name="T23" fmla="*/ 116 h 118"/>
                <a:gd name="T24" fmla="*/ 40 w 66"/>
                <a:gd name="T25" fmla="*/ 112 h 118"/>
                <a:gd name="T26" fmla="*/ 40 w 66"/>
                <a:gd name="T27" fmla="*/ 118 h 118"/>
                <a:gd name="T28" fmla="*/ 36 w 66"/>
                <a:gd name="T29" fmla="*/ 116 h 118"/>
                <a:gd name="T30" fmla="*/ 34 w 66"/>
                <a:gd name="T31" fmla="*/ 108 h 118"/>
                <a:gd name="T32" fmla="*/ 32 w 66"/>
                <a:gd name="T33" fmla="*/ 102 h 118"/>
                <a:gd name="T34" fmla="*/ 24 w 66"/>
                <a:gd name="T35" fmla="*/ 96 h 118"/>
                <a:gd name="T36" fmla="*/ 20 w 66"/>
                <a:gd name="T37" fmla="*/ 90 h 118"/>
                <a:gd name="T38" fmla="*/ 22 w 66"/>
                <a:gd name="T39" fmla="*/ 84 h 118"/>
                <a:gd name="T40" fmla="*/ 20 w 66"/>
                <a:gd name="T41" fmla="*/ 78 h 118"/>
                <a:gd name="T42" fmla="*/ 14 w 66"/>
                <a:gd name="T43" fmla="*/ 78 h 118"/>
                <a:gd name="T44" fmla="*/ 12 w 66"/>
                <a:gd name="T45" fmla="*/ 70 h 118"/>
                <a:gd name="T46" fmla="*/ 8 w 66"/>
                <a:gd name="T47" fmla="*/ 66 h 118"/>
                <a:gd name="T48" fmla="*/ 2 w 66"/>
                <a:gd name="T49" fmla="*/ 58 h 118"/>
                <a:gd name="T50" fmla="*/ 2 w 66"/>
                <a:gd name="T51" fmla="*/ 46 h 118"/>
                <a:gd name="T52" fmla="*/ 6 w 66"/>
                <a:gd name="T53" fmla="*/ 38 h 118"/>
                <a:gd name="T54" fmla="*/ 10 w 66"/>
                <a:gd name="T55" fmla="*/ 32 h 118"/>
                <a:gd name="T56" fmla="*/ 6 w 66"/>
                <a:gd name="T57" fmla="*/ 26 h 118"/>
                <a:gd name="T58" fmla="*/ 14 w 66"/>
                <a:gd name="T59" fmla="*/ 22 h 118"/>
                <a:gd name="T60" fmla="*/ 18 w 66"/>
                <a:gd name="T61" fmla="*/ 20 h 118"/>
                <a:gd name="T62" fmla="*/ 24 w 66"/>
                <a:gd name="T63" fmla="*/ 8 h 118"/>
                <a:gd name="T64" fmla="*/ 18 w 66"/>
                <a:gd name="T65" fmla="*/ 4 h 118"/>
                <a:gd name="T66" fmla="*/ 16 w 66"/>
                <a:gd name="T67" fmla="*/ 0 h 118"/>
                <a:gd name="T68" fmla="*/ 32 w 66"/>
                <a:gd name="T69" fmla="*/ 0 h 118"/>
                <a:gd name="T70" fmla="*/ 62 w 66"/>
                <a:gd name="T71" fmla="*/ 0 h 118"/>
                <a:gd name="T72" fmla="*/ 62 w 66"/>
                <a:gd name="T73" fmla="*/ 0 h 118"/>
                <a:gd name="T74" fmla="*/ 62 w 66"/>
                <a:gd name="T7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6" h="118">
                  <a:moveTo>
                    <a:pt x="62" y="0"/>
                  </a:moveTo>
                  <a:lnTo>
                    <a:pt x="62" y="0"/>
                  </a:lnTo>
                  <a:lnTo>
                    <a:pt x="62" y="6"/>
                  </a:lnTo>
                  <a:lnTo>
                    <a:pt x="66" y="18"/>
                  </a:lnTo>
                  <a:lnTo>
                    <a:pt x="66" y="18"/>
                  </a:lnTo>
                  <a:lnTo>
                    <a:pt x="66" y="18"/>
                  </a:lnTo>
                  <a:lnTo>
                    <a:pt x="66" y="42"/>
                  </a:lnTo>
                  <a:lnTo>
                    <a:pt x="66" y="66"/>
                  </a:lnTo>
                  <a:lnTo>
                    <a:pt x="64" y="74"/>
                  </a:lnTo>
                  <a:lnTo>
                    <a:pt x="66" y="74"/>
                  </a:lnTo>
                  <a:lnTo>
                    <a:pt x="66" y="78"/>
                  </a:lnTo>
                  <a:lnTo>
                    <a:pt x="66" y="80"/>
                  </a:lnTo>
                  <a:lnTo>
                    <a:pt x="64" y="82"/>
                  </a:lnTo>
                  <a:lnTo>
                    <a:pt x="64" y="86"/>
                  </a:lnTo>
                  <a:lnTo>
                    <a:pt x="60" y="90"/>
                  </a:lnTo>
                  <a:lnTo>
                    <a:pt x="58" y="96"/>
                  </a:lnTo>
                  <a:lnTo>
                    <a:pt x="58" y="100"/>
                  </a:lnTo>
                  <a:lnTo>
                    <a:pt x="58" y="102"/>
                  </a:lnTo>
                  <a:lnTo>
                    <a:pt x="56" y="104"/>
                  </a:lnTo>
                  <a:lnTo>
                    <a:pt x="56" y="106"/>
                  </a:lnTo>
                  <a:lnTo>
                    <a:pt x="54" y="108"/>
                  </a:lnTo>
                  <a:lnTo>
                    <a:pt x="50" y="110"/>
                  </a:lnTo>
                  <a:lnTo>
                    <a:pt x="52" y="114"/>
                  </a:lnTo>
                  <a:lnTo>
                    <a:pt x="50" y="116"/>
                  </a:lnTo>
                  <a:lnTo>
                    <a:pt x="44" y="114"/>
                  </a:lnTo>
                  <a:lnTo>
                    <a:pt x="40" y="112"/>
                  </a:lnTo>
                  <a:lnTo>
                    <a:pt x="40" y="116"/>
                  </a:lnTo>
                  <a:lnTo>
                    <a:pt x="40" y="118"/>
                  </a:lnTo>
                  <a:lnTo>
                    <a:pt x="38" y="114"/>
                  </a:lnTo>
                  <a:lnTo>
                    <a:pt x="36" y="116"/>
                  </a:lnTo>
                  <a:lnTo>
                    <a:pt x="34" y="110"/>
                  </a:lnTo>
                  <a:lnTo>
                    <a:pt x="34" y="108"/>
                  </a:lnTo>
                  <a:lnTo>
                    <a:pt x="32" y="102"/>
                  </a:lnTo>
                  <a:lnTo>
                    <a:pt x="32" y="102"/>
                  </a:lnTo>
                  <a:lnTo>
                    <a:pt x="26" y="98"/>
                  </a:lnTo>
                  <a:lnTo>
                    <a:pt x="24" y="96"/>
                  </a:lnTo>
                  <a:lnTo>
                    <a:pt x="22" y="94"/>
                  </a:lnTo>
                  <a:lnTo>
                    <a:pt x="20" y="90"/>
                  </a:lnTo>
                  <a:lnTo>
                    <a:pt x="20" y="88"/>
                  </a:lnTo>
                  <a:lnTo>
                    <a:pt x="22" y="84"/>
                  </a:lnTo>
                  <a:lnTo>
                    <a:pt x="24" y="80"/>
                  </a:lnTo>
                  <a:lnTo>
                    <a:pt x="20" y="78"/>
                  </a:lnTo>
                  <a:lnTo>
                    <a:pt x="16" y="78"/>
                  </a:lnTo>
                  <a:lnTo>
                    <a:pt x="14" y="78"/>
                  </a:lnTo>
                  <a:lnTo>
                    <a:pt x="14" y="74"/>
                  </a:lnTo>
                  <a:lnTo>
                    <a:pt x="12" y="70"/>
                  </a:lnTo>
                  <a:lnTo>
                    <a:pt x="12" y="68"/>
                  </a:lnTo>
                  <a:lnTo>
                    <a:pt x="8" y="66"/>
                  </a:lnTo>
                  <a:lnTo>
                    <a:pt x="4" y="62"/>
                  </a:lnTo>
                  <a:lnTo>
                    <a:pt x="2" y="58"/>
                  </a:lnTo>
                  <a:lnTo>
                    <a:pt x="0" y="52"/>
                  </a:lnTo>
                  <a:lnTo>
                    <a:pt x="2" y="46"/>
                  </a:lnTo>
                  <a:lnTo>
                    <a:pt x="2" y="42"/>
                  </a:lnTo>
                  <a:lnTo>
                    <a:pt x="6" y="38"/>
                  </a:lnTo>
                  <a:lnTo>
                    <a:pt x="8" y="36"/>
                  </a:lnTo>
                  <a:lnTo>
                    <a:pt x="10" y="32"/>
                  </a:lnTo>
                  <a:lnTo>
                    <a:pt x="10" y="28"/>
                  </a:lnTo>
                  <a:lnTo>
                    <a:pt x="6" y="26"/>
                  </a:lnTo>
                  <a:lnTo>
                    <a:pt x="8" y="24"/>
                  </a:lnTo>
                  <a:lnTo>
                    <a:pt x="14" y="22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22" y="14"/>
                  </a:lnTo>
                  <a:lnTo>
                    <a:pt x="24" y="8"/>
                  </a:lnTo>
                  <a:lnTo>
                    <a:pt x="22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32" y="0"/>
                  </a:lnTo>
                  <a:lnTo>
                    <a:pt x="48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8" name="Freeform 32">
              <a:extLst>
                <a:ext uri="{FF2B5EF4-FFF2-40B4-BE49-F238E27FC236}">
                  <a16:creationId xmlns:a16="http://schemas.microsoft.com/office/drawing/2014/main" id="{5B52B119-9338-8759-95D8-FEA40C29A6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7" y="1733"/>
              <a:ext cx="66" cy="118"/>
            </a:xfrm>
            <a:custGeom>
              <a:avLst/>
              <a:gdLst>
                <a:gd name="T0" fmla="*/ 62 w 66"/>
                <a:gd name="T1" fmla="*/ 0 h 118"/>
                <a:gd name="T2" fmla="*/ 66 w 66"/>
                <a:gd name="T3" fmla="*/ 18 h 118"/>
                <a:gd name="T4" fmla="*/ 66 w 66"/>
                <a:gd name="T5" fmla="*/ 18 h 118"/>
                <a:gd name="T6" fmla="*/ 66 w 66"/>
                <a:gd name="T7" fmla="*/ 66 h 118"/>
                <a:gd name="T8" fmla="*/ 66 w 66"/>
                <a:gd name="T9" fmla="*/ 74 h 118"/>
                <a:gd name="T10" fmla="*/ 66 w 66"/>
                <a:gd name="T11" fmla="*/ 80 h 118"/>
                <a:gd name="T12" fmla="*/ 64 w 66"/>
                <a:gd name="T13" fmla="*/ 86 h 118"/>
                <a:gd name="T14" fmla="*/ 58 w 66"/>
                <a:gd name="T15" fmla="*/ 96 h 118"/>
                <a:gd name="T16" fmla="*/ 58 w 66"/>
                <a:gd name="T17" fmla="*/ 102 h 118"/>
                <a:gd name="T18" fmla="*/ 56 w 66"/>
                <a:gd name="T19" fmla="*/ 106 h 118"/>
                <a:gd name="T20" fmla="*/ 50 w 66"/>
                <a:gd name="T21" fmla="*/ 110 h 118"/>
                <a:gd name="T22" fmla="*/ 50 w 66"/>
                <a:gd name="T23" fmla="*/ 116 h 118"/>
                <a:gd name="T24" fmla="*/ 40 w 66"/>
                <a:gd name="T25" fmla="*/ 112 h 118"/>
                <a:gd name="T26" fmla="*/ 40 w 66"/>
                <a:gd name="T27" fmla="*/ 118 h 118"/>
                <a:gd name="T28" fmla="*/ 36 w 66"/>
                <a:gd name="T29" fmla="*/ 116 h 118"/>
                <a:gd name="T30" fmla="*/ 34 w 66"/>
                <a:gd name="T31" fmla="*/ 108 h 118"/>
                <a:gd name="T32" fmla="*/ 32 w 66"/>
                <a:gd name="T33" fmla="*/ 102 h 118"/>
                <a:gd name="T34" fmla="*/ 24 w 66"/>
                <a:gd name="T35" fmla="*/ 96 h 118"/>
                <a:gd name="T36" fmla="*/ 20 w 66"/>
                <a:gd name="T37" fmla="*/ 90 h 118"/>
                <a:gd name="T38" fmla="*/ 22 w 66"/>
                <a:gd name="T39" fmla="*/ 84 h 118"/>
                <a:gd name="T40" fmla="*/ 20 w 66"/>
                <a:gd name="T41" fmla="*/ 78 h 118"/>
                <a:gd name="T42" fmla="*/ 14 w 66"/>
                <a:gd name="T43" fmla="*/ 78 h 118"/>
                <a:gd name="T44" fmla="*/ 12 w 66"/>
                <a:gd name="T45" fmla="*/ 70 h 118"/>
                <a:gd name="T46" fmla="*/ 8 w 66"/>
                <a:gd name="T47" fmla="*/ 66 h 118"/>
                <a:gd name="T48" fmla="*/ 2 w 66"/>
                <a:gd name="T49" fmla="*/ 58 h 118"/>
                <a:gd name="T50" fmla="*/ 2 w 66"/>
                <a:gd name="T51" fmla="*/ 46 h 118"/>
                <a:gd name="T52" fmla="*/ 6 w 66"/>
                <a:gd name="T53" fmla="*/ 38 h 118"/>
                <a:gd name="T54" fmla="*/ 10 w 66"/>
                <a:gd name="T55" fmla="*/ 32 h 118"/>
                <a:gd name="T56" fmla="*/ 6 w 66"/>
                <a:gd name="T57" fmla="*/ 26 h 118"/>
                <a:gd name="T58" fmla="*/ 14 w 66"/>
                <a:gd name="T59" fmla="*/ 22 h 118"/>
                <a:gd name="T60" fmla="*/ 18 w 66"/>
                <a:gd name="T61" fmla="*/ 20 h 118"/>
                <a:gd name="T62" fmla="*/ 24 w 66"/>
                <a:gd name="T63" fmla="*/ 8 h 118"/>
                <a:gd name="T64" fmla="*/ 18 w 66"/>
                <a:gd name="T65" fmla="*/ 4 h 118"/>
                <a:gd name="T66" fmla="*/ 16 w 66"/>
                <a:gd name="T67" fmla="*/ 0 h 118"/>
                <a:gd name="T68" fmla="*/ 32 w 66"/>
                <a:gd name="T69" fmla="*/ 0 h 118"/>
                <a:gd name="T70" fmla="*/ 62 w 66"/>
                <a:gd name="T71" fmla="*/ 0 h 118"/>
                <a:gd name="T72" fmla="*/ 62 w 66"/>
                <a:gd name="T73" fmla="*/ 0 h 118"/>
                <a:gd name="T74" fmla="*/ 62 w 66"/>
                <a:gd name="T7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6" h="118">
                  <a:moveTo>
                    <a:pt x="62" y="0"/>
                  </a:moveTo>
                  <a:lnTo>
                    <a:pt x="62" y="0"/>
                  </a:lnTo>
                  <a:lnTo>
                    <a:pt x="62" y="6"/>
                  </a:lnTo>
                  <a:lnTo>
                    <a:pt x="66" y="18"/>
                  </a:lnTo>
                  <a:lnTo>
                    <a:pt x="66" y="18"/>
                  </a:lnTo>
                  <a:lnTo>
                    <a:pt x="66" y="18"/>
                  </a:lnTo>
                  <a:lnTo>
                    <a:pt x="66" y="42"/>
                  </a:lnTo>
                  <a:lnTo>
                    <a:pt x="66" y="66"/>
                  </a:lnTo>
                  <a:lnTo>
                    <a:pt x="64" y="74"/>
                  </a:lnTo>
                  <a:lnTo>
                    <a:pt x="66" y="74"/>
                  </a:lnTo>
                  <a:lnTo>
                    <a:pt x="66" y="78"/>
                  </a:lnTo>
                  <a:lnTo>
                    <a:pt x="66" y="80"/>
                  </a:lnTo>
                  <a:lnTo>
                    <a:pt x="64" y="82"/>
                  </a:lnTo>
                  <a:lnTo>
                    <a:pt x="64" y="86"/>
                  </a:lnTo>
                  <a:lnTo>
                    <a:pt x="60" y="90"/>
                  </a:lnTo>
                  <a:lnTo>
                    <a:pt x="58" y="96"/>
                  </a:lnTo>
                  <a:lnTo>
                    <a:pt x="58" y="100"/>
                  </a:lnTo>
                  <a:lnTo>
                    <a:pt x="58" y="102"/>
                  </a:lnTo>
                  <a:lnTo>
                    <a:pt x="56" y="104"/>
                  </a:lnTo>
                  <a:lnTo>
                    <a:pt x="56" y="106"/>
                  </a:lnTo>
                  <a:lnTo>
                    <a:pt x="54" y="108"/>
                  </a:lnTo>
                  <a:lnTo>
                    <a:pt x="50" y="110"/>
                  </a:lnTo>
                  <a:lnTo>
                    <a:pt x="52" y="114"/>
                  </a:lnTo>
                  <a:lnTo>
                    <a:pt x="50" y="116"/>
                  </a:lnTo>
                  <a:lnTo>
                    <a:pt x="44" y="114"/>
                  </a:lnTo>
                  <a:lnTo>
                    <a:pt x="40" y="112"/>
                  </a:lnTo>
                  <a:lnTo>
                    <a:pt x="40" y="116"/>
                  </a:lnTo>
                  <a:lnTo>
                    <a:pt x="40" y="118"/>
                  </a:lnTo>
                  <a:lnTo>
                    <a:pt x="38" y="114"/>
                  </a:lnTo>
                  <a:lnTo>
                    <a:pt x="36" y="116"/>
                  </a:lnTo>
                  <a:lnTo>
                    <a:pt x="34" y="110"/>
                  </a:lnTo>
                  <a:lnTo>
                    <a:pt x="34" y="108"/>
                  </a:lnTo>
                  <a:lnTo>
                    <a:pt x="32" y="102"/>
                  </a:lnTo>
                  <a:lnTo>
                    <a:pt x="32" y="102"/>
                  </a:lnTo>
                  <a:lnTo>
                    <a:pt x="26" y="98"/>
                  </a:lnTo>
                  <a:lnTo>
                    <a:pt x="24" y="96"/>
                  </a:lnTo>
                  <a:lnTo>
                    <a:pt x="22" y="94"/>
                  </a:lnTo>
                  <a:lnTo>
                    <a:pt x="20" y="90"/>
                  </a:lnTo>
                  <a:lnTo>
                    <a:pt x="20" y="88"/>
                  </a:lnTo>
                  <a:lnTo>
                    <a:pt x="22" y="84"/>
                  </a:lnTo>
                  <a:lnTo>
                    <a:pt x="24" y="80"/>
                  </a:lnTo>
                  <a:lnTo>
                    <a:pt x="20" y="78"/>
                  </a:lnTo>
                  <a:lnTo>
                    <a:pt x="16" y="78"/>
                  </a:lnTo>
                  <a:lnTo>
                    <a:pt x="14" y="78"/>
                  </a:lnTo>
                  <a:lnTo>
                    <a:pt x="14" y="74"/>
                  </a:lnTo>
                  <a:lnTo>
                    <a:pt x="12" y="70"/>
                  </a:lnTo>
                  <a:lnTo>
                    <a:pt x="12" y="68"/>
                  </a:lnTo>
                  <a:lnTo>
                    <a:pt x="8" y="66"/>
                  </a:lnTo>
                  <a:lnTo>
                    <a:pt x="4" y="62"/>
                  </a:lnTo>
                  <a:lnTo>
                    <a:pt x="2" y="58"/>
                  </a:lnTo>
                  <a:lnTo>
                    <a:pt x="0" y="52"/>
                  </a:lnTo>
                  <a:lnTo>
                    <a:pt x="2" y="46"/>
                  </a:lnTo>
                  <a:lnTo>
                    <a:pt x="2" y="42"/>
                  </a:lnTo>
                  <a:lnTo>
                    <a:pt x="6" y="38"/>
                  </a:lnTo>
                  <a:lnTo>
                    <a:pt x="8" y="36"/>
                  </a:lnTo>
                  <a:lnTo>
                    <a:pt x="10" y="32"/>
                  </a:lnTo>
                  <a:lnTo>
                    <a:pt x="10" y="28"/>
                  </a:lnTo>
                  <a:lnTo>
                    <a:pt x="6" y="26"/>
                  </a:lnTo>
                  <a:lnTo>
                    <a:pt x="8" y="24"/>
                  </a:lnTo>
                  <a:lnTo>
                    <a:pt x="14" y="22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22" y="14"/>
                  </a:lnTo>
                  <a:lnTo>
                    <a:pt x="24" y="8"/>
                  </a:lnTo>
                  <a:lnTo>
                    <a:pt x="22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32" y="0"/>
                  </a:lnTo>
                  <a:lnTo>
                    <a:pt x="48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9" name="Freeform 33">
              <a:extLst>
                <a:ext uri="{FF2B5EF4-FFF2-40B4-BE49-F238E27FC236}">
                  <a16:creationId xmlns:a16="http://schemas.microsoft.com/office/drawing/2014/main" id="{87B43F1B-B484-ABBA-D303-A57D190EA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3" y="1749"/>
              <a:ext cx="54" cy="84"/>
            </a:xfrm>
            <a:custGeom>
              <a:avLst/>
              <a:gdLst>
                <a:gd name="T0" fmla="*/ 54 w 54"/>
                <a:gd name="T1" fmla="*/ 2 h 84"/>
                <a:gd name="T2" fmla="*/ 54 w 54"/>
                <a:gd name="T3" fmla="*/ 22 h 84"/>
                <a:gd name="T4" fmla="*/ 54 w 54"/>
                <a:gd name="T5" fmla="*/ 42 h 84"/>
                <a:gd name="T6" fmla="*/ 54 w 54"/>
                <a:gd name="T7" fmla="*/ 58 h 84"/>
                <a:gd name="T8" fmla="*/ 54 w 54"/>
                <a:gd name="T9" fmla="*/ 58 h 84"/>
                <a:gd name="T10" fmla="*/ 54 w 54"/>
                <a:gd name="T11" fmla="*/ 62 h 84"/>
                <a:gd name="T12" fmla="*/ 54 w 54"/>
                <a:gd name="T13" fmla="*/ 64 h 84"/>
                <a:gd name="T14" fmla="*/ 52 w 54"/>
                <a:gd name="T15" fmla="*/ 64 h 84"/>
                <a:gd name="T16" fmla="*/ 48 w 54"/>
                <a:gd name="T17" fmla="*/ 66 h 84"/>
                <a:gd name="T18" fmla="*/ 44 w 54"/>
                <a:gd name="T19" fmla="*/ 66 h 84"/>
                <a:gd name="T20" fmla="*/ 44 w 54"/>
                <a:gd name="T21" fmla="*/ 70 h 84"/>
                <a:gd name="T22" fmla="*/ 42 w 54"/>
                <a:gd name="T23" fmla="*/ 70 h 84"/>
                <a:gd name="T24" fmla="*/ 40 w 54"/>
                <a:gd name="T25" fmla="*/ 74 h 84"/>
                <a:gd name="T26" fmla="*/ 38 w 54"/>
                <a:gd name="T27" fmla="*/ 76 h 84"/>
                <a:gd name="T28" fmla="*/ 34 w 54"/>
                <a:gd name="T29" fmla="*/ 82 h 84"/>
                <a:gd name="T30" fmla="*/ 30 w 54"/>
                <a:gd name="T31" fmla="*/ 80 h 84"/>
                <a:gd name="T32" fmla="*/ 30 w 54"/>
                <a:gd name="T33" fmla="*/ 78 h 84"/>
                <a:gd name="T34" fmla="*/ 26 w 54"/>
                <a:gd name="T35" fmla="*/ 82 h 84"/>
                <a:gd name="T36" fmla="*/ 24 w 54"/>
                <a:gd name="T37" fmla="*/ 84 h 84"/>
                <a:gd name="T38" fmla="*/ 22 w 54"/>
                <a:gd name="T39" fmla="*/ 80 h 84"/>
                <a:gd name="T40" fmla="*/ 18 w 54"/>
                <a:gd name="T41" fmla="*/ 84 h 84"/>
                <a:gd name="T42" fmla="*/ 16 w 54"/>
                <a:gd name="T43" fmla="*/ 84 h 84"/>
                <a:gd name="T44" fmla="*/ 12 w 54"/>
                <a:gd name="T45" fmla="*/ 82 h 84"/>
                <a:gd name="T46" fmla="*/ 8 w 54"/>
                <a:gd name="T47" fmla="*/ 84 h 84"/>
                <a:gd name="T48" fmla="*/ 4 w 54"/>
                <a:gd name="T49" fmla="*/ 82 h 84"/>
                <a:gd name="T50" fmla="*/ 4 w 54"/>
                <a:gd name="T51" fmla="*/ 84 h 84"/>
                <a:gd name="T52" fmla="*/ 0 w 54"/>
                <a:gd name="T53" fmla="*/ 84 h 84"/>
                <a:gd name="T54" fmla="*/ 2 w 54"/>
                <a:gd name="T55" fmla="*/ 80 h 84"/>
                <a:gd name="T56" fmla="*/ 4 w 54"/>
                <a:gd name="T57" fmla="*/ 74 h 84"/>
                <a:gd name="T58" fmla="*/ 8 w 54"/>
                <a:gd name="T59" fmla="*/ 70 h 84"/>
                <a:gd name="T60" fmla="*/ 8 w 54"/>
                <a:gd name="T61" fmla="*/ 66 h 84"/>
                <a:gd name="T62" fmla="*/ 10 w 54"/>
                <a:gd name="T63" fmla="*/ 66 h 84"/>
                <a:gd name="T64" fmla="*/ 10 w 54"/>
                <a:gd name="T65" fmla="*/ 62 h 84"/>
                <a:gd name="T66" fmla="*/ 10 w 54"/>
                <a:gd name="T67" fmla="*/ 58 h 84"/>
                <a:gd name="T68" fmla="*/ 8 w 54"/>
                <a:gd name="T69" fmla="*/ 58 h 84"/>
                <a:gd name="T70" fmla="*/ 10 w 54"/>
                <a:gd name="T71" fmla="*/ 50 h 84"/>
                <a:gd name="T72" fmla="*/ 10 w 54"/>
                <a:gd name="T73" fmla="*/ 26 h 84"/>
                <a:gd name="T74" fmla="*/ 10 w 54"/>
                <a:gd name="T75" fmla="*/ 0 h 84"/>
                <a:gd name="T76" fmla="*/ 10 w 54"/>
                <a:gd name="T77" fmla="*/ 0 h 84"/>
                <a:gd name="T78" fmla="*/ 12 w 54"/>
                <a:gd name="T79" fmla="*/ 2 h 84"/>
                <a:gd name="T80" fmla="*/ 16 w 54"/>
                <a:gd name="T81" fmla="*/ 2 h 84"/>
                <a:gd name="T82" fmla="*/ 22 w 54"/>
                <a:gd name="T83" fmla="*/ 0 h 84"/>
                <a:gd name="T84" fmla="*/ 22 w 54"/>
                <a:gd name="T85" fmla="*/ 0 h 84"/>
                <a:gd name="T86" fmla="*/ 40 w 54"/>
                <a:gd name="T87" fmla="*/ 0 h 84"/>
                <a:gd name="T88" fmla="*/ 54 w 54"/>
                <a:gd name="T89" fmla="*/ 0 h 84"/>
                <a:gd name="T90" fmla="*/ 54 w 54"/>
                <a:gd name="T91" fmla="*/ 2 h 84"/>
                <a:gd name="T92" fmla="*/ 54 w 54"/>
                <a:gd name="T93" fmla="*/ 2 h 84"/>
                <a:gd name="T94" fmla="*/ 54 w 54"/>
                <a:gd name="T95" fmla="*/ 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4" h="84">
                  <a:moveTo>
                    <a:pt x="54" y="2"/>
                  </a:moveTo>
                  <a:lnTo>
                    <a:pt x="54" y="22"/>
                  </a:lnTo>
                  <a:lnTo>
                    <a:pt x="54" y="42"/>
                  </a:lnTo>
                  <a:lnTo>
                    <a:pt x="54" y="58"/>
                  </a:lnTo>
                  <a:lnTo>
                    <a:pt x="54" y="58"/>
                  </a:lnTo>
                  <a:lnTo>
                    <a:pt x="54" y="62"/>
                  </a:lnTo>
                  <a:lnTo>
                    <a:pt x="54" y="64"/>
                  </a:lnTo>
                  <a:lnTo>
                    <a:pt x="52" y="64"/>
                  </a:lnTo>
                  <a:lnTo>
                    <a:pt x="48" y="66"/>
                  </a:lnTo>
                  <a:lnTo>
                    <a:pt x="44" y="66"/>
                  </a:lnTo>
                  <a:lnTo>
                    <a:pt x="44" y="70"/>
                  </a:lnTo>
                  <a:lnTo>
                    <a:pt x="42" y="70"/>
                  </a:lnTo>
                  <a:lnTo>
                    <a:pt x="40" y="74"/>
                  </a:lnTo>
                  <a:lnTo>
                    <a:pt x="38" y="76"/>
                  </a:lnTo>
                  <a:lnTo>
                    <a:pt x="34" y="82"/>
                  </a:lnTo>
                  <a:lnTo>
                    <a:pt x="30" y="80"/>
                  </a:lnTo>
                  <a:lnTo>
                    <a:pt x="30" y="78"/>
                  </a:lnTo>
                  <a:lnTo>
                    <a:pt x="26" y="82"/>
                  </a:lnTo>
                  <a:lnTo>
                    <a:pt x="24" y="84"/>
                  </a:lnTo>
                  <a:lnTo>
                    <a:pt x="22" y="80"/>
                  </a:lnTo>
                  <a:lnTo>
                    <a:pt x="18" y="84"/>
                  </a:lnTo>
                  <a:lnTo>
                    <a:pt x="16" y="84"/>
                  </a:lnTo>
                  <a:lnTo>
                    <a:pt x="12" y="82"/>
                  </a:lnTo>
                  <a:lnTo>
                    <a:pt x="8" y="84"/>
                  </a:lnTo>
                  <a:lnTo>
                    <a:pt x="4" y="82"/>
                  </a:lnTo>
                  <a:lnTo>
                    <a:pt x="4" y="84"/>
                  </a:lnTo>
                  <a:lnTo>
                    <a:pt x="0" y="84"/>
                  </a:lnTo>
                  <a:lnTo>
                    <a:pt x="2" y="80"/>
                  </a:lnTo>
                  <a:lnTo>
                    <a:pt x="4" y="74"/>
                  </a:lnTo>
                  <a:lnTo>
                    <a:pt x="8" y="70"/>
                  </a:lnTo>
                  <a:lnTo>
                    <a:pt x="8" y="66"/>
                  </a:lnTo>
                  <a:lnTo>
                    <a:pt x="10" y="66"/>
                  </a:lnTo>
                  <a:lnTo>
                    <a:pt x="10" y="62"/>
                  </a:lnTo>
                  <a:lnTo>
                    <a:pt x="10" y="58"/>
                  </a:lnTo>
                  <a:lnTo>
                    <a:pt x="8" y="58"/>
                  </a:lnTo>
                  <a:lnTo>
                    <a:pt x="10" y="50"/>
                  </a:lnTo>
                  <a:lnTo>
                    <a:pt x="10" y="26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2" y="2"/>
                  </a:lnTo>
                  <a:lnTo>
                    <a:pt x="16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40" y="0"/>
                  </a:lnTo>
                  <a:lnTo>
                    <a:pt x="54" y="0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54" y="2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0" name="Freeform 34">
              <a:extLst>
                <a:ext uri="{FF2B5EF4-FFF2-40B4-BE49-F238E27FC236}">
                  <a16:creationId xmlns:a16="http://schemas.microsoft.com/office/drawing/2014/main" id="{CF900467-96AF-D7F5-BBFA-A2FE697F2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3" y="1749"/>
              <a:ext cx="54" cy="84"/>
            </a:xfrm>
            <a:custGeom>
              <a:avLst/>
              <a:gdLst>
                <a:gd name="T0" fmla="*/ 54 w 54"/>
                <a:gd name="T1" fmla="*/ 2 h 84"/>
                <a:gd name="T2" fmla="*/ 54 w 54"/>
                <a:gd name="T3" fmla="*/ 22 h 84"/>
                <a:gd name="T4" fmla="*/ 54 w 54"/>
                <a:gd name="T5" fmla="*/ 42 h 84"/>
                <a:gd name="T6" fmla="*/ 54 w 54"/>
                <a:gd name="T7" fmla="*/ 58 h 84"/>
                <a:gd name="T8" fmla="*/ 54 w 54"/>
                <a:gd name="T9" fmla="*/ 58 h 84"/>
                <a:gd name="T10" fmla="*/ 54 w 54"/>
                <a:gd name="T11" fmla="*/ 62 h 84"/>
                <a:gd name="T12" fmla="*/ 54 w 54"/>
                <a:gd name="T13" fmla="*/ 64 h 84"/>
                <a:gd name="T14" fmla="*/ 52 w 54"/>
                <a:gd name="T15" fmla="*/ 64 h 84"/>
                <a:gd name="T16" fmla="*/ 48 w 54"/>
                <a:gd name="T17" fmla="*/ 66 h 84"/>
                <a:gd name="T18" fmla="*/ 44 w 54"/>
                <a:gd name="T19" fmla="*/ 66 h 84"/>
                <a:gd name="T20" fmla="*/ 44 w 54"/>
                <a:gd name="T21" fmla="*/ 70 h 84"/>
                <a:gd name="T22" fmla="*/ 42 w 54"/>
                <a:gd name="T23" fmla="*/ 70 h 84"/>
                <a:gd name="T24" fmla="*/ 40 w 54"/>
                <a:gd name="T25" fmla="*/ 74 h 84"/>
                <a:gd name="T26" fmla="*/ 38 w 54"/>
                <a:gd name="T27" fmla="*/ 76 h 84"/>
                <a:gd name="T28" fmla="*/ 34 w 54"/>
                <a:gd name="T29" fmla="*/ 82 h 84"/>
                <a:gd name="T30" fmla="*/ 30 w 54"/>
                <a:gd name="T31" fmla="*/ 80 h 84"/>
                <a:gd name="T32" fmla="*/ 30 w 54"/>
                <a:gd name="T33" fmla="*/ 78 h 84"/>
                <a:gd name="T34" fmla="*/ 26 w 54"/>
                <a:gd name="T35" fmla="*/ 82 h 84"/>
                <a:gd name="T36" fmla="*/ 24 w 54"/>
                <a:gd name="T37" fmla="*/ 84 h 84"/>
                <a:gd name="T38" fmla="*/ 22 w 54"/>
                <a:gd name="T39" fmla="*/ 80 h 84"/>
                <a:gd name="T40" fmla="*/ 18 w 54"/>
                <a:gd name="T41" fmla="*/ 84 h 84"/>
                <a:gd name="T42" fmla="*/ 16 w 54"/>
                <a:gd name="T43" fmla="*/ 84 h 84"/>
                <a:gd name="T44" fmla="*/ 12 w 54"/>
                <a:gd name="T45" fmla="*/ 82 h 84"/>
                <a:gd name="T46" fmla="*/ 8 w 54"/>
                <a:gd name="T47" fmla="*/ 84 h 84"/>
                <a:gd name="T48" fmla="*/ 4 w 54"/>
                <a:gd name="T49" fmla="*/ 82 h 84"/>
                <a:gd name="T50" fmla="*/ 4 w 54"/>
                <a:gd name="T51" fmla="*/ 84 h 84"/>
                <a:gd name="T52" fmla="*/ 0 w 54"/>
                <a:gd name="T53" fmla="*/ 84 h 84"/>
                <a:gd name="T54" fmla="*/ 2 w 54"/>
                <a:gd name="T55" fmla="*/ 80 h 84"/>
                <a:gd name="T56" fmla="*/ 4 w 54"/>
                <a:gd name="T57" fmla="*/ 74 h 84"/>
                <a:gd name="T58" fmla="*/ 8 w 54"/>
                <a:gd name="T59" fmla="*/ 70 h 84"/>
                <a:gd name="T60" fmla="*/ 8 w 54"/>
                <a:gd name="T61" fmla="*/ 66 h 84"/>
                <a:gd name="T62" fmla="*/ 10 w 54"/>
                <a:gd name="T63" fmla="*/ 66 h 84"/>
                <a:gd name="T64" fmla="*/ 10 w 54"/>
                <a:gd name="T65" fmla="*/ 62 h 84"/>
                <a:gd name="T66" fmla="*/ 10 w 54"/>
                <a:gd name="T67" fmla="*/ 58 h 84"/>
                <a:gd name="T68" fmla="*/ 8 w 54"/>
                <a:gd name="T69" fmla="*/ 58 h 84"/>
                <a:gd name="T70" fmla="*/ 10 w 54"/>
                <a:gd name="T71" fmla="*/ 50 h 84"/>
                <a:gd name="T72" fmla="*/ 10 w 54"/>
                <a:gd name="T73" fmla="*/ 26 h 84"/>
                <a:gd name="T74" fmla="*/ 10 w 54"/>
                <a:gd name="T75" fmla="*/ 0 h 84"/>
                <a:gd name="T76" fmla="*/ 10 w 54"/>
                <a:gd name="T77" fmla="*/ 0 h 84"/>
                <a:gd name="T78" fmla="*/ 12 w 54"/>
                <a:gd name="T79" fmla="*/ 2 h 84"/>
                <a:gd name="T80" fmla="*/ 16 w 54"/>
                <a:gd name="T81" fmla="*/ 2 h 84"/>
                <a:gd name="T82" fmla="*/ 22 w 54"/>
                <a:gd name="T83" fmla="*/ 0 h 84"/>
                <a:gd name="T84" fmla="*/ 22 w 54"/>
                <a:gd name="T85" fmla="*/ 0 h 84"/>
                <a:gd name="T86" fmla="*/ 40 w 54"/>
                <a:gd name="T87" fmla="*/ 0 h 84"/>
                <a:gd name="T88" fmla="*/ 54 w 54"/>
                <a:gd name="T89" fmla="*/ 0 h 84"/>
                <a:gd name="T90" fmla="*/ 54 w 54"/>
                <a:gd name="T91" fmla="*/ 2 h 84"/>
                <a:gd name="T92" fmla="*/ 54 w 54"/>
                <a:gd name="T93" fmla="*/ 2 h 84"/>
                <a:gd name="T94" fmla="*/ 54 w 54"/>
                <a:gd name="T95" fmla="*/ 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4" h="84">
                  <a:moveTo>
                    <a:pt x="54" y="2"/>
                  </a:moveTo>
                  <a:lnTo>
                    <a:pt x="54" y="22"/>
                  </a:lnTo>
                  <a:lnTo>
                    <a:pt x="54" y="42"/>
                  </a:lnTo>
                  <a:lnTo>
                    <a:pt x="54" y="58"/>
                  </a:lnTo>
                  <a:lnTo>
                    <a:pt x="54" y="58"/>
                  </a:lnTo>
                  <a:lnTo>
                    <a:pt x="54" y="62"/>
                  </a:lnTo>
                  <a:lnTo>
                    <a:pt x="54" y="64"/>
                  </a:lnTo>
                  <a:lnTo>
                    <a:pt x="52" y="64"/>
                  </a:lnTo>
                  <a:lnTo>
                    <a:pt x="48" y="66"/>
                  </a:lnTo>
                  <a:lnTo>
                    <a:pt x="44" y="66"/>
                  </a:lnTo>
                  <a:lnTo>
                    <a:pt x="44" y="70"/>
                  </a:lnTo>
                  <a:lnTo>
                    <a:pt x="42" y="70"/>
                  </a:lnTo>
                  <a:lnTo>
                    <a:pt x="40" y="74"/>
                  </a:lnTo>
                  <a:lnTo>
                    <a:pt x="38" y="76"/>
                  </a:lnTo>
                  <a:lnTo>
                    <a:pt x="34" y="82"/>
                  </a:lnTo>
                  <a:lnTo>
                    <a:pt x="30" y="80"/>
                  </a:lnTo>
                  <a:lnTo>
                    <a:pt x="30" y="78"/>
                  </a:lnTo>
                  <a:lnTo>
                    <a:pt x="26" y="82"/>
                  </a:lnTo>
                  <a:lnTo>
                    <a:pt x="24" y="84"/>
                  </a:lnTo>
                  <a:lnTo>
                    <a:pt x="22" y="80"/>
                  </a:lnTo>
                  <a:lnTo>
                    <a:pt x="18" y="84"/>
                  </a:lnTo>
                  <a:lnTo>
                    <a:pt x="16" y="84"/>
                  </a:lnTo>
                  <a:lnTo>
                    <a:pt x="12" y="82"/>
                  </a:lnTo>
                  <a:lnTo>
                    <a:pt x="8" y="84"/>
                  </a:lnTo>
                  <a:lnTo>
                    <a:pt x="4" y="82"/>
                  </a:lnTo>
                  <a:lnTo>
                    <a:pt x="4" y="84"/>
                  </a:lnTo>
                  <a:lnTo>
                    <a:pt x="0" y="84"/>
                  </a:lnTo>
                  <a:lnTo>
                    <a:pt x="2" y="80"/>
                  </a:lnTo>
                  <a:lnTo>
                    <a:pt x="4" y="74"/>
                  </a:lnTo>
                  <a:lnTo>
                    <a:pt x="8" y="70"/>
                  </a:lnTo>
                  <a:lnTo>
                    <a:pt x="8" y="66"/>
                  </a:lnTo>
                  <a:lnTo>
                    <a:pt x="10" y="66"/>
                  </a:lnTo>
                  <a:lnTo>
                    <a:pt x="10" y="62"/>
                  </a:lnTo>
                  <a:lnTo>
                    <a:pt x="10" y="58"/>
                  </a:lnTo>
                  <a:lnTo>
                    <a:pt x="8" y="58"/>
                  </a:lnTo>
                  <a:lnTo>
                    <a:pt x="10" y="50"/>
                  </a:lnTo>
                  <a:lnTo>
                    <a:pt x="10" y="26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2" y="2"/>
                  </a:lnTo>
                  <a:lnTo>
                    <a:pt x="16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40" y="0"/>
                  </a:lnTo>
                  <a:lnTo>
                    <a:pt x="54" y="0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54" y="2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1" name="Freeform 35">
              <a:extLst>
                <a:ext uri="{FF2B5EF4-FFF2-40B4-BE49-F238E27FC236}">
                  <a16:creationId xmlns:a16="http://schemas.microsoft.com/office/drawing/2014/main" id="{F377E5C9-8585-ECA0-B323-F6CF16C6C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4" y="1787"/>
              <a:ext cx="124" cy="64"/>
            </a:xfrm>
            <a:custGeom>
              <a:avLst/>
              <a:gdLst>
                <a:gd name="T0" fmla="*/ 122 w 124"/>
                <a:gd name="T1" fmla="*/ 64 h 64"/>
                <a:gd name="T2" fmla="*/ 108 w 124"/>
                <a:gd name="T3" fmla="*/ 64 h 64"/>
                <a:gd name="T4" fmla="*/ 78 w 124"/>
                <a:gd name="T5" fmla="*/ 64 h 64"/>
                <a:gd name="T6" fmla="*/ 50 w 124"/>
                <a:gd name="T7" fmla="*/ 64 h 64"/>
                <a:gd name="T8" fmla="*/ 32 w 124"/>
                <a:gd name="T9" fmla="*/ 64 h 64"/>
                <a:gd name="T10" fmla="*/ 16 w 124"/>
                <a:gd name="T11" fmla="*/ 64 h 64"/>
                <a:gd name="T12" fmla="*/ 0 w 124"/>
                <a:gd name="T13" fmla="*/ 64 h 64"/>
                <a:gd name="T14" fmla="*/ 0 w 124"/>
                <a:gd name="T15" fmla="*/ 32 h 64"/>
                <a:gd name="T16" fmla="*/ 0 w 124"/>
                <a:gd name="T17" fmla="*/ 0 h 64"/>
                <a:gd name="T18" fmla="*/ 0 w 124"/>
                <a:gd name="T19" fmla="*/ 0 h 64"/>
                <a:gd name="T20" fmla="*/ 30 w 124"/>
                <a:gd name="T21" fmla="*/ 0 h 64"/>
                <a:gd name="T22" fmla="*/ 50 w 124"/>
                <a:gd name="T23" fmla="*/ 0 h 64"/>
                <a:gd name="T24" fmla="*/ 88 w 124"/>
                <a:gd name="T25" fmla="*/ 0 h 64"/>
                <a:gd name="T26" fmla="*/ 112 w 124"/>
                <a:gd name="T27" fmla="*/ 0 h 64"/>
                <a:gd name="T28" fmla="*/ 116 w 124"/>
                <a:gd name="T29" fmla="*/ 4 h 64"/>
                <a:gd name="T30" fmla="*/ 118 w 124"/>
                <a:gd name="T31" fmla="*/ 4 h 64"/>
                <a:gd name="T32" fmla="*/ 118 w 124"/>
                <a:gd name="T33" fmla="*/ 6 h 64"/>
                <a:gd name="T34" fmla="*/ 116 w 124"/>
                <a:gd name="T35" fmla="*/ 10 h 64"/>
                <a:gd name="T36" fmla="*/ 116 w 124"/>
                <a:gd name="T37" fmla="*/ 12 h 64"/>
                <a:gd name="T38" fmla="*/ 120 w 124"/>
                <a:gd name="T39" fmla="*/ 16 h 64"/>
                <a:gd name="T40" fmla="*/ 124 w 124"/>
                <a:gd name="T41" fmla="*/ 18 h 64"/>
                <a:gd name="T42" fmla="*/ 122 w 124"/>
                <a:gd name="T43" fmla="*/ 40 h 64"/>
                <a:gd name="T44" fmla="*/ 122 w 124"/>
                <a:gd name="T45" fmla="*/ 64 h 64"/>
                <a:gd name="T46" fmla="*/ 122 w 124"/>
                <a:gd name="T47" fmla="*/ 64 h 64"/>
                <a:gd name="T48" fmla="*/ 122 w 124"/>
                <a:gd name="T49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64">
                  <a:moveTo>
                    <a:pt x="122" y="64"/>
                  </a:moveTo>
                  <a:lnTo>
                    <a:pt x="108" y="64"/>
                  </a:lnTo>
                  <a:lnTo>
                    <a:pt x="78" y="64"/>
                  </a:lnTo>
                  <a:lnTo>
                    <a:pt x="50" y="64"/>
                  </a:lnTo>
                  <a:lnTo>
                    <a:pt x="32" y="64"/>
                  </a:lnTo>
                  <a:lnTo>
                    <a:pt x="16" y="64"/>
                  </a:lnTo>
                  <a:lnTo>
                    <a:pt x="0" y="64"/>
                  </a:lnTo>
                  <a:lnTo>
                    <a:pt x="0" y="32"/>
                  </a:lnTo>
                  <a:lnTo>
                    <a:pt x="0" y="0"/>
                  </a:lnTo>
                  <a:lnTo>
                    <a:pt x="0" y="0"/>
                  </a:lnTo>
                  <a:lnTo>
                    <a:pt x="30" y="0"/>
                  </a:lnTo>
                  <a:lnTo>
                    <a:pt x="50" y="0"/>
                  </a:lnTo>
                  <a:lnTo>
                    <a:pt x="88" y="0"/>
                  </a:lnTo>
                  <a:lnTo>
                    <a:pt x="112" y="0"/>
                  </a:lnTo>
                  <a:lnTo>
                    <a:pt x="116" y="4"/>
                  </a:lnTo>
                  <a:lnTo>
                    <a:pt x="118" y="4"/>
                  </a:lnTo>
                  <a:lnTo>
                    <a:pt x="118" y="6"/>
                  </a:lnTo>
                  <a:lnTo>
                    <a:pt x="116" y="10"/>
                  </a:lnTo>
                  <a:lnTo>
                    <a:pt x="116" y="12"/>
                  </a:lnTo>
                  <a:lnTo>
                    <a:pt x="120" y="16"/>
                  </a:lnTo>
                  <a:lnTo>
                    <a:pt x="124" y="18"/>
                  </a:lnTo>
                  <a:lnTo>
                    <a:pt x="122" y="40"/>
                  </a:lnTo>
                  <a:lnTo>
                    <a:pt x="122" y="64"/>
                  </a:lnTo>
                  <a:lnTo>
                    <a:pt x="122" y="64"/>
                  </a:lnTo>
                  <a:lnTo>
                    <a:pt x="122" y="64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2" name="Freeform 37">
              <a:extLst>
                <a:ext uri="{FF2B5EF4-FFF2-40B4-BE49-F238E27FC236}">
                  <a16:creationId xmlns:a16="http://schemas.microsoft.com/office/drawing/2014/main" id="{7AC71ED4-F1B8-81AC-1164-492036DC5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9" y="1807"/>
              <a:ext cx="124" cy="52"/>
            </a:xfrm>
            <a:custGeom>
              <a:avLst/>
              <a:gdLst>
                <a:gd name="T0" fmla="*/ 116 w 124"/>
                <a:gd name="T1" fmla="*/ 16 h 52"/>
                <a:gd name="T2" fmla="*/ 118 w 124"/>
                <a:gd name="T3" fmla="*/ 22 h 52"/>
                <a:gd name="T4" fmla="*/ 120 w 124"/>
                <a:gd name="T5" fmla="*/ 28 h 52"/>
                <a:gd name="T6" fmla="*/ 124 w 124"/>
                <a:gd name="T7" fmla="*/ 32 h 52"/>
                <a:gd name="T8" fmla="*/ 114 w 124"/>
                <a:gd name="T9" fmla="*/ 40 h 52"/>
                <a:gd name="T10" fmla="*/ 112 w 124"/>
                <a:gd name="T11" fmla="*/ 44 h 52"/>
                <a:gd name="T12" fmla="*/ 106 w 124"/>
                <a:gd name="T13" fmla="*/ 48 h 52"/>
                <a:gd name="T14" fmla="*/ 96 w 124"/>
                <a:gd name="T15" fmla="*/ 50 h 52"/>
                <a:gd name="T16" fmla="*/ 72 w 124"/>
                <a:gd name="T17" fmla="*/ 50 h 52"/>
                <a:gd name="T18" fmla="*/ 58 w 124"/>
                <a:gd name="T19" fmla="*/ 50 h 52"/>
                <a:gd name="T20" fmla="*/ 40 w 124"/>
                <a:gd name="T21" fmla="*/ 50 h 52"/>
                <a:gd name="T22" fmla="*/ 28 w 124"/>
                <a:gd name="T23" fmla="*/ 50 h 52"/>
                <a:gd name="T24" fmla="*/ 24 w 124"/>
                <a:gd name="T25" fmla="*/ 52 h 52"/>
                <a:gd name="T26" fmla="*/ 6 w 124"/>
                <a:gd name="T27" fmla="*/ 50 h 52"/>
                <a:gd name="T28" fmla="*/ 8 w 124"/>
                <a:gd name="T29" fmla="*/ 46 h 52"/>
                <a:gd name="T30" fmla="*/ 8 w 124"/>
                <a:gd name="T31" fmla="*/ 40 h 52"/>
                <a:gd name="T32" fmla="*/ 12 w 124"/>
                <a:gd name="T33" fmla="*/ 40 h 52"/>
                <a:gd name="T34" fmla="*/ 18 w 124"/>
                <a:gd name="T35" fmla="*/ 40 h 52"/>
                <a:gd name="T36" fmla="*/ 22 w 124"/>
                <a:gd name="T37" fmla="*/ 34 h 52"/>
                <a:gd name="T38" fmla="*/ 24 w 124"/>
                <a:gd name="T39" fmla="*/ 30 h 52"/>
                <a:gd name="T40" fmla="*/ 24 w 124"/>
                <a:gd name="T41" fmla="*/ 26 h 52"/>
                <a:gd name="T42" fmla="*/ 28 w 124"/>
                <a:gd name="T43" fmla="*/ 24 h 52"/>
                <a:gd name="T44" fmla="*/ 36 w 124"/>
                <a:gd name="T45" fmla="*/ 24 h 52"/>
                <a:gd name="T46" fmla="*/ 42 w 124"/>
                <a:gd name="T47" fmla="*/ 24 h 52"/>
                <a:gd name="T48" fmla="*/ 48 w 124"/>
                <a:gd name="T49" fmla="*/ 26 h 52"/>
                <a:gd name="T50" fmla="*/ 54 w 124"/>
                <a:gd name="T51" fmla="*/ 18 h 52"/>
                <a:gd name="T52" fmla="*/ 58 w 124"/>
                <a:gd name="T53" fmla="*/ 22 h 52"/>
                <a:gd name="T54" fmla="*/ 64 w 124"/>
                <a:gd name="T55" fmla="*/ 16 h 52"/>
                <a:gd name="T56" fmla="*/ 68 w 124"/>
                <a:gd name="T57" fmla="*/ 12 h 52"/>
                <a:gd name="T58" fmla="*/ 72 w 124"/>
                <a:gd name="T59" fmla="*/ 8 h 52"/>
                <a:gd name="T60" fmla="*/ 78 w 124"/>
                <a:gd name="T61" fmla="*/ 6 h 52"/>
                <a:gd name="T62" fmla="*/ 78 w 124"/>
                <a:gd name="T63" fmla="*/ 0 h 52"/>
                <a:gd name="T64" fmla="*/ 84 w 124"/>
                <a:gd name="T65" fmla="*/ 0 h 52"/>
                <a:gd name="T66" fmla="*/ 90 w 124"/>
                <a:gd name="T67" fmla="*/ 6 h 52"/>
                <a:gd name="T68" fmla="*/ 96 w 124"/>
                <a:gd name="T69" fmla="*/ 10 h 52"/>
                <a:gd name="T70" fmla="*/ 104 w 124"/>
                <a:gd name="T71" fmla="*/ 10 h 52"/>
                <a:gd name="T72" fmla="*/ 110 w 124"/>
                <a:gd name="T73" fmla="*/ 8 h 52"/>
                <a:gd name="T74" fmla="*/ 114 w 124"/>
                <a:gd name="T75" fmla="*/ 14 h 52"/>
                <a:gd name="T76" fmla="*/ 114 w 124"/>
                <a:gd name="T77" fmla="*/ 1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4" h="52">
                  <a:moveTo>
                    <a:pt x="114" y="14"/>
                  </a:moveTo>
                  <a:lnTo>
                    <a:pt x="116" y="16"/>
                  </a:lnTo>
                  <a:lnTo>
                    <a:pt x="114" y="20"/>
                  </a:lnTo>
                  <a:lnTo>
                    <a:pt x="118" y="22"/>
                  </a:lnTo>
                  <a:lnTo>
                    <a:pt x="118" y="26"/>
                  </a:lnTo>
                  <a:lnTo>
                    <a:pt x="120" y="28"/>
                  </a:lnTo>
                  <a:lnTo>
                    <a:pt x="122" y="32"/>
                  </a:lnTo>
                  <a:lnTo>
                    <a:pt x="124" y="32"/>
                  </a:lnTo>
                  <a:lnTo>
                    <a:pt x="118" y="38"/>
                  </a:lnTo>
                  <a:lnTo>
                    <a:pt x="114" y="40"/>
                  </a:lnTo>
                  <a:lnTo>
                    <a:pt x="114" y="42"/>
                  </a:lnTo>
                  <a:lnTo>
                    <a:pt x="112" y="44"/>
                  </a:lnTo>
                  <a:lnTo>
                    <a:pt x="106" y="46"/>
                  </a:lnTo>
                  <a:lnTo>
                    <a:pt x="106" y="48"/>
                  </a:lnTo>
                  <a:lnTo>
                    <a:pt x="102" y="50"/>
                  </a:lnTo>
                  <a:lnTo>
                    <a:pt x="96" y="50"/>
                  </a:lnTo>
                  <a:lnTo>
                    <a:pt x="86" y="52"/>
                  </a:lnTo>
                  <a:lnTo>
                    <a:pt x="72" y="50"/>
                  </a:lnTo>
                  <a:lnTo>
                    <a:pt x="66" y="50"/>
                  </a:lnTo>
                  <a:lnTo>
                    <a:pt x="58" y="50"/>
                  </a:lnTo>
                  <a:lnTo>
                    <a:pt x="48" y="50"/>
                  </a:lnTo>
                  <a:lnTo>
                    <a:pt x="40" y="50"/>
                  </a:lnTo>
                  <a:lnTo>
                    <a:pt x="28" y="50"/>
                  </a:lnTo>
                  <a:lnTo>
                    <a:pt x="28" y="50"/>
                  </a:lnTo>
                  <a:lnTo>
                    <a:pt x="24" y="50"/>
                  </a:lnTo>
                  <a:lnTo>
                    <a:pt x="24" y="52"/>
                  </a:lnTo>
                  <a:lnTo>
                    <a:pt x="0" y="52"/>
                  </a:lnTo>
                  <a:lnTo>
                    <a:pt x="6" y="50"/>
                  </a:lnTo>
                  <a:lnTo>
                    <a:pt x="8" y="48"/>
                  </a:lnTo>
                  <a:lnTo>
                    <a:pt x="8" y="46"/>
                  </a:lnTo>
                  <a:lnTo>
                    <a:pt x="8" y="44"/>
                  </a:lnTo>
                  <a:lnTo>
                    <a:pt x="8" y="40"/>
                  </a:lnTo>
                  <a:lnTo>
                    <a:pt x="8" y="38"/>
                  </a:lnTo>
                  <a:lnTo>
                    <a:pt x="12" y="40"/>
                  </a:lnTo>
                  <a:lnTo>
                    <a:pt x="16" y="42"/>
                  </a:lnTo>
                  <a:lnTo>
                    <a:pt x="18" y="40"/>
                  </a:lnTo>
                  <a:lnTo>
                    <a:pt x="18" y="36"/>
                  </a:lnTo>
                  <a:lnTo>
                    <a:pt x="22" y="34"/>
                  </a:lnTo>
                  <a:lnTo>
                    <a:pt x="24" y="32"/>
                  </a:lnTo>
                  <a:lnTo>
                    <a:pt x="24" y="30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28" y="26"/>
                  </a:lnTo>
                  <a:lnTo>
                    <a:pt x="28" y="24"/>
                  </a:lnTo>
                  <a:lnTo>
                    <a:pt x="32" y="26"/>
                  </a:lnTo>
                  <a:lnTo>
                    <a:pt x="36" y="24"/>
                  </a:lnTo>
                  <a:lnTo>
                    <a:pt x="40" y="26"/>
                  </a:lnTo>
                  <a:lnTo>
                    <a:pt x="42" y="24"/>
                  </a:lnTo>
                  <a:lnTo>
                    <a:pt x="46" y="22"/>
                  </a:lnTo>
                  <a:lnTo>
                    <a:pt x="48" y="26"/>
                  </a:lnTo>
                  <a:lnTo>
                    <a:pt x="50" y="22"/>
                  </a:lnTo>
                  <a:lnTo>
                    <a:pt x="54" y="18"/>
                  </a:lnTo>
                  <a:lnTo>
                    <a:pt x="54" y="22"/>
                  </a:lnTo>
                  <a:lnTo>
                    <a:pt x="58" y="22"/>
                  </a:lnTo>
                  <a:lnTo>
                    <a:pt x="62" y="16"/>
                  </a:lnTo>
                  <a:lnTo>
                    <a:pt x="64" y="16"/>
                  </a:lnTo>
                  <a:lnTo>
                    <a:pt x="66" y="12"/>
                  </a:lnTo>
                  <a:lnTo>
                    <a:pt x="68" y="12"/>
                  </a:lnTo>
                  <a:lnTo>
                    <a:pt x="68" y="6"/>
                  </a:lnTo>
                  <a:lnTo>
                    <a:pt x="72" y="8"/>
                  </a:lnTo>
                  <a:lnTo>
                    <a:pt x="76" y="6"/>
                  </a:lnTo>
                  <a:lnTo>
                    <a:pt x="78" y="6"/>
                  </a:lnTo>
                  <a:lnTo>
                    <a:pt x="78" y="4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84" y="0"/>
                  </a:lnTo>
                  <a:lnTo>
                    <a:pt x="86" y="2"/>
                  </a:lnTo>
                  <a:lnTo>
                    <a:pt x="90" y="6"/>
                  </a:lnTo>
                  <a:lnTo>
                    <a:pt x="94" y="8"/>
                  </a:lnTo>
                  <a:lnTo>
                    <a:pt x="96" y="10"/>
                  </a:lnTo>
                  <a:lnTo>
                    <a:pt x="100" y="10"/>
                  </a:lnTo>
                  <a:lnTo>
                    <a:pt x="104" y="10"/>
                  </a:lnTo>
                  <a:lnTo>
                    <a:pt x="108" y="10"/>
                  </a:lnTo>
                  <a:lnTo>
                    <a:pt x="110" y="8"/>
                  </a:lnTo>
                  <a:lnTo>
                    <a:pt x="112" y="12"/>
                  </a:lnTo>
                  <a:lnTo>
                    <a:pt x="114" y="14"/>
                  </a:lnTo>
                  <a:lnTo>
                    <a:pt x="114" y="14"/>
                  </a:lnTo>
                  <a:lnTo>
                    <a:pt x="114" y="14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3" name="Freeform 38">
              <a:extLst>
                <a:ext uri="{FF2B5EF4-FFF2-40B4-BE49-F238E27FC236}">
                  <a16:creationId xmlns:a16="http://schemas.microsoft.com/office/drawing/2014/main" id="{3703A8E7-CECA-48E7-34C7-22EF61E09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9" y="1807"/>
              <a:ext cx="124" cy="52"/>
            </a:xfrm>
            <a:custGeom>
              <a:avLst/>
              <a:gdLst>
                <a:gd name="T0" fmla="*/ 116 w 124"/>
                <a:gd name="T1" fmla="*/ 16 h 52"/>
                <a:gd name="T2" fmla="*/ 118 w 124"/>
                <a:gd name="T3" fmla="*/ 22 h 52"/>
                <a:gd name="T4" fmla="*/ 120 w 124"/>
                <a:gd name="T5" fmla="*/ 28 h 52"/>
                <a:gd name="T6" fmla="*/ 124 w 124"/>
                <a:gd name="T7" fmla="*/ 32 h 52"/>
                <a:gd name="T8" fmla="*/ 114 w 124"/>
                <a:gd name="T9" fmla="*/ 40 h 52"/>
                <a:gd name="T10" fmla="*/ 112 w 124"/>
                <a:gd name="T11" fmla="*/ 44 h 52"/>
                <a:gd name="T12" fmla="*/ 106 w 124"/>
                <a:gd name="T13" fmla="*/ 48 h 52"/>
                <a:gd name="T14" fmla="*/ 96 w 124"/>
                <a:gd name="T15" fmla="*/ 50 h 52"/>
                <a:gd name="T16" fmla="*/ 72 w 124"/>
                <a:gd name="T17" fmla="*/ 50 h 52"/>
                <a:gd name="T18" fmla="*/ 58 w 124"/>
                <a:gd name="T19" fmla="*/ 50 h 52"/>
                <a:gd name="T20" fmla="*/ 40 w 124"/>
                <a:gd name="T21" fmla="*/ 50 h 52"/>
                <a:gd name="T22" fmla="*/ 28 w 124"/>
                <a:gd name="T23" fmla="*/ 50 h 52"/>
                <a:gd name="T24" fmla="*/ 24 w 124"/>
                <a:gd name="T25" fmla="*/ 52 h 52"/>
                <a:gd name="T26" fmla="*/ 6 w 124"/>
                <a:gd name="T27" fmla="*/ 50 h 52"/>
                <a:gd name="T28" fmla="*/ 8 w 124"/>
                <a:gd name="T29" fmla="*/ 46 h 52"/>
                <a:gd name="T30" fmla="*/ 8 w 124"/>
                <a:gd name="T31" fmla="*/ 40 h 52"/>
                <a:gd name="T32" fmla="*/ 12 w 124"/>
                <a:gd name="T33" fmla="*/ 40 h 52"/>
                <a:gd name="T34" fmla="*/ 18 w 124"/>
                <a:gd name="T35" fmla="*/ 40 h 52"/>
                <a:gd name="T36" fmla="*/ 22 w 124"/>
                <a:gd name="T37" fmla="*/ 34 h 52"/>
                <a:gd name="T38" fmla="*/ 24 w 124"/>
                <a:gd name="T39" fmla="*/ 30 h 52"/>
                <a:gd name="T40" fmla="*/ 24 w 124"/>
                <a:gd name="T41" fmla="*/ 26 h 52"/>
                <a:gd name="T42" fmla="*/ 28 w 124"/>
                <a:gd name="T43" fmla="*/ 24 h 52"/>
                <a:gd name="T44" fmla="*/ 36 w 124"/>
                <a:gd name="T45" fmla="*/ 24 h 52"/>
                <a:gd name="T46" fmla="*/ 42 w 124"/>
                <a:gd name="T47" fmla="*/ 24 h 52"/>
                <a:gd name="T48" fmla="*/ 48 w 124"/>
                <a:gd name="T49" fmla="*/ 26 h 52"/>
                <a:gd name="T50" fmla="*/ 54 w 124"/>
                <a:gd name="T51" fmla="*/ 18 h 52"/>
                <a:gd name="T52" fmla="*/ 58 w 124"/>
                <a:gd name="T53" fmla="*/ 22 h 52"/>
                <a:gd name="T54" fmla="*/ 64 w 124"/>
                <a:gd name="T55" fmla="*/ 16 h 52"/>
                <a:gd name="T56" fmla="*/ 68 w 124"/>
                <a:gd name="T57" fmla="*/ 12 h 52"/>
                <a:gd name="T58" fmla="*/ 72 w 124"/>
                <a:gd name="T59" fmla="*/ 8 h 52"/>
                <a:gd name="T60" fmla="*/ 78 w 124"/>
                <a:gd name="T61" fmla="*/ 6 h 52"/>
                <a:gd name="T62" fmla="*/ 78 w 124"/>
                <a:gd name="T63" fmla="*/ 0 h 52"/>
                <a:gd name="T64" fmla="*/ 84 w 124"/>
                <a:gd name="T65" fmla="*/ 0 h 52"/>
                <a:gd name="T66" fmla="*/ 90 w 124"/>
                <a:gd name="T67" fmla="*/ 6 h 52"/>
                <a:gd name="T68" fmla="*/ 96 w 124"/>
                <a:gd name="T69" fmla="*/ 10 h 52"/>
                <a:gd name="T70" fmla="*/ 104 w 124"/>
                <a:gd name="T71" fmla="*/ 10 h 52"/>
                <a:gd name="T72" fmla="*/ 110 w 124"/>
                <a:gd name="T73" fmla="*/ 8 h 52"/>
                <a:gd name="T74" fmla="*/ 114 w 124"/>
                <a:gd name="T75" fmla="*/ 14 h 52"/>
                <a:gd name="T76" fmla="*/ 114 w 124"/>
                <a:gd name="T77" fmla="*/ 1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4" h="52">
                  <a:moveTo>
                    <a:pt x="114" y="14"/>
                  </a:moveTo>
                  <a:lnTo>
                    <a:pt x="116" y="16"/>
                  </a:lnTo>
                  <a:lnTo>
                    <a:pt x="114" y="20"/>
                  </a:lnTo>
                  <a:lnTo>
                    <a:pt x="118" y="22"/>
                  </a:lnTo>
                  <a:lnTo>
                    <a:pt x="118" y="26"/>
                  </a:lnTo>
                  <a:lnTo>
                    <a:pt x="120" y="28"/>
                  </a:lnTo>
                  <a:lnTo>
                    <a:pt x="122" y="32"/>
                  </a:lnTo>
                  <a:lnTo>
                    <a:pt x="124" y="32"/>
                  </a:lnTo>
                  <a:lnTo>
                    <a:pt x="118" y="38"/>
                  </a:lnTo>
                  <a:lnTo>
                    <a:pt x="114" y="40"/>
                  </a:lnTo>
                  <a:lnTo>
                    <a:pt x="114" y="42"/>
                  </a:lnTo>
                  <a:lnTo>
                    <a:pt x="112" y="44"/>
                  </a:lnTo>
                  <a:lnTo>
                    <a:pt x="106" y="46"/>
                  </a:lnTo>
                  <a:lnTo>
                    <a:pt x="106" y="48"/>
                  </a:lnTo>
                  <a:lnTo>
                    <a:pt x="102" y="50"/>
                  </a:lnTo>
                  <a:lnTo>
                    <a:pt x="96" y="50"/>
                  </a:lnTo>
                  <a:lnTo>
                    <a:pt x="86" y="52"/>
                  </a:lnTo>
                  <a:lnTo>
                    <a:pt x="72" y="50"/>
                  </a:lnTo>
                  <a:lnTo>
                    <a:pt x="66" y="50"/>
                  </a:lnTo>
                  <a:lnTo>
                    <a:pt x="58" y="50"/>
                  </a:lnTo>
                  <a:lnTo>
                    <a:pt x="48" y="50"/>
                  </a:lnTo>
                  <a:lnTo>
                    <a:pt x="40" y="50"/>
                  </a:lnTo>
                  <a:lnTo>
                    <a:pt x="28" y="50"/>
                  </a:lnTo>
                  <a:lnTo>
                    <a:pt x="28" y="50"/>
                  </a:lnTo>
                  <a:lnTo>
                    <a:pt x="24" y="50"/>
                  </a:lnTo>
                  <a:lnTo>
                    <a:pt x="24" y="52"/>
                  </a:lnTo>
                  <a:lnTo>
                    <a:pt x="0" y="52"/>
                  </a:lnTo>
                  <a:lnTo>
                    <a:pt x="6" y="50"/>
                  </a:lnTo>
                  <a:lnTo>
                    <a:pt x="8" y="48"/>
                  </a:lnTo>
                  <a:lnTo>
                    <a:pt x="8" y="46"/>
                  </a:lnTo>
                  <a:lnTo>
                    <a:pt x="8" y="44"/>
                  </a:lnTo>
                  <a:lnTo>
                    <a:pt x="8" y="40"/>
                  </a:lnTo>
                  <a:lnTo>
                    <a:pt x="8" y="38"/>
                  </a:lnTo>
                  <a:lnTo>
                    <a:pt x="12" y="40"/>
                  </a:lnTo>
                  <a:lnTo>
                    <a:pt x="16" y="42"/>
                  </a:lnTo>
                  <a:lnTo>
                    <a:pt x="18" y="40"/>
                  </a:lnTo>
                  <a:lnTo>
                    <a:pt x="18" y="36"/>
                  </a:lnTo>
                  <a:lnTo>
                    <a:pt x="22" y="34"/>
                  </a:lnTo>
                  <a:lnTo>
                    <a:pt x="24" y="32"/>
                  </a:lnTo>
                  <a:lnTo>
                    <a:pt x="24" y="30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28" y="26"/>
                  </a:lnTo>
                  <a:lnTo>
                    <a:pt x="28" y="24"/>
                  </a:lnTo>
                  <a:lnTo>
                    <a:pt x="32" y="26"/>
                  </a:lnTo>
                  <a:lnTo>
                    <a:pt x="36" y="24"/>
                  </a:lnTo>
                  <a:lnTo>
                    <a:pt x="40" y="26"/>
                  </a:lnTo>
                  <a:lnTo>
                    <a:pt x="42" y="24"/>
                  </a:lnTo>
                  <a:lnTo>
                    <a:pt x="46" y="22"/>
                  </a:lnTo>
                  <a:lnTo>
                    <a:pt x="48" y="26"/>
                  </a:lnTo>
                  <a:lnTo>
                    <a:pt x="50" y="22"/>
                  </a:lnTo>
                  <a:lnTo>
                    <a:pt x="54" y="18"/>
                  </a:lnTo>
                  <a:lnTo>
                    <a:pt x="54" y="22"/>
                  </a:lnTo>
                  <a:lnTo>
                    <a:pt x="58" y="22"/>
                  </a:lnTo>
                  <a:lnTo>
                    <a:pt x="62" y="16"/>
                  </a:lnTo>
                  <a:lnTo>
                    <a:pt x="64" y="16"/>
                  </a:lnTo>
                  <a:lnTo>
                    <a:pt x="66" y="12"/>
                  </a:lnTo>
                  <a:lnTo>
                    <a:pt x="68" y="12"/>
                  </a:lnTo>
                  <a:lnTo>
                    <a:pt x="68" y="6"/>
                  </a:lnTo>
                  <a:lnTo>
                    <a:pt x="72" y="8"/>
                  </a:lnTo>
                  <a:lnTo>
                    <a:pt x="76" y="6"/>
                  </a:lnTo>
                  <a:lnTo>
                    <a:pt x="78" y="6"/>
                  </a:lnTo>
                  <a:lnTo>
                    <a:pt x="78" y="4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84" y="0"/>
                  </a:lnTo>
                  <a:lnTo>
                    <a:pt x="86" y="2"/>
                  </a:lnTo>
                  <a:lnTo>
                    <a:pt x="90" y="6"/>
                  </a:lnTo>
                  <a:lnTo>
                    <a:pt x="94" y="8"/>
                  </a:lnTo>
                  <a:lnTo>
                    <a:pt x="96" y="10"/>
                  </a:lnTo>
                  <a:lnTo>
                    <a:pt x="100" y="10"/>
                  </a:lnTo>
                  <a:lnTo>
                    <a:pt x="104" y="10"/>
                  </a:lnTo>
                  <a:lnTo>
                    <a:pt x="108" y="10"/>
                  </a:lnTo>
                  <a:lnTo>
                    <a:pt x="110" y="8"/>
                  </a:lnTo>
                  <a:lnTo>
                    <a:pt x="112" y="12"/>
                  </a:lnTo>
                  <a:lnTo>
                    <a:pt x="114" y="14"/>
                  </a:lnTo>
                  <a:lnTo>
                    <a:pt x="114" y="14"/>
                  </a:lnTo>
                  <a:lnTo>
                    <a:pt x="114" y="14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4" name="Freeform 39">
              <a:extLst>
                <a:ext uri="{FF2B5EF4-FFF2-40B4-BE49-F238E27FC236}">
                  <a16:creationId xmlns:a16="http://schemas.microsoft.com/office/drawing/2014/main" id="{17C77B27-E10C-E426-9768-2B84714DF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1929"/>
              <a:ext cx="75" cy="76"/>
            </a:xfrm>
            <a:custGeom>
              <a:avLst/>
              <a:gdLst>
                <a:gd name="T0" fmla="*/ 47 w 75"/>
                <a:gd name="T1" fmla="*/ 0 h 76"/>
                <a:gd name="T2" fmla="*/ 49 w 75"/>
                <a:gd name="T3" fmla="*/ 2 h 76"/>
                <a:gd name="T4" fmla="*/ 47 w 75"/>
                <a:gd name="T5" fmla="*/ 4 h 76"/>
                <a:gd name="T6" fmla="*/ 49 w 75"/>
                <a:gd name="T7" fmla="*/ 8 h 76"/>
                <a:gd name="T8" fmla="*/ 49 w 75"/>
                <a:gd name="T9" fmla="*/ 10 h 76"/>
                <a:gd name="T10" fmla="*/ 51 w 75"/>
                <a:gd name="T11" fmla="*/ 14 h 76"/>
                <a:gd name="T12" fmla="*/ 49 w 75"/>
                <a:gd name="T13" fmla="*/ 16 h 76"/>
                <a:gd name="T14" fmla="*/ 47 w 75"/>
                <a:gd name="T15" fmla="*/ 20 h 76"/>
                <a:gd name="T16" fmla="*/ 45 w 75"/>
                <a:gd name="T17" fmla="*/ 24 h 76"/>
                <a:gd name="T18" fmla="*/ 43 w 75"/>
                <a:gd name="T19" fmla="*/ 28 h 76"/>
                <a:gd name="T20" fmla="*/ 41 w 75"/>
                <a:gd name="T21" fmla="*/ 32 h 76"/>
                <a:gd name="T22" fmla="*/ 39 w 75"/>
                <a:gd name="T23" fmla="*/ 34 h 76"/>
                <a:gd name="T24" fmla="*/ 41 w 75"/>
                <a:gd name="T25" fmla="*/ 38 h 76"/>
                <a:gd name="T26" fmla="*/ 55 w 75"/>
                <a:gd name="T27" fmla="*/ 40 h 76"/>
                <a:gd name="T28" fmla="*/ 71 w 75"/>
                <a:gd name="T29" fmla="*/ 40 h 76"/>
                <a:gd name="T30" fmla="*/ 69 w 75"/>
                <a:gd name="T31" fmla="*/ 42 h 76"/>
                <a:gd name="T32" fmla="*/ 69 w 75"/>
                <a:gd name="T33" fmla="*/ 46 h 76"/>
                <a:gd name="T34" fmla="*/ 69 w 75"/>
                <a:gd name="T35" fmla="*/ 48 h 76"/>
                <a:gd name="T36" fmla="*/ 71 w 75"/>
                <a:gd name="T37" fmla="*/ 50 h 76"/>
                <a:gd name="T38" fmla="*/ 73 w 75"/>
                <a:gd name="T39" fmla="*/ 54 h 76"/>
                <a:gd name="T40" fmla="*/ 73 w 75"/>
                <a:gd name="T41" fmla="*/ 56 h 76"/>
                <a:gd name="T42" fmla="*/ 71 w 75"/>
                <a:gd name="T43" fmla="*/ 64 h 76"/>
                <a:gd name="T44" fmla="*/ 75 w 75"/>
                <a:gd name="T45" fmla="*/ 74 h 76"/>
                <a:gd name="T46" fmla="*/ 53 w 75"/>
                <a:gd name="T47" fmla="*/ 76 h 76"/>
                <a:gd name="T48" fmla="*/ 39 w 75"/>
                <a:gd name="T49" fmla="*/ 72 h 76"/>
                <a:gd name="T50" fmla="*/ 29 w 75"/>
                <a:gd name="T51" fmla="*/ 68 h 76"/>
                <a:gd name="T52" fmla="*/ 18 w 75"/>
                <a:gd name="T53" fmla="*/ 66 h 76"/>
                <a:gd name="T54" fmla="*/ 4 w 75"/>
                <a:gd name="T55" fmla="*/ 66 h 76"/>
                <a:gd name="T56" fmla="*/ 2 w 75"/>
                <a:gd name="T57" fmla="*/ 62 h 76"/>
                <a:gd name="T58" fmla="*/ 4 w 75"/>
                <a:gd name="T59" fmla="*/ 60 h 76"/>
                <a:gd name="T60" fmla="*/ 6 w 75"/>
                <a:gd name="T61" fmla="*/ 58 h 76"/>
                <a:gd name="T62" fmla="*/ 6 w 75"/>
                <a:gd name="T63" fmla="*/ 54 h 76"/>
                <a:gd name="T64" fmla="*/ 6 w 75"/>
                <a:gd name="T65" fmla="*/ 52 h 76"/>
                <a:gd name="T66" fmla="*/ 8 w 75"/>
                <a:gd name="T67" fmla="*/ 48 h 76"/>
                <a:gd name="T68" fmla="*/ 8 w 75"/>
                <a:gd name="T69" fmla="*/ 46 h 76"/>
                <a:gd name="T70" fmla="*/ 10 w 75"/>
                <a:gd name="T71" fmla="*/ 38 h 76"/>
                <a:gd name="T72" fmla="*/ 8 w 75"/>
                <a:gd name="T73" fmla="*/ 36 h 76"/>
                <a:gd name="T74" fmla="*/ 6 w 75"/>
                <a:gd name="T75" fmla="*/ 32 h 76"/>
                <a:gd name="T76" fmla="*/ 4 w 75"/>
                <a:gd name="T77" fmla="*/ 26 h 76"/>
                <a:gd name="T78" fmla="*/ 4 w 75"/>
                <a:gd name="T79" fmla="*/ 24 h 76"/>
                <a:gd name="T80" fmla="*/ 2 w 75"/>
                <a:gd name="T81" fmla="*/ 22 h 76"/>
                <a:gd name="T82" fmla="*/ 0 w 75"/>
                <a:gd name="T83" fmla="*/ 0 h 76"/>
                <a:gd name="T84" fmla="*/ 16 w 75"/>
                <a:gd name="T85" fmla="*/ 0 h 76"/>
                <a:gd name="T86" fmla="*/ 33 w 75"/>
                <a:gd name="T87" fmla="*/ 0 h 76"/>
                <a:gd name="T88" fmla="*/ 47 w 75"/>
                <a:gd name="T89" fmla="*/ 0 h 76"/>
                <a:gd name="T90" fmla="*/ 47 w 75"/>
                <a:gd name="T91" fmla="*/ 0 h 76"/>
                <a:gd name="T92" fmla="*/ 47 w 75"/>
                <a:gd name="T93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" h="76">
                  <a:moveTo>
                    <a:pt x="47" y="0"/>
                  </a:moveTo>
                  <a:lnTo>
                    <a:pt x="49" y="2"/>
                  </a:lnTo>
                  <a:lnTo>
                    <a:pt x="47" y="4"/>
                  </a:lnTo>
                  <a:lnTo>
                    <a:pt x="49" y="8"/>
                  </a:lnTo>
                  <a:lnTo>
                    <a:pt x="49" y="10"/>
                  </a:lnTo>
                  <a:lnTo>
                    <a:pt x="51" y="14"/>
                  </a:lnTo>
                  <a:lnTo>
                    <a:pt x="49" y="16"/>
                  </a:lnTo>
                  <a:lnTo>
                    <a:pt x="47" y="20"/>
                  </a:lnTo>
                  <a:lnTo>
                    <a:pt x="45" y="24"/>
                  </a:lnTo>
                  <a:lnTo>
                    <a:pt x="43" y="28"/>
                  </a:lnTo>
                  <a:lnTo>
                    <a:pt x="41" y="32"/>
                  </a:lnTo>
                  <a:lnTo>
                    <a:pt x="39" y="34"/>
                  </a:lnTo>
                  <a:lnTo>
                    <a:pt x="41" y="38"/>
                  </a:lnTo>
                  <a:lnTo>
                    <a:pt x="55" y="40"/>
                  </a:lnTo>
                  <a:lnTo>
                    <a:pt x="71" y="40"/>
                  </a:lnTo>
                  <a:lnTo>
                    <a:pt x="69" y="42"/>
                  </a:lnTo>
                  <a:lnTo>
                    <a:pt x="69" y="46"/>
                  </a:lnTo>
                  <a:lnTo>
                    <a:pt x="69" y="48"/>
                  </a:lnTo>
                  <a:lnTo>
                    <a:pt x="71" y="50"/>
                  </a:lnTo>
                  <a:lnTo>
                    <a:pt x="73" y="54"/>
                  </a:lnTo>
                  <a:lnTo>
                    <a:pt x="73" y="56"/>
                  </a:lnTo>
                  <a:lnTo>
                    <a:pt x="71" y="64"/>
                  </a:lnTo>
                  <a:lnTo>
                    <a:pt x="75" y="74"/>
                  </a:lnTo>
                  <a:lnTo>
                    <a:pt x="53" y="76"/>
                  </a:lnTo>
                  <a:lnTo>
                    <a:pt x="39" y="72"/>
                  </a:lnTo>
                  <a:lnTo>
                    <a:pt x="29" y="68"/>
                  </a:lnTo>
                  <a:lnTo>
                    <a:pt x="18" y="66"/>
                  </a:lnTo>
                  <a:lnTo>
                    <a:pt x="4" y="66"/>
                  </a:lnTo>
                  <a:lnTo>
                    <a:pt x="2" y="62"/>
                  </a:lnTo>
                  <a:lnTo>
                    <a:pt x="4" y="60"/>
                  </a:lnTo>
                  <a:lnTo>
                    <a:pt x="6" y="58"/>
                  </a:lnTo>
                  <a:lnTo>
                    <a:pt x="6" y="54"/>
                  </a:lnTo>
                  <a:lnTo>
                    <a:pt x="6" y="52"/>
                  </a:lnTo>
                  <a:lnTo>
                    <a:pt x="8" y="48"/>
                  </a:lnTo>
                  <a:lnTo>
                    <a:pt x="8" y="46"/>
                  </a:lnTo>
                  <a:lnTo>
                    <a:pt x="10" y="38"/>
                  </a:lnTo>
                  <a:lnTo>
                    <a:pt x="8" y="36"/>
                  </a:lnTo>
                  <a:lnTo>
                    <a:pt x="6" y="32"/>
                  </a:lnTo>
                  <a:lnTo>
                    <a:pt x="4" y="26"/>
                  </a:lnTo>
                  <a:lnTo>
                    <a:pt x="4" y="24"/>
                  </a:lnTo>
                  <a:lnTo>
                    <a:pt x="2" y="22"/>
                  </a:lnTo>
                  <a:lnTo>
                    <a:pt x="0" y="0"/>
                  </a:lnTo>
                  <a:lnTo>
                    <a:pt x="16" y="0"/>
                  </a:lnTo>
                  <a:lnTo>
                    <a:pt x="33" y="0"/>
                  </a:lnTo>
                  <a:lnTo>
                    <a:pt x="47" y="0"/>
                  </a:lnTo>
                  <a:lnTo>
                    <a:pt x="47" y="0"/>
                  </a:lnTo>
                  <a:lnTo>
                    <a:pt x="47" y="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5" name="Freeform 40">
              <a:extLst>
                <a:ext uri="{FF2B5EF4-FFF2-40B4-BE49-F238E27FC236}">
                  <a16:creationId xmlns:a16="http://schemas.microsoft.com/office/drawing/2014/main" id="{EA58E5B1-69D6-5689-2526-F82B71EC5D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1929"/>
              <a:ext cx="75" cy="76"/>
            </a:xfrm>
            <a:custGeom>
              <a:avLst/>
              <a:gdLst>
                <a:gd name="T0" fmla="*/ 47 w 75"/>
                <a:gd name="T1" fmla="*/ 0 h 76"/>
                <a:gd name="T2" fmla="*/ 49 w 75"/>
                <a:gd name="T3" fmla="*/ 2 h 76"/>
                <a:gd name="T4" fmla="*/ 47 w 75"/>
                <a:gd name="T5" fmla="*/ 4 h 76"/>
                <a:gd name="T6" fmla="*/ 49 w 75"/>
                <a:gd name="T7" fmla="*/ 8 h 76"/>
                <a:gd name="T8" fmla="*/ 49 w 75"/>
                <a:gd name="T9" fmla="*/ 10 h 76"/>
                <a:gd name="T10" fmla="*/ 51 w 75"/>
                <a:gd name="T11" fmla="*/ 14 h 76"/>
                <a:gd name="T12" fmla="*/ 49 w 75"/>
                <a:gd name="T13" fmla="*/ 16 h 76"/>
                <a:gd name="T14" fmla="*/ 47 w 75"/>
                <a:gd name="T15" fmla="*/ 20 h 76"/>
                <a:gd name="T16" fmla="*/ 45 w 75"/>
                <a:gd name="T17" fmla="*/ 24 h 76"/>
                <a:gd name="T18" fmla="*/ 43 w 75"/>
                <a:gd name="T19" fmla="*/ 28 h 76"/>
                <a:gd name="T20" fmla="*/ 41 w 75"/>
                <a:gd name="T21" fmla="*/ 32 h 76"/>
                <a:gd name="T22" fmla="*/ 39 w 75"/>
                <a:gd name="T23" fmla="*/ 34 h 76"/>
                <a:gd name="T24" fmla="*/ 41 w 75"/>
                <a:gd name="T25" fmla="*/ 38 h 76"/>
                <a:gd name="T26" fmla="*/ 55 w 75"/>
                <a:gd name="T27" fmla="*/ 40 h 76"/>
                <a:gd name="T28" fmla="*/ 71 w 75"/>
                <a:gd name="T29" fmla="*/ 40 h 76"/>
                <a:gd name="T30" fmla="*/ 69 w 75"/>
                <a:gd name="T31" fmla="*/ 42 h 76"/>
                <a:gd name="T32" fmla="*/ 69 w 75"/>
                <a:gd name="T33" fmla="*/ 46 h 76"/>
                <a:gd name="T34" fmla="*/ 69 w 75"/>
                <a:gd name="T35" fmla="*/ 48 h 76"/>
                <a:gd name="T36" fmla="*/ 71 w 75"/>
                <a:gd name="T37" fmla="*/ 50 h 76"/>
                <a:gd name="T38" fmla="*/ 73 w 75"/>
                <a:gd name="T39" fmla="*/ 54 h 76"/>
                <a:gd name="T40" fmla="*/ 73 w 75"/>
                <a:gd name="T41" fmla="*/ 56 h 76"/>
                <a:gd name="T42" fmla="*/ 71 w 75"/>
                <a:gd name="T43" fmla="*/ 64 h 76"/>
                <a:gd name="T44" fmla="*/ 75 w 75"/>
                <a:gd name="T45" fmla="*/ 74 h 76"/>
                <a:gd name="T46" fmla="*/ 53 w 75"/>
                <a:gd name="T47" fmla="*/ 76 h 76"/>
                <a:gd name="T48" fmla="*/ 39 w 75"/>
                <a:gd name="T49" fmla="*/ 72 h 76"/>
                <a:gd name="T50" fmla="*/ 29 w 75"/>
                <a:gd name="T51" fmla="*/ 68 h 76"/>
                <a:gd name="T52" fmla="*/ 18 w 75"/>
                <a:gd name="T53" fmla="*/ 66 h 76"/>
                <a:gd name="T54" fmla="*/ 4 w 75"/>
                <a:gd name="T55" fmla="*/ 66 h 76"/>
                <a:gd name="T56" fmla="*/ 2 w 75"/>
                <a:gd name="T57" fmla="*/ 62 h 76"/>
                <a:gd name="T58" fmla="*/ 4 w 75"/>
                <a:gd name="T59" fmla="*/ 60 h 76"/>
                <a:gd name="T60" fmla="*/ 6 w 75"/>
                <a:gd name="T61" fmla="*/ 58 h 76"/>
                <a:gd name="T62" fmla="*/ 6 w 75"/>
                <a:gd name="T63" fmla="*/ 54 h 76"/>
                <a:gd name="T64" fmla="*/ 6 w 75"/>
                <a:gd name="T65" fmla="*/ 52 h 76"/>
                <a:gd name="T66" fmla="*/ 8 w 75"/>
                <a:gd name="T67" fmla="*/ 48 h 76"/>
                <a:gd name="T68" fmla="*/ 8 w 75"/>
                <a:gd name="T69" fmla="*/ 46 h 76"/>
                <a:gd name="T70" fmla="*/ 10 w 75"/>
                <a:gd name="T71" fmla="*/ 38 h 76"/>
                <a:gd name="T72" fmla="*/ 8 w 75"/>
                <a:gd name="T73" fmla="*/ 36 h 76"/>
                <a:gd name="T74" fmla="*/ 6 w 75"/>
                <a:gd name="T75" fmla="*/ 32 h 76"/>
                <a:gd name="T76" fmla="*/ 4 w 75"/>
                <a:gd name="T77" fmla="*/ 26 h 76"/>
                <a:gd name="T78" fmla="*/ 4 w 75"/>
                <a:gd name="T79" fmla="*/ 24 h 76"/>
                <a:gd name="T80" fmla="*/ 2 w 75"/>
                <a:gd name="T81" fmla="*/ 22 h 76"/>
                <a:gd name="T82" fmla="*/ 0 w 75"/>
                <a:gd name="T83" fmla="*/ 0 h 76"/>
                <a:gd name="T84" fmla="*/ 16 w 75"/>
                <a:gd name="T85" fmla="*/ 0 h 76"/>
                <a:gd name="T86" fmla="*/ 33 w 75"/>
                <a:gd name="T87" fmla="*/ 0 h 76"/>
                <a:gd name="T88" fmla="*/ 47 w 75"/>
                <a:gd name="T89" fmla="*/ 0 h 76"/>
                <a:gd name="T90" fmla="*/ 47 w 75"/>
                <a:gd name="T91" fmla="*/ 0 h 76"/>
                <a:gd name="T92" fmla="*/ 47 w 75"/>
                <a:gd name="T93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" h="76">
                  <a:moveTo>
                    <a:pt x="47" y="0"/>
                  </a:moveTo>
                  <a:lnTo>
                    <a:pt x="49" y="2"/>
                  </a:lnTo>
                  <a:lnTo>
                    <a:pt x="47" y="4"/>
                  </a:lnTo>
                  <a:lnTo>
                    <a:pt x="49" y="8"/>
                  </a:lnTo>
                  <a:lnTo>
                    <a:pt x="49" y="10"/>
                  </a:lnTo>
                  <a:lnTo>
                    <a:pt x="51" y="14"/>
                  </a:lnTo>
                  <a:lnTo>
                    <a:pt x="49" y="16"/>
                  </a:lnTo>
                  <a:lnTo>
                    <a:pt x="47" y="20"/>
                  </a:lnTo>
                  <a:lnTo>
                    <a:pt x="45" y="24"/>
                  </a:lnTo>
                  <a:lnTo>
                    <a:pt x="43" y="28"/>
                  </a:lnTo>
                  <a:lnTo>
                    <a:pt x="41" y="32"/>
                  </a:lnTo>
                  <a:lnTo>
                    <a:pt x="39" y="34"/>
                  </a:lnTo>
                  <a:lnTo>
                    <a:pt x="41" y="38"/>
                  </a:lnTo>
                  <a:lnTo>
                    <a:pt x="55" y="40"/>
                  </a:lnTo>
                  <a:lnTo>
                    <a:pt x="71" y="40"/>
                  </a:lnTo>
                  <a:lnTo>
                    <a:pt x="69" y="42"/>
                  </a:lnTo>
                  <a:lnTo>
                    <a:pt x="69" y="46"/>
                  </a:lnTo>
                  <a:lnTo>
                    <a:pt x="69" y="48"/>
                  </a:lnTo>
                  <a:lnTo>
                    <a:pt x="71" y="50"/>
                  </a:lnTo>
                  <a:lnTo>
                    <a:pt x="73" y="54"/>
                  </a:lnTo>
                  <a:lnTo>
                    <a:pt x="73" y="56"/>
                  </a:lnTo>
                  <a:lnTo>
                    <a:pt x="71" y="64"/>
                  </a:lnTo>
                  <a:lnTo>
                    <a:pt x="75" y="74"/>
                  </a:lnTo>
                  <a:lnTo>
                    <a:pt x="53" y="76"/>
                  </a:lnTo>
                  <a:lnTo>
                    <a:pt x="39" y="72"/>
                  </a:lnTo>
                  <a:lnTo>
                    <a:pt x="29" y="68"/>
                  </a:lnTo>
                  <a:lnTo>
                    <a:pt x="18" y="66"/>
                  </a:lnTo>
                  <a:lnTo>
                    <a:pt x="4" y="66"/>
                  </a:lnTo>
                  <a:lnTo>
                    <a:pt x="2" y="62"/>
                  </a:lnTo>
                  <a:lnTo>
                    <a:pt x="4" y="60"/>
                  </a:lnTo>
                  <a:lnTo>
                    <a:pt x="6" y="58"/>
                  </a:lnTo>
                  <a:lnTo>
                    <a:pt x="6" y="54"/>
                  </a:lnTo>
                  <a:lnTo>
                    <a:pt x="6" y="52"/>
                  </a:lnTo>
                  <a:lnTo>
                    <a:pt x="8" y="48"/>
                  </a:lnTo>
                  <a:lnTo>
                    <a:pt x="8" y="46"/>
                  </a:lnTo>
                  <a:lnTo>
                    <a:pt x="10" y="38"/>
                  </a:lnTo>
                  <a:lnTo>
                    <a:pt x="8" y="36"/>
                  </a:lnTo>
                  <a:lnTo>
                    <a:pt x="6" y="32"/>
                  </a:lnTo>
                  <a:lnTo>
                    <a:pt x="4" y="26"/>
                  </a:lnTo>
                  <a:lnTo>
                    <a:pt x="4" y="24"/>
                  </a:lnTo>
                  <a:lnTo>
                    <a:pt x="2" y="22"/>
                  </a:lnTo>
                  <a:lnTo>
                    <a:pt x="0" y="0"/>
                  </a:lnTo>
                  <a:lnTo>
                    <a:pt x="16" y="0"/>
                  </a:lnTo>
                  <a:lnTo>
                    <a:pt x="33" y="0"/>
                  </a:lnTo>
                  <a:lnTo>
                    <a:pt x="47" y="0"/>
                  </a:lnTo>
                  <a:lnTo>
                    <a:pt x="47" y="0"/>
                  </a:lnTo>
                  <a:lnTo>
                    <a:pt x="47" y="0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6" name="Freeform 41">
              <a:extLst>
                <a:ext uri="{FF2B5EF4-FFF2-40B4-BE49-F238E27FC236}">
                  <a16:creationId xmlns:a16="http://schemas.microsoft.com/office/drawing/2014/main" id="{25410056-D301-9D45-D54B-E930E05D6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1723"/>
              <a:ext cx="60" cy="32"/>
            </a:xfrm>
            <a:custGeom>
              <a:avLst/>
              <a:gdLst>
                <a:gd name="T0" fmla="*/ 46 w 60"/>
                <a:gd name="T1" fmla="*/ 2 h 32"/>
                <a:gd name="T2" fmla="*/ 46 w 60"/>
                <a:gd name="T3" fmla="*/ 12 h 32"/>
                <a:gd name="T4" fmla="*/ 50 w 60"/>
                <a:gd name="T5" fmla="*/ 26 h 32"/>
                <a:gd name="T6" fmla="*/ 58 w 60"/>
                <a:gd name="T7" fmla="*/ 26 h 32"/>
                <a:gd name="T8" fmla="*/ 56 w 60"/>
                <a:gd name="T9" fmla="*/ 18 h 32"/>
                <a:gd name="T10" fmla="*/ 60 w 60"/>
                <a:gd name="T11" fmla="*/ 22 h 32"/>
                <a:gd name="T12" fmla="*/ 60 w 60"/>
                <a:gd name="T13" fmla="*/ 28 h 32"/>
                <a:gd name="T14" fmla="*/ 48 w 60"/>
                <a:gd name="T15" fmla="*/ 32 h 32"/>
                <a:gd name="T16" fmla="*/ 40 w 60"/>
                <a:gd name="T17" fmla="*/ 32 h 32"/>
                <a:gd name="T18" fmla="*/ 40 w 60"/>
                <a:gd name="T19" fmla="*/ 28 h 32"/>
                <a:gd name="T20" fmla="*/ 38 w 60"/>
                <a:gd name="T21" fmla="*/ 26 h 32"/>
                <a:gd name="T22" fmla="*/ 36 w 60"/>
                <a:gd name="T23" fmla="*/ 20 h 32"/>
                <a:gd name="T24" fmla="*/ 28 w 60"/>
                <a:gd name="T25" fmla="*/ 20 h 32"/>
                <a:gd name="T26" fmla="*/ 14 w 60"/>
                <a:gd name="T27" fmla="*/ 20 h 32"/>
                <a:gd name="T28" fmla="*/ 0 w 60"/>
                <a:gd name="T29" fmla="*/ 20 h 32"/>
                <a:gd name="T30" fmla="*/ 4 w 60"/>
                <a:gd name="T31" fmla="*/ 4 h 32"/>
                <a:gd name="T32" fmla="*/ 18 w 60"/>
                <a:gd name="T33" fmla="*/ 4 h 32"/>
                <a:gd name="T34" fmla="*/ 38 w 60"/>
                <a:gd name="T35" fmla="*/ 4 h 32"/>
                <a:gd name="T36" fmla="*/ 40 w 60"/>
                <a:gd name="T37" fmla="*/ 2 h 32"/>
                <a:gd name="T38" fmla="*/ 44 w 60"/>
                <a:gd name="T39" fmla="*/ 0 h 32"/>
                <a:gd name="T40" fmla="*/ 46 w 60"/>
                <a:gd name="T41" fmla="*/ 2 h 32"/>
                <a:gd name="T42" fmla="*/ 46 w 60"/>
                <a:gd name="T43" fmla="*/ 2 h 32"/>
                <a:gd name="T44" fmla="*/ 46 w 60"/>
                <a:gd name="T45" fmla="*/ 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0" h="32">
                  <a:moveTo>
                    <a:pt x="46" y="2"/>
                  </a:moveTo>
                  <a:lnTo>
                    <a:pt x="46" y="12"/>
                  </a:lnTo>
                  <a:lnTo>
                    <a:pt x="50" y="26"/>
                  </a:lnTo>
                  <a:lnTo>
                    <a:pt x="58" y="26"/>
                  </a:lnTo>
                  <a:lnTo>
                    <a:pt x="56" y="18"/>
                  </a:lnTo>
                  <a:lnTo>
                    <a:pt x="60" y="22"/>
                  </a:lnTo>
                  <a:lnTo>
                    <a:pt x="60" y="28"/>
                  </a:lnTo>
                  <a:lnTo>
                    <a:pt x="48" y="32"/>
                  </a:lnTo>
                  <a:lnTo>
                    <a:pt x="40" y="32"/>
                  </a:lnTo>
                  <a:lnTo>
                    <a:pt x="40" y="28"/>
                  </a:lnTo>
                  <a:lnTo>
                    <a:pt x="38" y="26"/>
                  </a:lnTo>
                  <a:lnTo>
                    <a:pt x="36" y="20"/>
                  </a:lnTo>
                  <a:lnTo>
                    <a:pt x="28" y="20"/>
                  </a:lnTo>
                  <a:lnTo>
                    <a:pt x="14" y="20"/>
                  </a:lnTo>
                  <a:lnTo>
                    <a:pt x="0" y="20"/>
                  </a:lnTo>
                  <a:lnTo>
                    <a:pt x="4" y="4"/>
                  </a:lnTo>
                  <a:lnTo>
                    <a:pt x="18" y="4"/>
                  </a:lnTo>
                  <a:lnTo>
                    <a:pt x="38" y="4"/>
                  </a:lnTo>
                  <a:lnTo>
                    <a:pt x="40" y="2"/>
                  </a:lnTo>
                  <a:lnTo>
                    <a:pt x="44" y="0"/>
                  </a:lnTo>
                  <a:lnTo>
                    <a:pt x="46" y="2"/>
                  </a:lnTo>
                  <a:lnTo>
                    <a:pt x="46" y="2"/>
                  </a:lnTo>
                  <a:lnTo>
                    <a:pt x="46" y="2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7" name="Freeform 42">
              <a:extLst>
                <a:ext uri="{FF2B5EF4-FFF2-40B4-BE49-F238E27FC236}">
                  <a16:creationId xmlns:a16="http://schemas.microsoft.com/office/drawing/2014/main" id="{20A0D508-7620-9C11-2B8A-B6DA05CE1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1723"/>
              <a:ext cx="60" cy="32"/>
            </a:xfrm>
            <a:custGeom>
              <a:avLst/>
              <a:gdLst>
                <a:gd name="T0" fmla="*/ 46 w 60"/>
                <a:gd name="T1" fmla="*/ 2 h 32"/>
                <a:gd name="T2" fmla="*/ 46 w 60"/>
                <a:gd name="T3" fmla="*/ 12 h 32"/>
                <a:gd name="T4" fmla="*/ 50 w 60"/>
                <a:gd name="T5" fmla="*/ 26 h 32"/>
                <a:gd name="T6" fmla="*/ 58 w 60"/>
                <a:gd name="T7" fmla="*/ 26 h 32"/>
                <a:gd name="T8" fmla="*/ 56 w 60"/>
                <a:gd name="T9" fmla="*/ 18 h 32"/>
                <a:gd name="T10" fmla="*/ 60 w 60"/>
                <a:gd name="T11" fmla="*/ 22 h 32"/>
                <a:gd name="T12" fmla="*/ 60 w 60"/>
                <a:gd name="T13" fmla="*/ 28 h 32"/>
                <a:gd name="T14" fmla="*/ 48 w 60"/>
                <a:gd name="T15" fmla="*/ 32 h 32"/>
                <a:gd name="T16" fmla="*/ 40 w 60"/>
                <a:gd name="T17" fmla="*/ 32 h 32"/>
                <a:gd name="T18" fmla="*/ 40 w 60"/>
                <a:gd name="T19" fmla="*/ 28 h 32"/>
                <a:gd name="T20" fmla="*/ 38 w 60"/>
                <a:gd name="T21" fmla="*/ 26 h 32"/>
                <a:gd name="T22" fmla="*/ 36 w 60"/>
                <a:gd name="T23" fmla="*/ 20 h 32"/>
                <a:gd name="T24" fmla="*/ 28 w 60"/>
                <a:gd name="T25" fmla="*/ 20 h 32"/>
                <a:gd name="T26" fmla="*/ 14 w 60"/>
                <a:gd name="T27" fmla="*/ 20 h 32"/>
                <a:gd name="T28" fmla="*/ 0 w 60"/>
                <a:gd name="T29" fmla="*/ 20 h 32"/>
                <a:gd name="T30" fmla="*/ 4 w 60"/>
                <a:gd name="T31" fmla="*/ 4 h 32"/>
                <a:gd name="T32" fmla="*/ 18 w 60"/>
                <a:gd name="T33" fmla="*/ 4 h 32"/>
                <a:gd name="T34" fmla="*/ 38 w 60"/>
                <a:gd name="T35" fmla="*/ 4 h 32"/>
                <a:gd name="T36" fmla="*/ 40 w 60"/>
                <a:gd name="T37" fmla="*/ 2 h 32"/>
                <a:gd name="T38" fmla="*/ 44 w 60"/>
                <a:gd name="T39" fmla="*/ 0 h 32"/>
                <a:gd name="T40" fmla="*/ 46 w 60"/>
                <a:gd name="T41" fmla="*/ 2 h 32"/>
                <a:gd name="T42" fmla="*/ 46 w 60"/>
                <a:gd name="T43" fmla="*/ 2 h 32"/>
                <a:gd name="T44" fmla="*/ 46 w 60"/>
                <a:gd name="T45" fmla="*/ 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0" h="32">
                  <a:moveTo>
                    <a:pt x="46" y="2"/>
                  </a:moveTo>
                  <a:lnTo>
                    <a:pt x="46" y="12"/>
                  </a:lnTo>
                  <a:lnTo>
                    <a:pt x="50" y="26"/>
                  </a:lnTo>
                  <a:lnTo>
                    <a:pt x="58" y="26"/>
                  </a:lnTo>
                  <a:lnTo>
                    <a:pt x="56" y="18"/>
                  </a:lnTo>
                  <a:lnTo>
                    <a:pt x="60" y="22"/>
                  </a:lnTo>
                  <a:lnTo>
                    <a:pt x="60" y="28"/>
                  </a:lnTo>
                  <a:lnTo>
                    <a:pt x="48" y="32"/>
                  </a:lnTo>
                  <a:lnTo>
                    <a:pt x="40" y="32"/>
                  </a:lnTo>
                  <a:lnTo>
                    <a:pt x="40" y="28"/>
                  </a:lnTo>
                  <a:lnTo>
                    <a:pt x="38" y="26"/>
                  </a:lnTo>
                  <a:lnTo>
                    <a:pt x="36" y="20"/>
                  </a:lnTo>
                  <a:lnTo>
                    <a:pt x="28" y="20"/>
                  </a:lnTo>
                  <a:lnTo>
                    <a:pt x="14" y="20"/>
                  </a:lnTo>
                  <a:lnTo>
                    <a:pt x="0" y="20"/>
                  </a:lnTo>
                  <a:lnTo>
                    <a:pt x="4" y="4"/>
                  </a:lnTo>
                  <a:lnTo>
                    <a:pt x="18" y="4"/>
                  </a:lnTo>
                  <a:lnTo>
                    <a:pt x="38" y="4"/>
                  </a:lnTo>
                  <a:lnTo>
                    <a:pt x="40" y="2"/>
                  </a:lnTo>
                  <a:lnTo>
                    <a:pt x="44" y="0"/>
                  </a:lnTo>
                  <a:lnTo>
                    <a:pt x="46" y="2"/>
                  </a:lnTo>
                  <a:lnTo>
                    <a:pt x="46" y="2"/>
                  </a:lnTo>
                  <a:lnTo>
                    <a:pt x="46" y="2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8" name="Freeform 43">
              <a:extLst>
                <a:ext uri="{FF2B5EF4-FFF2-40B4-BE49-F238E27FC236}">
                  <a16:creationId xmlns:a16="http://schemas.microsoft.com/office/drawing/2014/main" id="{669F41B0-F6D2-1CDD-92A8-5DC1DFEDB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" y="1793"/>
              <a:ext cx="74" cy="38"/>
            </a:xfrm>
            <a:custGeom>
              <a:avLst/>
              <a:gdLst>
                <a:gd name="T0" fmla="*/ 62 w 74"/>
                <a:gd name="T1" fmla="*/ 0 h 38"/>
                <a:gd name="T2" fmla="*/ 62 w 74"/>
                <a:gd name="T3" fmla="*/ 28 h 38"/>
                <a:gd name="T4" fmla="*/ 74 w 74"/>
                <a:gd name="T5" fmla="*/ 28 h 38"/>
                <a:gd name="T6" fmla="*/ 74 w 74"/>
                <a:gd name="T7" fmla="*/ 28 h 38"/>
                <a:gd name="T8" fmla="*/ 68 w 74"/>
                <a:gd name="T9" fmla="*/ 36 h 38"/>
                <a:gd name="T10" fmla="*/ 64 w 74"/>
                <a:gd name="T11" fmla="*/ 36 h 38"/>
                <a:gd name="T12" fmla="*/ 64 w 74"/>
                <a:gd name="T13" fmla="*/ 38 h 38"/>
                <a:gd name="T14" fmla="*/ 54 w 74"/>
                <a:gd name="T15" fmla="*/ 28 h 38"/>
                <a:gd name="T16" fmla="*/ 54 w 74"/>
                <a:gd name="T17" fmla="*/ 12 h 38"/>
                <a:gd name="T18" fmla="*/ 52 w 74"/>
                <a:gd name="T19" fmla="*/ 20 h 38"/>
                <a:gd name="T20" fmla="*/ 52 w 74"/>
                <a:gd name="T21" fmla="*/ 38 h 38"/>
                <a:gd name="T22" fmla="*/ 42 w 74"/>
                <a:gd name="T23" fmla="*/ 32 h 38"/>
                <a:gd name="T24" fmla="*/ 40 w 74"/>
                <a:gd name="T25" fmla="*/ 28 h 38"/>
                <a:gd name="T26" fmla="*/ 38 w 74"/>
                <a:gd name="T27" fmla="*/ 30 h 38"/>
                <a:gd name="T28" fmla="*/ 36 w 74"/>
                <a:gd name="T29" fmla="*/ 28 h 38"/>
                <a:gd name="T30" fmla="*/ 38 w 74"/>
                <a:gd name="T31" fmla="*/ 24 h 38"/>
                <a:gd name="T32" fmla="*/ 40 w 74"/>
                <a:gd name="T33" fmla="*/ 22 h 38"/>
                <a:gd name="T34" fmla="*/ 40 w 74"/>
                <a:gd name="T35" fmla="*/ 20 h 38"/>
                <a:gd name="T36" fmla="*/ 42 w 74"/>
                <a:gd name="T37" fmla="*/ 18 h 38"/>
                <a:gd name="T38" fmla="*/ 40 w 74"/>
                <a:gd name="T39" fmla="*/ 16 h 38"/>
                <a:gd name="T40" fmla="*/ 40 w 74"/>
                <a:gd name="T41" fmla="*/ 16 h 38"/>
                <a:gd name="T42" fmla="*/ 36 w 74"/>
                <a:gd name="T43" fmla="*/ 14 h 38"/>
                <a:gd name="T44" fmla="*/ 32 w 74"/>
                <a:gd name="T45" fmla="*/ 12 h 38"/>
                <a:gd name="T46" fmla="*/ 34 w 74"/>
                <a:gd name="T47" fmla="*/ 10 h 38"/>
                <a:gd name="T48" fmla="*/ 32 w 74"/>
                <a:gd name="T49" fmla="*/ 10 h 38"/>
                <a:gd name="T50" fmla="*/ 30 w 74"/>
                <a:gd name="T51" fmla="*/ 8 h 38"/>
                <a:gd name="T52" fmla="*/ 28 w 74"/>
                <a:gd name="T53" fmla="*/ 6 h 38"/>
                <a:gd name="T54" fmla="*/ 26 w 74"/>
                <a:gd name="T55" fmla="*/ 2 h 38"/>
                <a:gd name="T56" fmla="*/ 20 w 74"/>
                <a:gd name="T57" fmla="*/ 0 h 38"/>
                <a:gd name="T58" fmla="*/ 18 w 74"/>
                <a:gd name="T59" fmla="*/ 2 h 38"/>
                <a:gd name="T60" fmla="*/ 16 w 74"/>
                <a:gd name="T61" fmla="*/ 4 h 38"/>
                <a:gd name="T62" fmla="*/ 12 w 74"/>
                <a:gd name="T63" fmla="*/ 4 h 38"/>
                <a:gd name="T64" fmla="*/ 8 w 74"/>
                <a:gd name="T65" fmla="*/ 6 h 38"/>
                <a:gd name="T66" fmla="*/ 6 w 74"/>
                <a:gd name="T67" fmla="*/ 6 h 38"/>
                <a:gd name="T68" fmla="*/ 2 w 74"/>
                <a:gd name="T69" fmla="*/ 8 h 38"/>
                <a:gd name="T70" fmla="*/ 0 w 74"/>
                <a:gd name="T71" fmla="*/ 10 h 38"/>
                <a:gd name="T72" fmla="*/ 0 w 74"/>
                <a:gd name="T73" fmla="*/ 0 h 38"/>
                <a:gd name="T74" fmla="*/ 16 w 74"/>
                <a:gd name="T75" fmla="*/ 0 h 38"/>
                <a:gd name="T76" fmla="*/ 20 w 74"/>
                <a:gd name="T77" fmla="*/ 0 h 38"/>
                <a:gd name="T78" fmla="*/ 32 w 74"/>
                <a:gd name="T79" fmla="*/ 0 h 38"/>
                <a:gd name="T80" fmla="*/ 46 w 74"/>
                <a:gd name="T81" fmla="*/ 0 h 38"/>
                <a:gd name="T82" fmla="*/ 62 w 74"/>
                <a:gd name="T83" fmla="*/ 0 h 38"/>
                <a:gd name="T84" fmla="*/ 62 w 74"/>
                <a:gd name="T85" fmla="*/ 0 h 38"/>
                <a:gd name="T86" fmla="*/ 62 w 74"/>
                <a:gd name="T8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4" h="38">
                  <a:moveTo>
                    <a:pt x="62" y="0"/>
                  </a:moveTo>
                  <a:lnTo>
                    <a:pt x="62" y="28"/>
                  </a:lnTo>
                  <a:lnTo>
                    <a:pt x="74" y="28"/>
                  </a:lnTo>
                  <a:lnTo>
                    <a:pt x="74" y="28"/>
                  </a:lnTo>
                  <a:lnTo>
                    <a:pt x="68" y="36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54" y="28"/>
                  </a:lnTo>
                  <a:lnTo>
                    <a:pt x="54" y="12"/>
                  </a:lnTo>
                  <a:lnTo>
                    <a:pt x="52" y="20"/>
                  </a:lnTo>
                  <a:lnTo>
                    <a:pt x="52" y="38"/>
                  </a:lnTo>
                  <a:lnTo>
                    <a:pt x="42" y="32"/>
                  </a:lnTo>
                  <a:lnTo>
                    <a:pt x="40" y="28"/>
                  </a:lnTo>
                  <a:lnTo>
                    <a:pt x="38" y="30"/>
                  </a:lnTo>
                  <a:lnTo>
                    <a:pt x="36" y="28"/>
                  </a:lnTo>
                  <a:lnTo>
                    <a:pt x="38" y="24"/>
                  </a:lnTo>
                  <a:lnTo>
                    <a:pt x="40" y="22"/>
                  </a:lnTo>
                  <a:lnTo>
                    <a:pt x="40" y="20"/>
                  </a:lnTo>
                  <a:lnTo>
                    <a:pt x="42" y="18"/>
                  </a:lnTo>
                  <a:lnTo>
                    <a:pt x="40" y="16"/>
                  </a:lnTo>
                  <a:lnTo>
                    <a:pt x="40" y="16"/>
                  </a:lnTo>
                  <a:lnTo>
                    <a:pt x="36" y="14"/>
                  </a:lnTo>
                  <a:lnTo>
                    <a:pt x="32" y="12"/>
                  </a:lnTo>
                  <a:lnTo>
                    <a:pt x="34" y="10"/>
                  </a:lnTo>
                  <a:lnTo>
                    <a:pt x="32" y="10"/>
                  </a:lnTo>
                  <a:lnTo>
                    <a:pt x="30" y="8"/>
                  </a:lnTo>
                  <a:lnTo>
                    <a:pt x="28" y="6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8" y="2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8" y="6"/>
                  </a:lnTo>
                  <a:lnTo>
                    <a:pt x="6" y="6"/>
                  </a:lnTo>
                  <a:lnTo>
                    <a:pt x="2" y="8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6" y="0"/>
                  </a:lnTo>
                  <a:lnTo>
                    <a:pt x="20" y="0"/>
                  </a:lnTo>
                  <a:lnTo>
                    <a:pt x="32" y="0"/>
                  </a:lnTo>
                  <a:lnTo>
                    <a:pt x="46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9" name="Freeform 44">
              <a:extLst>
                <a:ext uri="{FF2B5EF4-FFF2-40B4-BE49-F238E27FC236}">
                  <a16:creationId xmlns:a16="http://schemas.microsoft.com/office/drawing/2014/main" id="{4E641A41-25F4-0644-8E9D-DE6897A75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" y="1793"/>
              <a:ext cx="74" cy="38"/>
            </a:xfrm>
            <a:custGeom>
              <a:avLst/>
              <a:gdLst>
                <a:gd name="T0" fmla="*/ 62 w 74"/>
                <a:gd name="T1" fmla="*/ 0 h 38"/>
                <a:gd name="T2" fmla="*/ 62 w 74"/>
                <a:gd name="T3" fmla="*/ 28 h 38"/>
                <a:gd name="T4" fmla="*/ 74 w 74"/>
                <a:gd name="T5" fmla="*/ 28 h 38"/>
                <a:gd name="T6" fmla="*/ 74 w 74"/>
                <a:gd name="T7" fmla="*/ 28 h 38"/>
                <a:gd name="T8" fmla="*/ 68 w 74"/>
                <a:gd name="T9" fmla="*/ 36 h 38"/>
                <a:gd name="T10" fmla="*/ 64 w 74"/>
                <a:gd name="T11" fmla="*/ 36 h 38"/>
                <a:gd name="T12" fmla="*/ 64 w 74"/>
                <a:gd name="T13" fmla="*/ 38 h 38"/>
                <a:gd name="T14" fmla="*/ 54 w 74"/>
                <a:gd name="T15" fmla="*/ 28 h 38"/>
                <a:gd name="T16" fmla="*/ 54 w 74"/>
                <a:gd name="T17" fmla="*/ 12 h 38"/>
                <a:gd name="T18" fmla="*/ 52 w 74"/>
                <a:gd name="T19" fmla="*/ 20 h 38"/>
                <a:gd name="T20" fmla="*/ 52 w 74"/>
                <a:gd name="T21" fmla="*/ 38 h 38"/>
                <a:gd name="T22" fmla="*/ 42 w 74"/>
                <a:gd name="T23" fmla="*/ 32 h 38"/>
                <a:gd name="T24" fmla="*/ 40 w 74"/>
                <a:gd name="T25" fmla="*/ 28 h 38"/>
                <a:gd name="T26" fmla="*/ 38 w 74"/>
                <a:gd name="T27" fmla="*/ 30 h 38"/>
                <a:gd name="T28" fmla="*/ 36 w 74"/>
                <a:gd name="T29" fmla="*/ 28 h 38"/>
                <a:gd name="T30" fmla="*/ 38 w 74"/>
                <a:gd name="T31" fmla="*/ 24 h 38"/>
                <a:gd name="T32" fmla="*/ 40 w 74"/>
                <a:gd name="T33" fmla="*/ 22 h 38"/>
                <a:gd name="T34" fmla="*/ 40 w 74"/>
                <a:gd name="T35" fmla="*/ 20 h 38"/>
                <a:gd name="T36" fmla="*/ 42 w 74"/>
                <a:gd name="T37" fmla="*/ 18 h 38"/>
                <a:gd name="T38" fmla="*/ 40 w 74"/>
                <a:gd name="T39" fmla="*/ 16 h 38"/>
                <a:gd name="T40" fmla="*/ 40 w 74"/>
                <a:gd name="T41" fmla="*/ 16 h 38"/>
                <a:gd name="T42" fmla="*/ 36 w 74"/>
                <a:gd name="T43" fmla="*/ 14 h 38"/>
                <a:gd name="T44" fmla="*/ 32 w 74"/>
                <a:gd name="T45" fmla="*/ 12 h 38"/>
                <a:gd name="T46" fmla="*/ 34 w 74"/>
                <a:gd name="T47" fmla="*/ 10 h 38"/>
                <a:gd name="T48" fmla="*/ 32 w 74"/>
                <a:gd name="T49" fmla="*/ 10 h 38"/>
                <a:gd name="T50" fmla="*/ 30 w 74"/>
                <a:gd name="T51" fmla="*/ 8 h 38"/>
                <a:gd name="T52" fmla="*/ 28 w 74"/>
                <a:gd name="T53" fmla="*/ 6 h 38"/>
                <a:gd name="T54" fmla="*/ 26 w 74"/>
                <a:gd name="T55" fmla="*/ 2 h 38"/>
                <a:gd name="T56" fmla="*/ 20 w 74"/>
                <a:gd name="T57" fmla="*/ 0 h 38"/>
                <a:gd name="T58" fmla="*/ 18 w 74"/>
                <a:gd name="T59" fmla="*/ 2 h 38"/>
                <a:gd name="T60" fmla="*/ 16 w 74"/>
                <a:gd name="T61" fmla="*/ 4 h 38"/>
                <a:gd name="T62" fmla="*/ 12 w 74"/>
                <a:gd name="T63" fmla="*/ 4 h 38"/>
                <a:gd name="T64" fmla="*/ 8 w 74"/>
                <a:gd name="T65" fmla="*/ 6 h 38"/>
                <a:gd name="T66" fmla="*/ 6 w 74"/>
                <a:gd name="T67" fmla="*/ 6 h 38"/>
                <a:gd name="T68" fmla="*/ 2 w 74"/>
                <a:gd name="T69" fmla="*/ 8 h 38"/>
                <a:gd name="T70" fmla="*/ 0 w 74"/>
                <a:gd name="T71" fmla="*/ 10 h 38"/>
                <a:gd name="T72" fmla="*/ 0 w 74"/>
                <a:gd name="T73" fmla="*/ 0 h 38"/>
                <a:gd name="T74" fmla="*/ 16 w 74"/>
                <a:gd name="T75" fmla="*/ 0 h 38"/>
                <a:gd name="T76" fmla="*/ 20 w 74"/>
                <a:gd name="T77" fmla="*/ 0 h 38"/>
                <a:gd name="T78" fmla="*/ 32 w 74"/>
                <a:gd name="T79" fmla="*/ 0 h 38"/>
                <a:gd name="T80" fmla="*/ 46 w 74"/>
                <a:gd name="T81" fmla="*/ 0 h 38"/>
                <a:gd name="T82" fmla="*/ 62 w 74"/>
                <a:gd name="T83" fmla="*/ 0 h 38"/>
                <a:gd name="T84" fmla="*/ 62 w 74"/>
                <a:gd name="T85" fmla="*/ 0 h 38"/>
                <a:gd name="T86" fmla="*/ 62 w 74"/>
                <a:gd name="T8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4" h="38">
                  <a:moveTo>
                    <a:pt x="62" y="0"/>
                  </a:moveTo>
                  <a:lnTo>
                    <a:pt x="62" y="28"/>
                  </a:lnTo>
                  <a:lnTo>
                    <a:pt x="74" y="28"/>
                  </a:lnTo>
                  <a:lnTo>
                    <a:pt x="74" y="28"/>
                  </a:lnTo>
                  <a:lnTo>
                    <a:pt x="68" y="36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54" y="28"/>
                  </a:lnTo>
                  <a:lnTo>
                    <a:pt x="54" y="12"/>
                  </a:lnTo>
                  <a:lnTo>
                    <a:pt x="52" y="20"/>
                  </a:lnTo>
                  <a:lnTo>
                    <a:pt x="52" y="38"/>
                  </a:lnTo>
                  <a:lnTo>
                    <a:pt x="42" y="32"/>
                  </a:lnTo>
                  <a:lnTo>
                    <a:pt x="40" y="28"/>
                  </a:lnTo>
                  <a:lnTo>
                    <a:pt x="38" y="30"/>
                  </a:lnTo>
                  <a:lnTo>
                    <a:pt x="36" y="28"/>
                  </a:lnTo>
                  <a:lnTo>
                    <a:pt x="38" y="24"/>
                  </a:lnTo>
                  <a:lnTo>
                    <a:pt x="40" y="22"/>
                  </a:lnTo>
                  <a:lnTo>
                    <a:pt x="40" y="20"/>
                  </a:lnTo>
                  <a:lnTo>
                    <a:pt x="42" y="18"/>
                  </a:lnTo>
                  <a:lnTo>
                    <a:pt x="40" y="16"/>
                  </a:lnTo>
                  <a:lnTo>
                    <a:pt x="40" y="16"/>
                  </a:lnTo>
                  <a:lnTo>
                    <a:pt x="36" y="14"/>
                  </a:lnTo>
                  <a:lnTo>
                    <a:pt x="32" y="12"/>
                  </a:lnTo>
                  <a:lnTo>
                    <a:pt x="34" y="10"/>
                  </a:lnTo>
                  <a:lnTo>
                    <a:pt x="32" y="10"/>
                  </a:lnTo>
                  <a:lnTo>
                    <a:pt x="30" y="8"/>
                  </a:lnTo>
                  <a:lnTo>
                    <a:pt x="28" y="6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8" y="2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8" y="6"/>
                  </a:lnTo>
                  <a:lnTo>
                    <a:pt x="6" y="6"/>
                  </a:lnTo>
                  <a:lnTo>
                    <a:pt x="2" y="8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6" y="0"/>
                  </a:lnTo>
                  <a:lnTo>
                    <a:pt x="20" y="0"/>
                  </a:lnTo>
                  <a:lnTo>
                    <a:pt x="32" y="0"/>
                  </a:lnTo>
                  <a:lnTo>
                    <a:pt x="46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0" name="Freeform 45">
              <a:extLst>
                <a:ext uri="{FF2B5EF4-FFF2-40B4-BE49-F238E27FC236}">
                  <a16:creationId xmlns:a16="http://schemas.microsoft.com/office/drawing/2014/main" id="{AD85A398-777A-7C12-138C-F6BA216565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5" y="1617"/>
              <a:ext cx="64" cy="102"/>
            </a:xfrm>
            <a:custGeom>
              <a:avLst/>
              <a:gdLst>
                <a:gd name="T0" fmla="*/ 6 w 64"/>
                <a:gd name="T1" fmla="*/ 102 h 102"/>
                <a:gd name="T2" fmla="*/ 4 w 64"/>
                <a:gd name="T3" fmla="*/ 102 h 102"/>
                <a:gd name="T4" fmla="*/ 4 w 64"/>
                <a:gd name="T5" fmla="*/ 100 h 102"/>
                <a:gd name="T6" fmla="*/ 0 w 64"/>
                <a:gd name="T7" fmla="*/ 96 h 102"/>
                <a:gd name="T8" fmla="*/ 2 w 64"/>
                <a:gd name="T9" fmla="*/ 94 h 102"/>
                <a:gd name="T10" fmla="*/ 0 w 64"/>
                <a:gd name="T11" fmla="*/ 52 h 102"/>
                <a:gd name="T12" fmla="*/ 6 w 64"/>
                <a:gd name="T13" fmla="*/ 48 h 102"/>
                <a:gd name="T14" fmla="*/ 12 w 64"/>
                <a:gd name="T15" fmla="*/ 38 h 102"/>
                <a:gd name="T16" fmla="*/ 16 w 64"/>
                <a:gd name="T17" fmla="*/ 20 h 102"/>
                <a:gd name="T18" fmla="*/ 30 w 64"/>
                <a:gd name="T19" fmla="*/ 0 h 102"/>
                <a:gd name="T20" fmla="*/ 34 w 64"/>
                <a:gd name="T21" fmla="*/ 8 h 102"/>
                <a:gd name="T22" fmla="*/ 46 w 64"/>
                <a:gd name="T23" fmla="*/ 4 h 102"/>
                <a:gd name="T24" fmla="*/ 54 w 64"/>
                <a:gd name="T25" fmla="*/ 10 h 102"/>
                <a:gd name="T26" fmla="*/ 54 w 64"/>
                <a:gd name="T27" fmla="*/ 42 h 102"/>
                <a:gd name="T28" fmla="*/ 64 w 64"/>
                <a:gd name="T29" fmla="*/ 56 h 102"/>
                <a:gd name="T30" fmla="*/ 64 w 64"/>
                <a:gd name="T31" fmla="*/ 66 h 102"/>
                <a:gd name="T32" fmla="*/ 48 w 64"/>
                <a:gd name="T33" fmla="*/ 72 h 102"/>
                <a:gd name="T34" fmla="*/ 32 w 64"/>
                <a:gd name="T35" fmla="*/ 78 h 102"/>
                <a:gd name="T36" fmla="*/ 14 w 64"/>
                <a:gd name="T37" fmla="*/ 92 h 102"/>
                <a:gd name="T38" fmla="*/ 6 w 64"/>
                <a:gd name="T39" fmla="*/ 102 h 102"/>
                <a:gd name="T40" fmla="*/ 6 w 64"/>
                <a:gd name="T41" fmla="*/ 102 h 102"/>
                <a:gd name="T42" fmla="*/ 6 w 64"/>
                <a:gd name="T43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4" h="102">
                  <a:moveTo>
                    <a:pt x="6" y="102"/>
                  </a:moveTo>
                  <a:lnTo>
                    <a:pt x="4" y="102"/>
                  </a:lnTo>
                  <a:lnTo>
                    <a:pt x="4" y="100"/>
                  </a:lnTo>
                  <a:lnTo>
                    <a:pt x="0" y="96"/>
                  </a:lnTo>
                  <a:lnTo>
                    <a:pt x="2" y="94"/>
                  </a:lnTo>
                  <a:lnTo>
                    <a:pt x="0" y="52"/>
                  </a:lnTo>
                  <a:lnTo>
                    <a:pt x="6" y="48"/>
                  </a:lnTo>
                  <a:lnTo>
                    <a:pt x="12" y="38"/>
                  </a:lnTo>
                  <a:lnTo>
                    <a:pt x="16" y="20"/>
                  </a:lnTo>
                  <a:lnTo>
                    <a:pt x="30" y="0"/>
                  </a:lnTo>
                  <a:lnTo>
                    <a:pt x="34" y="8"/>
                  </a:lnTo>
                  <a:lnTo>
                    <a:pt x="46" y="4"/>
                  </a:lnTo>
                  <a:lnTo>
                    <a:pt x="54" y="10"/>
                  </a:lnTo>
                  <a:lnTo>
                    <a:pt x="54" y="42"/>
                  </a:lnTo>
                  <a:lnTo>
                    <a:pt x="64" y="56"/>
                  </a:lnTo>
                  <a:lnTo>
                    <a:pt x="64" y="66"/>
                  </a:lnTo>
                  <a:lnTo>
                    <a:pt x="48" y="72"/>
                  </a:lnTo>
                  <a:lnTo>
                    <a:pt x="32" y="78"/>
                  </a:lnTo>
                  <a:lnTo>
                    <a:pt x="14" y="92"/>
                  </a:lnTo>
                  <a:lnTo>
                    <a:pt x="6" y="102"/>
                  </a:lnTo>
                  <a:lnTo>
                    <a:pt x="6" y="102"/>
                  </a:lnTo>
                  <a:lnTo>
                    <a:pt x="6" y="102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1" name="Freeform 46">
              <a:extLst>
                <a:ext uri="{FF2B5EF4-FFF2-40B4-BE49-F238E27FC236}">
                  <a16:creationId xmlns:a16="http://schemas.microsoft.com/office/drawing/2014/main" id="{EB8A055D-C644-8118-856B-8778724C2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5" y="1617"/>
              <a:ext cx="64" cy="102"/>
            </a:xfrm>
            <a:custGeom>
              <a:avLst/>
              <a:gdLst>
                <a:gd name="T0" fmla="*/ 6 w 64"/>
                <a:gd name="T1" fmla="*/ 102 h 102"/>
                <a:gd name="T2" fmla="*/ 4 w 64"/>
                <a:gd name="T3" fmla="*/ 102 h 102"/>
                <a:gd name="T4" fmla="*/ 4 w 64"/>
                <a:gd name="T5" fmla="*/ 100 h 102"/>
                <a:gd name="T6" fmla="*/ 0 w 64"/>
                <a:gd name="T7" fmla="*/ 96 h 102"/>
                <a:gd name="T8" fmla="*/ 2 w 64"/>
                <a:gd name="T9" fmla="*/ 94 h 102"/>
                <a:gd name="T10" fmla="*/ 0 w 64"/>
                <a:gd name="T11" fmla="*/ 52 h 102"/>
                <a:gd name="T12" fmla="*/ 6 w 64"/>
                <a:gd name="T13" fmla="*/ 48 h 102"/>
                <a:gd name="T14" fmla="*/ 12 w 64"/>
                <a:gd name="T15" fmla="*/ 38 h 102"/>
                <a:gd name="T16" fmla="*/ 16 w 64"/>
                <a:gd name="T17" fmla="*/ 20 h 102"/>
                <a:gd name="T18" fmla="*/ 30 w 64"/>
                <a:gd name="T19" fmla="*/ 0 h 102"/>
                <a:gd name="T20" fmla="*/ 34 w 64"/>
                <a:gd name="T21" fmla="*/ 8 h 102"/>
                <a:gd name="T22" fmla="*/ 46 w 64"/>
                <a:gd name="T23" fmla="*/ 4 h 102"/>
                <a:gd name="T24" fmla="*/ 54 w 64"/>
                <a:gd name="T25" fmla="*/ 10 h 102"/>
                <a:gd name="T26" fmla="*/ 54 w 64"/>
                <a:gd name="T27" fmla="*/ 42 h 102"/>
                <a:gd name="T28" fmla="*/ 64 w 64"/>
                <a:gd name="T29" fmla="*/ 56 h 102"/>
                <a:gd name="T30" fmla="*/ 64 w 64"/>
                <a:gd name="T31" fmla="*/ 66 h 102"/>
                <a:gd name="T32" fmla="*/ 48 w 64"/>
                <a:gd name="T33" fmla="*/ 72 h 102"/>
                <a:gd name="T34" fmla="*/ 32 w 64"/>
                <a:gd name="T35" fmla="*/ 78 h 102"/>
                <a:gd name="T36" fmla="*/ 14 w 64"/>
                <a:gd name="T37" fmla="*/ 92 h 102"/>
                <a:gd name="T38" fmla="*/ 6 w 64"/>
                <a:gd name="T39" fmla="*/ 102 h 102"/>
                <a:gd name="T40" fmla="*/ 6 w 64"/>
                <a:gd name="T41" fmla="*/ 102 h 102"/>
                <a:gd name="T42" fmla="*/ 6 w 64"/>
                <a:gd name="T43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4" h="102">
                  <a:moveTo>
                    <a:pt x="6" y="102"/>
                  </a:moveTo>
                  <a:lnTo>
                    <a:pt x="4" y="102"/>
                  </a:lnTo>
                  <a:lnTo>
                    <a:pt x="4" y="100"/>
                  </a:lnTo>
                  <a:lnTo>
                    <a:pt x="0" y="96"/>
                  </a:lnTo>
                  <a:lnTo>
                    <a:pt x="2" y="94"/>
                  </a:lnTo>
                  <a:lnTo>
                    <a:pt x="0" y="52"/>
                  </a:lnTo>
                  <a:lnTo>
                    <a:pt x="6" y="48"/>
                  </a:lnTo>
                  <a:lnTo>
                    <a:pt x="12" y="38"/>
                  </a:lnTo>
                  <a:lnTo>
                    <a:pt x="16" y="20"/>
                  </a:lnTo>
                  <a:lnTo>
                    <a:pt x="30" y="0"/>
                  </a:lnTo>
                  <a:lnTo>
                    <a:pt x="34" y="8"/>
                  </a:lnTo>
                  <a:lnTo>
                    <a:pt x="46" y="4"/>
                  </a:lnTo>
                  <a:lnTo>
                    <a:pt x="54" y="10"/>
                  </a:lnTo>
                  <a:lnTo>
                    <a:pt x="54" y="42"/>
                  </a:lnTo>
                  <a:lnTo>
                    <a:pt x="64" y="56"/>
                  </a:lnTo>
                  <a:lnTo>
                    <a:pt x="64" y="66"/>
                  </a:lnTo>
                  <a:lnTo>
                    <a:pt x="48" y="72"/>
                  </a:lnTo>
                  <a:lnTo>
                    <a:pt x="32" y="78"/>
                  </a:lnTo>
                  <a:lnTo>
                    <a:pt x="14" y="92"/>
                  </a:lnTo>
                  <a:lnTo>
                    <a:pt x="6" y="102"/>
                  </a:lnTo>
                  <a:lnTo>
                    <a:pt x="6" y="102"/>
                  </a:lnTo>
                  <a:lnTo>
                    <a:pt x="6" y="102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2" name="Freeform 47">
              <a:extLst>
                <a:ext uri="{FF2B5EF4-FFF2-40B4-BE49-F238E27FC236}">
                  <a16:creationId xmlns:a16="http://schemas.microsoft.com/office/drawing/2014/main" id="{C389F39F-6051-BEE5-6D72-ED9C833757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55" y="1617"/>
              <a:ext cx="132" cy="134"/>
            </a:xfrm>
            <a:custGeom>
              <a:avLst/>
              <a:gdLst>
                <a:gd name="T0" fmla="*/ 96 w 132"/>
                <a:gd name="T1" fmla="*/ 22 h 134"/>
                <a:gd name="T2" fmla="*/ 102 w 132"/>
                <a:gd name="T3" fmla="*/ 24 h 134"/>
                <a:gd name="T4" fmla="*/ 108 w 132"/>
                <a:gd name="T5" fmla="*/ 36 h 134"/>
                <a:gd name="T6" fmla="*/ 94 w 132"/>
                <a:gd name="T7" fmla="*/ 38 h 134"/>
                <a:gd name="T8" fmla="*/ 68 w 132"/>
                <a:gd name="T9" fmla="*/ 40 h 134"/>
                <a:gd name="T10" fmla="*/ 46 w 132"/>
                <a:gd name="T11" fmla="*/ 56 h 134"/>
                <a:gd name="T12" fmla="*/ 46 w 132"/>
                <a:gd name="T13" fmla="*/ 56 h 134"/>
                <a:gd name="T14" fmla="*/ 46 w 132"/>
                <a:gd name="T15" fmla="*/ 50 h 134"/>
                <a:gd name="T16" fmla="*/ 42 w 132"/>
                <a:gd name="T17" fmla="*/ 46 h 134"/>
                <a:gd name="T18" fmla="*/ 42 w 132"/>
                <a:gd name="T19" fmla="*/ 40 h 134"/>
                <a:gd name="T20" fmla="*/ 38 w 132"/>
                <a:gd name="T21" fmla="*/ 36 h 134"/>
                <a:gd name="T22" fmla="*/ 30 w 132"/>
                <a:gd name="T23" fmla="*/ 34 h 134"/>
                <a:gd name="T24" fmla="*/ 6 w 132"/>
                <a:gd name="T25" fmla="*/ 26 h 134"/>
                <a:gd name="T26" fmla="*/ 2 w 132"/>
                <a:gd name="T27" fmla="*/ 22 h 134"/>
                <a:gd name="T28" fmla="*/ 0 w 132"/>
                <a:gd name="T29" fmla="*/ 22 h 134"/>
                <a:gd name="T30" fmla="*/ 0 w 132"/>
                <a:gd name="T31" fmla="*/ 22 h 134"/>
                <a:gd name="T32" fmla="*/ 26 w 132"/>
                <a:gd name="T33" fmla="*/ 8 h 134"/>
                <a:gd name="T34" fmla="*/ 36 w 132"/>
                <a:gd name="T35" fmla="*/ 12 h 134"/>
                <a:gd name="T36" fmla="*/ 56 w 132"/>
                <a:gd name="T37" fmla="*/ 24 h 134"/>
                <a:gd name="T38" fmla="*/ 88 w 132"/>
                <a:gd name="T39" fmla="*/ 18 h 134"/>
                <a:gd name="T40" fmla="*/ 96 w 132"/>
                <a:gd name="T41" fmla="*/ 26 h 134"/>
                <a:gd name="T42" fmla="*/ 96 w 132"/>
                <a:gd name="T43" fmla="*/ 22 h 134"/>
                <a:gd name="T44" fmla="*/ 132 w 132"/>
                <a:gd name="T45" fmla="*/ 104 h 134"/>
                <a:gd name="T46" fmla="*/ 132 w 132"/>
                <a:gd name="T47" fmla="*/ 104 h 134"/>
                <a:gd name="T48" fmla="*/ 120 w 132"/>
                <a:gd name="T49" fmla="*/ 124 h 134"/>
                <a:gd name="T50" fmla="*/ 114 w 132"/>
                <a:gd name="T51" fmla="*/ 134 h 134"/>
                <a:gd name="T52" fmla="*/ 108 w 132"/>
                <a:gd name="T53" fmla="*/ 134 h 134"/>
                <a:gd name="T54" fmla="*/ 92 w 132"/>
                <a:gd name="T55" fmla="*/ 134 h 134"/>
                <a:gd name="T56" fmla="*/ 78 w 132"/>
                <a:gd name="T57" fmla="*/ 132 h 134"/>
                <a:gd name="T58" fmla="*/ 60 w 132"/>
                <a:gd name="T59" fmla="*/ 132 h 134"/>
                <a:gd name="T60" fmla="*/ 62 w 132"/>
                <a:gd name="T61" fmla="*/ 128 h 134"/>
                <a:gd name="T62" fmla="*/ 70 w 132"/>
                <a:gd name="T63" fmla="*/ 104 h 134"/>
                <a:gd name="T64" fmla="*/ 66 w 132"/>
                <a:gd name="T65" fmla="*/ 80 h 134"/>
                <a:gd name="T66" fmla="*/ 74 w 132"/>
                <a:gd name="T67" fmla="*/ 60 h 134"/>
                <a:gd name="T68" fmla="*/ 82 w 132"/>
                <a:gd name="T69" fmla="*/ 64 h 134"/>
                <a:gd name="T70" fmla="*/ 88 w 132"/>
                <a:gd name="T71" fmla="*/ 50 h 134"/>
                <a:gd name="T72" fmla="*/ 104 w 132"/>
                <a:gd name="T73" fmla="*/ 46 h 134"/>
                <a:gd name="T74" fmla="*/ 118 w 132"/>
                <a:gd name="T75" fmla="*/ 64 h 134"/>
                <a:gd name="T76" fmla="*/ 108 w 132"/>
                <a:gd name="T77" fmla="*/ 84 h 134"/>
                <a:gd name="T78" fmla="*/ 112 w 132"/>
                <a:gd name="T79" fmla="*/ 90 h 134"/>
                <a:gd name="T80" fmla="*/ 128 w 132"/>
                <a:gd name="T81" fmla="*/ 82 h 134"/>
                <a:gd name="T82" fmla="*/ 132 w 132"/>
                <a:gd name="T83" fmla="*/ 104 h 134"/>
                <a:gd name="T84" fmla="*/ 132 w 132"/>
                <a:gd name="T85" fmla="*/ 10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2" h="134">
                  <a:moveTo>
                    <a:pt x="96" y="22"/>
                  </a:moveTo>
                  <a:lnTo>
                    <a:pt x="96" y="22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0" y="26"/>
                  </a:lnTo>
                  <a:lnTo>
                    <a:pt x="108" y="36"/>
                  </a:lnTo>
                  <a:lnTo>
                    <a:pt x="94" y="38"/>
                  </a:lnTo>
                  <a:lnTo>
                    <a:pt x="94" y="38"/>
                  </a:lnTo>
                  <a:lnTo>
                    <a:pt x="80" y="34"/>
                  </a:lnTo>
                  <a:lnTo>
                    <a:pt x="68" y="40"/>
                  </a:lnTo>
                  <a:lnTo>
                    <a:pt x="56" y="42"/>
                  </a:lnTo>
                  <a:lnTo>
                    <a:pt x="46" y="56"/>
                  </a:lnTo>
                  <a:lnTo>
                    <a:pt x="46" y="56"/>
                  </a:lnTo>
                  <a:lnTo>
                    <a:pt x="46" y="56"/>
                  </a:lnTo>
                  <a:lnTo>
                    <a:pt x="44" y="54"/>
                  </a:lnTo>
                  <a:lnTo>
                    <a:pt x="46" y="50"/>
                  </a:lnTo>
                  <a:lnTo>
                    <a:pt x="42" y="50"/>
                  </a:lnTo>
                  <a:lnTo>
                    <a:pt x="42" y="46"/>
                  </a:lnTo>
                  <a:lnTo>
                    <a:pt x="44" y="44"/>
                  </a:lnTo>
                  <a:lnTo>
                    <a:pt x="42" y="40"/>
                  </a:lnTo>
                  <a:lnTo>
                    <a:pt x="38" y="40"/>
                  </a:lnTo>
                  <a:lnTo>
                    <a:pt x="38" y="36"/>
                  </a:lnTo>
                  <a:lnTo>
                    <a:pt x="34" y="36"/>
                  </a:lnTo>
                  <a:lnTo>
                    <a:pt x="30" y="34"/>
                  </a:lnTo>
                  <a:lnTo>
                    <a:pt x="20" y="30"/>
                  </a:lnTo>
                  <a:lnTo>
                    <a:pt x="6" y="26"/>
                  </a:lnTo>
                  <a:lnTo>
                    <a:pt x="4" y="22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4" y="16"/>
                  </a:lnTo>
                  <a:lnTo>
                    <a:pt x="26" y="8"/>
                  </a:lnTo>
                  <a:lnTo>
                    <a:pt x="42" y="0"/>
                  </a:lnTo>
                  <a:lnTo>
                    <a:pt x="36" y="12"/>
                  </a:lnTo>
                  <a:lnTo>
                    <a:pt x="46" y="16"/>
                  </a:lnTo>
                  <a:lnTo>
                    <a:pt x="56" y="24"/>
                  </a:lnTo>
                  <a:lnTo>
                    <a:pt x="72" y="20"/>
                  </a:lnTo>
                  <a:lnTo>
                    <a:pt x="88" y="18"/>
                  </a:lnTo>
                  <a:lnTo>
                    <a:pt x="90" y="24"/>
                  </a:lnTo>
                  <a:lnTo>
                    <a:pt x="96" y="26"/>
                  </a:lnTo>
                  <a:lnTo>
                    <a:pt x="96" y="22"/>
                  </a:lnTo>
                  <a:lnTo>
                    <a:pt x="96" y="22"/>
                  </a:lnTo>
                  <a:lnTo>
                    <a:pt x="96" y="22"/>
                  </a:lnTo>
                  <a:close/>
                  <a:moveTo>
                    <a:pt x="132" y="104"/>
                  </a:moveTo>
                  <a:lnTo>
                    <a:pt x="132" y="104"/>
                  </a:lnTo>
                  <a:lnTo>
                    <a:pt x="132" y="104"/>
                  </a:lnTo>
                  <a:lnTo>
                    <a:pt x="124" y="116"/>
                  </a:lnTo>
                  <a:lnTo>
                    <a:pt x="120" y="124"/>
                  </a:lnTo>
                  <a:lnTo>
                    <a:pt x="120" y="124"/>
                  </a:lnTo>
                  <a:lnTo>
                    <a:pt x="114" y="134"/>
                  </a:lnTo>
                  <a:lnTo>
                    <a:pt x="114" y="134"/>
                  </a:lnTo>
                  <a:lnTo>
                    <a:pt x="108" y="134"/>
                  </a:lnTo>
                  <a:lnTo>
                    <a:pt x="102" y="134"/>
                  </a:lnTo>
                  <a:lnTo>
                    <a:pt x="92" y="134"/>
                  </a:lnTo>
                  <a:lnTo>
                    <a:pt x="92" y="132"/>
                  </a:lnTo>
                  <a:lnTo>
                    <a:pt x="78" y="132"/>
                  </a:lnTo>
                  <a:lnTo>
                    <a:pt x="60" y="132"/>
                  </a:lnTo>
                  <a:lnTo>
                    <a:pt x="60" y="132"/>
                  </a:lnTo>
                  <a:lnTo>
                    <a:pt x="60" y="132"/>
                  </a:lnTo>
                  <a:lnTo>
                    <a:pt x="62" y="128"/>
                  </a:lnTo>
                  <a:lnTo>
                    <a:pt x="70" y="118"/>
                  </a:lnTo>
                  <a:lnTo>
                    <a:pt x="70" y="104"/>
                  </a:lnTo>
                  <a:lnTo>
                    <a:pt x="64" y="90"/>
                  </a:lnTo>
                  <a:lnTo>
                    <a:pt x="66" y="80"/>
                  </a:lnTo>
                  <a:lnTo>
                    <a:pt x="70" y="68"/>
                  </a:lnTo>
                  <a:lnTo>
                    <a:pt x="74" y="60"/>
                  </a:lnTo>
                  <a:lnTo>
                    <a:pt x="80" y="56"/>
                  </a:lnTo>
                  <a:lnTo>
                    <a:pt x="82" y="64"/>
                  </a:lnTo>
                  <a:lnTo>
                    <a:pt x="84" y="52"/>
                  </a:lnTo>
                  <a:lnTo>
                    <a:pt x="88" y="50"/>
                  </a:lnTo>
                  <a:lnTo>
                    <a:pt x="90" y="40"/>
                  </a:lnTo>
                  <a:lnTo>
                    <a:pt x="104" y="46"/>
                  </a:lnTo>
                  <a:lnTo>
                    <a:pt x="116" y="54"/>
                  </a:lnTo>
                  <a:lnTo>
                    <a:pt x="118" y="64"/>
                  </a:lnTo>
                  <a:lnTo>
                    <a:pt x="116" y="76"/>
                  </a:lnTo>
                  <a:lnTo>
                    <a:pt x="108" y="84"/>
                  </a:lnTo>
                  <a:lnTo>
                    <a:pt x="108" y="90"/>
                  </a:lnTo>
                  <a:lnTo>
                    <a:pt x="112" y="90"/>
                  </a:lnTo>
                  <a:lnTo>
                    <a:pt x="122" y="80"/>
                  </a:lnTo>
                  <a:lnTo>
                    <a:pt x="128" y="82"/>
                  </a:lnTo>
                  <a:lnTo>
                    <a:pt x="130" y="96"/>
                  </a:lnTo>
                  <a:lnTo>
                    <a:pt x="132" y="104"/>
                  </a:lnTo>
                  <a:lnTo>
                    <a:pt x="132" y="104"/>
                  </a:lnTo>
                  <a:lnTo>
                    <a:pt x="132" y="104"/>
                  </a:lnTo>
                  <a:lnTo>
                    <a:pt x="132" y="104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3" name="Freeform 48">
              <a:extLst>
                <a:ext uri="{FF2B5EF4-FFF2-40B4-BE49-F238E27FC236}">
                  <a16:creationId xmlns:a16="http://schemas.microsoft.com/office/drawing/2014/main" id="{66CE3CCD-E28C-30B5-7843-E11BBDC1A9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55" y="1617"/>
              <a:ext cx="132" cy="134"/>
            </a:xfrm>
            <a:custGeom>
              <a:avLst/>
              <a:gdLst>
                <a:gd name="T0" fmla="*/ 96 w 132"/>
                <a:gd name="T1" fmla="*/ 22 h 134"/>
                <a:gd name="T2" fmla="*/ 102 w 132"/>
                <a:gd name="T3" fmla="*/ 24 h 134"/>
                <a:gd name="T4" fmla="*/ 108 w 132"/>
                <a:gd name="T5" fmla="*/ 36 h 134"/>
                <a:gd name="T6" fmla="*/ 94 w 132"/>
                <a:gd name="T7" fmla="*/ 38 h 134"/>
                <a:gd name="T8" fmla="*/ 68 w 132"/>
                <a:gd name="T9" fmla="*/ 40 h 134"/>
                <a:gd name="T10" fmla="*/ 46 w 132"/>
                <a:gd name="T11" fmla="*/ 56 h 134"/>
                <a:gd name="T12" fmla="*/ 46 w 132"/>
                <a:gd name="T13" fmla="*/ 56 h 134"/>
                <a:gd name="T14" fmla="*/ 46 w 132"/>
                <a:gd name="T15" fmla="*/ 50 h 134"/>
                <a:gd name="T16" fmla="*/ 42 w 132"/>
                <a:gd name="T17" fmla="*/ 46 h 134"/>
                <a:gd name="T18" fmla="*/ 42 w 132"/>
                <a:gd name="T19" fmla="*/ 40 h 134"/>
                <a:gd name="T20" fmla="*/ 38 w 132"/>
                <a:gd name="T21" fmla="*/ 36 h 134"/>
                <a:gd name="T22" fmla="*/ 30 w 132"/>
                <a:gd name="T23" fmla="*/ 34 h 134"/>
                <a:gd name="T24" fmla="*/ 6 w 132"/>
                <a:gd name="T25" fmla="*/ 26 h 134"/>
                <a:gd name="T26" fmla="*/ 2 w 132"/>
                <a:gd name="T27" fmla="*/ 22 h 134"/>
                <a:gd name="T28" fmla="*/ 0 w 132"/>
                <a:gd name="T29" fmla="*/ 22 h 134"/>
                <a:gd name="T30" fmla="*/ 0 w 132"/>
                <a:gd name="T31" fmla="*/ 22 h 134"/>
                <a:gd name="T32" fmla="*/ 26 w 132"/>
                <a:gd name="T33" fmla="*/ 8 h 134"/>
                <a:gd name="T34" fmla="*/ 36 w 132"/>
                <a:gd name="T35" fmla="*/ 12 h 134"/>
                <a:gd name="T36" fmla="*/ 56 w 132"/>
                <a:gd name="T37" fmla="*/ 24 h 134"/>
                <a:gd name="T38" fmla="*/ 88 w 132"/>
                <a:gd name="T39" fmla="*/ 18 h 134"/>
                <a:gd name="T40" fmla="*/ 96 w 132"/>
                <a:gd name="T41" fmla="*/ 26 h 134"/>
                <a:gd name="T42" fmla="*/ 96 w 132"/>
                <a:gd name="T43" fmla="*/ 22 h 134"/>
                <a:gd name="T44" fmla="*/ 132 w 132"/>
                <a:gd name="T45" fmla="*/ 104 h 134"/>
                <a:gd name="T46" fmla="*/ 132 w 132"/>
                <a:gd name="T47" fmla="*/ 104 h 134"/>
                <a:gd name="T48" fmla="*/ 120 w 132"/>
                <a:gd name="T49" fmla="*/ 124 h 134"/>
                <a:gd name="T50" fmla="*/ 114 w 132"/>
                <a:gd name="T51" fmla="*/ 134 h 134"/>
                <a:gd name="T52" fmla="*/ 108 w 132"/>
                <a:gd name="T53" fmla="*/ 134 h 134"/>
                <a:gd name="T54" fmla="*/ 92 w 132"/>
                <a:gd name="T55" fmla="*/ 134 h 134"/>
                <a:gd name="T56" fmla="*/ 78 w 132"/>
                <a:gd name="T57" fmla="*/ 132 h 134"/>
                <a:gd name="T58" fmla="*/ 60 w 132"/>
                <a:gd name="T59" fmla="*/ 132 h 134"/>
                <a:gd name="T60" fmla="*/ 62 w 132"/>
                <a:gd name="T61" fmla="*/ 128 h 134"/>
                <a:gd name="T62" fmla="*/ 70 w 132"/>
                <a:gd name="T63" fmla="*/ 104 h 134"/>
                <a:gd name="T64" fmla="*/ 66 w 132"/>
                <a:gd name="T65" fmla="*/ 80 h 134"/>
                <a:gd name="T66" fmla="*/ 74 w 132"/>
                <a:gd name="T67" fmla="*/ 60 h 134"/>
                <a:gd name="T68" fmla="*/ 82 w 132"/>
                <a:gd name="T69" fmla="*/ 64 h 134"/>
                <a:gd name="T70" fmla="*/ 88 w 132"/>
                <a:gd name="T71" fmla="*/ 50 h 134"/>
                <a:gd name="T72" fmla="*/ 104 w 132"/>
                <a:gd name="T73" fmla="*/ 46 h 134"/>
                <a:gd name="T74" fmla="*/ 118 w 132"/>
                <a:gd name="T75" fmla="*/ 64 h 134"/>
                <a:gd name="T76" fmla="*/ 108 w 132"/>
                <a:gd name="T77" fmla="*/ 84 h 134"/>
                <a:gd name="T78" fmla="*/ 112 w 132"/>
                <a:gd name="T79" fmla="*/ 90 h 134"/>
                <a:gd name="T80" fmla="*/ 128 w 132"/>
                <a:gd name="T81" fmla="*/ 82 h 134"/>
                <a:gd name="T82" fmla="*/ 132 w 132"/>
                <a:gd name="T83" fmla="*/ 104 h 134"/>
                <a:gd name="T84" fmla="*/ 132 w 132"/>
                <a:gd name="T85" fmla="*/ 10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2" h="134">
                  <a:moveTo>
                    <a:pt x="96" y="22"/>
                  </a:moveTo>
                  <a:lnTo>
                    <a:pt x="96" y="22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0" y="26"/>
                  </a:lnTo>
                  <a:lnTo>
                    <a:pt x="108" y="36"/>
                  </a:lnTo>
                  <a:lnTo>
                    <a:pt x="94" y="38"/>
                  </a:lnTo>
                  <a:lnTo>
                    <a:pt x="94" y="38"/>
                  </a:lnTo>
                  <a:lnTo>
                    <a:pt x="80" y="34"/>
                  </a:lnTo>
                  <a:lnTo>
                    <a:pt x="68" y="40"/>
                  </a:lnTo>
                  <a:lnTo>
                    <a:pt x="56" y="42"/>
                  </a:lnTo>
                  <a:lnTo>
                    <a:pt x="46" y="56"/>
                  </a:lnTo>
                  <a:lnTo>
                    <a:pt x="46" y="56"/>
                  </a:lnTo>
                  <a:lnTo>
                    <a:pt x="46" y="56"/>
                  </a:lnTo>
                  <a:lnTo>
                    <a:pt x="44" y="54"/>
                  </a:lnTo>
                  <a:lnTo>
                    <a:pt x="46" y="50"/>
                  </a:lnTo>
                  <a:lnTo>
                    <a:pt x="42" y="50"/>
                  </a:lnTo>
                  <a:lnTo>
                    <a:pt x="42" y="46"/>
                  </a:lnTo>
                  <a:lnTo>
                    <a:pt x="44" y="44"/>
                  </a:lnTo>
                  <a:lnTo>
                    <a:pt x="42" y="40"/>
                  </a:lnTo>
                  <a:lnTo>
                    <a:pt x="38" y="40"/>
                  </a:lnTo>
                  <a:lnTo>
                    <a:pt x="38" y="36"/>
                  </a:lnTo>
                  <a:lnTo>
                    <a:pt x="34" y="36"/>
                  </a:lnTo>
                  <a:lnTo>
                    <a:pt x="30" y="34"/>
                  </a:lnTo>
                  <a:lnTo>
                    <a:pt x="20" y="30"/>
                  </a:lnTo>
                  <a:lnTo>
                    <a:pt x="6" y="26"/>
                  </a:lnTo>
                  <a:lnTo>
                    <a:pt x="4" y="22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4" y="16"/>
                  </a:lnTo>
                  <a:lnTo>
                    <a:pt x="26" y="8"/>
                  </a:lnTo>
                  <a:lnTo>
                    <a:pt x="42" y="0"/>
                  </a:lnTo>
                  <a:lnTo>
                    <a:pt x="36" y="12"/>
                  </a:lnTo>
                  <a:lnTo>
                    <a:pt x="46" y="16"/>
                  </a:lnTo>
                  <a:lnTo>
                    <a:pt x="56" y="24"/>
                  </a:lnTo>
                  <a:lnTo>
                    <a:pt x="72" y="20"/>
                  </a:lnTo>
                  <a:lnTo>
                    <a:pt x="88" y="18"/>
                  </a:lnTo>
                  <a:lnTo>
                    <a:pt x="90" y="24"/>
                  </a:lnTo>
                  <a:lnTo>
                    <a:pt x="96" y="26"/>
                  </a:lnTo>
                  <a:lnTo>
                    <a:pt x="96" y="22"/>
                  </a:lnTo>
                  <a:lnTo>
                    <a:pt x="96" y="22"/>
                  </a:lnTo>
                  <a:lnTo>
                    <a:pt x="96" y="22"/>
                  </a:lnTo>
                  <a:close/>
                  <a:moveTo>
                    <a:pt x="132" y="104"/>
                  </a:moveTo>
                  <a:lnTo>
                    <a:pt x="132" y="104"/>
                  </a:lnTo>
                  <a:lnTo>
                    <a:pt x="132" y="104"/>
                  </a:lnTo>
                  <a:lnTo>
                    <a:pt x="124" y="116"/>
                  </a:lnTo>
                  <a:lnTo>
                    <a:pt x="120" y="124"/>
                  </a:lnTo>
                  <a:lnTo>
                    <a:pt x="120" y="124"/>
                  </a:lnTo>
                  <a:lnTo>
                    <a:pt x="114" y="134"/>
                  </a:lnTo>
                  <a:lnTo>
                    <a:pt x="114" y="134"/>
                  </a:lnTo>
                  <a:lnTo>
                    <a:pt x="108" y="134"/>
                  </a:lnTo>
                  <a:lnTo>
                    <a:pt x="102" y="134"/>
                  </a:lnTo>
                  <a:lnTo>
                    <a:pt x="92" y="134"/>
                  </a:lnTo>
                  <a:lnTo>
                    <a:pt x="92" y="132"/>
                  </a:lnTo>
                  <a:lnTo>
                    <a:pt x="78" y="132"/>
                  </a:lnTo>
                  <a:lnTo>
                    <a:pt x="60" y="132"/>
                  </a:lnTo>
                  <a:lnTo>
                    <a:pt x="60" y="132"/>
                  </a:lnTo>
                  <a:lnTo>
                    <a:pt x="60" y="132"/>
                  </a:lnTo>
                  <a:lnTo>
                    <a:pt x="62" y="128"/>
                  </a:lnTo>
                  <a:lnTo>
                    <a:pt x="70" y="118"/>
                  </a:lnTo>
                  <a:lnTo>
                    <a:pt x="70" y="104"/>
                  </a:lnTo>
                  <a:lnTo>
                    <a:pt x="64" y="90"/>
                  </a:lnTo>
                  <a:lnTo>
                    <a:pt x="66" y="80"/>
                  </a:lnTo>
                  <a:lnTo>
                    <a:pt x="70" y="68"/>
                  </a:lnTo>
                  <a:lnTo>
                    <a:pt x="74" y="60"/>
                  </a:lnTo>
                  <a:lnTo>
                    <a:pt x="80" y="56"/>
                  </a:lnTo>
                  <a:lnTo>
                    <a:pt x="82" y="64"/>
                  </a:lnTo>
                  <a:lnTo>
                    <a:pt x="84" y="52"/>
                  </a:lnTo>
                  <a:lnTo>
                    <a:pt x="88" y="50"/>
                  </a:lnTo>
                  <a:lnTo>
                    <a:pt x="90" y="40"/>
                  </a:lnTo>
                  <a:lnTo>
                    <a:pt x="104" y="46"/>
                  </a:lnTo>
                  <a:lnTo>
                    <a:pt x="116" y="54"/>
                  </a:lnTo>
                  <a:lnTo>
                    <a:pt x="118" y="64"/>
                  </a:lnTo>
                  <a:lnTo>
                    <a:pt x="116" y="76"/>
                  </a:lnTo>
                  <a:lnTo>
                    <a:pt x="108" y="84"/>
                  </a:lnTo>
                  <a:lnTo>
                    <a:pt x="108" y="90"/>
                  </a:lnTo>
                  <a:lnTo>
                    <a:pt x="112" y="90"/>
                  </a:lnTo>
                  <a:lnTo>
                    <a:pt x="122" y="80"/>
                  </a:lnTo>
                  <a:lnTo>
                    <a:pt x="128" y="82"/>
                  </a:lnTo>
                  <a:lnTo>
                    <a:pt x="130" y="96"/>
                  </a:lnTo>
                  <a:lnTo>
                    <a:pt x="132" y="104"/>
                  </a:lnTo>
                  <a:lnTo>
                    <a:pt x="132" y="104"/>
                  </a:lnTo>
                  <a:lnTo>
                    <a:pt x="132" y="104"/>
                  </a:lnTo>
                  <a:lnTo>
                    <a:pt x="132" y="104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4" name="Freeform 49">
              <a:extLst>
                <a:ext uri="{FF2B5EF4-FFF2-40B4-BE49-F238E27FC236}">
                  <a16:creationId xmlns:a16="http://schemas.microsoft.com/office/drawing/2014/main" id="{140A866B-550C-D6A2-E1C4-FB3FAAD634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1569"/>
              <a:ext cx="125" cy="142"/>
            </a:xfrm>
            <a:custGeom>
              <a:avLst/>
              <a:gdLst>
                <a:gd name="T0" fmla="*/ 125 w 125"/>
                <a:gd name="T1" fmla="*/ 36 h 142"/>
                <a:gd name="T2" fmla="*/ 97 w 125"/>
                <a:gd name="T3" fmla="*/ 54 h 142"/>
                <a:gd name="T4" fmla="*/ 85 w 125"/>
                <a:gd name="T5" fmla="*/ 66 h 142"/>
                <a:gd name="T6" fmla="*/ 81 w 125"/>
                <a:gd name="T7" fmla="*/ 82 h 142"/>
                <a:gd name="T8" fmla="*/ 78 w 125"/>
                <a:gd name="T9" fmla="*/ 84 h 142"/>
                <a:gd name="T10" fmla="*/ 72 w 125"/>
                <a:gd name="T11" fmla="*/ 90 h 142"/>
                <a:gd name="T12" fmla="*/ 74 w 125"/>
                <a:gd name="T13" fmla="*/ 100 h 142"/>
                <a:gd name="T14" fmla="*/ 74 w 125"/>
                <a:gd name="T15" fmla="*/ 112 h 142"/>
                <a:gd name="T16" fmla="*/ 80 w 125"/>
                <a:gd name="T17" fmla="*/ 116 h 142"/>
                <a:gd name="T18" fmla="*/ 87 w 125"/>
                <a:gd name="T19" fmla="*/ 122 h 142"/>
                <a:gd name="T20" fmla="*/ 91 w 125"/>
                <a:gd name="T21" fmla="*/ 128 h 142"/>
                <a:gd name="T22" fmla="*/ 97 w 125"/>
                <a:gd name="T23" fmla="*/ 134 h 142"/>
                <a:gd name="T24" fmla="*/ 99 w 125"/>
                <a:gd name="T25" fmla="*/ 142 h 142"/>
                <a:gd name="T26" fmla="*/ 54 w 125"/>
                <a:gd name="T27" fmla="*/ 140 h 142"/>
                <a:gd name="T28" fmla="*/ 12 w 125"/>
                <a:gd name="T29" fmla="*/ 142 h 142"/>
                <a:gd name="T30" fmla="*/ 12 w 125"/>
                <a:gd name="T31" fmla="*/ 98 h 142"/>
                <a:gd name="T32" fmla="*/ 6 w 125"/>
                <a:gd name="T33" fmla="*/ 92 h 142"/>
                <a:gd name="T34" fmla="*/ 12 w 125"/>
                <a:gd name="T35" fmla="*/ 86 h 142"/>
                <a:gd name="T36" fmla="*/ 12 w 125"/>
                <a:gd name="T37" fmla="*/ 78 h 142"/>
                <a:gd name="T38" fmla="*/ 8 w 125"/>
                <a:gd name="T39" fmla="*/ 72 h 142"/>
                <a:gd name="T40" fmla="*/ 8 w 125"/>
                <a:gd name="T41" fmla="*/ 60 h 142"/>
                <a:gd name="T42" fmla="*/ 6 w 125"/>
                <a:gd name="T43" fmla="*/ 52 h 142"/>
                <a:gd name="T44" fmla="*/ 6 w 125"/>
                <a:gd name="T45" fmla="*/ 46 h 142"/>
                <a:gd name="T46" fmla="*/ 4 w 125"/>
                <a:gd name="T47" fmla="*/ 36 h 142"/>
                <a:gd name="T48" fmla="*/ 2 w 125"/>
                <a:gd name="T49" fmla="*/ 28 h 142"/>
                <a:gd name="T50" fmla="*/ 2 w 125"/>
                <a:gd name="T51" fmla="*/ 20 h 142"/>
                <a:gd name="T52" fmla="*/ 0 w 125"/>
                <a:gd name="T53" fmla="*/ 14 h 142"/>
                <a:gd name="T54" fmla="*/ 34 w 125"/>
                <a:gd name="T55" fmla="*/ 10 h 142"/>
                <a:gd name="T56" fmla="*/ 40 w 125"/>
                <a:gd name="T57" fmla="*/ 0 h 142"/>
                <a:gd name="T58" fmla="*/ 48 w 125"/>
                <a:gd name="T59" fmla="*/ 18 h 142"/>
                <a:gd name="T60" fmla="*/ 76 w 125"/>
                <a:gd name="T61" fmla="*/ 24 h 142"/>
                <a:gd name="T62" fmla="*/ 105 w 125"/>
                <a:gd name="T63" fmla="*/ 28 h 142"/>
                <a:gd name="T64" fmla="*/ 125 w 125"/>
                <a:gd name="T65" fmla="*/ 36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5" h="142">
                  <a:moveTo>
                    <a:pt x="125" y="36"/>
                  </a:moveTo>
                  <a:lnTo>
                    <a:pt x="125" y="36"/>
                  </a:lnTo>
                  <a:lnTo>
                    <a:pt x="109" y="44"/>
                  </a:lnTo>
                  <a:lnTo>
                    <a:pt x="97" y="54"/>
                  </a:lnTo>
                  <a:lnTo>
                    <a:pt x="85" y="64"/>
                  </a:lnTo>
                  <a:lnTo>
                    <a:pt x="85" y="66"/>
                  </a:lnTo>
                  <a:lnTo>
                    <a:pt x="81" y="68"/>
                  </a:lnTo>
                  <a:lnTo>
                    <a:pt x="81" y="82"/>
                  </a:lnTo>
                  <a:lnTo>
                    <a:pt x="81" y="82"/>
                  </a:lnTo>
                  <a:lnTo>
                    <a:pt x="78" y="84"/>
                  </a:lnTo>
                  <a:lnTo>
                    <a:pt x="74" y="86"/>
                  </a:lnTo>
                  <a:lnTo>
                    <a:pt x="72" y="90"/>
                  </a:lnTo>
                  <a:lnTo>
                    <a:pt x="74" y="94"/>
                  </a:lnTo>
                  <a:lnTo>
                    <a:pt x="74" y="100"/>
                  </a:lnTo>
                  <a:lnTo>
                    <a:pt x="74" y="106"/>
                  </a:lnTo>
                  <a:lnTo>
                    <a:pt x="74" y="112"/>
                  </a:lnTo>
                  <a:lnTo>
                    <a:pt x="78" y="116"/>
                  </a:lnTo>
                  <a:lnTo>
                    <a:pt x="80" y="116"/>
                  </a:lnTo>
                  <a:lnTo>
                    <a:pt x="85" y="120"/>
                  </a:lnTo>
                  <a:lnTo>
                    <a:pt x="87" y="122"/>
                  </a:lnTo>
                  <a:lnTo>
                    <a:pt x="87" y="124"/>
                  </a:lnTo>
                  <a:lnTo>
                    <a:pt x="91" y="128"/>
                  </a:lnTo>
                  <a:lnTo>
                    <a:pt x="97" y="130"/>
                  </a:lnTo>
                  <a:lnTo>
                    <a:pt x="97" y="134"/>
                  </a:lnTo>
                  <a:lnTo>
                    <a:pt x="97" y="138"/>
                  </a:lnTo>
                  <a:lnTo>
                    <a:pt x="99" y="142"/>
                  </a:lnTo>
                  <a:lnTo>
                    <a:pt x="78" y="140"/>
                  </a:lnTo>
                  <a:lnTo>
                    <a:pt x="54" y="140"/>
                  </a:lnTo>
                  <a:lnTo>
                    <a:pt x="30" y="142"/>
                  </a:lnTo>
                  <a:lnTo>
                    <a:pt x="12" y="142"/>
                  </a:lnTo>
                  <a:lnTo>
                    <a:pt x="14" y="120"/>
                  </a:lnTo>
                  <a:lnTo>
                    <a:pt x="12" y="98"/>
                  </a:lnTo>
                  <a:lnTo>
                    <a:pt x="8" y="96"/>
                  </a:lnTo>
                  <a:lnTo>
                    <a:pt x="6" y="92"/>
                  </a:lnTo>
                  <a:lnTo>
                    <a:pt x="8" y="90"/>
                  </a:lnTo>
                  <a:lnTo>
                    <a:pt x="12" y="86"/>
                  </a:lnTo>
                  <a:lnTo>
                    <a:pt x="12" y="84"/>
                  </a:lnTo>
                  <a:lnTo>
                    <a:pt x="12" y="78"/>
                  </a:lnTo>
                  <a:lnTo>
                    <a:pt x="10" y="76"/>
                  </a:lnTo>
                  <a:lnTo>
                    <a:pt x="8" y="72"/>
                  </a:lnTo>
                  <a:lnTo>
                    <a:pt x="8" y="66"/>
                  </a:lnTo>
                  <a:lnTo>
                    <a:pt x="8" y="60"/>
                  </a:lnTo>
                  <a:lnTo>
                    <a:pt x="8" y="60"/>
                  </a:lnTo>
                  <a:lnTo>
                    <a:pt x="6" y="52"/>
                  </a:lnTo>
                  <a:lnTo>
                    <a:pt x="6" y="50"/>
                  </a:lnTo>
                  <a:lnTo>
                    <a:pt x="6" y="46"/>
                  </a:lnTo>
                  <a:lnTo>
                    <a:pt x="6" y="42"/>
                  </a:lnTo>
                  <a:lnTo>
                    <a:pt x="4" y="36"/>
                  </a:lnTo>
                  <a:lnTo>
                    <a:pt x="2" y="32"/>
                  </a:lnTo>
                  <a:lnTo>
                    <a:pt x="2" y="28"/>
                  </a:lnTo>
                  <a:lnTo>
                    <a:pt x="2" y="22"/>
                  </a:lnTo>
                  <a:lnTo>
                    <a:pt x="2" y="20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0" y="10"/>
                  </a:lnTo>
                  <a:lnTo>
                    <a:pt x="34" y="10"/>
                  </a:lnTo>
                  <a:lnTo>
                    <a:pt x="34" y="2"/>
                  </a:lnTo>
                  <a:lnTo>
                    <a:pt x="40" y="0"/>
                  </a:lnTo>
                  <a:lnTo>
                    <a:pt x="42" y="14"/>
                  </a:lnTo>
                  <a:lnTo>
                    <a:pt x="48" y="18"/>
                  </a:lnTo>
                  <a:lnTo>
                    <a:pt x="60" y="20"/>
                  </a:lnTo>
                  <a:lnTo>
                    <a:pt x="76" y="24"/>
                  </a:lnTo>
                  <a:lnTo>
                    <a:pt x="91" y="32"/>
                  </a:lnTo>
                  <a:lnTo>
                    <a:pt x="105" y="28"/>
                  </a:lnTo>
                  <a:lnTo>
                    <a:pt x="125" y="36"/>
                  </a:lnTo>
                  <a:lnTo>
                    <a:pt x="125" y="36"/>
                  </a:lnTo>
                  <a:lnTo>
                    <a:pt x="125" y="36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5" name="Freeform 50">
              <a:extLst>
                <a:ext uri="{FF2B5EF4-FFF2-40B4-BE49-F238E27FC236}">
                  <a16:creationId xmlns:a16="http://schemas.microsoft.com/office/drawing/2014/main" id="{EFC71FBD-671E-6358-13B1-BC629436B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1569"/>
              <a:ext cx="125" cy="142"/>
            </a:xfrm>
            <a:custGeom>
              <a:avLst/>
              <a:gdLst>
                <a:gd name="T0" fmla="*/ 125 w 125"/>
                <a:gd name="T1" fmla="*/ 36 h 142"/>
                <a:gd name="T2" fmla="*/ 97 w 125"/>
                <a:gd name="T3" fmla="*/ 54 h 142"/>
                <a:gd name="T4" fmla="*/ 85 w 125"/>
                <a:gd name="T5" fmla="*/ 66 h 142"/>
                <a:gd name="T6" fmla="*/ 81 w 125"/>
                <a:gd name="T7" fmla="*/ 82 h 142"/>
                <a:gd name="T8" fmla="*/ 78 w 125"/>
                <a:gd name="T9" fmla="*/ 84 h 142"/>
                <a:gd name="T10" fmla="*/ 72 w 125"/>
                <a:gd name="T11" fmla="*/ 90 h 142"/>
                <a:gd name="T12" fmla="*/ 74 w 125"/>
                <a:gd name="T13" fmla="*/ 100 h 142"/>
                <a:gd name="T14" fmla="*/ 74 w 125"/>
                <a:gd name="T15" fmla="*/ 112 h 142"/>
                <a:gd name="T16" fmla="*/ 80 w 125"/>
                <a:gd name="T17" fmla="*/ 116 h 142"/>
                <a:gd name="T18" fmla="*/ 87 w 125"/>
                <a:gd name="T19" fmla="*/ 122 h 142"/>
                <a:gd name="T20" fmla="*/ 91 w 125"/>
                <a:gd name="T21" fmla="*/ 128 h 142"/>
                <a:gd name="T22" fmla="*/ 97 w 125"/>
                <a:gd name="T23" fmla="*/ 134 h 142"/>
                <a:gd name="T24" fmla="*/ 99 w 125"/>
                <a:gd name="T25" fmla="*/ 142 h 142"/>
                <a:gd name="T26" fmla="*/ 54 w 125"/>
                <a:gd name="T27" fmla="*/ 140 h 142"/>
                <a:gd name="T28" fmla="*/ 12 w 125"/>
                <a:gd name="T29" fmla="*/ 142 h 142"/>
                <a:gd name="T30" fmla="*/ 12 w 125"/>
                <a:gd name="T31" fmla="*/ 98 h 142"/>
                <a:gd name="T32" fmla="*/ 6 w 125"/>
                <a:gd name="T33" fmla="*/ 92 h 142"/>
                <a:gd name="T34" fmla="*/ 12 w 125"/>
                <a:gd name="T35" fmla="*/ 86 h 142"/>
                <a:gd name="T36" fmla="*/ 12 w 125"/>
                <a:gd name="T37" fmla="*/ 78 h 142"/>
                <a:gd name="T38" fmla="*/ 8 w 125"/>
                <a:gd name="T39" fmla="*/ 72 h 142"/>
                <a:gd name="T40" fmla="*/ 8 w 125"/>
                <a:gd name="T41" fmla="*/ 60 h 142"/>
                <a:gd name="T42" fmla="*/ 6 w 125"/>
                <a:gd name="T43" fmla="*/ 52 h 142"/>
                <a:gd name="T44" fmla="*/ 6 w 125"/>
                <a:gd name="T45" fmla="*/ 46 h 142"/>
                <a:gd name="T46" fmla="*/ 4 w 125"/>
                <a:gd name="T47" fmla="*/ 36 h 142"/>
                <a:gd name="T48" fmla="*/ 2 w 125"/>
                <a:gd name="T49" fmla="*/ 28 h 142"/>
                <a:gd name="T50" fmla="*/ 2 w 125"/>
                <a:gd name="T51" fmla="*/ 20 h 142"/>
                <a:gd name="T52" fmla="*/ 0 w 125"/>
                <a:gd name="T53" fmla="*/ 14 h 142"/>
                <a:gd name="T54" fmla="*/ 34 w 125"/>
                <a:gd name="T55" fmla="*/ 10 h 142"/>
                <a:gd name="T56" fmla="*/ 40 w 125"/>
                <a:gd name="T57" fmla="*/ 0 h 142"/>
                <a:gd name="T58" fmla="*/ 48 w 125"/>
                <a:gd name="T59" fmla="*/ 18 h 142"/>
                <a:gd name="T60" fmla="*/ 76 w 125"/>
                <a:gd name="T61" fmla="*/ 24 h 142"/>
                <a:gd name="T62" fmla="*/ 105 w 125"/>
                <a:gd name="T63" fmla="*/ 28 h 142"/>
                <a:gd name="T64" fmla="*/ 125 w 125"/>
                <a:gd name="T65" fmla="*/ 36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5" h="142">
                  <a:moveTo>
                    <a:pt x="125" y="36"/>
                  </a:moveTo>
                  <a:lnTo>
                    <a:pt x="125" y="36"/>
                  </a:lnTo>
                  <a:lnTo>
                    <a:pt x="109" y="44"/>
                  </a:lnTo>
                  <a:lnTo>
                    <a:pt x="97" y="54"/>
                  </a:lnTo>
                  <a:lnTo>
                    <a:pt x="85" y="64"/>
                  </a:lnTo>
                  <a:lnTo>
                    <a:pt x="85" y="66"/>
                  </a:lnTo>
                  <a:lnTo>
                    <a:pt x="81" y="68"/>
                  </a:lnTo>
                  <a:lnTo>
                    <a:pt x="81" y="82"/>
                  </a:lnTo>
                  <a:lnTo>
                    <a:pt x="81" y="82"/>
                  </a:lnTo>
                  <a:lnTo>
                    <a:pt x="78" y="84"/>
                  </a:lnTo>
                  <a:lnTo>
                    <a:pt x="74" y="86"/>
                  </a:lnTo>
                  <a:lnTo>
                    <a:pt x="72" y="90"/>
                  </a:lnTo>
                  <a:lnTo>
                    <a:pt x="74" y="94"/>
                  </a:lnTo>
                  <a:lnTo>
                    <a:pt x="74" y="100"/>
                  </a:lnTo>
                  <a:lnTo>
                    <a:pt x="74" y="106"/>
                  </a:lnTo>
                  <a:lnTo>
                    <a:pt x="74" y="112"/>
                  </a:lnTo>
                  <a:lnTo>
                    <a:pt x="78" y="116"/>
                  </a:lnTo>
                  <a:lnTo>
                    <a:pt x="80" y="116"/>
                  </a:lnTo>
                  <a:lnTo>
                    <a:pt x="85" y="120"/>
                  </a:lnTo>
                  <a:lnTo>
                    <a:pt x="87" y="122"/>
                  </a:lnTo>
                  <a:lnTo>
                    <a:pt x="87" y="124"/>
                  </a:lnTo>
                  <a:lnTo>
                    <a:pt x="91" y="128"/>
                  </a:lnTo>
                  <a:lnTo>
                    <a:pt x="97" y="130"/>
                  </a:lnTo>
                  <a:lnTo>
                    <a:pt x="97" y="134"/>
                  </a:lnTo>
                  <a:lnTo>
                    <a:pt x="97" y="138"/>
                  </a:lnTo>
                  <a:lnTo>
                    <a:pt x="99" y="142"/>
                  </a:lnTo>
                  <a:lnTo>
                    <a:pt x="78" y="140"/>
                  </a:lnTo>
                  <a:lnTo>
                    <a:pt x="54" y="140"/>
                  </a:lnTo>
                  <a:lnTo>
                    <a:pt x="30" y="142"/>
                  </a:lnTo>
                  <a:lnTo>
                    <a:pt x="12" y="142"/>
                  </a:lnTo>
                  <a:lnTo>
                    <a:pt x="14" y="120"/>
                  </a:lnTo>
                  <a:lnTo>
                    <a:pt x="12" y="98"/>
                  </a:lnTo>
                  <a:lnTo>
                    <a:pt x="8" y="96"/>
                  </a:lnTo>
                  <a:lnTo>
                    <a:pt x="6" y="92"/>
                  </a:lnTo>
                  <a:lnTo>
                    <a:pt x="8" y="90"/>
                  </a:lnTo>
                  <a:lnTo>
                    <a:pt x="12" y="86"/>
                  </a:lnTo>
                  <a:lnTo>
                    <a:pt x="12" y="84"/>
                  </a:lnTo>
                  <a:lnTo>
                    <a:pt x="12" y="78"/>
                  </a:lnTo>
                  <a:lnTo>
                    <a:pt x="10" y="76"/>
                  </a:lnTo>
                  <a:lnTo>
                    <a:pt x="8" y="72"/>
                  </a:lnTo>
                  <a:lnTo>
                    <a:pt x="8" y="66"/>
                  </a:lnTo>
                  <a:lnTo>
                    <a:pt x="8" y="60"/>
                  </a:lnTo>
                  <a:lnTo>
                    <a:pt x="8" y="60"/>
                  </a:lnTo>
                  <a:lnTo>
                    <a:pt x="6" y="52"/>
                  </a:lnTo>
                  <a:lnTo>
                    <a:pt x="6" y="50"/>
                  </a:lnTo>
                  <a:lnTo>
                    <a:pt x="6" y="46"/>
                  </a:lnTo>
                  <a:lnTo>
                    <a:pt x="6" y="42"/>
                  </a:lnTo>
                  <a:lnTo>
                    <a:pt x="4" y="36"/>
                  </a:lnTo>
                  <a:lnTo>
                    <a:pt x="2" y="32"/>
                  </a:lnTo>
                  <a:lnTo>
                    <a:pt x="2" y="28"/>
                  </a:lnTo>
                  <a:lnTo>
                    <a:pt x="2" y="22"/>
                  </a:lnTo>
                  <a:lnTo>
                    <a:pt x="2" y="20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0" y="10"/>
                  </a:lnTo>
                  <a:lnTo>
                    <a:pt x="34" y="10"/>
                  </a:lnTo>
                  <a:lnTo>
                    <a:pt x="34" y="2"/>
                  </a:lnTo>
                  <a:lnTo>
                    <a:pt x="40" y="0"/>
                  </a:lnTo>
                  <a:lnTo>
                    <a:pt x="42" y="14"/>
                  </a:lnTo>
                  <a:lnTo>
                    <a:pt x="48" y="18"/>
                  </a:lnTo>
                  <a:lnTo>
                    <a:pt x="60" y="20"/>
                  </a:lnTo>
                  <a:lnTo>
                    <a:pt x="76" y="24"/>
                  </a:lnTo>
                  <a:lnTo>
                    <a:pt x="91" y="32"/>
                  </a:lnTo>
                  <a:lnTo>
                    <a:pt x="105" y="28"/>
                  </a:lnTo>
                  <a:lnTo>
                    <a:pt x="125" y="36"/>
                  </a:lnTo>
                  <a:lnTo>
                    <a:pt x="125" y="36"/>
                  </a:lnTo>
                  <a:lnTo>
                    <a:pt x="125" y="36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6" name="Freeform 51">
              <a:extLst>
                <a:ext uri="{FF2B5EF4-FFF2-40B4-BE49-F238E27FC236}">
                  <a16:creationId xmlns:a16="http://schemas.microsoft.com/office/drawing/2014/main" id="{9EDDF9D1-9AEA-A94B-4F18-19D1BAFFD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8" y="1773"/>
              <a:ext cx="109" cy="96"/>
            </a:xfrm>
            <a:custGeom>
              <a:avLst/>
              <a:gdLst>
                <a:gd name="T0" fmla="*/ 69 w 109"/>
                <a:gd name="T1" fmla="*/ 12 h 96"/>
                <a:gd name="T2" fmla="*/ 73 w 109"/>
                <a:gd name="T3" fmla="*/ 22 h 96"/>
                <a:gd name="T4" fmla="*/ 81 w 109"/>
                <a:gd name="T5" fmla="*/ 28 h 96"/>
                <a:gd name="T6" fmla="*/ 83 w 109"/>
                <a:gd name="T7" fmla="*/ 34 h 96"/>
                <a:gd name="T8" fmla="*/ 85 w 109"/>
                <a:gd name="T9" fmla="*/ 38 h 96"/>
                <a:gd name="T10" fmla="*/ 91 w 109"/>
                <a:gd name="T11" fmla="*/ 40 h 96"/>
                <a:gd name="T12" fmla="*/ 89 w 109"/>
                <a:gd name="T13" fmla="*/ 46 h 96"/>
                <a:gd name="T14" fmla="*/ 91 w 109"/>
                <a:gd name="T15" fmla="*/ 54 h 96"/>
                <a:gd name="T16" fmla="*/ 95 w 109"/>
                <a:gd name="T17" fmla="*/ 56 h 96"/>
                <a:gd name="T18" fmla="*/ 101 w 109"/>
                <a:gd name="T19" fmla="*/ 62 h 96"/>
                <a:gd name="T20" fmla="*/ 103 w 109"/>
                <a:gd name="T21" fmla="*/ 70 h 96"/>
                <a:gd name="T22" fmla="*/ 107 w 109"/>
                <a:gd name="T23" fmla="*/ 74 h 96"/>
                <a:gd name="T24" fmla="*/ 109 w 109"/>
                <a:gd name="T25" fmla="*/ 80 h 96"/>
                <a:gd name="T26" fmla="*/ 107 w 109"/>
                <a:gd name="T27" fmla="*/ 84 h 96"/>
                <a:gd name="T28" fmla="*/ 101 w 109"/>
                <a:gd name="T29" fmla="*/ 88 h 96"/>
                <a:gd name="T30" fmla="*/ 99 w 109"/>
                <a:gd name="T31" fmla="*/ 96 h 96"/>
                <a:gd name="T32" fmla="*/ 89 w 109"/>
                <a:gd name="T33" fmla="*/ 94 h 96"/>
                <a:gd name="T34" fmla="*/ 93 w 109"/>
                <a:gd name="T35" fmla="*/ 90 h 96"/>
                <a:gd name="T36" fmla="*/ 73 w 109"/>
                <a:gd name="T37" fmla="*/ 86 h 96"/>
                <a:gd name="T38" fmla="*/ 40 w 109"/>
                <a:gd name="T39" fmla="*/ 86 h 96"/>
                <a:gd name="T40" fmla="*/ 20 w 109"/>
                <a:gd name="T41" fmla="*/ 76 h 96"/>
                <a:gd name="T42" fmla="*/ 20 w 109"/>
                <a:gd name="T43" fmla="*/ 54 h 96"/>
                <a:gd name="T44" fmla="*/ 16 w 109"/>
                <a:gd name="T45" fmla="*/ 30 h 96"/>
                <a:gd name="T46" fmla="*/ 12 w 109"/>
                <a:gd name="T47" fmla="*/ 24 h 96"/>
                <a:gd name="T48" fmla="*/ 14 w 109"/>
                <a:gd name="T49" fmla="*/ 16 h 96"/>
                <a:gd name="T50" fmla="*/ 8 w 109"/>
                <a:gd name="T51" fmla="*/ 14 h 96"/>
                <a:gd name="T52" fmla="*/ 4 w 109"/>
                <a:gd name="T53" fmla="*/ 6 h 96"/>
                <a:gd name="T54" fmla="*/ 0 w 109"/>
                <a:gd name="T55" fmla="*/ 2 h 96"/>
                <a:gd name="T56" fmla="*/ 30 w 109"/>
                <a:gd name="T57" fmla="*/ 2 h 96"/>
                <a:gd name="T58" fmla="*/ 65 w 109"/>
                <a:gd name="T59" fmla="*/ 0 h 96"/>
                <a:gd name="T60" fmla="*/ 71 w 109"/>
                <a:gd name="T61" fmla="*/ 6 h 96"/>
                <a:gd name="T62" fmla="*/ 71 w 109"/>
                <a:gd name="T63" fmla="*/ 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9" h="96">
                  <a:moveTo>
                    <a:pt x="71" y="6"/>
                  </a:moveTo>
                  <a:lnTo>
                    <a:pt x="69" y="12"/>
                  </a:lnTo>
                  <a:lnTo>
                    <a:pt x="71" y="18"/>
                  </a:lnTo>
                  <a:lnTo>
                    <a:pt x="73" y="22"/>
                  </a:lnTo>
                  <a:lnTo>
                    <a:pt x="77" y="26"/>
                  </a:lnTo>
                  <a:lnTo>
                    <a:pt x="81" y="28"/>
                  </a:lnTo>
                  <a:lnTo>
                    <a:pt x="81" y="30"/>
                  </a:lnTo>
                  <a:lnTo>
                    <a:pt x="83" y="34"/>
                  </a:lnTo>
                  <a:lnTo>
                    <a:pt x="83" y="38"/>
                  </a:lnTo>
                  <a:lnTo>
                    <a:pt x="85" y="38"/>
                  </a:lnTo>
                  <a:lnTo>
                    <a:pt x="89" y="36"/>
                  </a:lnTo>
                  <a:lnTo>
                    <a:pt x="91" y="40"/>
                  </a:lnTo>
                  <a:lnTo>
                    <a:pt x="91" y="44"/>
                  </a:lnTo>
                  <a:lnTo>
                    <a:pt x="89" y="46"/>
                  </a:lnTo>
                  <a:lnTo>
                    <a:pt x="89" y="50"/>
                  </a:lnTo>
                  <a:lnTo>
                    <a:pt x="91" y="54"/>
                  </a:lnTo>
                  <a:lnTo>
                    <a:pt x="93" y="56"/>
                  </a:lnTo>
                  <a:lnTo>
                    <a:pt x="95" y="56"/>
                  </a:lnTo>
                  <a:lnTo>
                    <a:pt x="99" y="62"/>
                  </a:lnTo>
                  <a:lnTo>
                    <a:pt x="101" y="62"/>
                  </a:lnTo>
                  <a:lnTo>
                    <a:pt x="103" y="66"/>
                  </a:lnTo>
                  <a:lnTo>
                    <a:pt x="103" y="70"/>
                  </a:lnTo>
                  <a:lnTo>
                    <a:pt x="105" y="74"/>
                  </a:lnTo>
                  <a:lnTo>
                    <a:pt x="107" y="74"/>
                  </a:lnTo>
                  <a:lnTo>
                    <a:pt x="109" y="78"/>
                  </a:lnTo>
                  <a:lnTo>
                    <a:pt x="109" y="80"/>
                  </a:lnTo>
                  <a:lnTo>
                    <a:pt x="109" y="82"/>
                  </a:lnTo>
                  <a:lnTo>
                    <a:pt x="107" y="84"/>
                  </a:lnTo>
                  <a:lnTo>
                    <a:pt x="103" y="86"/>
                  </a:lnTo>
                  <a:lnTo>
                    <a:pt x="101" y="88"/>
                  </a:lnTo>
                  <a:lnTo>
                    <a:pt x="101" y="92"/>
                  </a:lnTo>
                  <a:lnTo>
                    <a:pt x="99" y="96"/>
                  </a:lnTo>
                  <a:lnTo>
                    <a:pt x="89" y="96"/>
                  </a:lnTo>
                  <a:lnTo>
                    <a:pt x="89" y="94"/>
                  </a:lnTo>
                  <a:lnTo>
                    <a:pt x="91" y="92"/>
                  </a:lnTo>
                  <a:lnTo>
                    <a:pt x="93" y="90"/>
                  </a:lnTo>
                  <a:lnTo>
                    <a:pt x="93" y="88"/>
                  </a:lnTo>
                  <a:lnTo>
                    <a:pt x="73" y="86"/>
                  </a:lnTo>
                  <a:lnTo>
                    <a:pt x="57" y="86"/>
                  </a:lnTo>
                  <a:lnTo>
                    <a:pt x="40" y="86"/>
                  </a:lnTo>
                  <a:lnTo>
                    <a:pt x="20" y="86"/>
                  </a:lnTo>
                  <a:lnTo>
                    <a:pt x="20" y="76"/>
                  </a:lnTo>
                  <a:lnTo>
                    <a:pt x="20" y="76"/>
                  </a:lnTo>
                  <a:lnTo>
                    <a:pt x="20" y="54"/>
                  </a:lnTo>
                  <a:lnTo>
                    <a:pt x="20" y="32"/>
                  </a:lnTo>
                  <a:lnTo>
                    <a:pt x="16" y="30"/>
                  </a:lnTo>
                  <a:lnTo>
                    <a:pt x="14" y="26"/>
                  </a:lnTo>
                  <a:lnTo>
                    <a:pt x="12" y="24"/>
                  </a:lnTo>
                  <a:lnTo>
                    <a:pt x="14" y="20"/>
                  </a:lnTo>
                  <a:lnTo>
                    <a:pt x="14" y="16"/>
                  </a:lnTo>
                  <a:lnTo>
                    <a:pt x="12" y="16"/>
                  </a:lnTo>
                  <a:lnTo>
                    <a:pt x="8" y="14"/>
                  </a:lnTo>
                  <a:lnTo>
                    <a:pt x="6" y="10"/>
                  </a:lnTo>
                  <a:lnTo>
                    <a:pt x="4" y="6"/>
                  </a:lnTo>
                  <a:lnTo>
                    <a:pt x="0" y="4"/>
                  </a:lnTo>
                  <a:lnTo>
                    <a:pt x="0" y="2"/>
                  </a:lnTo>
                  <a:lnTo>
                    <a:pt x="16" y="2"/>
                  </a:lnTo>
                  <a:lnTo>
                    <a:pt x="30" y="2"/>
                  </a:lnTo>
                  <a:lnTo>
                    <a:pt x="48" y="0"/>
                  </a:lnTo>
                  <a:lnTo>
                    <a:pt x="65" y="0"/>
                  </a:lnTo>
                  <a:lnTo>
                    <a:pt x="69" y="4"/>
                  </a:lnTo>
                  <a:lnTo>
                    <a:pt x="71" y="6"/>
                  </a:lnTo>
                  <a:lnTo>
                    <a:pt x="71" y="6"/>
                  </a:lnTo>
                  <a:lnTo>
                    <a:pt x="71" y="6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7" name="Freeform 52">
              <a:extLst>
                <a:ext uri="{FF2B5EF4-FFF2-40B4-BE49-F238E27FC236}">
                  <a16:creationId xmlns:a16="http://schemas.microsoft.com/office/drawing/2014/main" id="{C2A32FCB-AD8B-8E97-B57D-7A372D514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8" y="1773"/>
              <a:ext cx="109" cy="96"/>
            </a:xfrm>
            <a:custGeom>
              <a:avLst/>
              <a:gdLst>
                <a:gd name="T0" fmla="*/ 69 w 109"/>
                <a:gd name="T1" fmla="*/ 12 h 96"/>
                <a:gd name="T2" fmla="*/ 73 w 109"/>
                <a:gd name="T3" fmla="*/ 22 h 96"/>
                <a:gd name="T4" fmla="*/ 81 w 109"/>
                <a:gd name="T5" fmla="*/ 28 h 96"/>
                <a:gd name="T6" fmla="*/ 83 w 109"/>
                <a:gd name="T7" fmla="*/ 34 h 96"/>
                <a:gd name="T8" fmla="*/ 85 w 109"/>
                <a:gd name="T9" fmla="*/ 38 h 96"/>
                <a:gd name="T10" fmla="*/ 91 w 109"/>
                <a:gd name="T11" fmla="*/ 40 h 96"/>
                <a:gd name="T12" fmla="*/ 89 w 109"/>
                <a:gd name="T13" fmla="*/ 46 h 96"/>
                <a:gd name="T14" fmla="*/ 91 w 109"/>
                <a:gd name="T15" fmla="*/ 54 h 96"/>
                <a:gd name="T16" fmla="*/ 95 w 109"/>
                <a:gd name="T17" fmla="*/ 56 h 96"/>
                <a:gd name="T18" fmla="*/ 101 w 109"/>
                <a:gd name="T19" fmla="*/ 62 h 96"/>
                <a:gd name="T20" fmla="*/ 103 w 109"/>
                <a:gd name="T21" fmla="*/ 70 h 96"/>
                <a:gd name="T22" fmla="*/ 107 w 109"/>
                <a:gd name="T23" fmla="*/ 74 h 96"/>
                <a:gd name="T24" fmla="*/ 109 w 109"/>
                <a:gd name="T25" fmla="*/ 80 h 96"/>
                <a:gd name="T26" fmla="*/ 107 w 109"/>
                <a:gd name="T27" fmla="*/ 84 h 96"/>
                <a:gd name="T28" fmla="*/ 101 w 109"/>
                <a:gd name="T29" fmla="*/ 88 h 96"/>
                <a:gd name="T30" fmla="*/ 99 w 109"/>
                <a:gd name="T31" fmla="*/ 96 h 96"/>
                <a:gd name="T32" fmla="*/ 89 w 109"/>
                <a:gd name="T33" fmla="*/ 94 h 96"/>
                <a:gd name="T34" fmla="*/ 93 w 109"/>
                <a:gd name="T35" fmla="*/ 90 h 96"/>
                <a:gd name="T36" fmla="*/ 73 w 109"/>
                <a:gd name="T37" fmla="*/ 86 h 96"/>
                <a:gd name="T38" fmla="*/ 40 w 109"/>
                <a:gd name="T39" fmla="*/ 86 h 96"/>
                <a:gd name="T40" fmla="*/ 20 w 109"/>
                <a:gd name="T41" fmla="*/ 76 h 96"/>
                <a:gd name="T42" fmla="*/ 20 w 109"/>
                <a:gd name="T43" fmla="*/ 54 h 96"/>
                <a:gd name="T44" fmla="*/ 16 w 109"/>
                <a:gd name="T45" fmla="*/ 30 h 96"/>
                <a:gd name="T46" fmla="*/ 12 w 109"/>
                <a:gd name="T47" fmla="*/ 24 h 96"/>
                <a:gd name="T48" fmla="*/ 14 w 109"/>
                <a:gd name="T49" fmla="*/ 16 h 96"/>
                <a:gd name="T50" fmla="*/ 8 w 109"/>
                <a:gd name="T51" fmla="*/ 14 h 96"/>
                <a:gd name="T52" fmla="*/ 4 w 109"/>
                <a:gd name="T53" fmla="*/ 6 h 96"/>
                <a:gd name="T54" fmla="*/ 0 w 109"/>
                <a:gd name="T55" fmla="*/ 2 h 96"/>
                <a:gd name="T56" fmla="*/ 30 w 109"/>
                <a:gd name="T57" fmla="*/ 2 h 96"/>
                <a:gd name="T58" fmla="*/ 65 w 109"/>
                <a:gd name="T59" fmla="*/ 0 h 96"/>
                <a:gd name="T60" fmla="*/ 71 w 109"/>
                <a:gd name="T61" fmla="*/ 6 h 96"/>
                <a:gd name="T62" fmla="*/ 71 w 109"/>
                <a:gd name="T63" fmla="*/ 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9" h="96">
                  <a:moveTo>
                    <a:pt x="71" y="6"/>
                  </a:moveTo>
                  <a:lnTo>
                    <a:pt x="69" y="12"/>
                  </a:lnTo>
                  <a:lnTo>
                    <a:pt x="71" y="18"/>
                  </a:lnTo>
                  <a:lnTo>
                    <a:pt x="73" y="22"/>
                  </a:lnTo>
                  <a:lnTo>
                    <a:pt x="77" y="26"/>
                  </a:lnTo>
                  <a:lnTo>
                    <a:pt x="81" y="28"/>
                  </a:lnTo>
                  <a:lnTo>
                    <a:pt x="81" y="30"/>
                  </a:lnTo>
                  <a:lnTo>
                    <a:pt x="83" y="34"/>
                  </a:lnTo>
                  <a:lnTo>
                    <a:pt x="83" y="38"/>
                  </a:lnTo>
                  <a:lnTo>
                    <a:pt x="85" y="38"/>
                  </a:lnTo>
                  <a:lnTo>
                    <a:pt x="89" y="36"/>
                  </a:lnTo>
                  <a:lnTo>
                    <a:pt x="91" y="40"/>
                  </a:lnTo>
                  <a:lnTo>
                    <a:pt x="91" y="44"/>
                  </a:lnTo>
                  <a:lnTo>
                    <a:pt x="89" y="46"/>
                  </a:lnTo>
                  <a:lnTo>
                    <a:pt x="89" y="50"/>
                  </a:lnTo>
                  <a:lnTo>
                    <a:pt x="91" y="54"/>
                  </a:lnTo>
                  <a:lnTo>
                    <a:pt x="93" y="56"/>
                  </a:lnTo>
                  <a:lnTo>
                    <a:pt x="95" y="56"/>
                  </a:lnTo>
                  <a:lnTo>
                    <a:pt x="99" y="62"/>
                  </a:lnTo>
                  <a:lnTo>
                    <a:pt x="101" y="62"/>
                  </a:lnTo>
                  <a:lnTo>
                    <a:pt x="103" y="66"/>
                  </a:lnTo>
                  <a:lnTo>
                    <a:pt x="103" y="70"/>
                  </a:lnTo>
                  <a:lnTo>
                    <a:pt x="105" y="74"/>
                  </a:lnTo>
                  <a:lnTo>
                    <a:pt x="107" y="74"/>
                  </a:lnTo>
                  <a:lnTo>
                    <a:pt x="109" y="78"/>
                  </a:lnTo>
                  <a:lnTo>
                    <a:pt x="109" y="80"/>
                  </a:lnTo>
                  <a:lnTo>
                    <a:pt x="109" y="82"/>
                  </a:lnTo>
                  <a:lnTo>
                    <a:pt x="107" y="84"/>
                  </a:lnTo>
                  <a:lnTo>
                    <a:pt x="103" y="86"/>
                  </a:lnTo>
                  <a:lnTo>
                    <a:pt x="101" y="88"/>
                  </a:lnTo>
                  <a:lnTo>
                    <a:pt x="101" y="92"/>
                  </a:lnTo>
                  <a:lnTo>
                    <a:pt x="99" y="96"/>
                  </a:lnTo>
                  <a:lnTo>
                    <a:pt x="89" y="96"/>
                  </a:lnTo>
                  <a:lnTo>
                    <a:pt x="89" y="94"/>
                  </a:lnTo>
                  <a:lnTo>
                    <a:pt x="91" y="92"/>
                  </a:lnTo>
                  <a:lnTo>
                    <a:pt x="93" y="90"/>
                  </a:lnTo>
                  <a:lnTo>
                    <a:pt x="93" y="88"/>
                  </a:lnTo>
                  <a:lnTo>
                    <a:pt x="73" y="86"/>
                  </a:lnTo>
                  <a:lnTo>
                    <a:pt x="57" y="86"/>
                  </a:lnTo>
                  <a:lnTo>
                    <a:pt x="40" y="86"/>
                  </a:lnTo>
                  <a:lnTo>
                    <a:pt x="20" y="86"/>
                  </a:lnTo>
                  <a:lnTo>
                    <a:pt x="20" y="76"/>
                  </a:lnTo>
                  <a:lnTo>
                    <a:pt x="20" y="76"/>
                  </a:lnTo>
                  <a:lnTo>
                    <a:pt x="20" y="54"/>
                  </a:lnTo>
                  <a:lnTo>
                    <a:pt x="20" y="32"/>
                  </a:lnTo>
                  <a:lnTo>
                    <a:pt x="16" y="30"/>
                  </a:lnTo>
                  <a:lnTo>
                    <a:pt x="14" y="26"/>
                  </a:lnTo>
                  <a:lnTo>
                    <a:pt x="12" y="24"/>
                  </a:lnTo>
                  <a:lnTo>
                    <a:pt x="14" y="20"/>
                  </a:lnTo>
                  <a:lnTo>
                    <a:pt x="14" y="16"/>
                  </a:lnTo>
                  <a:lnTo>
                    <a:pt x="12" y="16"/>
                  </a:lnTo>
                  <a:lnTo>
                    <a:pt x="8" y="14"/>
                  </a:lnTo>
                  <a:lnTo>
                    <a:pt x="6" y="10"/>
                  </a:lnTo>
                  <a:lnTo>
                    <a:pt x="4" y="6"/>
                  </a:lnTo>
                  <a:lnTo>
                    <a:pt x="0" y="4"/>
                  </a:lnTo>
                  <a:lnTo>
                    <a:pt x="0" y="2"/>
                  </a:lnTo>
                  <a:lnTo>
                    <a:pt x="16" y="2"/>
                  </a:lnTo>
                  <a:lnTo>
                    <a:pt x="30" y="2"/>
                  </a:lnTo>
                  <a:lnTo>
                    <a:pt x="48" y="0"/>
                  </a:lnTo>
                  <a:lnTo>
                    <a:pt x="65" y="0"/>
                  </a:lnTo>
                  <a:lnTo>
                    <a:pt x="69" y="4"/>
                  </a:lnTo>
                  <a:lnTo>
                    <a:pt x="71" y="6"/>
                  </a:lnTo>
                  <a:lnTo>
                    <a:pt x="71" y="6"/>
                  </a:lnTo>
                  <a:lnTo>
                    <a:pt x="71" y="6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8" name="Freeform 53">
              <a:extLst>
                <a:ext uri="{FF2B5EF4-FFF2-40B4-BE49-F238E27FC236}">
                  <a16:creationId xmlns:a16="http://schemas.microsoft.com/office/drawing/2014/main" id="{6872C3B7-F1E5-B92B-B57A-8BD922E72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5" y="1889"/>
              <a:ext cx="58" cy="96"/>
            </a:xfrm>
            <a:custGeom>
              <a:avLst/>
              <a:gdLst>
                <a:gd name="T0" fmla="*/ 58 w 58"/>
                <a:gd name="T1" fmla="*/ 0 h 96"/>
                <a:gd name="T2" fmla="*/ 58 w 58"/>
                <a:gd name="T3" fmla="*/ 4 h 96"/>
                <a:gd name="T4" fmla="*/ 56 w 58"/>
                <a:gd name="T5" fmla="*/ 30 h 96"/>
                <a:gd name="T6" fmla="*/ 54 w 58"/>
                <a:gd name="T7" fmla="*/ 62 h 96"/>
                <a:gd name="T8" fmla="*/ 54 w 58"/>
                <a:gd name="T9" fmla="*/ 92 h 96"/>
                <a:gd name="T10" fmla="*/ 44 w 58"/>
                <a:gd name="T11" fmla="*/ 96 h 96"/>
                <a:gd name="T12" fmla="*/ 34 w 58"/>
                <a:gd name="T13" fmla="*/ 96 h 96"/>
                <a:gd name="T14" fmla="*/ 34 w 58"/>
                <a:gd name="T15" fmla="*/ 94 h 96"/>
                <a:gd name="T16" fmla="*/ 32 w 58"/>
                <a:gd name="T17" fmla="*/ 90 h 96"/>
                <a:gd name="T18" fmla="*/ 30 w 58"/>
                <a:gd name="T19" fmla="*/ 88 h 96"/>
                <a:gd name="T20" fmla="*/ 30 w 58"/>
                <a:gd name="T21" fmla="*/ 86 h 96"/>
                <a:gd name="T22" fmla="*/ 32 w 58"/>
                <a:gd name="T23" fmla="*/ 82 h 96"/>
                <a:gd name="T24" fmla="*/ 32 w 58"/>
                <a:gd name="T25" fmla="*/ 80 h 96"/>
                <a:gd name="T26" fmla="*/ 16 w 58"/>
                <a:gd name="T27" fmla="*/ 80 h 96"/>
                <a:gd name="T28" fmla="*/ 2 w 58"/>
                <a:gd name="T29" fmla="*/ 78 h 96"/>
                <a:gd name="T30" fmla="*/ 0 w 58"/>
                <a:gd name="T31" fmla="*/ 74 h 96"/>
                <a:gd name="T32" fmla="*/ 2 w 58"/>
                <a:gd name="T33" fmla="*/ 72 h 96"/>
                <a:gd name="T34" fmla="*/ 4 w 58"/>
                <a:gd name="T35" fmla="*/ 68 h 96"/>
                <a:gd name="T36" fmla="*/ 6 w 58"/>
                <a:gd name="T37" fmla="*/ 64 h 96"/>
                <a:gd name="T38" fmla="*/ 8 w 58"/>
                <a:gd name="T39" fmla="*/ 60 h 96"/>
                <a:gd name="T40" fmla="*/ 10 w 58"/>
                <a:gd name="T41" fmla="*/ 56 h 96"/>
                <a:gd name="T42" fmla="*/ 12 w 58"/>
                <a:gd name="T43" fmla="*/ 54 h 96"/>
                <a:gd name="T44" fmla="*/ 10 w 58"/>
                <a:gd name="T45" fmla="*/ 50 h 96"/>
                <a:gd name="T46" fmla="*/ 10 w 58"/>
                <a:gd name="T47" fmla="*/ 48 h 96"/>
                <a:gd name="T48" fmla="*/ 8 w 58"/>
                <a:gd name="T49" fmla="*/ 44 h 96"/>
                <a:gd name="T50" fmla="*/ 10 w 58"/>
                <a:gd name="T51" fmla="*/ 42 h 96"/>
                <a:gd name="T52" fmla="*/ 8 w 58"/>
                <a:gd name="T53" fmla="*/ 40 h 96"/>
                <a:gd name="T54" fmla="*/ 10 w 58"/>
                <a:gd name="T55" fmla="*/ 36 h 96"/>
                <a:gd name="T56" fmla="*/ 8 w 58"/>
                <a:gd name="T57" fmla="*/ 32 h 96"/>
                <a:gd name="T58" fmla="*/ 8 w 58"/>
                <a:gd name="T59" fmla="*/ 26 h 96"/>
                <a:gd name="T60" fmla="*/ 12 w 58"/>
                <a:gd name="T61" fmla="*/ 20 h 96"/>
                <a:gd name="T62" fmla="*/ 12 w 58"/>
                <a:gd name="T63" fmla="*/ 16 h 96"/>
                <a:gd name="T64" fmla="*/ 16 w 58"/>
                <a:gd name="T65" fmla="*/ 14 h 96"/>
                <a:gd name="T66" fmla="*/ 18 w 58"/>
                <a:gd name="T67" fmla="*/ 12 h 96"/>
                <a:gd name="T68" fmla="*/ 20 w 58"/>
                <a:gd name="T69" fmla="*/ 6 h 96"/>
                <a:gd name="T70" fmla="*/ 20 w 58"/>
                <a:gd name="T71" fmla="*/ 4 h 96"/>
                <a:gd name="T72" fmla="*/ 22 w 58"/>
                <a:gd name="T73" fmla="*/ 2 h 96"/>
                <a:gd name="T74" fmla="*/ 24 w 58"/>
                <a:gd name="T75" fmla="*/ 0 h 96"/>
                <a:gd name="T76" fmla="*/ 40 w 58"/>
                <a:gd name="T77" fmla="*/ 0 h 96"/>
                <a:gd name="T78" fmla="*/ 58 w 58"/>
                <a:gd name="T79" fmla="*/ 0 h 96"/>
                <a:gd name="T80" fmla="*/ 58 w 58"/>
                <a:gd name="T81" fmla="*/ 0 h 96"/>
                <a:gd name="T82" fmla="*/ 58 w 58"/>
                <a:gd name="T83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8" h="96">
                  <a:moveTo>
                    <a:pt x="58" y="0"/>
                  </a:moveTo>
                  <a:lnTo>
                    <a:pt x="58" y="4"/>
                  </a:lnTo>
                  <a:lnTo>
                    <a:pt x="56" y="30"/>
                  </a:lnTo>
                  <a:lnTo>
                    <a:pt x="54" y="62"/>
                  </a:lnTo>
                  <a:lnTo>
                    <a:pt x="54" y="92"/>
                  </a:lnTo>
                  <a:lnTo>
                    <a:pt x="44" y="96"/>
                  </a:lnTo>
                  <a:lnTo>
                    <a:pt x="34" y="96"/>
                  </a:lnTo>
                  <a:lnTo>
                    <a:pt x="34" y="94"/>
                  </a:lnTo>
                  <a:lnTo>
                    <a:pt x="32" y="90"/>
                  </a:lnTo>
                  <a:lnTo>
                    <a:pt x="30" y="88"/>
                  </a:lnTo>
                  <a:lnTo>
                    <a:pt x="30" y="86"/>
                  </a:lnTo>
                  <a:lnTo>
                    <a:pt x="32" y="82"/>
                  </a:lnTo>
                  <a:lnTo>
                    <a:pt x="32" y="80"/>
                  </a:lnTo>
                  <a:lnTo>
                    <a:pt x="16" y="80"/>
                  </a:lnTo>
                  <a:lnTo>
                    <a:pt x="2" y="78"/>
                  </a:lnTo>
                  <a:lnTo>
                    <a:pt x="0" y="74"/>
                  </a:lnTo>
                  <a:lnTo>
                    <a:pt x="2" y="72"/>
                  </a:lnTo>
                  <a:lnTo>
                    <a:pt x="4" y="68"/>
                  </a:lnTo>
                  <a:lnTo>
                    <a:pt x="6" y="64"/>
                  </a:lnTo>
                  <a:lnTo>
                    <a:pt x="8" y="60"/>
                  </a:lnTo>
                  <a:lnTo>
                    <a:pt x="10" y="56"/>
                  </a:lnTo>
                  <a:lnTo>
                    <a:pt x="12" y="54"/>
                  </a:lnTo>
                  <a:lnTo>
                    <a:pt x="10" y="50"/>
                  </a:lnTo>
                  <a:lnTo>
                    <a:pt x="10" y="48"/>
                  </a:lnTo>
                  <a:lnTo>
                    <a:pt x="8" y="44"/>
                  </a:lnTo>
                  <a:lnTo>
                    <a:pt x="10" y="42"/>
                  </a:lnTo>
                  <a:lnTo>
                    <a:pt x="8" y="40"/>
                  </a:lnTo>
                  <a:lnTo>
                    <a:pt x="10" y="36"/>
                  </a:lnTo>
                  <a:lnTo>
                    <a:pt x="8" y="32"/>
                  </a:lnTo>
                  <a:lnTo>
                    <a:pt x="8" y="26"/>
                  </a:lnTo>
                  <a:lnTo>
                    <a:pt x="12" y="20"/>
                  </a:lnTo>
                  <a:lnTo>
                    <a:pt x="12" y="16"/>
                  </a:lnTo>
                  <a:lnTo>
                    <a:pt x="16" y="14"/>
                  </a:lnTo>
                  <a:lnTo>
                    <a:pt x="18" y="12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22" y="2"/>
                  </a:lnTo>
                  <a:lnTo>
                    <a:pt x="24" y="0"/>
                  </a:lnTo>
                  <a:lnTo>
                    <a:pt x="40" y="0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9" name="Freeform 54">
              <a:extLst>
                <a:ext uri="{FF2B5EF4-FFF2-40B4-BE49-F238E27FC236}">
                  <a16:creationId xmlns:a16="http://schemas.microsoft.com/office/drawing/2014/main" id="{7D188E50-5364-4CAD-9A9C-318104D77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5" y="1889"/>
              <a:ext cx="58" cy="96"/>
            </a:xfrm>
            <a:custGeom>
              <a:avLst/>
              <a:gdLst>
                <a:gd name="T0" fmla="*/ 58 w 58"/>
                <a:gd name="T1" fmla="*/ 0 h 96"/>
                <a:gd name="T2" fmla="*/ 58 w 58"/>
                <a:gd name="T3" fmla="*/ 4 h 96"/>
                <a:gd name="T4" fmla="*/ 56 w 58"/>
                <a:gd name="T5" fmla="*/ 30 h 96"/>
                <a:gd name="T6" fmla="*/ 54 w 58"/>
                <a:gd name="T7" fmla="*/ 62 h 96"/>
                <a:gd name="T8" fmla="*/ 54 w 58"/>
                <a:gd name="T9" fmla="*/ 92 h 96"/>
                <a:gd name="T10" fmla="*/ 44 w 58"/>
                <a:gd name="T11" fmla="*/ 96 h 96"/>
                <a:gd name="T12" fmla="*/ 34 w 58"/>
                <a:gd name="T13" fmla="*/ 96 h 96"/>
                <a:gd name="T14" fmla="*/ 34 w 58"/>
                <a:gd name="T15" fmla="*/ 94 h 96"/>
                <a:gd name="T16" fmla="*/ 32 w 58"/>
                <a:gd name="T17" fmla="*/ 90 h 96"/>
                <a:gd name="T18" fmla="*/ 30 w 58"/>
                <a:gd name="T19" fmla="*/ 88 h 96"/>
                <a:gd name="T20" fmla="*/ 30 w 58"/>
                <a:gd name="T21" fmla="*/ 86 h 96"/>
                <a:gd name="T22" fmla="*/ 32 w 58"/>
                <a:gd name="T23" fmla="*/ 82 h 96"/>
                <a:gd name="T24" fmla="*/ 32 w 58"/>
                <a:gd name="T25" fmla="*/ 80 h 96"/>
                <a:gd name="T26" fmla="*/ 16 w 58"/>
                <a:gd name="T27" fmla="*/ 80 h 96"/>
                <a:gd name="T28" fmla="*/ 2 w 58"/>
                <a:gd name="T29" fmla="*/ 78 h 96"/>
                <a:gd name="T30" fmla="*/ 0 w 58"/>
                <a:gd name="T31" fmla="*/ 74 h 96"/>
                <a:gd name="T32" fmla="*/ 2 w 58"/>
                <a:gd name="T33" fmla="*/ 72 h 96"/>
                <a:gd name="T34" fmla="*/ 4 w 58"/>
                <a:gd name="T35" fmla="*/ 68 h 96"/>
                <a:gd name="T36" fmla="*/ 6 w 58"/>
                <a:gd name="T37" fmla="*/ 64 h 96"/>
                <a:gd name="T38" fmla="*/ 8 w 58"/>
                <a:gd name="T39" fmla="*/ 60 h 96"/>
                <a:gd name="T40" fmla="*/ 10 w 58"/>
                <a:gd name="T41" fmla="*/ 56 h 96"/>
                <a:gd name="T42" fmla="*/ 12 w 58"/>
                <a:gd name="T43" fmla="*/ 54 h 96"/>
                <a:gd name="T44" fmla="*/ 10 w 58"/>
                <a:gd name="T45" fmla="*/ 50 h 96"/>
                <a:gd name="T46" fmla="*/ 10 w 58"/>
                <a:gd name="T47" fmla="*/ 48 h 96"/>
                <a:gd name="T48" fmla="*/ 8 w 58"/>
                <a:gd name="T49" fmla="*/ 44 h 96"/>
                <a:gd name="T50" fmla="*/ 10 w 58"/>
                <a:gd name="T51" fmla="*/ 42 h 96"/>
                <a:gd name="T52" fmla="*/ 8 w 58"/>
                <a:gd name="T53" fmla="*/ 40 h 96"/>
                <a:gd name="T54" fmla="*/ 10 w 58"/>
                <a:gd name="T55" fmla="*/ 36 h 96"/>
                <a:gd name="T56" fmla="*/ 8 w 58"/>
                <a:gd name="T57" fmla="*/ 32 h 96"/>
                <a:gd name="T58" fmla="*/ 8 w 58"/>
                <a:gd name="T59" fmla="*/ 26 h 96"/>
                <a:gd name="T60" fmla="*/ 12 w 58"/>
                <a:gd name="T61" fmla="*/ 20 h 96"/>
                <a:gd name="T62" fmla="*/ 12 w 58"/>
                <a:gd name="T63" fmla="*/ 16 h 96"/>
                <a:gd name="T64" fmla="*/ 16 w 58"/>
                <a:gd name="T65" fmla="*/ 14 h 96"/>
                <a:gd name="T66" fmla="*/ 18 w 58"/>
                <a:gd name="T67" fmla="*/ 12 h 96"/>
                <a:gd name="T68" fmla="*/ 20 w 58"/>
                <a:gd name="T69" fmla="*/ 6 h 96"/>
                <a:gd name="T70" fmla="*/ 20 w 58"/>
                <a:gd name="T71" fmla="*/ 4 h 96"/>
                <a:gd name="T72" fmla="*/ 22 w 58"/>
                <a:gd name="T73" fmla="*/ 2 h 96"/>
                <a:gd name="T74" fmla="*/ 24 w 58"/>
                <a:gd name="T75" fmla="*/ 0 h 96"/>
                <a:gd name="T76" fmla="*/ 40 w 58"/>
                <a:gd name="T77" fmla="*/ 0 h 96"/>
                <a:gd name="T78" fmla="*/ 58 w 58"/>
                <a:gd name="T79" fmla="*/ 0 h 96"/>
                <a:gd name="T80" fmla="*/ 58 w 58"/>
                <a:gd name="T81" fmla="*/ 0 h 96"/>
                <a:gd name="T82" fmla="*/ 58 w 58"/>
                <a:gd name="T83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8" h="96">
                  <a:moveTo>
                    <a:pt x="58" y="0"/>
                  </a:moveTo>
                  <a:lnTo>
                    <a:pt x="58" y="4"/>
                  </a:lnTo>
                  <a:lnTo>
                    <a:pt x="56" y="30"/>
                  </a:lnTo>
                  <a:lnTo>
                    <a:pt x="54" y="62"/>
                  </a:lnTo>
                  <a:lnTo>
                    <a:pt x="54" y="92"/>
                  </a:lnTo>
                  <a:lnTo>
                    <a:pt x="44" y="96"/>
                  </a:lnTo>
                  <a:lnTo>
                    <a:pt x="34" y="96"/>
                  </a:lnTo>
                  <a:lnTo>
                    <a:pt x="34" y="94"/>
                  </a:lnTo>
                  <a:lnTo>
                    <a:pt x="32" y="90"/>
                  </a:lnTo>
                  <a:lnTo>
                    <a:pt x="30" y="88"/>
                  </a:lnTo>
                  <a:lnTo>
                    <a:pt x="30" y="86"/>
                  </a:lnTo>
                  <a:lnTo>
                    <a:pt x="32" y="82"/>
                  </a:lnTo>
                  <a:lnTo>
                    <a:pt x="32" y="80"/>
                  </a:lnTo>
                  <a:lnTo>
                    <a:pt x="16" y="80"/>
                  </a:lnTo>
                  <a:lnTo>
                    <a:pt x="2" y="78"/>
                  </a:lnTo>
                  <a:lnTo>
                    <a:pt x="0" y="74"/>
                  </a:lnTo>
                  <a:lnTo>
                    <a:pt x="2" y="72"/>
                  </a:lnTo>
                  <a:lnTo>
                    <a:pt x="4" y="68"/>
                  </a:lnTo>
                  <a:lnTo>
                    <a:pt x="6" y="64"/>
                  </a:lnTo>
                  <a:lnTo>
                    <a:pt x="8" y="60"/>
                  </a:lnTo>
                  <a:lnTo>
                    <a:pt x="10" y="56"/>
                  </a:lnTo>
                  <a:lnTo>
                    <a:pt x="12" y="54"/>
                  </a:lnTo>
                  <a:lnTo>
                    <a:pt x="10" y="50"/>
                  </a:lnTo>
                  <a:lnTo>
                    <a:pt x="10" y="48"/>
                  </a:lnTo>
                  <a:lnTo>
                    <a:pt x="8" y="44"/>
                  </a:lnTo>
                  <a:lnTo>
                    <a:pt x="10" y="42"/>
                  </a:lnTo>
                  <a:lnTo>
                    <a:pt x="8" y="40"/>
                  </a:lnTo>
                  <a:lnTo>
                    <a:pt x="10" y="36"/>
                  </a:lnTo>
                  <a:lnTo>
                    <a:pt x="8" y="32"/>
                  </a:lnTo>
                  <a:lnTo>
                    <a:pt x="8" y="26"/>
                  </a:lnTo>
                  <a:lnTo>
                    <a:pt x="12" y="20"/>
                  </a:lnTo>
                  <a:lnTo>
                    <a:pt x="12" y="16"/>
                  </a:lnTo>
                  <a:lnTo>
                    <a:pt x="16" y="14"/>
                  </a:lnTo>
                  <a:lnTo>
                    <a:pt x="18" y="12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22" y="2"/>
                  </a:lnTo>
                  <a:lnTo>
                    <a:pt x="24" y="0"/>
                  </a:lnTo>
                  <a:lnTo>
                    <a:pt x="40" y="0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0" name="Freeform 55">
              <a:extLst>
                <a:ext uri="{FF2B5EF4-FFF2-40B4-BE49-F238E27FC236}">
                  <a16:creationId xmlns:a16="http://schemas.microsoft.com/office/drawing/2014/main" id="{ACA00B5B-FAEF-4FDD-8EDB-C968BC9A9F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4" y="1579"/>
              <a:ext cx="198" cy="110"/>
            </a:xfrm>
            <a:custGeom>
              <a:avLst/>
              <a:gdLst>
                <a:gd name="T0" fmla="*/ 198 w 198"/>
                <a:gd name="T1" fmla="*/ 74 h 110"/>
                <a:gd name="T2" fmla="*/ 198 w 198"/>
                <a:gd name="T3" fmla="*/ 96 h 110"/>
                <a:gd name="T4" fmla="*/ 170 w 198"/>
                <a:gd name="T5" fmla="*/ 96 h 110"/>
                <a:gd name="T6" fmla="*/ 140 w 198"/>
                <a:gd name="T7" fmla="*/ 96 h 110"/>
                <a:gd name="T8" fmla="*/ 114 w 198"/>
                <a:gd name="T9" fmla="*/ 94 h 110"/>
                <a:gd name="T10" fmla="*/ 82 w 198"/>
                <a:gd name="T11" fmla="*/ 96 h 110"/>
                <a:gd name="T12" fmla="*/ 82 w 198"/>
                <a:gd name="T13" fmla="*/ 108 h 110"/>
                <a:gd name="T14" fmla="*/ 82 w 198"/>
                <a:gd name="T15" fmla="*/ 108 h 110"/>
                <a:gd name="T16" fmla="*/ 80 w 198"/>
                <a:gd name="T17" fmla="*/ 106 h 110"/>
                <a:gd name="T18" fmla="*/ 78 w 198"/>
                <a:gd name="T19" fmla="*/ 104 h 110"/>
                <a:gd name="T20" fmla="*/ 76 w 198"/>
                <a:gd name="T21" fmla="*/ 102 h 110"/>
                <a:gd name="T22" fmla="*/ 74 w 198"/>
                <a:gd name="T23" fmla="*/ 108 h 110"/>
                <a:gd name="T24" fmla="*/ 70 w 198"/>
                <a:gd name="T25" fmla="*/ 108 h 110"/>
                <a:gd name="T26" fmla="*/ 62 w 198"/>
                <a:gd name="T27" fmla="*/ 106 h 110"/>
                <a:gd name="T28" fmla="*/ 60 w 198"/>
                <a:gd name="T29" fmla="*/ 108 h 110"/>
                <a:gd name="T30" fmla="*/ 56 w 198"/>
                <a:gd name="T31" fmla="*/ 108 h 110"/>
                <a:gd name="T32" fmla="*/ 52 w 198"/>
                <a:gd name="T33" fmla="*/ 110 h 110"/>
                <a:gd name="T34" fmla="*/ 50 w 198"/>
                <a:gd name="T35" fmla="*/ 104 h 110"/>
                <a:gd name="T36" fmla="*/ 48 w 198"/>
                <a:gd name="T37" fmla="*/ 102 h 110"/>
                <a:gd name="T38" fmla="*/ 44 w 198"/>
                <a:gd name="T39" fmla="*/ 100 h 110"/>
                <a:gd name="T40" fmla="*/ 42 w 198"/>
                <a:gd name="T41" fmla="*/ 100 h 110"/>
                <a:gd name="T42" fmla="*/ 42 w 198"/>
                <a:gd name="T43" fmla="*/ 94 h 110"/>
                <a:gd name="T44" fmla="*/ 40 w 198"/>
                <a:gd name="T45" fmla="*/ 90 h 110"/>
                <a:gd name="T46" fmla="*/ 38 w 198"/>
                <a:gd name="T47" fmla="*/ 84 h 110"/>
                <a:gd name="T48" fmla="*/ 36 w 198"/>
                <a:gd name="T49" fmla="*/ 80 h 110"/>
                <a:gd name="T50" fmla="*/ 34 w 198"/>
                <a:gd name="T51" fmla="*/ 80 h 110"/>
                <a:gd name="T52" fmla="*/ 32 w 198"/>
                <a:gd name="T53" fmla="*/ 82 h 110"/>
                <a:gd name="T54" fmla="*/ 28 w 198"/>
                <a:gd name="T55" fmla="*/ 86 h 110"/>
                <a:gd name="T56" fmla="*/ 26 w 198"/>
                <a:gd name="T57" fmla="*/ 84 h 110"/>
                <a:gd name="T58" fmla="*/ 24 w 198"/>
                <a:gd name="T59" fmla="*/ 78 h 110"/>
                <a:gd name="T60" fmla="*/ 28 w 198"/>
                <a:gd name="T61" fmla="*/ 76 h 110"/>
                <a:gd name="T62" fmla="*/ 26 w 198"/>
                <a:gd name="T63" fmla="*/ 70 h 110"/>
                <a:gd name="T64" fmla="*/ 28 w 198"/>
                <a:gd name="T65" fmla="*/ 64 h 110"/>
                <a:gd name="T66" fmla="*/ 30 w 198"/>
                <a:gd name="T67" fmla="*/ 58 h 110"/>
                <a:gd name="T68" fmla="*/ 24 w 198"/>
                <a:gd name="T69" fmla="*/ 58 h 110"/>
                <a:gd name="T70" fmla="*/ 20 w 198"/>
                <a:gd name="T71" fmla="*/ 54 h 110"/>
                <a:gd name="T72" fmla="*/ 16 w 198"/>
                <a:gd name="T73" fmla="*/ 48 h 110"/>
                <a:gd name="T74" fmla="*/ 12 w 198"/>
                <a:gd name="T75" fmla="*/ 44 h 110"/>
                <a:gd name="T76" fmla="*/ 8 w 198"/>
                <a:gd name="T77" fmla="*/ 42 h 110"/>
                <a:gd name="T78" fmla="*/ 6 w 198"/>
                <a:gd name="T79" fmla="*/ 38 h 110"/>
                <a:gd name="T80" fmla="*/ 6 w 198"/>
                <a:gd name="T81" fmla="*/ 32 h 110"/>
                <a:gd name="T82" fmla="*/ 2 w 198"/>
                <a:gd name="T83" fmla="*/ 26 h 110"/>
                <a:gd name="T84" fmla="*/ 0 w 198"/>
                <a:gd name="T85" fmla="*/ 0 h 110"/>
                <a:gd name="T86" fmla="*/ 50 w 198"/>
                <a:gd name="T87" fmla="*/ 0 h 110"/>
                <a:gd name="T88" fmla="*/ 98 w 198"/>
                <a:gd name="T89" fmla="*/ 0 h 110"/>
                <a:gd name="T90" fmla="*/ 148 w 198"/>
                <a:gd name="T91" fmla="*/ 0 h 110"/>
                <a:gd name="T92" fmla="*/ 198 w 198"/>
                <a:gd name="T93" fmla="*/ 0 h 110"/>
                <a:gd name="T94" fmla="*/ 198 w 198"/>
                <a:gd name="T95" fmla="*/ 46 h 110"/>
                <a:gd name="T96" fmla="*/ 198 w 198"/>
                <a:gd name="T97" fmla="*/ 74 h 110"/>
                <a:gd name="T98" fmla="*/ 198 w 198"/>
                <a:gd name="T99" fmla="*/ 74 h 110"/>
                <a:gd name="T100" fmla="*/ 198 w 198"/>
                <a:gd name="T101" fmla="*/ 74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98" h="110">
                  <a:moveTo>
                    <a:pt x="198" y="74"/>
                  </a:moveTo>
                  <a:lnTo>
                    <a:pt x="198" y="96"/>
                  </a:lnTo>
                  <a:lnTo>
                    <a:pt x="170" y="96"/>
                  </a:lnTo>
                  <a:lnTo>
                    <a:pt x="140" y="96"/>
                  </a:lnTo>
                  <a:lnTo>
                    <a:pt x="114" y="94"/>
                  </a:lnTo>
                  <a:lnTo>
                    <a:pt x="82" y="96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0" y="106"/>
                  </a:lnTo>
                  <a:lnTo>
                    <a:pt x="78" y="104"/>
                  </a:lnTo>
                  <a:lnTo>
                    <a:pt x="76" y="102"/>
                  </a:lnTo>
                  <a:lnTo>
                    <a:pt x="74" y="108"/>
                  </a:lnTo>
                  <a:lnTo>
                    <a:pt x="70" y="108"/>
                  </a:lnTo>
                  <a:lnTo>
                    <a:pt x="62" y="106"/>
                  </a:lnTo>
                  <a:lnTo>
                    <a:pt x="60" y="108"/>
                  </a:lnTo>
                  <a:lnTo>
                    <a:pt x="56" y="108"/>
                  </a:lnTo>
                  <a:lnTo>
                    <a:pt x="52" y="110"/>
                  </a:lnTo>
                  <a:lnTo>
                    <a:pt x="50" y="104"/>
                  </a:lnTo>
                  <a:lnTo>
                    <a:pt x="48" y="102"/>
                  </a:lnTo>
                  <a:lnTo>
                    <a:pt x="44" y="100"/>
                  </a:lnTo>
                  <a:lnTo>
                    <a:pt x="42" y="100"/>
                  </a:lnTo>
                  <a:lnTo>
                    <a:pt x="42" y="94"/>
                  </a:lnTo>
                  <a:lnTo>
                    <a:pt x="40" y="90"/>
                  </a:lnTo>
                  <a:lnTo>
                    <a:pt x="38" y="84"/>
                  </a:lnTo>
                  <a:lnTo>
                    <a:pt x="36" y="80"/>
                  </a:lnTo>
                  <a:lnTo>
                    <a:pt x="34" y="80"/>
                  </a:lnTo>
                  <a:lnTo>
                    <a:pt x="32" y="82"/>
                  </a:lnTo>
                  <a:lnTo>
                    <a:pt x="28" y="86"/>
                  </a:lnTo>
                  <a:lnTo>
                    <a:pt x="26" y="84"/>
                  </a:lnTo>
                  <a:lnTo>
                    <a:pt x="24" y="78"/>
                  </a:lnTo>
                  <a:lnTo>
                    <a:pt x="28" y="76"/>
                  </a:lnTo>
                  <a:lnTo>
                    <a:pt x="26" y="70"/>
                  </a:lnTo>
                  <a:lnTo>
                    <a:pt x="28" y="64"/>
                  </a:lnTo>
                  <a:lnTo>
                    <a:pt x="30" y="58"/>
                  </a:lnTo>
                  <a:lnTo>
                    <a:pt x="24" y="58"/>
                  </a:lnTo>
                  <a:lnTo>
                    <a:pt x="20" y="54"/>
                  </a:lnTo>
                  <a:lnTo>
                    <a:pt x="16" y="48"/>
                  </a:lnTo>
                  <a:lnTo>
                    <a:pt x="12" y="44"/>
                  </a:lnTo>
                  <a:lnTo>
                    <a:pt x="8" y="42"/>
                  </a:lnTo>
                  <a:lnTo>
                    <a:pt x="6" y="38"/>
                  </a:lnTo>
                  <a:lnTo>
                    <a:pt x="6" y="32"/>
                  </a:lnTo>
                  <a:lnTo>
                    <a:pt x="2" y="26"/>
                  </a:lnTo>
                  <a:lnTo>
                    <a:pt x="0" y="0"/>
                  </a:lnTo>
                  <a:lnTo>
                    <a:pt x="50" y="0"/>
                  </a:lnTo>
                  <a:lnTo>
                    <a:pt x="98" y="0"/>
                  </a:lnTo>
                  <a:lnTo>
                    <a:pt x="148" y="0"/>
                  </a:lnTo>
                  <a:lnTo>
                    <a:pt x="198" y="0"/>
                  </a:lnTo>
                  <a:lnTo>
                    <a:pt x="198" y="46"/>
                  </a:lnTo>
                  <a:lnTo>
                    <a:pt x="198" y="74"/>
                  </a:lnTo>
                  <a:lnTo>
                    <a:pt x="198" y="74"/>
                  </a:lnTo>
                  <a:lnTo>
                    <a:pt x="198" y="74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1" name="Freeform 56">
              <a:extLst>
                <a:ext uri="{FF2B5EF4-FFF2-40B4-BE49-F238E27FC236}">
                  <a16:creationId xmlns:a16="http://schemas.microsoft.com/office/drawing/2014/main" id="{C0FA15E4-308F-6BB6-72D0-18F96D8C4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4" y="1579"/>
              <a:ext cx="198" cy="110"/>
            </a:xfrm>
            <a:custGeom>
              <a:avLst/>
              <a:gdLst>
                <a:gd name="T0" fmla="*/ 198 w 198"/>
                <a:gd name="T1" fmla="*/ 74 h 110"/>
                <a:gd name="T2" fmla="*/ 198 w 198"/>
                <a:gd name="T3" fmla="*/ 96 h 110"/>
                <a:gd name="T4" fmla="*/ 170 w 198"/>
                <a:gd name="T5" fmla="*/ 96 h 110"/>
                <a:gd name="T6" fmla="*/ 140 w 198"/>
                <a:gd name="T7" fmla="*/ 96 h 110"/>
                <a:gd name="T8" fmla="*/ 114 w 198"/>
                <a:gd name="T9" fmla="*/ 94 h 110"/>
                <a:gd name="T10" fmla="*/ 82 w 198"/>
                <a:gd name="T11" fmla="*/ 96 h 110"/>
                <a:gd name="T12" fmla="*/ 82 w 198"/>
                <a:gd name="T13" fmla="*/ 108 h 110"/>
                <a:gd name="T14" fmla="*/ 82 w 198"/>
                <a:gd name="T15" fmla="*/ 108 h 110"/>
                <a:gd name="T16" fmla="*/ 80 w 198"/>
                <a:gd name="T17" fmla="*/ 106 h 110"/>
                <a:gd name="T18" fmla="*/ 78 w 198"/>
                <a:gd name="T19" fmla="*/ 104 h 110"/>
                <a:gd name="T20" fmla="*/ 76 w 198"/>
                <a:gd name="T21" fmla="*/ 102 h 110"/>
                <a:gd name="T22" fmla="*/ 74 w 198"/>
                <a:gd name="T23" fmla="*/ 108 h 110"/>
                <a:gd name="T24" fmla="*/ 70 w 198"/>
                <a:gd name="T25" fmla="*/ 108 h 110"/>
                <a:gd name="T26" fmla="*/ 62 w 198"/>
                <a:gd name="T27" fmla="*/ 106 h 110"/>
                <a:gd name="T28" fmla="*/ 60 w 198"/>
                <a:gd name="T29" fmla="*/ 108 h 110"/>
                <a:gd name="T30" fmla="*/ 56 w 198"/>
                <a:gd name="T31" fmla="*/ 108 h 110"/>
                <a:gd name="T32" fmla="*/ 52 w 198"/>
                <a:gd name="T33" fmla="*/ 110 h 110"/>
                <a:gd name="T34" fmla="*/ 50 w 198"/>
                <a:gd name="T35" fmla="*/ 104 h 110"/>
                <a:gd name="T36" fmla="*/ 48 w 198"/>
                <a:gd name="T37" fmla="*/ 102 h 110"/>
                <a:gd name="T38" fmla="*/ 44 w 198"/>
                <a:gd name="T39" fmla="*/ 100 h 110"/>
                <a:gd name="T40" fmla="*/ 42 w 198"/>
                <a:gd name="T41" fmla="*/ 100 h 110"/>
                <a:gd name="T42" fmla="*/ 42 w 198"/>
                <a:gd name="T43" fmla="*/ 94 h 110"/>
                <a:gd name="T44" fmla="*/ 40 w 198"/>
                <a:gd name="T45" fmla="*/ 90 h 110"/>
                <a:gd name="T46" fmla="*/ 38 w 198"/>
                <a:gd name="T47" fmla="*/ 84 h 110"/>
                <a:gd name="T48" fmla="*/ 36 w 198"/>
                <a:gd name="T49" fmla="*/ 80 h 110"/>
                <a:gd name="T50" fmla="*/ 34 w 198"/>
                <a:gd name="T51" fmla="*/ 80 h 110"/>
                <a:gd name="T52" fmla="*/ 32 w 198"/>
                <a:gd name="T53" fmla="*/ 82 h 110"/>
                <a:gd name="T54" fmla="*/ 28 w 198"/>
                <a:gd name="T55" fmla="*/ 86 h 110"/>
                <a:gd name="T56" fmla="*/ 26 w 198"/>
                <a:gd name="T57" fmla="*/ 84 h 110"/>
                <a:gd name="T58" fmla="*/ 24 w 198"/>
                <a:gd name="T59" fmla="*/ 78 h 110"/>
                <a:gd name="T60" fmla="*/ 28 w 198"/>
                <a:gd name="T61" fmla="*/ 76 h 110"/>
                <a:gd name="T62" fmla="*/ 26 w 198"/>
                <a:gd name="T63" fmla="*/ 70 h 110"/>
                <a:gd name="T64" fmla="*/ 28 w 198"/>
                <a:gd name="T65" fmla="*/ 64 h 110"/>
                <a:gd name="T66" fmla="*/ 30 w 198"/>
                <a:gd name="T67" fmla="*/ 58 h 110"/>
                <a:gd name="T68" fmla="*/ 24 w 198"/>
                <a:gd name="T69" fmla="*/ 58 h 110"/>
                <a:gd name="T70" fmla="*/ 20 w 198"/>
                <a:gd name="T71" fmla="*/ 54 h 110"/>
                <a:gd name="T72" fmla="*/ 16 w 198"/>
                <a:gd name="T73" fmla="*/ 48 h 110"/>
                <a:gd name="T74" fmla="*/ 12 w 198"/>
                <a:gd name="T75" fmla="*/ 44 h 110"/>
                <a:gd name="T76" fmla="*/ 8 w 198"/>
                <a:gd name="T77" fmla="*/ 42 h 110"/>
                <a:gd name="T78" fmla="*/ 6 w 198"/>
                <a:gd name="T79" fmla="*/ 38 h 110"/>
                <a:gd name="T80" fmla="*/ 6 w 198"/>
                <a:gd name="T81" fmla="*/ 32 h 110"/>
                <a:gd name="T82" fmla="*/ 2 w 198"/>
                <a:gd name="T83" fmla="*/ 26 h 110"/>
                <a:gd name="T84" fmla="*/ 0 w 198"/>
                <a:gd name="T85" fmla="*/ 0 h 110"/>
                <a:gd name="T86" fmla="*/ 50 w 198"/>
                <a:gd name="T87" fmla="*/ 0 h 110"/>
                <a:gd name="T88" fmla="*/ 98 w 198"/>
                <a:gd name="T89" fmla="*/ 0 h 110"/>
                <a:gd name="T90" fmla="*/ 148 w 198"/>
                <a:gd name="T91" fmla="*/ 0 h 110"/>
                <a:gd name="T92" fmla="*/ 198 w 198"/>
                <a:gd name="T93" fmla="*/ 0 h 110"/>
                <a:gd name="T94" fmla="*/ 198 w 198"/>
                <a:gd name="T95" fmla="*/ 46 h 110"/>
                <a:gd name="T96" fmla="*/ 198 w 198"/>
                <a:gd name="T97" fmla="*/ 74 h 110"/>
                <a:gd name="T98" fmla="*/ 198 w 198"/>
                <a:gd name="T99" fmla="*/ 74 h 110"/>
                <a:gd name="T100" fmla="*/ 198 w 198"/>
                <a:gd name="T101" fmla="*/ 74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98" h="110">
                  <a:moveTo>
                    <a:pt x="198" y="74"/>
                  </a:moveTo>
                  <a:lnTo>
                    <a:pt x="198" y="96"/>
                  </a:lnTo>
                  <a:lnTo>
                    <a:pt x="170" y="96"/>
                  </a:lnTo>
                  <a:lnTo>
                    <a:pt x="140" y="96"/>
                  </a:lnTo>
                  <a:lnTo>
                    <a:pt x="114" y="94"/>
                  </a:lnTo>
                  <a:lnTo>
                    <a:pt x="82" y="96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0" y="106"/>
                  </a:lnTo>
                  <a:lnTo>
                    <a:pt x="78" y="104"/>
                  </a:lnTo>
                  <a:lnTo>
                    <a:pt x="76" y="102"/>
                  </a:lnTo>
                  <a:lnTo>
                    <a:pt x="74" y="108"/>
                  </a:lnTo>
                  <a:lnTo>
                    <a:pt x="70" y="108"/>
                  </a:lnTo>
                  <a:lnTo>
                    <a:pt x="62" y="106"/>
                  </a:lnTo>
                  <a:lnTo>
                    <a:pt x="60" y="108"/>
                  </a:lnTo>
                  <a:lnTo>
                    <a:pt x="56" y="108"/>
                  </a:lnTo>
                  <a:lnTo>
                    <a:pt x="52" y="110"/>
                  </a:lnTo>
                  <a:lnTo>
                    <a:pt x="50" y="104"/>
                  </a:lnTo>
                  <a:lnTo>
                    <a:pt x="48" y="102"/>
                  </a:lnTo>
                  <a:lnTo>
                    <a:pt x="44" y="100"/>
                  </a:lnTo>
                  <a:lnTo>
                    <a:pt x="42" y="100"/>
                  </a:lnTo>
                  <a:lnTo>
                    <a:pt x="42" y="94"/>
                  </a:lnTo>
                  <a:lnTo>
                    <a:pt x="40" y="90"/>
                  </a:lnTo>
                  <a:lnTo>
                    <a:pt x="38" y="84"/>
                  </a:lnTo>
                  <a:lnTo>
                    <a:pt x="36" y="80"/>
                  </a:lnTo>
                  <a:lnTo>
                    <a:pt x="34" y="80"/>
                  </a:lnTo>
                  <a:lnTo>
                    <a:pt x="32" y="82"/>
                  </a:lnTo>
                  <a:lnTo>
                    <a:pt x="28" y="86"/>
                  </a:lnTo>
                  <a:lnTo>
                    <a:pt x="26" y="84"/>
                  </a:lnTo>
                  <a:lnTo>
                    <a:pt x="24" y="78"/>
                  </a:lnTo>
                  <a:lnTo>
                    <a:pt x="28" y="76"/>
                  </a:lnTo>
                  <a:lnTo>
                    <a:pt x="26" y="70"/>
                  </a:lnTo>
                  <a:lnTo>
                    <a:pt x="28" y="64"/>
                  </a:lnTo>
                  <a:lnTo>
                    <a:pt x="30" y="58"/>
                  </a:lnTo>
                  <a:lnTo>
                    <a:pt x="24" y="58"/>
                  </a:lnTo>
                  <a:lnTo>
                    <a:pt x="20" y="54"/>
                  </a:lnTo>
                  <a:lnTo>
                    <a:pt x="16" y="48"/>
                  </a:lnTo>
                  <a:lnTo>
                    <a:pt x="12" y="44"/>
                  </a:lnTo>
                  <a:lnTo>
                    <a:pt x="8" y="42"/>
                  </a:lnTo>
                  <a:lnTo>
                    <a:pt x="6" y="38"/>
                  </a:lnTo>
                  <a:lnTo>
                    <a:pt x="6" y="32"/>
                  </a:lnTo>
                  <a:lnTo>
                    <a:pt x="2" y="26"/>
                  </a:lnTo>
                  <a:lnTo>
                    <a:pt x="0" y="0"/>
                  </a:lnTo>
                  <a:lnTo>
                    <a:pt x="50" y="0"/>
                  </a:lnTo>
                  <a:lnTo>
                    <a:pt x="98" y="0"/>
                  </a:lnTo>
                  <a:lnTo>
                    <a:pt x="148" y="0"/>
                  </a:lnTo>
                  <a:lnTo>
                    <a:pt x="198" y="0"/>
                  </a:lnTo>
                  <a:lnTo>
                    <a:pt x="198" y="46"/>
                  </a:lnTo>
                  <a:lnTo>
                    <a:pt x="198" y="74"/>
                  </a:lnTo>
                  <a:lnTo>
                    <a:pt x="198" y="74"/>
                  </a:lnTo>
                  <a:lnTo>
                    <a:pt x="198" y="74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2" name="Freeform 57">
              <a:extLst>
                <a:ext uri="{FF2B5EF4-FFF2-40B4-BE49-F238E27FC236}">
                  <a16:creationId xmlns:a16="http://schemas.microsoft.com/office/drawing/2014/main" id="{771F5993-BAF4-D8E2-1423-C7F454665C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5" y="1859"/>
              <a:ext cx="142" cy="54"/>
            </a:xfrm>
            <a:custGeom>
              <a:avLst/>
              <a:gdLst>
                <a:gd name="T0" fmla="*/ 140 w 142"/>
                <a:gd name="T1" fmla="*/ 0 h 54"/>
                <a:gd name="T2" fmla="*/ 142 w 142"/>
                <a:gd name="T3" fmla="*/ 20 h 54"/>
                <a:gd name="T4" fmla="*/ 132 w 142"/>
                <a:gd name="T5" fmla="*/ 36 h 54"/>
                <a:gd name="T6" fmla="*/ 116 w 142"/>
                <a:gd name="T7" fmla="*/ 42 h 54"/>
                <a:gd name="T8" fmla="*/ 102 w 142"/>
                <a:gd name="T9" fmla="*/ 52 h 54"/>
                <a:gd name="T10" fmla="*/ 96 w 142"/>
                <a:gd name="T11" fmla="*/ 54 h 54"/>
                <a:gd name="T12" fmla="*/ 78 w 142"/>
                <a:gd name="T13" fmla="*/ 36 h 54"/>
                <a:gd name="T14" fmla="*/ 58 w 142"/>
                <a:gd name="T15" fmla="*/ 36 h 54"/>
                <a:gd name="T16" fmla="*/ 58 w 142"/>
                <a:gd name="T17" fmla="*/ 32 h 54"/>
                <a:gd name="T18" fmla="*/ 56 w 142"/>
                <a:gd name="T19" fmla="*/ 30 h 54"/>
                <a:gd name="T20" fmla="*/ 54 w 142"/>
                <a:gd name="T21" fmla="*/ 30 h 54"/>
                <a:gd name="T22" fmla="*/ 54 w 142"/>
                <a:gd name="T23" fmla="*/ 30 h 54"/>
                <a:gd name="T24" fmla="*/ 46 w 142"/>
                <a:gd name="T25" fmla="*/ 28 h 54"/>
                <a:gd name="T26" fmla="*/ 32 w 142"/>
                <a:gd name="T27" fmla="*/ 28 h 54"/>
                <a:gd name="T28" fmla="*/ 22 w 142"/>
                <a:gd name="T29" fmla="*/ 32 h 54"/>
                <a:gd name="T30" fmla="*/ 22 w 142"/>
                <a:gd name="T31" fmla="*/ 32 h 54"/>
                <a:gd name="T32" fmla="*/ 0 w 142"/>
                <a:gd name="T33" fmla="*/ 32 h 54"/>
                <a:gd name="T34" fmla="*/ 0 w 142"/>
                <a:gd name="T35" fmla="*/ 28 h 54"/>
                <a:gd name="T36" fmla="*/ 4 w 142"/>
                <a:gd name="T37" fmla="*/ 26 h 54"/>
                <a:gd name="T38" fmla="*/ 6 w 142"/>
                <a:gd name="T39" fmla="*/ 24 h 54"/>
                <a:gd name="T40" fmla="*/ 8 w 142"/>
                <a:gd name="T41" fmla="*/ 22 h 54"/>
                <a:gd name="T42" fmla="*/ 12 w 142"/>
                <a:gd name="T43" fmla="*/ 22 h 54"/>
                <a:gd name="T44" fmla="*/ 14 w 142"/>
                <a:gd name="T45" fmla="*/ 20 h 54"/>
                <a:gd name="T46" fmla="*/ 18 w 142"/>
                <a:gd name="T47" fmla="*/ 18 h 54"/>
                <a:gd name="T48" fmla="*/ 20 w 142"/>
                <a:gd name="T49" fmla="*/ 16 h 54"/>
                <a:gd name="T50" fmla="*/ 24 w 142"/>
                <a:gd name="T51" fmla="*/ 16 h 54"/>
                <a:gd name="T52" fmla="*/ 24 w 142"/>
                <a:gd name="T53" fmla="*/ 14 h 54"/>
                <a:gd name="T54" fmla="*/ 28 w 142"/>
                <a:gd name="T55" fmla="*/ 10 h 54"/>
                <a:gd name="T56" fmla="*/ 28 w 142"/>
                <a:gd name="T57" fmla="*/ 12 h 54"/>
                <a:gd name="T58" fmla="*/ 36 w 142"/>
                <a:gd name="T59" fmla="*/ 8 h 54"/>
                <a:gd name="T60" fmla="*/ 38 w 142"/>
                <a:gd name="T61" fmla="*/ 10 h 54"/>
                <a:gd name="T62" fmla="*/ 40 w 142"/>
                <a:gd name="T63" fmla="*/ 6 h 54"/>
                <a:gd name="T64" fmla="*/ 44 w 142"/>
                <a:gd name="T65" fmla="*/ 4 h 54"/>
                <a:gd name="T66" fmla="*/ 44 w 142"/>
                <a:gd name="T67" fmla="*/ 2 h 54"/>
                <a:gd name="T68" fmla="*/ 44 w 142"/>
                <a:gd name="T69" fmla="*/ 0 h 54"/>
                <a:gd name="T70" fmla="*/ 72 w 142"/>
                <a:gd name="T71" fmla="*/ 0 h 54"/>
                <a:gd name="T72" fmla="*/ 104 w 142"/>
                <a:gd name="T73" fmla="*/ 0 h 54"/>
                <a:gd name="T74" fmla="*/ 122 w 142"/>
                <a:gd name="T75" fmla="*/ 0 h 54"/>
                <a:gd name="T76" fmla="*/ 140 w 142"/>
                <a:gd name="T77" fmla="*/ 0 h 54"/>
                <a:gd name="T78" fmla="*/ 140 w 142"/>
                <a:gd name="T79" fmla="*/ 0 h 54"/>
                <a:gd name="T80" fmla="*/ 140 w 142"/>
                <a:gd name="T8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42" h="54">
                  <a:moveTo>
                    <a:pt x="140" y="0"/>
                  </a:moveTo>
                  <a:lnTo>
                    <a:pt x="142" y="20"/>
                  </a:lnTo>
                  <a:lnTo>
                    <a:pt x="132" y="36"/>
                  </a:lnTo>
                  <a:lnTo>
                    <a:pt x="116" y="42"/>
                  </a:lnTo>
                  <a:lnTo>
                    <a:pt x="102" y="52"/>
                  </a:lnTo>
                  <a:lnTo>
                    <a:pt x="96" y="54"/>
                  </a:lnTo>
                  <a:lnTo>
                    <a:pt x="78" y="36"/>
                  </a:lnTo>
                  <a:lnTo>
                    <a:pt x="58" y="36"/>
                  </a:lnTo>
                  <a:lnTo>
                    <a:pt x="58" y="32"/>
                  </a:lnTo>
                  <a:lnTo>
                    <a:pt x="56" y="30"/>
                  </a:lnTo>
                  <a:lnTo>
                    <a:pt x="54" y="30"/>
                  </a:lnTo>
                  <a:lnTo>
                    <a:pt x="54" y="30"/>
                  </a:lnTo>
                  <a:lnTo>
                    <a:pt x="46" y="28"/>
                  </a:lnTo>
                  <a:lnTo>
                    <a:pt x="32" y="28"/>
                  </a:lnTo>
                  <a:lnTo>
                    <a:pt x="22" y="32"/>
                  </a:lnTo>
                  <a:lnTo>
                    <a:pt x="22" y="32"/>
                  </a:lnTo>
                  <a:lnTo>
                    <a:pt x="0" y="32"/>
                  </a:lnTo>
                  <a:lnTo>
                    <a:pt x="0" y="28"/>
                  </a:lnTo>
                  <a:lnTo>
                    <a:pt x="4" y="26"/>
                  </a:lnTo>
                  <a:lnTo>
                    <a:pt x="6" y="24"/>
                  </a:lnTo>
                  <a:lnTo>
                    <a:pt x="8" y="22"/>
                  </a:lnTo>
                  <a:lnTo>
                    <a:pt x="12" y="22"/>
                  </a:lnTo>
                  <a:lnTo>
                    <a:pt x="14" y="20"/>
                  </a:lnTo>
                  <a:lnTo>
                    <a:pt x="18" y="18"/>
                  </a:lnTo>
                  <a:lnTo>
                    <a:pt x="20" y="16"/>
                  </a:lnTo>
                  <a:lnTo>
                    <a:pt x="24" y="16"/>
                  </a:lnTo>
                  <a:lnTo>
                    <a:pt x="24" y="14"/>
                  </a:lnTo>
                  <a:lnTo>
                    <a:pt x="28" y="10"/>
                  </a:lnTo>
                  <a:lnTo>
                    <a:pt x="28" y="12"/>
                  </a:lnTo>
                  <a:lnTo>
                    <a:pt x="36" y="8"/>
                  </a:lnTo>
                  <a:lnTo>
                    <a:pt x="38" y="10"/>
                  </a:lnTo>
                  <a:lnTo>
                    <a:pt x="40" y="6"/>
                  </a:lnTo>
                  <a:lnTo>
                    <a:pt x="44" y="4"/>
                  </a:lnTo>
                  <a:lnTo>
                    <a:pt x="44" y="2"/>
                  </a:lnTo>
                  <a:lnTo>
                    <a:pt x="44" y="0"/>
                  </a:lnTo>
                  <a:lnTo>
                    <a:pt x="72" y="0"/>
                  </a:lnTo>
                  <a:lnTo>
                    <a:pt x="104" y="0"/>
                  </a:lnTo>
                  <a:lnTo>
                    <a:pt x="122" y="0"/>
                  </a:lnTo>
                  <a:lnTo>
                    <a:pt x="140" y="0"/>
                  </a:lnTo>
                  <a:lnTo>
                    <a:pt x="140" y="0"/>
                  </a:lnTo>
                  <a:lnTo>
                    <a:pt x="140" y="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3" name="Freeform 58">
              <a:extLst>
                <a:ext uri="{FF2B5EF4-FFF2-40B4-BE49-F238E27FC236}">
                  <a16:creationId xmlns:a16="http://schemas.microsoft.com/office/drawing/2014/main" id="{62C4C69E-B00B-F2AF-B00D-463D89B72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5" y="1859"/>
              <a:ext cx="142" cy="54"/>
            </a:xfrm>
            <a:custGeom>
              <a:avLst/>
              <a:gdLst>
                <a:gd name="T0" fmla="*/ 140 w 142"/>
                <a:gd name="T1" fmla="*/ 0 h 54"/>
                <a:gd name="T2" fmla="*/ 142 w 142"/>
                <a:gd name="T3" fmla="*/ 20 h 54"/>
                <a:gd name="T4" fmla="*/ 132 w 142"/>
                <a:gd name="T5" fmla="*/ 36 h 54"/>
                <a:gd name="T6" fmla="*/ 116 w 142"/>
                <a:gd name="T7" fmla="*/ 42 h 54"/>
                <a:gd name="T8" fmla="*/ 102 w 142"/>
                <a:gd name="T9" fmla="*/ 52 h 54"/>
                <a:gd name="T10" fmla="*/ 96 w 142"/>
                <a:gd name="T11" fmla="*/ 54 h 54"/>
                <a:gd name="T12" fmla="*/ 78 w 142"/>
                <a:gd name="T13" fmla="*/ 36 h 54"/>
                <a:gd name="T14" fmla="*/ 58 w 142"/>
                <a:gd name="T15" fmla="*/ 36 h 54"/>
                <a:gd name="T16" fmla="*/ 58 w 142"/>
                <a:gd name="T17" fmla="*/ 32 h 54"/>
                <a:gd name="T18" fmla="*/ 56 w 142"/>
                <a:gd name="T19" fmla="*/ 30 h 54"/>
                <a:gd name="T20" fmla="*/ 54 w 142"/>
                <a:gd name="T21" fmla="*/ 30 h 54"/>
                <a:gd name="T22" fmla="*/ 54 w 142"/>
                <a:gd name="T23" fmla="*/ 30 h 54"/>
                <a:gd name="T24" fmla="*/ 46 w 142"/>
                <a:gd name="T25" fmla="*/ 28 h 54"/>
                <a:gd name="T26" fmla="*/ 32 w 142"/>
                <a:gd name="T27" fmla="*/ 28 h 54"/>
                <a:gd name="T28" fmla="*/ 22 w 142"/>
                <a:gd name="T29" fmla="*/ 32 h 54"/>
                <a:gd name="T30" fmla="*/ 22 w 142"/>
                <a:gd name="T31" fmla="*/ 32 h 54"/>
                <a:gd name="T32" fmla="*/ 0 w 142"/>
                <a:gd name="T33" fmla="*/ 32 h 54"/>
                <a:gd name="T34" fmla="*/ 0 w 142"/>
                <a:gd name="T35" fmla="*/ 28 h 54"/>
                <a:gd name="T36" fmla="*/ 4 w 142"/>
                <a:gd name="T37" fmla="*/ 26 h 54"/>
                <a:gd name="T38" fmla="*/ 6 w 142"/>
                <a:gd name="T39" fmla="*/ 24 h 54"/>
                <a:gd name="T40" fmla="*/ 8 w 142"/>
                <a:gd name="T41" fmla="*/ 22 h 54"/>
                <a:gd name="T42" fmla="*/ 12 w 142"/>
                <a:gd name="T43" fmla="*/ 22 h 54"/>
                <a:gd name="T44" fmla="*/ 14 w 142"/>
                <a:gd name="T45" fmla="*/ 20 h 54"/>
                <a:gd name="T46" fmla="*/ 18 w 142"/>
                <a:gd name="T47" fmla="*/ 18 h 54"/>
                <a:gd name="T48" fmla="*/ 20 w 142"/>
                <a:gd name="T49" fmla="*/ 16 h 54"/>
                <a:gd name="T50" fmla="*/ 24 w 142"/>
                <a:gd name="T51" fmla="*/ 16 h 54"/>
                <a:gd name="T52" fmla="*/ 24 w 142"/>
                <a:gd name="T53" fmla="*/ 14 h 54"/>
                <a:gd name="T54" fmla="*/ 28 w 142"/>
                <a:gd name="T55" fmla="*/ 10 h 54"/>
                <a:gd name="T56" fmla="*/ 28 w 142"/>
                <a:gd name="T57" fmla="*/ 12 h 54"/>
                <a:gd name="T58" fmla="*/ 36 w 142"/>
                <a:gd name="T59" fmla="*/ 8 h 54"/>
                <a:gd name="T60" fmla="*/ 38 w 142"/>
                <a:gd name="T61" fmla="*/ 10 h 54"/>
                <a:gd name="T62" fmla="*/ 40 w 142"/>
                <a:gd name="T63" fmla="*/ 6 h 54"/>
                <a:gd name="T64" fmla="*/ 44 w 142"/>
                <a:gd name="T65" fmla="*/ 4 h 54"/>
                <a:gd name="T66" fmla="*/ 44 w 142"/>
                <a:gd name="T67" fmla="*/ 2 h 54"/>
                <a:gd name="T68" fmla="*/ 44 w 142"/>
                <a:gd name="T69" fmla="*/ 0 h 54"/>
                <a:gd name="T70" fmla="*/ 72 w 142"/>
                <a:gd name="T71" fmla="*/ 0 h 54"/>
                <a:gd name="T72" fmla="*/ 104 w 142"/>
                <a:gd name="T73" fmla="*/ 0 h 54"/>
                <a:gd name="T74" fmla="*/ 122 w 142"/>
                <a:gd name="T75" fmla="*/ 0 h 54"/>
                <a:gd name="T76" fmla="*/ 140 w 142"/>
                <a:gd name="T77" fmla="*/ 0 h 54"/>
                <a:gd name="T78" fmla="*/ 140 w 142"/>
                <a:gd name="T79" fmla="*/ 0 h 54"/>
                <a:gd name="T80" fmla="*/ 140 w 142"/>
                <a:gd name="T8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42" h="54">
                  <a:moveTo>
                    <a:pt x="140" y="0"/>
                  </a:moveTo>
                  <a:lnTo>
                    <a:pt x="142" y="20"/>
                  </a:lnTo>
                  <a:lnTo>
                    <a:pt x="132" y="36"/>
                  </a:lnTo>
                  <a:lnTo>
                    <a:pt x="116" y="42"/>
                  </a:lnTo>
                  <a:lnTo>
                    <a:pt x="102" y="52"/>
                  </a:lnTo>
                  <a:lnTo>
                    <a:pt x="96" y="54"/>
                  </a:lnTo>
                  <a:lnTo>
                    <a:pt x="78" y="36"/>
                  </a:lnTo>
                  <a:lnTo>
                    <a:pt x="58" y="36"/>
                  </a:lnTo>
                  <a:lnTo>
                    <a:pt x="58" y="32"/>
                  </a:lnTo>
                  <a:lnTo>
                    <a:pt x="56" y="30"/>
                  </a:lnTo>
                  <a:lnTo>
                    <a:pt x="54" y="30"/>
                  </a:lnTo>
                  <a:lnTo>
                    <a:pt x="54" y="30"/>
                  </a:lnTo>
                  <a:lnTo>
                    <a:pt x="46" y="28"/>
                  </a:lnTo>
                  <a:lnTo>
                    <a:pt x="32" y="28"/>
                  </a:lnTo>
                  <a:lnTo>
                    <a:pt x="22" y="32"/>
                  </a:lnTo>
                  <a:lnTo>
                    <a:pt x="22" y="32"/>
                  </a:lnTo>
                  <a:lnTo>
                    <a:pt x="0" y="32"/>
                  </a:lnTo>
                  <a:lnTo>
                    <a:pt x="0" y="28"/>
                  </a:lnTo>
                  <a:lnTo>
                    <a:pt x="4" y="26"/>
                  </a:lnTo>
                  <a:lnTo>
                    <a:pt x="6" y="24"/>
                  </a:lnTo>
                  <a:lnTo>
                    <a:pt x="8" y="22"/>
                  </a:lnTo>
                  <a:lnTo>
                    <a:pt x="12" y="22"/>
                  </a:lnTo>
                  <a:lnTo>
                    <a:pt x="14" y="20"/>
                  </a:lnTo>
                  <a:lnTo>
                    <a:pt x="18" y="18"/>
                  </a:lnTo>
                  <a:lnTo>
                    <a:pt x="20" y="16"/>
                  </a:lnTo>
                  <a:lnTo>
                    <a:pt x="24" y="16"/>
                  </a:lnTo>
                  <a:lnTo>
                    <a:pt x="24" y="14"/>
                  </a:lnTo>
                  <a:lnTo>
                    <a:pt x="28" y="10"/>
                  </a:lnTo>
                  <a:lnTo>
                    <a:pt x="28" y="12"/>
                  </a:lnTo>
                  <a:lnTo>
                    <a:pt x="36" y="8"/>
                  </a:lnTo>
                  <a:lnTo>
                    <a:pt x="38" y="10"/>
                  </a:lnTo>
                  <a:lnTo>
                    <a:pt x="40" y="6"/>
                  </a:lnTo>
                  <a:lnTo>
                    <a:pt x="44" y="4"/>
                  </a:lnTo>
                  <a:lnTo>
                    <a:pt x="44" y="2"/>
                  </a:lnTo>
                  <a:lnTo>
                    <a:pt x="44" y="0"/>
                  </a:lnTo>
                  <a:lnTo>
                    <a:pt x="72" y="0"/>
                  </a:lnTo>
                  <a:lnTo>
                    <a:pt x="104" y="0"/>
                  </a:lnTo>
                  <a:lnTo>
                    <a:pt x="122" y="0"/>
                  </a:lnTo>
                  <a:lnTo>
                    <a:pt x="140" y="0"/>
                  </a:lnTo>
                  <a:lnTo>
                    <a:pt x="140" y="0"/>
                  </a:lnTo>
                  <a:lnTo>
                    <a:pt x="140" y="0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4" name="Freeform 59">
              <a:extLst>
                <a:ext uri="{FF2B5EF4-FFF2-40B4-BE49-F238E27FC236}">
                  <a16:creationId xmlns:a16="http://schemas.microsoft.com/office/drawing/2014/main" id="{2D0886AF-4557-D08F-C5C0-919C88B3C2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" y="1579"/>
              <a:ext cx="126" cy="74"/>
            </a:xfrm>
            <a:custGeom>
              <a:avLst/>
              <a:gdLst>
                <a:gd name="T0" fmla="*/ 114 w 126"/>
                <a:gd name="T1" fmla="*/ 0 h 74"/>
                <a:gd name="T2" fmla="*/ 114 w 126"/>
                <a:gd name="T3" fmla="*/ 4 h 74"/>
                <a:gd name="T4" fmla="*/ 116 w 126"/>
                <a:gd name="T5" fmla="*/ 6 h 74"/>
                <a:gd name="T6" fmla="*/ 116 w 126"/>
                <a:gd name="T7" fmla="*/ 10 h 74"/>
                <a:gd name="T8" fmla="*/ 116 w 126"/>
                <a:gd name="T9" fmla="*/ 12 h 74"/>
                <a:gd name="T10" fmla="*/ 116 w 126"/>
                <a:gd name="T11" fmla="*/ 18 h 74"/>
                <a:gd name="T12" fmla="*/ 116 w 126"/>
                <a:gd name="T13" fmla="*/ 22 h 74"/>
                <a:gd name="T14" fmla="*/ 118 w 126"/>
                <a:gd name="T15" fmla="*/ 26 h 74"/>
                <a:gd name="T16" fmla="*/ 120 w 126"/>
                <a:gd name="T17" fmla="*/ 32 h 74"/>
                <a:gd name="T18" fmla="*/ 120 w 126"/>
                <a:gd name="T19" fmla="*/ 36 h 74"/>
                <a:gd name="T20" fmla="*/ 120 w 126"/>
                <a:gd name="T21" fmla="*/ 40 h 74"/>
                <a:gd name="T22" fmla="*/ 120 w 126"/>
                <a:gd name="T23" fmla="*/ 42 h 74"/>
                <a:gd name="T24" fmla="*/ 122 w 126"/>
                <a:gd name="T25" fmla="*/ 50 h 74"/>
                <a:gd name="T26" fmla="*/ 122 w 126"/>
                <a:gd name="T27" fmla="*/ 50 h 74"/>
                <a:gd name="T28" fmla="*/ 122 w 126"/>
                <a:gd name="T29" fmla="*/ 56 h 74"/>
                <a:gd name="T30" fmla="*/ 124 w 126"/>
                <a:gd name="T31" fmla="*/ 62 h 74"/>
                <a:gd name="T32" fmla="*/ 124 w 126"/>
                <a:gd name="T33" fmla="*/ 66 h 74"/>
                <a:gd name="T34" fmla="*/ 126 w 126"/>
                <a:gd name="T35" fmla="*/ 68 h 74"/>
                <a:gd name="T36" fmla="*/ 126 w 126"/>
                <a:gd name="T37" fmla="*/ 74 h 74"/>
                <a:gd name="T38" fmla="*/ 94 w 126"/>
                <a:gd name="T39" fmla="*/ 74 h 74"/>
                <a:gd name="T40" fmla="*/ 68 w 126"/>
                <a:gd name="T41" fmla="*/ 74 h 74"/>
                <a:gd name="T42" fmla="*/ 34 w 126"/>
                <a:gd name="T43" fmla="*/ 74 h 74"/>
                <a:gd name="T44" fmla="*/ 2 w 126"/>
                <a:gd name="T45" fmla="*/ 74 h 74"/>
                <a:gd name="T46" fmla="*/ 0 w 126"/>
                <a:gd name="T47" fmla="*/ 46 h 74"/>
                <a:gd name="T48" fmla="*/ 0 w 126"/>
                <a:gd name="T49" fmla="*/ 0 h 74"/>
                <a:gd name="T50" fmla="*/ 58 w 126"/>
                <a:gd name="T51" fmla="*/ 0 h 74"/>
                <a:gd name="T52" fmla="*/ 114 w 126"/>
                <a:gd name="T53" fmla="*/ 0 h 74"/>
                <a:gd name="T54" fmla="*/ 114 w 126"/>
                <a:gd name="T55" fmla="*/ 0 h 74"/>
                <a:gd name="T56" fmla="*/ 114 w 126"/>
                <a:gd name="T57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6" h="74">
                  <a:moveTo>
                    <a:pt x="114" y="0"/>
                  </a:moveTo>
                  <a:lnTo>
                    <a:pt x="114" y="4"/>
                  </a:lnTo>
                  <a:lnTo>
                    <a:pt x="116" y="6"/>
                  </a:lnTo>
                  <a:lnTo>
                    <a:pt x="116" y="10"/>
                  </a:lnTo>
                  <a:lnTo>
                    <a:pt x="116" y="12"/>
                  </a:lnTo>
                  <a:lnTo>
                    <a:pt x="116" y="18"/>
                  </a:lnTo>
                  <a:lnTo>
                    <a:pt x="116" y="22"/>
                  </a:lnTo>
                  <a:lnTo>
                    <a:pt x="118" y="26"/>
                  </a:lnTo>
                  <a:lnTo>
                    <a:pt x="120" y="32"/>
                  </a:lnTo>
                  <a:lnTo>
                    <a:pt x="120" y="36"/>
                  </a:lnTo>
                  <a:lnTo>
                    <a:pt x="120" y="40"/>
                  </a:lnTo>
                  <a:lnTo>
                    <a:pt x="120" y="42"/>
                  </a:lnTo>
                  <a:lnTo>
                    <a:pt x="122" y="50"/>
                  </a:lnTo>
                  <a:lnTo>
                    <a:pt x="122" y="50"/>
                  </a:lnTo>
                  <a:lnTo>
                    <a:pt x="122" y="56"/>
                  </a:lnTo>
                  <a:lnTo>
                    <a:pt x="124" y="62"/>
                  </a:lnTo>
                  <a:lnTo>
                    <a:pt x="124" y="66"/>
                  </a:lnTo>
                  <a:lnTo>
                    <a:pt x="126" y="68"/>
                  </a:lnTo>
                  <a:lnTo>
                    <a:pt x="126" y="74"/>
                  </a:lnTo>
                  <a:lnTo>
                    <a:pt x="94" y="74"/>
                  </a:lnTo>
                  <a:lnTo>
                    <a:pt x="68" y="74"/>
                  </a:lnTo>
                  <a:lnTo>
                    <a:pt x="34" y="74"/>
                  </a:lnTo>
                  <a:lnTo>
                    <a:pt x="2" y="74"/>
                  </a:lnTo>
                  <a:lnTo>
                    <a:pt x="0" y="46"/>
                  </a:lnTo>
                  <a:lnTo>
                    <a:pt x="0" y="0"/>
                  </a:lnTo>
                  <a:lnTo>
                    <a:pt x="58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14" y="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5" name="Freeform 60">
              <a:extLst>
                <a:ext uri="{FF2B5EF4-FFF2-40B4-BE49-F238E27FC236}">
                  <a16:creationId xmlns:a16="http://schemas.microsoft.com/office/drawing/2014/main" id="{C2C5C936-1EC4-1381-57E6-0CE584ADA5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" y="1579"/>
              <a:ext cx="126" cy="74"/>
            </a:xfrm>
            <a:custGeom>
              <a:avLst/>
              <a:gdLst>
                <a:gd name="T0" fmla="*/ 114 w 126"/>
                <a:gd name="T1" fmla="*/ 0 h 74"/>
                <a:gd name="T2" fmla="*/ 114 w 126"/>
                <a:gd name="T3" fmla="*/ 4 h 74"/>
                <a:gd name="T4" fmla="*/ 116 w 126"/>
                <a:gd name="T5" fmla="*/ 6 h 74"/>
                <a:gd name="T6" fmla="*/ 116 w 126"/>
                <a:gd name="T7" fmla="*/ 10 h 74"/>
                <a:gd name="T8" fmla="*/ 116 w 126"/>
                <a:gd name="T9" fmla="*/ 12 h 74"/>
                <a:gd name="T10" fmla="*/ 116 w 126"/>
                <a:gd name="T11" fmla="*/ 18 h 74"/>
                <a:gd name="T12" fmla="*/ 116 w 126"/>
                <a:gd name="T13" fmla="*/ 22 h 74"/>
                <a:gd name="T14" fmla="*/ 118 w 126"/>
                <a:gd name="T15" fmla="*/ 26 h 74"/>
                <a:gd name="T16" fmla="*/ 120 w 126"/>
                <a:gd name="T17" fmla="*/ 32 h 74"/>
                <a:gd name="T18" fmla="*/ 120 w 126"/>
                <a:gd name="T19" fmla="*/ 36 h 74"/>
                <a:gd name="T20" fmla="*/ 120 w 126"/>
                <a:gd name="T21" fmla="*/ 40 h 74"/>
                <a:gd name="T22" fmla="*/ 120 w 126"/>
                <a:gd name="T23" fmla="*/ 42 h 74"/>
                <a:gd name="T24" fmla="*/ 122 w 126"/>
                <a:gd name="T25" fmla="*/ 50 h 74"/>
                <a:gd name="T26" fmla="*/ 122 w 126"/>
                <a:gd name="T27" fmla="*/ 50 h 74"/>
                <a:gd name="T28" fmla="*/ 122 w 126"/>
                <a:gd name="T29" fmla="*/ 56 h 74"/>
                <a:gd name="T30" fmla="*/ 124 w 126"/>
                <a:gd name="T31" fmla="*/ 62 h 74"/>
                <a:gd name="T32" fmla="*/ 124 w 126"/>
                <a:gd name="T33" fmla="*/ 66 h 74"/>
                <a:gd name="T34" fmla="*/ 126 w 126"/>
                <a:gd name="T35" fmla="*/ 68 h 74"/>
                <a:gd name="T36" fmla="*/ 126 w 126"/>
                <a:gd name="T37" fmla="*/ 74 h 74"/>
                <a:gd name="T38" fmla="*/ 94 w 126"/>
                <a:gd name="T39" fmla="*/ 74 h 74"/>
                <a:gd name="T40" fmla="*/ 68 w 126"/>
                <a:gd name="T41" fmla="*/ 74 h 74"/>
                <a:gd name="T42" fmla="*/ 34 w 126"/>
                <a:gd name="T43" fmla="*/ 74 h 74"/>
                <a:gd name="T44" fmla="*/ 2 w 126"/>
                <a:gd name="T45" fmla="*/ 74 h 74"/>
                <a:gd name="T46" fmla="*/ 0 w 126"/>
                <a:gd name="T47" fmla="*/ 46 h 74"/>
                <a:gd name="T48" fmla="*/ 0 w 126"/>
                <a:gd name="T49" fmla="*/ 0 h 74"/>
                <a:gd name="T50" fmla="*/ 58 w 126"/>
                <a:gd name="T51" fmla="*/ 0 h 74"/>
                <a:gd name="T52" fmla="*/ 114 w 126"/>
                <a:gd name="T53" fmla="*/ 0 h 74"/>
                <a:gd name="T54" fmla="*/ 114 w 126"/>
                <a:gd name="T55" fmla="*/ 0 h 74"/>
                <a:gd name="T56" fmla="*/ 114 w 126"/>
                <a:gd name="T57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6" h="74">
                  <a:moveTo>
                    <a:pt x="114" y="0"/>
                  </a:moveTo>
                  <a:lnTo>
                    <a:pt x="114" y="4"/>
                  </a:lnTo>
                  <a:lnTo>
                    <a:pt x="116" y="6"/>
                  </a:lnTo>
                  <a:lnTo>
                    <a:pt x="116" y="10"/>
                  </a:lnTo>
                  <a:lnTo>
                    <a:pt x="116" y="12"/>
                  </a:lnTo>
                  <a:lnTo>
                    <a:pt x="116" y="18"/>
                  </a:lnTo>
                  <a:lnTo>
                    <a:pt x="116" y="22"/>
                  </a:lnTo>
                  <a:lnTo>
                    <a:pt x="118" y="26"/>
                  </a:lnTo>
                  <a:lnTo>
                    <a:pt x="120" y="32"/>
                  </a:lnTo>
                  <a:lnTo>
                    <a:pt x="120" y="36"/>
                  </a:lnTo>
                  <a:lnTo>
                    <a:pt x="120" y="40"/>
                  </a:lnTo>
                  <a:lnTo>
                    <a:pt x="120" y="42"/>
                  </a:lnTo>
                  <a:lnTo>
                    <a:pt x="122" y="50"/>
                  </a:lnTo>
                  <a:lnTo>
                    <a:pt x="122" y="50"/>
                  </a:lnTo>
                  <a:lnTo>
                    <a:pt x="122" y="56"/>
                  </a:lnTo>
                  <a:lnTo>
                    <a:pt x="124" y="62"/>
                  </a:lnTo>
                  <a:lnTo>
                    <a:pt x="124" y="66"/>
                  </a:lnTo>
                  <a:lnTo>
                    <a:pt x="126" y="68"/>
                  </a:lnTo>
                  <a:lnTo>
                    <a:pt x="126" y="74"/>
                  </a:lnTo>
                  <a:lnTo>
                    <a:pt x="94" y="74"/>
                  </a:lnTo>
                  <a:lnTo>
                    <a:pt x="68" y="74"/>
                  </a:lnTo>
                  <a:lnTo>
                    <a:pt x="34" y="74"/>
                  </a:lnTo>
                  <a:lnTo>
                    <a:pt x="2" y="74"/>
                  </a:lnTo>
                  <a:lnTo>
                    <a:pt x="0" y="46"/>
                  </a:lnTo>
                  <a:lnTo>
                    <a:pt x="0" y="0"/>
                  </a:lnTo>
                  <a:lnTo>
                    <a:pt x="58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14" y="0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6" name="Freeform 61">
              <a:extLst>
                <a:ext uri="{FF2B5EF4-FFF2-40B4-BE49-F238E27FC236}">
                  <a16:creationId xmlns:a16="http://schemas.microsoft.com/office/drawing/2014/main" id="{B723D854-5D55-5885-F133-4DA594DCF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2" y="1721"/>
              <a:ext cx="144" cy="66"/>
            </a:xfrm>
            <a:custGeom>
              <a:avLst/>
              <a:gdLst>
                <a:gd name="T0" fmla="*/ 126 w 144"/>
                <a:gd name="T1" fmla="*/ 12 h 66"/>
                <a:gd name="T2" fmla="*/ 126 w 144"/>
                <a:gd name="T3" fmla="*/ 14 h 66"/>
                <a:gd name="T4" fmla="*/ 126 w 144"/>
                <a:gd name="T5" fmla="*/ 18 h 66"/>
                <a:gd name="T6" fmla="*/ 126 w 144"/>
                <a:gd name="T7" fmla="*/ 20 h 66"/>
                <a:gd name="T8" fmla="*/ 130 w 144"/>
                <a:gd name="T9" fmla="*/ 24 h 66"/>
                <a:gd name="T10" fmla="*/ 130 w 144"/>
                <a:gd name="T11" fmla="*/ 28 h 66"/>
                <a:gd name="T12" fmla="*/ 132 w 144"/>
                <a:gd name="T13" fmla="*/ 32 h 66"/>
                <a:gd name="T14" fmla="*/ 132 w 144"/>
                <a:gd name="T15" fmla="*/ 34 h 66"/>
                <a:gd name="T16" fmla="*/ 134 w 144"/>
                <a:gd name="T17" fmla="*/ 36 h 66"/>
                <a:gd name="T18" fmla="*/ 136 w 144"/>
                <a:gd name="T19" fmla="*/ 42 h 66"/>
                <a:gd name="T20" fmla="*/ 136 w 144"/>
                <a:gd name="T21" fmla="*/ 46 h 66"/>
                <a:gd name="T22" fmla="*/ 134 w 144"/>
                <a:gd name="T23" fmla="*/ 50 h 66"/>
                <a:gd name="T24" fmla="*/ 136 w 144"/>
                <a:gd name="T25" fmla="*/ 54 h 66"/>
                <a:gd name="T26" fmla="*/ 136 w 144"/>
                <a:gd name="T27" fmla="*/ 56 h 66"/>
                <a:gd name="T28" fmla="*/ 140 w 144"/>
                <a:gd name="T29" fmla="*/ 60 h 66"/>
                <a:gd name="T30" fmla="*/ 142 w 144"/>
                <a:gd name="T31" fmla="*/ 62 h 66"/>
                <a:gd name="T32" fmla="*/ 144 w 144"/>
                <a:gd name="T33" fmla="*/ 66 h 66"/>
                <a:gd name="T34" fmla="*/ 122 w 144"/>
                <a:gd name="T35" fmla="*/ 66 h 66"/>
                <a:gd name="T36" fmla="*/ 84 w 144"/>
                <a:gd name="T37" fmla="*/ 66 h 66"/>
                <a:gd name="T38" fmla="*/ 62 w 144"/>
                <a:gd name="T39" fmla="*/ 66 h 66"/>
                <a:gd name="T40" fmla="*/ 34 w 144"/>
                <a:gd name="T41" fmla="*/ 66 h 66"/>
                <a:gd name="T42" fmla="*/ 34 w 144"/>
                <a:gd name="T43" fmla="*/ 66 h 66"/>
                <a:gd name="T44" fmla="*/ 34 w 144"/>
                <a:gd name="T45" fmla="*/ 66 h 66"/>
                <a:gd name="T46" fmla="*/ 34 w 144"/>
                <a:gd name="T47" fmla="*/ 44 h 66"/>
                <a:gd name="T48" fmla="*/ 0 w 144"/>
                <a:gd name="T49" fmla="*/ 44 h 66"/>
                <a:gd name="T50" fmla="*/ 0 w 144"/>
                <a:gd name="T51" fmla="*/ 0 h 66"/>
                <a:gd name="T52" fmla="*/ 32 w 144"/>
                <a:gd name="T53" fmla="*/ 0 h 66"/>
                <a:gd name="T54" fmla="*/ 58 w 144"/>
                <a:gd name="T55" fmla="*/ 0 h 66"/>
                <a:gd name="T56" fmla="*/ 90 w 144"/>
                <a:gd name="T57" fmla="*/ 0 h 66"/>
                <a:gd name="T58" fmla="*/ 94 w 144"/>
                <a:gd name="T59" fmla="*/ 4 h 66"/>
                <a:gd name="T60" fmla="*/ 100 w 144"/>
                <a:gd name="T61" fmla="*/ 6 h 66"/>
                <a:gd name="T62" fmla="*/ 102 w 144"/>
                <a:gd name="T63" fmla="*/ 4 h 66"/>
                <a:gd name="T64" fmla="*/ 106 w 144"/>
                <a:gd name="T65" fmla="*/ 4 h 66"/>
                <a:gd name="T66" fmla="*/ 112 w 144"/>
                <a:gd name="T67" fmla="*/ 4 h 66"/>
                <a:gd name="T68" fmla="*/ 116 w 144"/>
                <a:gd name="T69" fmla="*/ 6 h 66"/>
                <a:gd name="T70" fmla="*/ 120 w 144"/>
                <a:gd name="T71" fmla="*/ 8 h 66"/>
                <a:gd name="T72" fmla="*/ 120 w 144"/>
                <a:gd name="T73" fmla="*/ 10 h 66"/>
                <a:gd name="T74" fmla="*/ 122 w 144"/>
                <a:gd name="T75" fmla="*/ 12 h 66"/>
                <a:gd name="T76" fmla="*/ 126 w 144"/>
                <a:gd name="T77" fmla="*/ 12 h 66"/>
                <a:gd name="T78" fmla="*/ 126 w 144"/>
                <a:gd name="T79" fmla="*/ 12 h 66"/>
                <a:gd name="T80" fmla="*/ 126 w 144"/>
                <a:gd name="T81" fmla="*/ 1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44" h="66">
                  <a:moveTo>
                    <a:pt x="126" y="12"/>
                  </a:moveTo>
                  <a:lnTo>
                    <a:pt x="126" y="14"/>
                  </a:lnTo>
                  <a:lnTo>
                    <a:pt x="126" y="18"/>
                  </a:lnTo>
                  <a:lnTo>
                    <a:pt x="126" y="20"/>
                  </a:lnTo>
                  <a:lnTo>
                    <a:pt x="130" y="24"/>
                  </a:lnTo>
                  <a:lnTo>
                    <a:pt x="130" y="28"/>
                  </a:lnTo>
                  <a:lnTo>
                    <a:pt x="132" y="32"/>
                  </a:lnTo>
                  <a:lnTo>
                    <a:pt x="132" y="34"/>
                  </a:lnTo>
                  <a:lnTo>
                    <a:pt x="134" y="36"/>
                  </a:lnTo>
                  <a:lnTo>
                    <a:pt x="136" y="42"/>
                  </a:lnTo>
                  <a:lnTo>
                    <a:pt x="136" y="46"/>
                  </a:lnTo>
                  <a:lnTo>
                    <a:pt x="134" y="50"/>
                  </a:lnTo>
                  <a:lnTo>
                    <a:pt x="136" y="54"/>
                  </a:lnTo>
                  <a:lnTo>
                    <a:pt x="136" y="56"/>
                  </a:lnTo>
                  <a:lnTo>
                    <a:pt x="140" y="60"/>
                  </a:lnTo>
                  <a:lnTo>
                    <a:pt x="142" y="62"/>
                  </a:lnTo>
                  <a:lnTo>
                    <a:pt x="144" y="66"/>
                  </a:lnTo>
                  <a:lnTo>
                    <a:pt x="122" y="66"/>
                  </a:lnTo>
                  <a:lnTo>
                    <a:pt x="84" y="66"/>
                  </a:lnTo>
                  <a:lnTo>
                    <a:pt x="62" y="66"/>
                  </a:lnTo>
                  <a:lnTo>
                    <a:pt x="34" y="66"/>
                  </a:lnTo>
                  <a:lnTo>
                    <a:pt x="34" y="66"/>
                  </a:lnTo>
                  <a:lnTo>
                    <a:pt x="34" y="66"/>
                  </a:lnTo>
                  <a:lnTo>
                    <a:pt x="34" y="44"/>
                  </a:lnTo>
                  <a:lnTo>
                    <a:pt x="0" y="44"/>
                  </a:lnTo>
                  <a:lnTo>
                    <a:pt x="0" y="0"/>
                  </a:lnTo>
                  <a:lnTo>
                    <a:pt x="32" y="0"/>
                  </a:lnTo>
                  <a:lnTo>
                    <a:pt x="58" y="0"/>
                  </a:lnTo>
                  <a:lnTo>
                    <a:pt x="90" y="0"/>
                  </a:lnTo>
                  <a:lnTo>
                    <a:pt x="94" y="4"/>
                  </a:lnTo>
                  <a:lnTo>
                    <a:pt x="100" y="6"/>
                  </a:lnTo>
                  <a:lnTo>
                    <a:pt x="102" y="4"/>
                  </a:lnTo>
                  <a:lnTo>
                    <a:pt x="106" y="4"/>
                  </a:lnTo>
                  <a:lnTo>
                    <a:pt x="112" y="4"/>
                  </a:lnTo>
                  <a:lnTo>
                    <a:pt x="116" y="6"/>
                  </a:lnTo>
                  <a:lnTo>
                    <a:pt x="120" y="8"/>
                  </a:lnTo>
                  <a:lnTo>
                    <a:pt x="120" y="10"/>
                  </a:lnTo>
                  <a:lnTo>
                    <a:pt x="122" y="12"/>
                  </a:lnTo>
                  <a:lnTo>
                    <a:pt x="126" y="12"/>
                  </a:lnTo>
                  <a:lnTo>
                    <a:pt x="126" y="12"/>
                  </a:lnTo>
                  <a:lnTo>
                    <a:pt x="126" y="12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7" name="Freeform 62">
              <a:extLst>
                <a:ext uri="{FF2B5EF4-FFF2-40B4-BE49-F238E27FC236}">
                  <a16:creationId xmlns:a16="http://schemas.microsoft.com/office/drawing/2014/main" id="{D9457D53-E756-5DA2-EEC8-42937F641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2" y="1721"/>
              <a:ext cx="144" cy="66"/>
            </a:xfrm>
            <a:custGeom>
              <a:avLst/>
              <a:gdLst>
                <a:gd name="T0" fmla="*/ 126 w 144"/>
                <a:gd name="T1" fmla="*/ 12 h 66"/>
                <a:gd name="T2" fmla="*/ 126 w 144"/>
                <a:gd name="T3" fmla="*/ 14 h 66"/>
                <a:gd name="T4" fmla="*/ 126 w 144"/>
                <a:gd name="T5" fmla="*/ 18 h 66"/>
                <a:gd name="T6" fmla="*/ 126 w 144"/>
                <a:gd name="T7" fmla="*/ 20 h 66"/>
                <a:gd name="T8" fmla="*/ 130 w 144"/>
                <a:gd name="T9" fmla="*/ 24 h 66"/>
                <a:gd name="T10" fmla="*/ 130 w 144"/>
                <a:gd name="T11" fmla="*/ 28 h 66"/>
                <a:gd name="T12" fmla="*/ 132 w 144"/>
                <a:gd name="T13" fmla="*/ 32 h 66"/>
                <a:gd name="T14" fmla="*/ 132 w 144"/>
                <a:gd name="T15" fmla="*/ 34 h 66"/>
                <a:gd name="T16" fmla="*/ 134 w 144"/>
                <a:gd name="T17" fmla="*/ 36 h 66"/>
                <a:gd name="T18" fmla="*/ 136 w 144"/>
                <a:gd name="T19" fmla="*/ 42 h 66"/>
                <a:gd name="T20" fmla="*/ 136 w 144"/>
                <a:gd name="T21" fmla="*/ 46 h 66"/>
                <a:gd name="T22" fmla="*/ 134 w 144"/>
                <a:gd name="T23" fmla="*/ 50 h 66"/>
                <a:gd name="T24" fmla="*/ 136 w 144"/>
                <a:gd name="T25" fmla="*/ 54 h 66"/>
                <a:gd name="T26" fmla="*/ 136 w 144"/>
                <a:gd name="T27" fmla="*/ 56 h 66"/>
                <a:gd name="T28" fmla="*/ 140 w 144"/>
                <a:gd name="T29" fmla="*/ 60 h 66"/>
                <a:gd name="T30" fmla="*/ 142 w 144"/>
                <a:gd name="T31" fmla="*/ 62 h 66"/>
                <a:gd name="T32" fmla="*/ 144 w 144"/>
                <a:gd name="T33" fmla="*/ 66 h 66"/>
                <a:gd name="T34" fmla="*/ 122 w 144"/>
                <a:gd name="T35" fmla="*/ 66 h 66"/>
                <a:gd name="T36" fmla="*/ 84 w 144"/>
                <a:gd name="T37" fmla="*/ 66 h 66"/>
                <a:gd name="T38" fmla="*/ 62 w 144"/>
                <a:gd name="T39" fmla="*/ 66 h 66"/>
                <a:gd name="T40" fmla="*/ 34 w 144"/>
                <a:gd name="T41" fmla="*/ 66 h 66"/>
                <a:gd name="T42" fmla="*/ 34 w 144"/>
                <a:gd name="T43" fmla="*/ 66 h 66"/>
                <a:gd name="T44" fmla="*/ 34 w 144"/>
                <a:gd name="T45" fmla="*/ 66 h 66"/>
                <a:gd name="T46" fmla="*/ 34 w 144"/>
                <a:gd name="T47" fmla="*/ 44 h 66"/>
                <a:gd name="T48" fmla="*/ 0 w 144"/>
                <a:gd name="T49" fmla="*/ 44 h 66"/>
                <a:gd name="T50" fmla="*/ 0 w 144"/>
                <a:gd name="T51" fmla="*/ 0 h 66"/>
                <a:gd name="T52" fmla="*/ 32 w 144"/>
                <a:gd name="T53" fmla="*/ 0 h 66"/>
                <a:gd name="T54" fmla="*/ 58 w 144"/>
                <a:gd name="T55" fmla="*/ 0 h 66"/>
                <a:gd name="T56" fmla="*/ 90 w 144"/>
                <a:gd name="T57" fmla="*/ 0 h 66"/>
                <a:gd name="T58" fmla="*/ 94 w 144"/>
                <a:gd name="T59" fmla="*/ 4 h 66"/>
                <a:gd name="T60" fmla="*/ 100 w 144"/>
                <a:gd name="T61" fmla="*/ 6 h 66"/>
                <a:gd name="T62" fmla="*/ 102 w 144"/>
                <a:gd name="T63" fmla="*/ 4 h 66"/>
                <a:gd name="T64" fmla="*/ 106 w 144"/>
                <a:gd name="T65" fmla="*/ 4 h 66"/>
                <a:gd name="T66" fmla="*/ 112 w 144"/>
                <a:gd name="T67" fmla="*/ 4 h 66"/>
                <a:gd name="T68" fmla="*/ 116 w 144"/>
                <a:gd name="T69" fmla="*/ 6 h 66"/>
                <a:gd name="T70" fmla="*/ 120 w 144"/>
                <a:gd name="T71" fmla="*/ 8 h 66"/>
                <a:gd name="T72" fmla="*/ 120 w 144"/>
                <a:gd name="T73" fmla="*/ 10 h 66"/>
                <a:gd name="T74" fmla="*/ 122 w 144"/>
                <a:gd name="T75" fmla="*/ 12 h 66"/>
                <a:gd name="T76" fmla="*/ 126 w 144"/>
                <a:gd name="T77" fmla="*/ 12 h 66"/>
                <a:gd name="T78" fmla="*/ 126 w 144"/>
                <a:gd name="T79" fmla="*/ 12 h 66"/>
                <a:gd name="T80" fmla="*/ 126 w 144"/>
                <a:gd name="T81" fmla="*/ 1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44" h="66">
                  <a:moveTo>
                    <a:pt x="126" y="12"/>
                  </a:moveTo>
                  <a:lnTo>
                    <a:pt x="126" y="14"/>
                  </a:lnTo>
                  <a:lnTo>
                    <a:pt x="126" y="18"/>
                  </a:lnTo>
                  <a:lnTo>
                    <a:pt x="126" y="20"/>
                  </a:lnTo>
                  <a:lnTo>
                    <a:pt x="130" y="24"/>
                  </a:lnTo>
                  <a:lnTo>
                    <a:pt x="130" y="28"/>
                  </a:lnTo>
                  <a:lnTo>
                    <a:pt x="132" y="32"/>
                  </a:lnTo>
                  <a:lnTo>
                    <a:pt x="132" y="34"/>
                  </a:lnTo>
                  <a:lnTo>
                    <a:pt x="134" y="36"/>
                  </a:lnTo>
                  <a:lnTo>
                    <a:pt x="136" y="42"/>
                  </a:lnTo>
                  <a:lnTo>
                    <a:pt x="136" y="46"/>
                  </a:lnTo>
                  <a:lnTo>
                    <a:pt x="134" y="50"/>
                  </a:lnTo>
                  <a:lnTo>
                    <a:pt x="136" y="54"/>
                  </a:lnTo>
                  <a:lnTo>
                    <a:pt x="136" y="56"/>
                  </a:lnTo>
                  <a:lnTo>
                    <a:pt x="140" y="60"/>
                  </a:lnTo>
                  <a:lnTo>
                    <a:pt x="142" y="62"/>
                  </a:lnTo>
                  <a:lnTo>
                    <a:pt x="144" y="66"/>
                  </a:lnTo>
                  <a:lnTo>
                    <a:pt x="122" y="66"/>
                  </a:lnTo>
                  <a:lnTo>
                    <a:pt x="84" y="66"/>
                  </a:lnTo>
                  <a:lnTo>
                    <a:pt x="62" y="66"/>
                  </a:lnTo>
                  <a:lnTo>
                    <a:pt x="34" y="66"/>
                  </a:lnTo>
                  <a:lnTo>
                    <a:pt x="34" y="66"/>
                  </a:lnTo>
                  <a:lnTo>
                    <a:pt x="34" y="66"/>
                  </a:lnTo>
                  <a:lnTo>
                    <a:pt x="34" y="44"/>
                  </a:lnTo>
                  <a:lnTo>
                    <a:pt x="0" y="44"/>
                  </a:lnTo>
                  <a:lnTo>
                    <a:pt x="0" y="0"/>
                  </a:lnTo>
                  <a:lnTo>
                    <a:pt x="32" y="0"/>
                  </a:lnTo>
                  <a:lnTo>
                    <a:pt x="58" y="0"/>
                  </a:lnTo>
                  <a:lnTo>
                    <a:pt x="90" y="0"/>
                  </a:lnTo>
                  <a:lnTo>
                    <a:pt x="94" y="4"/>
                  </a:lnTo>
                  <a:lnTo>
                    <a:pt x="100" y="6"/>
                  </a:lnTo>
                  <a:lnTo>
                    <a:pt x="102" y="4"/>
                  </a:lnTo>
                  <a:lnTo>
                    <a:pt x="106" y="4"/>
                  </a:lnTo>
                  <a:lnTo>
                    <a:pt x="112" y="4"/>
                  </a:lnTo>
                  <a:lnTo>
                    <a:pt x="116" y="6"/>
                  </a:lnTo>
                  <a:lnTo>
                    <a:pt x="120" y="8"/>
                  </a:lnTo>
                  <a:lnTo>
                    <a:pt x="120" y="10"/>
                  </a:lnTo>
                  <a:lnTo>
                    <a:pt x="122" y="12"/>
                  </a:lnTo>
                  <a:lnTo>
                    <a:pt x="126" y="12"/>
                  </a:lnTo>
                  <a:lnTo>
                    <a:pt x="126" y="12"/>
                  </a:lnTo>
                  <a:lnTo>
                    <a:pt x="126" y="12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8" name="Freeform 63">
              <a:extLst>
                <a:ext uri="{FF2B5EF4-FFF2-40B4-BE49-F238E27FC236}">
                  <a16:creationId xmlns:a16="http://schemas.microsoft.com/office/drawing/2014/main" id="{5954984D-05C5-2D2B-855F-2FBBA326B1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" y="1669"/>
              <a:ext cx="32" cy="58"/>
            </a:xfrm>
            <a:custGeom>
              <a:avLst/>
              <a:gdLst>
                <a:gd name="T0" fmla="*/ 32 w 32"/>
                <a:gd name="T1" fmla="*/ 50 h 58"/>
                <a:gd name="T2" fmla="*/ 30 w 32"/>
                <a:gd name="T3" fmla="*/ 56 h 58"/>
                <a:gd name="T4" fmla="*/ 28 w 32"/>
                <a:gd name="T5" fmla="*/ 54 h 58"/>
                <a:gd name="T6" fmla="*/ 24 w 32"/>
                <a:gd name="T7" fmla="*/ 56 h 58"/>
                <a:gd name="T8" fmla="*/ 22 w 32"/>
                <a:gd name="T9" fmla="*/ 58 h 58"/>
                <a:gd name="T10" fmla="*/ 2 w 32"/>
                <a:gd name="T11" fmla="*/ 58 h 58"/>
                <a:gd name="T12" fmla="*/ 0 w 32"/>
                <a:gd name="T13" fmla="*/ 56 h 58"/>
                <a:gd name="T14" fmla="*/ 2 w 32"/>
                <a:gd name="T15" fmla="*/ 54 h 58"/>
                <a:gd name="T16" fmla="*/ 2 w 32"/>
                <a:gd name="T17" fmla="*/ 48 h 58"/>
                <a:gd name="T18" fmla="*/ 2 w 32"/>
                <a:gd name="T19" fmla="*/ 46 h 58"/>
                <a:gd name="T20" fmla="*/ 4 w 32"/>
                <a:gd name="T21" fmla="*/ 40 h 58"/>
                <a:gd name="T22" fmla="*/ 6 w 32"/>
                <a:gd name="T23" fmla="*/ 36 h 58"/>
                <a:gd name="T24" fmla="*/ 6 w 32"/>
                <a:gd name="T25" fmla="*/ 34 h 58"/>
                <a:gd name="T26" fmla="*/ 8 w 32"/>
                <a:gd name="T27" fmla="*/ 28 h 58"/>
                <a:gd name="T28" fmla="*/ 8 w 32"/>
                <a:gd name="T29" fmla="*/ 24 h 58"/>
                <a:gd name="T30" fmla="*/ 10 w 32"/>
                <a:gd name="T31" fmla="*/ 22 h 58"/>
                <a:gd name="T32" fmla="*/ 12 w 32"/>
                <a:gd name="T33" fmla="*/ 22 h 58"/>
                <a:gd name="T34" fmla="*/ 16 w 32"/>
                <a:gd name="T35" fmla="*/ 18 h 58"/>
                <a:gd name="T36" fmla="*/ 18 w 32"/>
                <a:gd name="T37" fmla="*/ 16 h 58"/>
                <a:gd name="T38" fmla="*/ 16 w 32"/>
                <a:gd name="T39" fmla="*/ 12 h 58"/>
                <a:gd name="T40" fmla="*/ 18 w 32"/>
                <a:gd name="T41" fmla="*/ 6 h 58"/>
                <a:gd name="T42" fmla="*/ 18 w 32"/>
                <a:gd name="T43" fmla="*/ 6 h 58"/>
                <a:gd name="T44" fmla="*/ 20 w 32"/>
                <a:gd name="T45" fmla="*/ 0 h 58"/>
                <a:gd name="T46" fmla="*/ 24 w 32"/>
                <a:gd name="T47" fmla="*/ 0 h 58"/>
                <a:gd name="T48" fmla="*/ 26 w 32"/>
                <a:gd name="T49" fmla="*/ 42 h 58"/>
                <a:gd name="T50" fmla="*/ 26 w 32"/>
                <a:gd name="T51" fmla="*/ 44 h 58"/>
                <a:gd name="T52" fmla="*/ 30 w 32"/>
                <a:gd name="T53" fmla="*/ 48 h 58"/>
                <a:gd name="T54" fmla="*/ 30 w 32"/>
                <a:gd name="T55" fmla="*/ 50 h 58"/>
                <a:gd name="T56" fmla="*/ 32 w 32"/>
                <a:gd name="T57" fmla="*/ 50 h 58"/>
                <a:gd name="T58" fmla="*/ 32 w 32"/>
                <a:gd name="T59" fmla="*/ 50 h 58"/>
                <a:gd name="T60" fmla="*/ 32 w 32"/>
                <a:gd name="T61" fmla="*/ 5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2" h="58">
                  <a:moveTo>
                    <a:pt x="32" y="50"/>
                  </a:moveTo>
                  <a:lnTo>
                    <a:pt x="30" y="56"/>
                  </a:lnTo>
                  <a:lnTo>
                    <a:pt x="28" y="54"/>
                  </a:lnTo>
                  <a:lnTo>
                    <a:pt x="24" y="56"/>
                  </a:lnTo>
                  <a:lnTo>
                    <a:pt x="22" y="58"/>
                  </a:lnTo>
                  <a:lnTo>
                    <a:pt x="2" y="58"/>
                  </a:lnTo>
                  <a:lnTo>
                    <a:pt x="0" y="56"/>
                  </a:lnTo>
                  <a:lnTo>
                    <a:pt x="2" y="54"/>
                  </a:lnTo>
                  <a:lnTo>
                    <a:pt x="2" y="48"/>
                  </a:lnTo>
                  <a:lnTo>
                    <a:pt x="2" y="46"/>
                  </a:lnTo>
                  <a:lnTo>
                    <a:pt x="4" y="40"/>
                  </a:lnTo>
                  <a:lnTo>
                    <a:pt x="6" y="36"/>
                  </a:lnTo>
                  <a:lnTo>
                    <a:pt x="6" y="34"/>
                  </a:lnTo>
                  <a:lnTo>
                    <a:pt x="8" y="28"/>
                  </a:lnTo>
                  <a:lnTo>
                    <a:pt x="8" y="24"/>
                  </a:lnTo>
                  <a:lnTo>
                    <a:pt x="10" y="22"/>
                  </a:lnTo>
                  <a:lnTo>
                    <a:pt x="12" y="22"/>
                  </a:lnTo>
                  <a:lnTo>
                    <a:pt x="16" y="18"/>
                  </a:lnTo>
                  <a:lnTo>
                    <a:pt x="18" y="16"/>
                  </a:lnTo>
                  <a:lnTo>
                    <a:pt x="16" y="12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6" y="42"/>
                  </a:lnTo>
                  <a:lnTo>
                    <a:pt x="26" y="44"/>
                  </a:lnTo>
                  <a:lnTo>
                    <a:pt x="30" y="48"/>
                  </a:lnTo>
                  <a:lnTo>
                    <a:pt x="30" y="50"/>
                  </a:lnTo>
                  <a:lnTo>
                    <a:pt x="32" y="50"/>
                  </a:lnTo>
                  <a:lnTo>
                    <a:pt x="32" y="50"/>
                  </a:lnTo>
                  <a:lnTo>
                    <a:pt x="32" y="5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9" name="Freeform 64">
              <a:extLst>
                <a:ext uri="{FF2B5EF4-FFF2-40B4-BE49-F238E27FC236}">
                  <a16:creationId xmlns:a16="http://schemas.microsoft.com/office/drawing/2014/main" id="{433417E5-9999-AE1A-7EFA-B4B2D04C8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" y="1669"/>
              <a:ext cx="32" cy="58"/>
            </a:xfrm>
            <a:custGeom>
              <a:avLst/>
              <a:gdLst>
                <a:gd name="T0" fmla="*/ 32 w 32"/>
                <a:gd name="T1" fmla="*/ 50 h 58"/>
                <a:gd name="T2" fmla="*/ 30 w 32"/>
                <a:gd name="T3" fmla="*/ 56 h 58"/>
                <a:gd name="T4" fmla="*/ 28 w 32"/>
                <a:gd name="T5" fmla="*/ 54 h 58"/>
                <a:gd name="T6" fmla="*/ 24 w 32"/>
                <a:gd name="T7" fmla="*/ 56 h 58"/>
                <a:gd name="T8" fmla="*/ 22 w 32"/>
                <a:gd name="T9" fmla="*/ 58 h 58"/>
                <a:gd name="T10" fmla="*/ 2 w 32"/>
                <a:gd name="T11" fmla="*/ 58 h 58"/>
                <a:gd name="T12" fmla="*/ 0 w 32"/>
                <a:gd name="T13" fmla="*/ 56 h 58"/>
                <a:gd name="T14" fmla="*/ 2 w 32"/>
                <a:gd name="T15" fmla="*/ 54 h 58"/>
                <a:gd name="T16" fmla="*/ 2 w 32"/>
                <a:gd name="T17" fmla="*/ 48 h 58"/>
                <a:gd name="T18" fmla="*/ 2 w 32"/>
                <a:gd name="T19" fmla="*/ 46 h 58"/>
                <a:gd name="T20" fmla="*/ 4 w 32"/>
                <a:gd name="T21" fmla="*/ 40 h 58"/>
                <a:gd name="T22" fmla="*/ 6 w 32"/>
                <a:gd name="T23" fmla="*/ 36 h 58"/>
                <a:gd name="T24" fmla="*/ 6 w 32"/>
                <a:gd name="T25" fmla="*/ 34 h 58"/>
                <a:gd name="T26" fmla="*/ 8 w 32"/>
                <a:gd name="T27" fmla="*/ 28 h 58"/>
                <a:gd name="T28" fmla="*/ 8 w 32"/>
                <a:gd name="T29" fmla="*/ 24 h 58"/>
                <a:gd name="T30" fmla="*/ 10 w 32"/>
                <a:gd name="T31" fmla="*/ 22 h 58"/>
                <a:gd name="T32" fmla="*/ 12 w 32"/>
                <a:gd name="T33" fmla="*/ 22 h 58"/>
                <a:gd name="T34" fmla="*/ 16 w 32"/>
                <a:gd name="T35" fmla="*/ 18 h 58"/>
                <a:gd name="T36" fmla="*/ 18 w 32"/>
                <a:gd name="T37" fmla="*/ 16 h 58"/>
                <a:gd name="T38" fmla="*/ 16 w 32"/>
                <a:gd name="T39" fmla="*/ 12 h 58"/>
                <a:gd name="T40" fmla="*/ 18 w 32"/>
                <a:gd name="T41" fmla="*/ 6 h 58"/>
                <a:gd name="T42" fmla="*/ 18 w 32"/>
                <a:gd name="T43" fmla="*/ 6 h 58"/>
                <a:gd name="T44" fmla="*/ 20 w 32"/>
                <a:gd name="T45" fmla="*/ 0 h 58"/>
                <a:gd name="T46" fmla="*/ 24 w 32"/>
                <a:gd name="T47" fmla="*/ 0 h 58"/>
                <a:gd name="T48" fmla="*/ 26 w 32"/>
                <a:gd name="T49" fmla="*/ 42 h 58"/>
                <a:gd name="T50" fmla="*/ 26 w 32"/>
                <a:gd name="T51" fmla="*/ 44 h 58"/>
                <a:gd name="T52" fmla="*/ 30 w 32"/>
                <a:gd name="T53" fmla="*/ 48 h 58"/>
                <a:gd name="T54" fmla="*/ 30 w 32"/>
                <a:gd name="T55" fmla="*/ 50 h 58"/>
                <a:gd name="T56" fmla="*/ 32 w 32"/>
                <a:gd name="T57" fmla="*/ 50 h 58"/>
                <a:gd name="T58" fmla="*/ 32 w 32"/>
                <a:gd name="T59" fmla="*/ 50 h 58"/>
                <a:gd name="T60" fmla="*/ 32 w 32"/>
                <a:gd name="T61" fmla="*/ 5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2" h="58">
                  <a:moveTo>
                    <a:pt x="32" y="50"/>
                  </a:moveTo>
                  <a:lnTo>
                    <a:pt x="30" y="56"/>
                  </a:lnTo>
                  <a:lnTo>
                    <a:pt x="28" y="54"/>
                  </a:lnTo>
                  <a:lnTo>
                    <a:pt x="24" y="56"/>
                  </a:lnTo>
                  <a:lnTo>
                    <a:pt x="22" y="58"/>
                  </a:lnTo>
                  <a:lnTo>
                    <a:pt x="2" y="58"/>
                  </a:lnTo>
                  <a:lnTo>
                    <a:pt x="0" y="56"/>
                  </a:lnTo>
                  <a:lnTo>
                    <a:pt x="2" y="54"/>
                  </a:lnTo>
                  <a:lnTo>
                    <a:pt x="2" y="48"/>
                  </a:lnTo>
                  <a:lnTo>
                    <a:pt x="2" y="46"/>
                  </a:lnTo>
                  <a:lnTo>
                    <a:pt x="4" y="40"/>
                  </a:lnTo>
                  <a:lnTo>
                    <a:pt x="6" y="36"/>
                  </a:lnTo>
                  <a:lnTo>
                    <a:pt x="6" y="34"/>
                  </a:lnTo>
                  <a:lnTo>
                    <a:pt x="8" y="28"/>
                  </a:lnTo>
                  <a:lnTo>
                    <a:pt x="8" y="24"/>
                  </a:lnTo>
                  <a:lnTo>
                    <a:pt x="10" y="22"/>
                  </a:lnTo>
                  <a:lnTo>
                    <a:pt x="12" y="22"/>
                  </a:lnTo>
                  <a:lnTo>
                    <a:pt x="16" y="18"/>
                  </a:lnTo>
                  <a:lnTo>
                    <a:pt x="18" y="16"/>
                  </a:lnTo>
                  <a:lnTo>
                    <a:pt x="16" y="12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6" y="42"/>
                  </a:lnTo>
                  <a:lnTo>
                    <a:pt x="26" y="44"/>
                  </a:lnTo>
                  <a:lnTo>
                    <a:pt x="30" y="48"/>
                  </a:lnTo>
                  <a:lnTo>
                    <a:pt x="30" y="50"/>
                  </a:lnTo>
                  <a:lnTo>
                    <a:pt x="32" y="50"/>
                  </a:lnTo>
                  <a:lnTo>
                    <a:pt x="32" y="50"/>
                  </a:lnTo>
                  <a:lnTo>
                    <a:pt x="32" y="50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0" name="Freeform 65">
              <a:extLst>
                <a:ext uri="{FF2B5EF4-FFF2-40B4-BE49-F238E27FC236}">
                  <a16:creationId xmlns:a16="http://schemas.microsoft.com/office/drawing/2014/main" id="{EE2CE453-D67E-CED7-F05C-7980873EF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1759"/>
              <a:ext cx="26" cy="50"/>
            </a:xfrm>
            <a:custGeom>
              <a:avLst/>
              <a:gdLst>
                <a:gd name="T0" fmla="*/ 26 w 26"/>
                <a:gd name="T1" fmla="*/ 8 h 50"/>
                <a:gd name="T2" fmla="*/ 20 w 26"/>
                <a:gd name="T3" fmla="*/ 18 h 50"/>
                <a:gd name="T4" fmla="*/ 24 w 26"/>
                <a:gd name="T5" fmla="*/ 20 h 50"/>
                <a:gd name="T6" fmla="*/ 22 w 26"/>
                <a:gd name="T7" fmla="*/ 34 h 50"/>
                <a:gd name="T8" fmla="*/ 10 w 26"/>
                <a:gd name="T9" fmla="*/ 50 h 50"/>
                <a:gd name="T10" fmla="*/ 8 w 26"/>
                <a:gd name="T11" fmla="*/ 46 h 50"/>
                <a:gd name="T12" fmla="*/ 6 w 26"/>
                <a:gd name="T13" fmla="*/ 44 h 50"/>
                <a:gd name="T14" fmla="*/ 2 w 26"/>
                <a:gd name="T15" fmla="*/ 38 h 50"/>
                <a:gd name="T16" fmla="*/ 0 w 26"/>
                <a:gd name="T17" fmla="*/ 40 h 50"/>
                <a:gd name="T18" fmla="*/ 0 w 26"/>
                <a:gd name="T19" fmla="*/ 36 h 50"/>
                <a:gd name="T20" fmla="*/ 2 w 26"/>
                <a:gd name="T21" fmla="*/ 32 h 50"/>
                <a:gd name="T22" fmla="*/ 6 w 26"/>
                <a:gd name="T23" fmla="*/ 30 h 50"/>
                <a:gd name="T24" fmla="*/ 6 w 26"/>
                <a:gd name="T25" fmla="*/ 30 h 50"/>
                <a:gd name="T26" fmla="*/ 10 w 26"/>
                <a:gd name="T27" fmla="*/ 26 h 50"/>
                <a:gd name="T28" fmla="*/ 12 w 26"/>
                <a:gd name="T29" fmla="*/ 24 h 50"/>
                <a:gd name="T30" fmla="*/ 8 w 26"/>
                <a:gd name="T31" fmla="*/ 18 h 50"/>
                <a:gd name="T32" fmla="*/ 8 w 26"/>
                <a:gd name="T33" fmla="*/ 16 h 50"/>
                <a:gd name="T34" fmla="*/ 6 w 26"/>
                <a:gd name="T35" fmla="*/ 16 h 50"/>
                <a:gd name="T36" fmla="*/ 6 w 26"/>
                <a:gd name="T37" fmla="*/ 12 h 50"/>
                <a:gd name="T38" fmla="*/ 8 w 26"/>
                <a:gd name="T39" fmla="*/ 10 h 50"/>
                <a:gd name="T40" fmla="*/ 6 w 26"/>
                <a:gd name="T41" fmla="*/ 6 h 50"/>
                <a:gd name="T42" fmla="*/ 8 w 26"/>
                <a:gd name="T43" fmla="*/ 6 h 50"/>
                <a:gd name="T44" fmla="*/ 12 w 26"/>
                <a:gd name="T45" fmla="*/ 0 h 50"/>
                <a:gd name="T46" fmla="*/ 14 w 26"/>
                <a:gd name="T47" fmla="*/ 0 h 50"/>
                <a:gd name="T48" fmla="*/ 26 w 26"/>
                <a:gd name="T49" fmla="*/ 8 h 50"/>
                <a:gd name="T50" fmla="*/ 26 w 26"/>
                <a:gd name="T51" fmla="*/ 8 h 50"/>
                <a:gd name="T52" fmla="*/ 26 w 26"/>
                <a:gd name="T53" fmla="*/ 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50">
                  <a:moveTo>
                    <a:pt x="26" y="8"/>
                  </a:moveTo>
                  <a:lnTo>
                    <a:pt x="20" y="18"/>
                  </a:lnTo>
                  <a:lnTo>
                    <a:pt x="24" y="20"/>
                  </a:lnTo>
                  <a:lnTo>
                    <a:pt x="22" y="34"/>
                  </a:lnTo>
                  <a:lnTo>
                    <a:pt x="10" y="50"/>
                  </a:lnTo>
                  <a:lnTo>
                    <a:pt x="8" y="46"/>
                  </a:lnTo>
                  <a:lnTo>
                    <a:pt x="6" y="44"/>
                  </a:lnTo>
                  <a:lnTo>
                    <a:pt x="2" y="38"/>
                  </a:lnTo>
                  <a:lnTo>
                    <a:pt x="0" y="40"/>
                  </a:lnTo>
                  <a:lnTo>
                    <a:pt x="0" y="36"/>
                  </a:lnTo>
                  <a:lnTo>
                    <a:pt x="2" y="32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10" y="26"/>
                  </a:lnTo>
                  <a:lnTo>
                    <a:pt x="12" y="24"/>
                  </a:lnTo>
                  <a:lnTo>
                    <a:pt x="8" y="18"/>
                  </a:lnTo>
                  <a:lnTo>
                    <a:pt x="8" y="16"/>
                  </a:lnTo>
                  <a:lnTo>
                    <a:pt x="6" y="16"/>
                  </a:lnTo>
                  <a:lnTo>
                    <a:pt x="6" y="12"/>
                  </a:lnTo>
                  <a:lnTo>
                    <a:pt x="8" y="10"/>
                  </a:lnTo>
                  <a:lnTo>
                    <a:pt x="6" y="6"/>
                  </a:lnTo>
                  <a:lnTo>
                    <a:pt x="8" y="6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26" y="8"/>
                  </a:lnTo>
                  <a:lnTo>
                    <a:pt x="26" y="8"/>
                  </a:lnTo>
                  <a:lnTo>
                    <a:pt x="26" y="8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1" name="Freeform 66">
              <a:extLst>
                <a:ext uri="{FF2B5EF4-FFF2-40B4-BE49-F238E27FC236}">
                  <a16:creationId xmlns:a16="http://schemas.microsoft.com/office/drawing/2014/main" id="{82F676F6-FD43-AC95-0613-2F20610D7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1759"/>
              <a:ext cx="26" cy="50"/>
            </a:xfrm>
            <a:custGeom>
              <a:avLst/>
              <a:gdLst>
                <a:gd name="T0" fmla="*/ 26 w 26"/>
                <a:gd name="T1" fmla="*/ 8 h 50"/>
                <a:gd name="T2" fmla="*/ 20 w 26"/>
                <a:gd name="T3" fmla="*/ 18 h 50"/>
                <a:gd name="T4" fmla="*/ 24 w 26"/>
                <a:gd name="T5" fmla="*/ 20 h 50"/>
                <a:gd name="T6" fmla="*/ 22 w 26"/>
                <a:gd name="T7" fmla="*/ 34 h 50"/>
                <a:gd name="T8" fmla="*/ 10 w 26"/>
                <a:gd name="T9" fmla="*/ 50 h 50"/>
                <a:gd name="T10" fmla="*/ 8 w 26"/>
                <a:gd name="T11" fmla="*/ 46 h 50"/>
                <a:gd name="T12" fmla="*/ 6 w 26"/>
                <a:gd name="T13" fmla="*/ 44 h 50"/>
                <a:gd name="T14" fmla="*/ 2 w 26"/>
                <a:gd name="T15" fmla="*/ 38 h 50"/>
                <a:gd name="T16" fmla="*/ 0 w 26"/>
                <a:gd name="T17" fmla="*/ 40 h 50"/>
                <a:gd name="T18" fmla="*/ 0 w 26"/>
                <a:gd name="T19" fmla="*/ 36 h 50"/>
                <a:gd name="T20" fmla="*/ 2 w 26"/>
                <a:gd name="T21" fmla="*/ 32 h 50"/>
                <a:gd name="T22" fmla="*/ 6 w 26"/>
                <a:gd name="T23" fmla="*/ 30 h 50"/>
                <a:gd name="T24" fmla="*/ 6 w 26"/>
                <a:gd name="T25" fmla="*/ 30 h 50"/>
                <a:gd name="T26" fmla="*/ 10 w 26"/>
                <a:gd name="T27" fmla="*/ 26 h 50"/>
                <a:gd name="T28" fmla="*/ 12 w 26"/>
                <a:gd name="T29" fmla="*/ 24 h 50"/>
                <a:gd name="T30" fmla="*/ 8 w 26"/>
                <a:gd name="T31" fmla="*/ 18 h 50"/>
                <a:gd name="T32" fmla="*/ 8 w 26"/>
                <a:gd name="T33" fmla="*/ 16 h 50"/>
                <a:gd name="T34" fmla="*/ 6 w 26"/>
                <a:gd name="T35" fmla="*/ 16 h 50"/>
                <a:gd name="T36" fmla="*/ 6 w 26"/>
                <a:gd name="T37" fmla="*/ 12 h 50"/>
                <a:gd name="T38" fmla="*/ 8 w 26"/>
                <a:gd name="T39" fmla="*/ 10 h 50"/>
                <a:gd name="T40" fmla="*/ 6 w 26"/>
                <a:gd name="T41" fmla="*/ 6 h 50"/>
                <a:gd name="T42" fmla="*/ 8 w 26"/>
                <a:gd name="T43" fmla="*/ 6 h 50"/>
                <a:gd name="T44" fmla="*/ 12 w 26"/>
                <a:gd name="T45" fmla="*/ 0 h 50"/>
                <a:gd name="T46" fmla="*/ 14 w 26"/>
                <a:gd name="T47" fmla="*/ 0 h 50"/>
                <a:gd name="T48" fmla="*/ 26 w 26"/>
                <a:gd name="T49" fmla="*/ 8 h 50"/>
                <a:gd name="T50" fmla="*/ 26 w 26"/>
                <a:gd name="T51" fmla="*/ 8 h 50"/>
                <a:gd name="T52" fmla="*/ 26 w 26"/>
                <a:gd name="T53" fmla="*/ 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50">
                  <a:moveTo>
                    <a:pt x="26" y="8"/>
                  </a:moveTo>
                  <a:lnTo>
                    <a:pt x="20" y="18"/>
                  </a:lnTo>
                  <a:lnTo>
                    <a:pt x="24" y="20"/>
                  </a:lnTo>
                  <a:lnTo>
                    <a:pt x="22" y="34"/>
                  </a:lnTo>
                  <a:lnTo>
                    <a:pt x="10" y="50"/>
                  </a:lnTo>
                  <a:lnTo>
                    <a:pt x="8" y="46"/>
                  </a:lnTo>
                  <a:lnTo>
                    <a:pt x="6" y="44"/>
                  </a:lnTo>
                  <a:lnTo>
                    <a:pt x="2" y="38"/>
                  </a:lnTo>
                  <a:lnTo>
                    <a:pt x="0" y="40"/>
                  </a:lnTo>
                  <a:lnTo>
                    <a:pt x="0" y="36"/>
                  </a:lnTo>
                  <a:lnTo>
                    <a:pt x="2" y="32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10" y="26"/>
                  </a:lnTo>
                  <a:lnTo>
                    <a:pt x="12" y="24"/>
                  </a:lnTo>
                  <a:lnTo>
                    <a:pt x="8" y="18"/>
                  </a:lnTo>
                  <a:lnTo>
                    <a:pt x="8" y="16"/>
                  </a:lnTo>
                  <a:lnTo>
                    <a:pt x="6" y="16"/>
                  </a:lnTo>
                  <a:lnTo>
                    <a:pt x="6" y="12"/>
                  </a:lnTo>
                  <a:lnTo>
                    <a:pt x="8" y="10"/>
                  </a:lnTo>
                  <a:lnTo>
                    <a:pt x="6" y="6"/>
                  </a:lnTo>
                  <a:lnTo>
                    <a:pt x="8" y="6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26" y="8"/>
                  </a:lnTo>
                  <a:lnTo>
                    <a:pt x="26" y="8"/>
                  </a:lnTo>
                  <a:lnTo>
                    <a:pt x="26" y="8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2" name="Freeform 67">
              <a:extLst>
                <a:ext uri="{FF2B5EF4-FFF2-40B4-BE49-F238E27FC236}">
                  <a16:creationId xmlns:a16="http://schemas.microsoft.com/office/drawing/2014/main" id="{C2F8BDD2-A4EC-2D21-B8BE-737481914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" y="1851"/>
              <a:ext cx="100" cy="112"/>
            </a:xfrm>
            <a:custGeom>
              <a:avLst/>
              <a:gdLst>
                <a:gd name="T0" fmla="*/ 100 w 100"/>
                <a:gd name="T1" fmla="*/ 0 h 112"/>
                <a:gd name="T2" fmla="*/ 100 w 100"/>
                <a:gd name="T3" fmla="*/ 10 h 112"/>
                <a:gd name="T4" fmla="*/ 100 w 100"/>
                <a:gd name="T5" fmla="*/ 62 h 112"/>
                <a:gd name="T6" fmla="*/ 100 w 100"/>
                <a:gd name="T7" fmla="*/ 98 h 112"/>
                <a:gd name="T8" fmla="*/ 84 w 100"/>
                <a:gd name="T9" fmla="*/ 98 h 112"/>
                <a:gd name="T10" fmla="*/ 54 w 100"/>
                <a:gd name="T11" fmla="*/ 98 h 112"/>
                <a:gd name="T12" fmla="*/ 40 w 100"/>
                <a:gd name="T13" fmla="*/ 98 h 112"/>
                <a:gd name="T14" fmla="*/ 40 w 100"/>
                <a:gd name="T15" fmla="*/ 100 h 112"/>
                <a:gd name="T16" fmla="*/ 42 w 100"/>
                <a:gd name="T17" fmla="*/ 104 h 112"/>
                <a:gd name="T18" fmla="*/ 14 w 100"/>
                <a:gd name="T19" fmla="*/ 104 h 112"/>
                <a:gd name="T20" fmla="*/ 12 w 100"/>
                <a:gd name="T21" fmla="*/ 112 h 112"/>
                <a:gd name="T22" fmla="*/ 0 w 100"/>
                <a:gd name="T23" fmla="*/ 112 h 112"/>
                <a:gd name="T24" fmla="*/ 0 w 100"/>
                <a:gd name="T25" fmla="*/ 0 h 112"/>
                <a:gd name="T26" fmla="*/ 26 w 100"/>
                <a:gd name="T27" fmla="*/ 0 h 112"/>
                <a:gd name="T28" fmla="*/ 52 w 100"/>
                <a:gd name="T29" fmla="*/ 0 h 112"/>
                <a:gd name="T30" fmla="*/ 80 w 100"/>
                <a:gd name="T31" fmla="*/ 0 h 112"/>
                <a:gd name="T32" fmla="*/ 100 w 100"/>
                <a:gd name="T33" fmla="*/ 0 h 112"/>
                <a:gd name="T34" fmla="*/ 100 w 100"/>
                <a:gd name="T35" fmla="*/ 0 h 112"/>
                <a:gd name="T36" fmla="*/ 100 w 100"/>
                <a:gd name="T37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0" h="112">
                  <a:moveTo>
                    <a:pt x="100" y="0"/>
                  </a:moveTo>
                  <a:lnTo>
                    <a:pt x="100" y="10"/>
                  </a:lnTo>
                  <a:lnTo>
                    <a:pt x="100" y="62"/>
                  </a:lnTo>
                  <a:lnTo>
                    <a:pt x="100" y="98"/>
                  </a:lnTo>
                  <a:lnTo>
                    <a:pt x="84" y="98"/>
                  </a:lnTo>
                  <a:lnTo>
                    <a:pt x="54" y="98"/>
                  </a:lnTo>
                  <a:lnTo>
                    <a:pt x="40" y="98"/>
                  </a:lnTo>
                  <a:lnTo>
                    <a:pt x="40" y="100"/>
                  </a:lnTo>
                  <a:lnTo>
                    <a:pt x="42" y="104"/>
                  </a:lnTo>
                  <a:lnTo>
                    <a:pt x="14" y="104"/>
                  </a:lnTo>
                  <a:lnTo>
                    <a:pt x="12" y="112"/>
                  </a:lnTo>
                  <a:lnTo>
                    <a:pt x="0" y="112"/>
                  </a:lnTo>
                  <a:lnTo>
                    <a:pt x="0" y="0"/>
                  </a:lnTo>
                  <a:lnTo>
                    <a:pt x="26" y="0"/>
                  </a:lnTo>
                  <a:lnTo>
                    <a:pt x="52" y="0"/>
                  </a:lnTo>
                  <a:lnTo>
                    <a:pt x="80" y="0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100" y="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3" name="Freeform 68">
              <a:extLst>
                <a:ext uri="{FF2B5EF4-FFF2-40B4-BE49-F238E27FC236}">
                  <a16:creationId xmlns:a16="http://schemas.microsoft.com/office/drawing/2014/main" id="{09D2CA6D-AE83-FA31-A38A-7E975129F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" y="1851"/>
              <a:ext cx="100" cy="112"/>
            </a:xfrm>
            <a:custGeom>
              <a:avLst/>
              <a:gdLst>
                <a:gd name="T0" fmla="*/ 100 w 100"/>
                <a:gd name="T1" fmla="*/ 0 h 112"/>
                <a:gd name="T2" fmla="*/ 100 w 100"/>
                <a:gd name="T3" fmla="*/ 10 h 112"/>
                <a:gd name="T4" fmla="*/ 100 w 100"/>
                <a:gd name="T5" fmla="*/ 62 h 112"/>
                <a:gd name="T6" fmla="*/ 100 w 100"/>
                <a:gd name="T7" fmla="*/ 98 h 112"/>
                <a:gd name="T8" fmla="*/ 84 w 100"/>
                <a:gd name="T9" fmla="*/ 98 h 112"/>
                <a:gd name="T10" fmla="*/ 54 w 100"/>
                <a:gd name="T11" fmla="*/ 98 h 112"/>
                <a:gd name="T12" fmla="*/ 40 w 100"/>
                <a:gd name="T13" fmla="*/ 98 h 112"/>
                <a:gd name="T14" fmla="*/ 40 w 100"/>
                <a:gd name="T15" fmla="*/ 100 h 112"/>
                <a:gd name="T16" fmla="*/ 42 w 100"/>
                <a:gd name="T17" fmla="*/ 104 h 112"/>
                <a:gd name="T18" fmla="*/ 14 w 100"/>
                <a:gd name="T19" fmla="*/ 104 h 112"/>
                <a:gd name="T20" fmla="*/ 12 w 100"/>
                <a:gd name="T21" fmla="*/ 112 h 112"/>
                <a:gd name="T22" fmla="*/ 0 w 100"/>
                <a:gd name="T23" fmla="*/ 112 h 112"/>
                <a:gd name="T24" fmla="*/ 0 w 100"/>
                <a:gd name="T25" fmla="*/ 0 h 112"/>
                <a:gd name="T26" fmla="*/ 26 w 100"/>
                <a:gd name="T27" fmla="*/ 0 h 112"/>
                <a:gd name="T28" fmla="*/ 52 w 100"/>
                <a:gd name="T29" fmla="*/ 0 h 112"/>
                <a:gd name="T30" fmla="*/ 80 w 100"/>
                <a:gd name="T31" fmla="*/ 0 h 112"/>
                <a:gd name="T32" fmla="*/ 100 w 100"/>
                <a:gd name="T33" fmla="*/ 0 h 112"/>
                <a:gd name="T34" fmla="*/ 100 w 100"/>
                <a:gd name="T35" fmla="*/ 0 h 112"/>
                <a:gd name="T36" fmla="*/ 100 w 100"/>
                <a:gd name="T37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0" h="112">
                  <a:moveTo>
                    <a:pt x="100" y="0"/>
                  </a:moveTo>
                  <a:lnTo>
                    <a:pt x="100" y="10"/>
                  </a:lnTo>
                  <a:lnTo>
                    <a:pt x="100" y="62"/>
                  </a:lnTo>
                  <a:lnTo>
                    <a:pt x="100" y="98"/>
                  </a:lnTo>
                  <a:lnTo>
                    <a:pt x="84" y="98"/>
                  </a:lnTo>
                  <a:lnTo>
                    <a:pt x="54" y="98"/>
                  </a:lnTo>
                  <a:lnTo>
                    <a:pt x="40" y="98"/>
                  </a:lnTo>
                  <a:lnTo>
                    <a:pt x="40" y="100"/>
                  </a:lnTo>
                  <a:lnTo>
                    <a:pt x="42" y="104"/>
                  </a:lnTo>
                  <a:lnTo>
                    <a:pt x="14" y="104"/>
                  </a:lnTo>
                  <a:lnTo>
                    <a:pt x="12" y="112"/>
                  </a:lnTo>
                  <a:lnTo>
                    <a:pt x="0" y="112"/>
                  </a:lnTo>
                  <a:lnTo>
                    <a:pt x="0" y="0"/>
                  </a:lnTo>
                  <a:lnTo>
                    <a:pt x="26" y="0"/>
                  </a:lnTo>
                  <a:lnTo>
                    <a:pt x="52" y="0"/>
                  </a:lnTo>
                  <a:lnTo>
                    <a:pt x="80" y="0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100" y="0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4" name="Freeform 69">
              <a:extLst>
                <a:ext uri="{FF2B5EF4-FFF2-40B4-BE49-F238E27FC236}">
                  <a16:creationId xmlns:a16="http://schemas.microsoft.com/office/drawing/2014/main" id="{47F7EF70-FD14-12D2-8AB8-92744143E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" y="1743"/>
              <a:ext cx="100" cy="146"/>
            </a:xfrm>
            <a:custGeom>
              <a:avLst/>
              <a:gdLst>
                <a:gd name="T0" fmla="*/ 100 w 100"/>
                <a:gd name="T1" fmla="*/ 0 h 146"/>
                <a:gd name="T2" fmla="*/ 100 w 100"/>
                <a:gd name="T3" fmla="*/ 108 h 146"/>
                <a:gd name="T4" fmla="*/ 100 w 100"/>
                <a:gd name="T5" fmla="*/ 124 h 146"/>
                <a:gd name="T6" fmla="*/ 100 w 100"/>
                <a:gd name="T7" fmla="*/ 124 h 146"/>
                <a:gd name="T8" fmla="*/ 98 w 100"/>
                <a:gd name="T9" fmla="*/ 128 h 146"/>
                <a:gd name="T10" fmla="*/ 96 w 100"/>
                <a:gd name="T11" fmla="*/ 126 h 146"/>
                <a:gd name="T12" fmla="*/ 92 w 100"/>
                <a:gd name="T13" fmla="*/ 126 h 146"/>
                <a:gd name="T14" fmla="*/ 90 w 100"/>
                <a:gd name="T15" fmla="*/ 126 h 146"/>
                <a:gd name="T16" fmla="*/ 88 w 100"/>
                <a:gd name="T17" fmla="*/ 128 h 146"/>
                <a:gd name="T18" fmla="*/ 90 w 100"/>
                <a:gd name="T19" fmla="*/ 130 h 146"/>
                <a:gd name="T20" fmla="*/ 90 w 100"/>
                <a:gd name="T21" fmla="*/ 134 h 146"/>
                <a:gd name="T22" fmla="*/ 90 w 100"/>
                <a:gd name="T23" fmla="*/ 138 h 146"/>
                <a:gd name="T24" fmla="*/ 90 w 100"/>
                <a:gd name="T25" fmla="*/ 142 h 146"/>
                <a:gd name="T26" fmla="*/ 90 w 100"/>
                <a:gd name="T27" fmla="*/ 146 h 146"/>
                <a:gd name="T28" fmla="*/ 62 w 100"/>
                <a:gd name="T29" fmla="*/ 120 h 146"/>
                <a:gd name="T30" fmla="*/ 32 w 100"/>
                <a:gd name="T31" fmla="*/ 94 h 146"/>
                <a:gd name="T32" fmla="*/ 0 w 100"/>
                <a:gd name="T33" fmla="*/ 66 h 146"/>
                <a:gd name="T34" fmla="*/ 0 w 100"/>
                <a:gd name="T35" fmla="*/ 0 h 146"/>
                <a:gd name="T36" fmla="*/ 50 w 100"/>
                <a:gd name="T37" fmla="*/ 0 h 146"/>
                <a:gd name="T38" fmla="*/ 50 w 100"/>
                <a:gd name="T39" fmla="*/ 0 h 146"/>
                <a:gd name="T40" fmla="*/ 100 w 100"/>
                <a:gd name="T41" fmla="*/ 0 h 146"/>
                <a:gd name="T42" fmla="*/ 100 w 100"/>
                <a:gd name="T43" fmla="*/ 0 h 146"/>
                <a:gd name="T44" fmla="*/ 100 w 100"/>
                <a:gd name="T4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0" h="146">
                  <a:moveTo>
                    <a:pt x="100" y="0"/>
                  </a:moveTo>
                  <a:lnTo>
                    <a:pt x="100" y="108"/>
                  </a:lnTo>
                  <a:lnTo>
                    <a:pt x="100" y="124"/>
                  </a:lnTo>
                  <a:lnTo>
                    <a:pt x="100" y="124"/>
                  </a:lnTo>
                  <a:lnTo>
                    <a:pt x="98" y="128"/>
                  </a:lnTo>
                  <a:lnTo>
                    <a:pt x="96" y="126"/>
                  </a:lnTo>
                  <a:lnTo>
                    <a:pt x="92" y="126"/>
                  </a:lnTo>
                  <a:lnTo>
                    <a:pt x="90" y="126"/>
                  </a:lnTo>
                  <a:lnTo>
                    <a:pt x="88" y="128"/>
                  </a:lnTo>
                  <a:lnTo>
                    <a:pt x="90" y="130"/>
                  </a:lnTo>
                  <a:lnTo>
                    <a:pt x="90" y="134"/>
                  </a:lnTo>
                  <a:lnTo>
                    <a:pt x="90" y="138"/>
                  </a:lnTo>
                  <a:lnTo>
                    <a:pt x="90" y="142"/>
                  </a:lnTo>
                  <a:lnTo>
                    <a:pt x="90" y="146"/>
                  </a:lnTo>
                  <a:lnTo>
                    <a:pt x="62" y="120"/>
                  </a:lnTo>
                  <a:lnTo>
                    <a:pt x="32" y="94"/>
                  </a:lnTo>
                  <a:lnTo>
                    <a:pt x="0" y="66"/>
                  </a:lnTo>
                  <a:lnTo>
                    <a:pt x="0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100" y="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5" name="Freeform 70">
              <a:extLst>
                <a:ext uri="{FF2B5EF4-FFF2-40B4-BE49-F238E27FC236}">
                  <a16:creationId xmlns:a16="http://schemas.microsoft.com/office/drawing/2014/main" id="{DAB03E20-2E9E-6F57-FFD3-2BD4D433710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" y="1743"/>
              <a:ext cx="100" cy="146"/>
            </a:xfrm>
            <a:custGeom>
              <a:avLst/>
              <a:gdLst>
                <a:gd name="T0" fmla="*/ 100 w 100"/>
                <a:gd name="T1" fmla="*/ 0 h 146"/>
                <a:gd name="T2" fmla="*/ 100 w 100"/>
                <a:gd name="T3" fmla="*/ 108 h 146"/>
                <a:gd name="T4" fmla="*/ 100 w 100"/>
                <a:gd name="T5" fmla="*/ 124 h 146"/>
                <a:gd name="T6" fmla="*/ 100 w 100"/>
                <a:gd name="T7" fmla="*/ 124 h 146"/>
                <a:gd name="T8" fmla="*/ 98 w 100"/>
                <a:gd name="T9" fmla="*/ 128 h 146"/>
                <a:gd name="T10" fmla="*/ 96 w 100"/>
                <a:gd name="T11" fmla="*/ 126 h 146"/>
                <a:gd name="T12" fmla="*/ 92 w 100"/>
                <a:gd name="T13" fmla="*/ 126 h 146"/>
                <a:gd name="T14" fmla="*/ 90 w 100"/>
                <a:gd name="T15" fmla="*/ 126 h 146"/>
                <a:gd name="T16" fmla="*/ 88 w 100"/>
                <a:gd name="T17" fmla="*/ 128 h 146"/>
                <a:gd name="T18" fmla="*/ 90 w 100"/>
                <a:gd name="T19" fmla="*/ 130 h 146"/>
                <a:gd name="T20" fmla="*/ 90 w 100"/>
                <a:gd name="T21" fmla="*/ 134 h 146"/>
                <a:gd name="T22" fmla="*/ 90 w 100"/>
                <a:gd name="T23" fmla="*/ 138 h 146"/>
                <a:gd name="T24" fmla="*/ 90 w 100"/>
                <a:gd name="T25" fmla="*/ 142 h 146"/>
                <a:gd name="T26" fmla="*/ 90 w 100"/>
                <a:gd name="T27" fmla="*/ 146 h 146"/>
                <a:gd name="T28" fmla="*/ 62 w 100"/>
                <a:gd name="T29" fmla="*/ 120 h 146"/>
                <a:gd name="T30" fmla="*/ 32 w 100"/>
                <a:gd name="T31" fmla="*/ 94 h 146"/>
                <a:gd name="T32" fmla="*/ 0 w 100"/>
                <a:gd name="T33" fmla="*/ 66 h 146"/>
                <a:gd name="T34" fmla="*/ 0 w 100"/>
                <a:gd name="T35" fmla="*/ 0 h 146"/>
                <a:gd name="T36" fmla="*/ 50 w 100"/>
                <a:gd name="T37" fmla="*/ 0 h 146"/>
                <a:gd name="T38" fmla="*/ 50 w 100"/>
                <a:gd name="T39" fmla="*/ 0 h 146"/>
                <a:gd name="T40" fmla="*/ 100 w 100"/>
                <a:gd name="T41" fmla="*/ 0 h 146"/>
                <a:gd name="T42" fmla="*/ 100 w 100"/>
                <a:gd name="T43" fmla="*/ 0 h 146"/>
                <a:gd name="T44" fmla="*/ 100 w 100"/>
                <a:gd name="T4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0" h="146">
                  <a:moveTo>
                    <a:pt x="100" y="0"/>
                  </a:moveTo>
                  <a:lnTo>
                    <a:pt x="100" y="108"/>
                  </a:lnTo>
                  <a:lnTo>
                    <a:pt x="100" y="124"/>
                  </a:lnTo>
                  <a:lnTo>
                    <a:pt x="100" y="124"/>
                  </a:lnTo>
                  <a:lnTo>
                    <a:pt x="98" y="128"/>
                  </a:lnTo>
                  <a:lnTo>
                    <a:pt x="96" y="126"/>
                  </a:lnTo>
                  <a:lnTo>
                    <a:pt x="92" y="126"/>
                  </a:lnTo>
                  <a:lnTo>
                    <a:pt x="90" y="126"/>
                  </a:lnTo>
                  <a:lnTo>
                    <a:pt x="88" y="128"/>
                  </a:lnTo>
                  <a:lnTo>
                    <a:pt x="90" y="130"/>
                  </a:lnTo>
                  <a:lnTo>
                    <a:pt x="90" y="134"/>
                  </a:lnTo>
                  <a:lnTo>
                    <a:pt x="90" y="138"/>
                  </a:lnTo>
                  <a:lnTo>
                    <a:pt x="90" y="142"/>
                  </a:lnTo>
                  <a:lnTo>
                    <a:pt x="90" y="146"/>
                  </a:lnTo>
                  <a:lnTo>
                    <a:pt x="62" y="120"/>
                  </a:lnTo>
                  <a:lnTo>
                    <a:pt x="32" y="94"/>
                  </a:lnTo>
                  <a:lnTo>
                    <a:pt x="0" y="66"/>
                  </a:lnTo>
                  <a:lnTo>
                    <a:pt x="0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100" y="0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6" name="Freeform 71">
              <a:extLst>
                <a:ext uri="{FF2B5EF4-FFF2-40B4-BE49-F238E27FC236}">
                  <a16:creationId xmlns:a16="http://schemas.microsoft.com/office/drawing/2014/main" id="{12E581ED-E711-7CF1-421F-B518ED004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1" y="1675"/>
              <a:ext cx="128" cy="98"/>
            </a:xfrm>
            <a:custGeom>
              <a:avLst/>
              <a:gdLst>
                <a:gd name="T0" fmla="*/ 106 w 128"/>
                <a:gd name="T1" fmla="*/ 52 h 98"/>
                <a:gd name="T2" fmla="*/ 104 w 128"/>
                <a:gd name="T3" fmla="*/ 66 h 98"/>
                <a:gd name="T4" fmla="*/ 102 w 128"/>
                <a:gd name="T5" fmla="*/ 84 h 98"/>
                <a:gd name="T6" fmla="*/ 104 w 128"/>
                <a:gd name="T7" fmla="*/ 86 h 98"/>
                <a:gd name="T8" fmla="*/ 100 w 128"/>
                <a:gd name="T9" fmla="*/ 88 h 98"/>
                <a:gd name="T10" fmla="*/ 100 w 128"/>
                <a:gd name="T11" fmla="*/ 90 h 98"/>
                <a:gd name="T12" fmla="*/ 124 w 128"/>
                <a:gd name="T13" fmla="*/ 88 h 98"/>
                <a:gd name="T14" fmla="*/ 128 w 128"/>
                <a:gd name="T15" fmla="*/ 92 h 98"/>
                <a:gd name="T16" fmla="*/ 106 w 128"/>
                <a:gd name="T17" fmla="*/ 98 h 98"/>
                <a:gd name="T18" fmla="*/ 96 w 128"/>
                <a:gd name="T19" fmla="*/ 98 h 98"/>
                <a:gd name="T20" fmla="*/ 96 w 128"/>
                <a:gd name="T21" fmla="*/ 90 h 98"/>
                <a:gd name="T22" fmla="*/ 84 w 128"/>
                <a:gd name="T23" fmla="*/ 82 h 98"/>
                <a:gd name="T24" fmla="*/ 82 w 128"/>
                <a:gd name="T25" fmla="*/ 80 h 98"/>
                <a:gd name="T26" fmla="*/ 78 w 128"/>
                <a:gd name="T27" fmla="*/ 80 h 98"/>
                <a:gd name="T28" fmla="*/ 78 w 128"/>
                <a:gd name="T29" fmla="*/ 76 h 98"/>
                <a:gd name="T30" fmla="*/ 78 w 128"/>
                <a:gd name="T31" fmla="*/ 74 h 98"/>
                <a:gd name="T32" fmla="*/ 76 w 128"/>
                <a:gd name="T33" fmla="*/ 72 h 98"/>
                <a:gd name="T34" fmla="*/ 72 w 128"/>
                <a:gd name="T35" fmla="*/ 68 h 98"/>
                <a:gd name="T36" fmla="*/ 50 w 128"/>
                <a:gd name="T37" fmla="*/ 68 h 98"/>
                <a:gd name="T38" fmla="*/ 26 w 128"/>
                <a:gd name="T39" fmla="*/ 68 h 98"/>
                <a:gd name="T40" fmla="*/ 0 w 128"/>
                <a:gd name="T41" fmla="*/ 68 h 98"/>
                <a:gd name="T42" fmla="*/ 0 w 128"/>
                <a:gd name="T43" fmla="*/ 62 h 98"/>
                <a:gd name="T44" fmla="*/ 14 w 128"/>
                <a:gd name="T45" fmla="*/ 50 h 98"/>
                <a:gd name="T46" fmla="*/ 14 w 128"/>
                <a:gd name="T47" fmla="*/ 48 h 98"/>
                <a:gd name="T48" fmla="*/ 14 w 128"/>
                <a:gd name="T49" fmla="*/ 48 h 98"/>
                <a:gd name="T50" fmla="*/ 12 w 128"/>
                <a:gd name="T51" fmla="*/ 40 h 98"/>
                <a:gd name="T52" fmla="*/ 20 w 128"/>
                <a:gd name="T53" fmla="*/ 38 h 98"/>
                <a:gd name="T54" fmla="*/ 34 w 128"/>
                <a:gd name="T55" fmla="*/ 38 h 98"/>
                <a:gd name="T56" fmla="*/ 46 w 128"/>
                <a:gd name="T57" fmla="*/ 40 h 98"/>
                <a:gd name="T58" fmla="*/ 60 w 128"/>
                <a:gd name="T59" fmla="*/ 32 h 98"/>
                <a:gd name="T60" fmla="*/ 58 w 128"/>
                <a:gd name="T61" fmla="*/ 24 h 98"/>
                <a:gd name="T62" fmla="*/ 56 w 128"/>
                <a:gd name="T63" fmla="*/ 20 h 98"/>
                <a:gd name="T64" fmla="*/ 56 w 128"/>
                <a:gd name="T65" fmla="*/ 20 h 98"/>
                <a:gd name="T66" fmla="*/ 56 w 128"/>
                <a:gd name="T67" fmla="*/ 20 h 98"/>
                <a:gd name="T68" fmla="*/ 56 w 128"/>
                <a:gd name="T69" fmla="*/ 20 h 98"/>
                <a:gd name="T70" fmla="*/ 74 w 128"/>
                <a:gd name="T71" fmla="*/ 4 h 98"/>
                <a:gd name="T72" fmla="*/ 80 w 128"/>
                <a:gd name="T73" fmla="*/ 0 h 98"/>
                <a:gd name="T74" fmla="*/ 106 w 128"/>
                <a:gd name="T75" fmla="*/ 0 h 98"/>
                <a:gd name="T76" fmla="*/ 106 w 128"/>
                <a:gd name="T77" fmla="*/ 6 h 98"/>
                <a:gd name="T78" fmla="*/ 104 w 128"/>
                <a:gd name="T79" fmla="*/ 8 h 98"/>
                <a:gd name="T80" fmla="*/ 106 w 128"/>
                <a:gd name="T81" fmla="*/ 14 h 98"/>
                <a:gd name="T82" fmla="*/ 106 w 128"/>
                <a:gd name="T83" fmla="*/ 18 h 98"/>
                <a:gd name="T84" fmla="*/ 104 w 128"/>
                <a:gd name="T85" fmla="*/ 24 h 98"/>
                <a:gd name="T86" fmla="*/ 106 w 128"/>
                <a:gd name="T87" fmla="*/ 30 h 98"/>
                <a:gd name="T88" fmla="*/ 106 w 128"/>
                <a:gd name="T89" fmla="*/ 32 h 98"/>
                <a:gd name="T90" fmla="*/ 106 w 128"/>
                <a:gd name="T91" fmla="*/ 34 h 98"/>
                <a:gd name="T92" fmla="*/ 108 w 128"/>
                <a:gd name="T93" fmla="*/ 34 h 98"/>
                <a:gd name="T94" fmla="*/ 106 w 128"/>
                <a:gd name="T95" fmla="*/ 52 h 98"/>
                <a:gd name="T96" fmla="*/ 106 w 128"/>
                <a:gd name="T97" fmla="*/ 52 h 98"/>
                <a:gd name="T98" fmla="*/ 106 w 128"/>
                <a:gd name="T99" fmla="*/ 52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8" h="98">
                  <a:moveTo>
                    <a:pt x="106" y="52"/>
                  </a:moveTo>
                  <a:lnTo>
                    <a:pt x="104" y="66"/>
                  </a:lnTo>
                  <a:lnTo>
                    <a:pt x="102" y="84"/>
                  </a:lnTo>
                  <a:lnTo>
                    <a:pt x="104" y="86"/>
                  </a:lnTo>
                  <a:lnTo>
                    <a:pt x="100" y="88"/>
                  </a:lnTo>
                  <a:lnTo>
                    <a:pt x="100" y="90"/>
                  </a:lnTo>
                  <a:lnTo>
                    <a:pt x="124" y="88"/>
                  </a:lnTo>
                  <a:lnTo>
                    <a:pt x="128" y="92"/>
                  </a:lnTo>
                  <a:lnTo>
                    <a:pt x="106" y="98"/>
                  </a:lnTo>
                  <a:lnTo>
                    <a:pt x="96" y="98"/>
                  </a:lnTo>
                  <a:lnTo>
                    <a:pt x="96" y="90"/>
                  </a:lnTo>
                  <a:lnTo>
                    <a:pt x="84" y="82"/>
                  </a:lnTo>
                  <a:lnTo>
                    <a:pt x="82" y="80"/>
                  </a:lnTo>
                  <a:lnTo>
                    <a:pt x="78" y="80"/>
                  </a:lnTo>
                  <a:lnTo>
                    <a:pt x="78" y="76"/>
                  </a:lnTo>
                  <a:lnTo>
                    <a:pt x="78" y="74"/>
                  </a:lnTo>
                  <a:lnTo>
                    <a:pt x="76" y="72"/>
                  </a:lnTo>
                  <a:lnTo>
                    <a:pt x="72" y="68"/>
                  </a:lnTo>
                  <a:lnTo>
                    <a:pt x="50" y="68"/>
                  </a:lnTo>
                  <a:lnTo>
                    <a:pt x="26" y="68"/>
                  </a:lnTo>
                  <a:lnTo>
                    <a:pt x="0" y="68"/>
                  </a:lnTo>
                  <a:lnTo>
                    <a:pt x="0" y="62"/>
                  </a:lnTo>
                  <a:lnTo>
                    <a:pt x="14" y="50"/>
                  </a:lnTo>
                  <a:lnTo>
                    <a:pt x="14" y="48"/>
                  </a:lnTo>
                  <a:lnTo>
                    <a:pt x="14" y="48"/>
                  </a:lnTo>
                  <a:lnTo>
                    <a:pt x="12" y="40"/>
                  </a:lnTo>
                  <a:lnTo>
                    <a:pt x="20" y="38"/>
                  </a:lnTo>
                  <a:lnTo>
                    <a:pt x="34" y="38"/>
                  </a:lnTo>
                  <a:lnTo>
                    <a:pt x="46" y="40"/>
                  </a:lnTo>
                  <a:lnTo>
                    <a:pt x="60" y="32"/>
                  </a:lnTo>
                  <a:lnTo>
                    <a:pt x="58" y="24"/>
                  </a:lnTo>
                  <a:lnTo>
                    <a:pt x="56" y="20"/>
                  </a:lnTo>
                  <a:lnTo>
                    <a:pt x="56" y="20"/>
                  </a:lnTo>
                  <a:lnTo>
                    <a:pt x="56" y="20"/>
                  </a:lnTo>
                  <a:lnTo>
                    <a:pt x="56" y="20"/>
                  </a:lnTo>
                  <a:lnTo>
                    <a:pt x="74" y="4"/>
                  </a:lnTo>
                  <a:lnTo>
                    <a:pt x="80" y="0"/>
                  </a:lnTo>
                  <a:lnTo>
                    <a:pt x="106" y="0"/>
                  </a:lnTo>
                  <a:lnTo>
                    <a:pt x="106" y="6"/>
                  </a:lnTo>
                  <a:lnTo>
                    <a:pt x="104" y="8"/>
                  </a:lnTo>
                  <a:lnTo>
                    <a:pt x="106" y="14"/>
                  </a:lnTo>
                  <a:lnTo>
                    <a:pt x="106" y="18"/>
                  </a:lnTo>
                  <a:lnTo>
                    <a:pt x="104" y="24"/>
                  </a:lnTo>
                  <a:lnTo>
                    <a:pt x="106" y="30"/>
                  </a:lnTo>
                  <a:lnTo>
                    <a:pt x="106" y="32"/>
                  </a:lnTo>
                  <a:lnTo>
                    <a:pt x="106" y="34"/>
                  </a:lnTo>
                  <a:lnTo>
                    <a:pt x="108" y="34"/>
                  </a:lnTo>
                  <a:lnTo>
                    <a:pt x="106" y="52"/>
                  </a:lnTo>
                  <a:lnTo>
                    <a:pt x="106" y="52"/>
                  </a:lnTo>
                  <a:lnTo>
                    <a:pt x="106" y="52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7" name="Freeform 72">
              <a:extLst>
                <a:ext uri="{FF2B5EF4-FFF2-40B4-BE49-F238E27FC236}">
                  <a16:creationId xmlns:a16="http://schemas.microsoft.com/office/drawing/2014/main" id="{13B4F5CF-EBB3-B01C-AD9A-DB177C667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1" y="1675"/>
              <a:ext cx="128" cy="98"/>
            </a:xfrm>
            <a:custGeom>
              <a:avLst/>
              <a:gdLst>
                <a:gd name="T0" fmla="*/ 106 w 128"/>
                <a:gd name="T1" fmla="*/ 52 h 98"/>
                <a:gd name="T2" fmla="*/ 104 w 128"/>
                <a:gd name="T3" fmla="*/ 66 h 98"/>
                <a:gd name="T4" fmla="*/ 102 w 128"/>
                <a:gd name="T5" fmla="*/ 84 h 98"/>
                <a:gd name="T6" fmla="*/ 104 w 128"/>
                <a:gd name="T7" fmla="*/ 86 h 98"/>
                <a:gd name="T8" fmla="*/ 100 w 128"/>
                <a:gd name="T9" fmla="*/ 88 h 98"/>
                <a:gd name="T10" fmla="*/ 100 w 128"/>
                <a:gd name="T11" fmla="*/ 90 h 98"/>
                <a:gd name="T12" fmla="*/ 124 w 128"/>
                <a:gd name="T13" fmla="*/ 88 h 98"/>
                <a:gd name="T14" fmla="*/ 128 w 128"/>
                <a:gd name="T15" fmla="*/ 92 h 98"/>
                <a:gd name="T16" fmla="*/ 106 w 128"/>
                <a:gd name="T17" fmla="*/ 98 h 98"/>
                <a:gd name="T18" fmla="*/ 96 w 128"/>
                <a:gd name="T19" fmla="*/ 98 h 98"/>
                <a:gd name="T20" fmla="*/ 96 w 128"/>
                <a:gd name="T21" fmla="*/ 90 h 98"/>
                <a:gd name="T22" fmla="*/ 84 w 128"/>
                <a:gd name="T23" fmla="*/ 82 h 98"/>
                <a:gd name="T24" fmla="*/ 82 w 128"/>
                <a:gd name="T25" fmla="*/ 80 h 98"/>
                <a:gd name="T26" fmla="*/ 78 w 128"/>
                <a:gd name="T27" fmla="*/ 80 h 98"/>
                <a:gd name="T28" fmla="*/ 78 w 128"/>
                <a:gd name="T29" fmla="*/ 76 h 98"/>
                <a:gd name="T30" fmla="*/ 78 w 128"/>
                <a:gd name="T31" fmla="*/ 74 h 98"/>
                <a:gd name="T32" fmla="*/ 76 w 128"/>
                <a:gd name="T33" fmla="*/ 72 h 98"/>
                <a:gd name="T34" fmla="*/ 72 w 128"/>
                <a:gd name="T35" fmla="*/ 68 h 98"/>
                <a:gd name="T36" fmla="*/ 50 w 128"/>
                <a:gd name="T37" fmla="*/ 68 h 98"/>
                <a:gd name="T38" fmla="*/ 26 w 128"/>
                <a:gd name="T39" fmla="*/ 68 h 98"/>
                <a:gd name="T40" fmla="*/ 0 w 128"/>
                <a:gd name="T41" fmla="*/ 68 h 98"/>
                <a:gd name="T42" fmla="*/ 0 w 128"/>
                <a:gd name="T43" fmla="*/ 62 h 98"/>
                <a:gd name="T44" fmla="*/ 14 w 128"/>
                <a:gd name="T45" fmla="*/ 50 h 98"/>
                <a:gd name="T46" fmla="*/ 14 w 128"/>
                <a:gd name="T47" fmla="*/ 48 h 98"/>
                <a:gd name="T48" fmla="*/ 14 w 128"/>
                <a:gd name="T49" fmla="*/ 48 h 98"/>
                <a:gd name="T50" fmla="*/ 12 w 128"/>
                <a:gd name="T51" fmla="*/ 40 h 98"/>
                <a:gd name="T52" fmla="*/ 20 w 128"/>
                <a:gd name="T53" fmla="*/ 38 h 98"/>
                <a:gd name="T54" fmla="*/ 34 w 128"/>
                <a:gd name="T55" fmla="*/ 38 h 98"/>
                <a:gd name="T56" fmla="*/ 46 w 128"/>
                <a:gd name="T57" fmla="*/ 40 h 98"/>
                <a:gd name="T58" fmla="*/ 60 w 128"/>
                <a:gd name="T59" fmla="*/ 32 h 98"/>
                <a:gd name="T60" fmla="*/ 58 w 128"/>
                <a:gd name="T61" fmla="*/ 24 h 98"/>
                <a:gd name="T62" fmla="*/ 56 w 128"/>
                <a:gd name="T63" fmla="*/ 20 h 98"/>
                <a:gd name="T64" fmla="*/ 56 w 128"/>
                <a:gd name="T65" fmla="*/ 20 h 98"/>
                <a:gd name="T66" fmla="*/ 56 w 128"/>
                <a:gd name="T67" fmla="*/ 20 h 98"/>
                <a:gd name="T68" fmla="*/ 56 w 128"/>
                <a:gd name="T69" fmla="*/ 20 h 98"/>
                <a:gd name="T70" fmla="*/ 74 w 128"/>
                <a:gd name="T71" fmla="*/ 4 h 98"/>
                <a:gd name="T72" fmla="*/ 80 w 128"/>
                <a:gd name="T73" fmla="*/ 0 h 98"/>
                <a:gd name="T74" fmla="*/ 106 w 128"/>
                <a:gd name="T75" fmla="*/ 0 h 98"/>
                <a:gd name="T76" fmla="*/ 106 w 128"/>
                <a:gd name="T77" fmla="*/ 6 h 98"/>
                <a:gd name="T78" fmla="*/ 104 w 128"/>
                <a:gd name="T79" fmla="*/ 8 h 98"/>
                <a:gd name="T80" fmla="*/ 106 w 128"/>
                <a:gd name="T81" fmla="*/ 14 h 98"/>
                <a:gd name="T82" fmla="*/ 106 w 128"/>
                <a:gd name="T83" fmla="*/ 18 h 98"/>
                <a:gd name="T84" fmla="*/ 104 w 128"/>
                <a:gd name="T85" fmla="*/ 24 h 98"/>
                <a:gd name="T86" fmla="*/ 106 w 128"/>
                <a:gd name="T87" fmla="*/ 30 h 98"/>
                <a:gd name="T88" fmla="*/ 106 w 128"/>
                <a:gd name="T89" fmla="*/ 32 h 98"/>
                <a:gd name="T90" fmla="*/ 106 w 128"/>
                <a:gd name="T91" fmla="*/ 34 h 98"/>
                <a:gd name="T92" fmla="*/ 108 w 128"/>
                <a:gd name="T93" fmla="*/ 34 h 98"/>
                <a:gd name="T94" fmla="*/ 106 w 128"/>
                <a:gd name="T95" fmla="*/ 52 h 98"/>
                <a:gd name="T96" fmla="*/ 106 w 128"/>
                <a:gd name="T97" fmla="*/ 52 h 98"/>
                <a:gd name="T98" fmla="*/ 106 w 128"/>
                <a:gd name="T99" fmla="*/ 52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8" h="98">
                  <a:moveTo>
                    <a:pt x="106" y="52"/>
                  </a:moveTo>
                  <a:lnTo>
                    <a:pt x="104" y="66"/>
                  </a:lnTo>
                  <a:lnTo>
                    <a:pt x="102" y="84"/>
                  </a:lnTo>
                  <a:lnTo>
                    <a:pt x="104" y="86"/>
                  </a:lnTo>
                  <a:lnTo>
                    <a:pt x="100" y="88"/>
                  </a:lnTo>
                  <a:lnTo>
                    <a:pt x="100" y="90"/>
                  </a:lnTo>
                  <a:lnTo>
                    <a:pt x="124" y="88"/>
                  </a:lnTo>
                  <a:lnTo>
                    <a:pt x="128" y="92"/>
                  </a:lnTo>
                  <a:lnTo>
                    <a:pt x="106" y="98"/>
                  </a:lnTo>
                  <a:lnTo>
                    <a:pt x="96" y="98"/>
                  </a:lnTo>
                  <a:lnTo>
                    <a:pt x="96" y="90"/>
                  </a:lnTo>
                  <a:lnTo>
                    <a:pt x="84" y="82"/>
                  </a:lnTo>
                  <a:lnTo>
                    <a:pt x="82" y="80"/>
                  </a:lnTo>
                  <a:lnTo>
                    <a:pt x="78" y="80"/>
                  </a:lnTo>
                  <a:lnTo>
                    <a:pt x="78" y="76"/>
                  </a:lnTo>
                  <a:lnTo>
                    <a:pt x="78" y="74"/>
                  </a:lnTo>
                  <a:lnTo>
                    <a:pt x="76" y="72"/>
                  </a:lnTo>
                  <a:lnTo>
                    <a:pt x="72" y="68"/>
                  </a:lnTo>
                  <a:lnTo>
                    <a:pt x="50" y="68"/>
                  </a:lnTo>
                  <a:lnTo>
                    <a:pt x="26" y="68"/>
                  </a:lnTo>
                  <a:lnTo>
                    <a:pt x="0" y="68"/>
                  </a:lnTo>
                  <a:lnTo>
                    <a:pt x="0" y="62"/>
                  </a:lnTo>
                  <a:lnTo>
                    <a:pt x="14" y="50"/>
                  </a:lnTo>
                  <a:lnTo>
                    <a:pt x="14" y="48"/>
                  </a:lnTo>
                  <a:lnTo>
                    <a:pt x="14" y="48"/>
                  </a:lnTo>
                  <a:lnTo>
                    <a:pt x="12" y="40"/>
                  </a:lnTo>
                  <a:lnTo>
                    <a:pt x="20" y="38"/>
                  </a:lnTo>
                  <a:lnTo>
                    <a:pt x="34" y="38"/>
                  </a:lnTo>
                  <a:lnTo>
                    <a:pt x="46" y="40"/>
                  </a:lnTo>
                  <a:lnTo>
                    <a:pt x="60" y="32"/>
                  </a:lnTo>
                  <a:lnTo>
                    <a:pt x="58" y="24"/>
                  </a:lnTo>
                  <a:lnTo>
                    <a:pt x="56" y="20"/>
                  </a:lnTo>
                  <a:lnTo>
                    <a:pt x="56" y="20"/>
                  </a:lnTo>
                  <a:lnTo>
                    <a:pt x="56" y="20"/>
                  </a:lnTo>
                  <a:lnTo>
                    <a:pt x="56" y="20"/>
                  </a:lnTo>
                  <a:lnTo>
                    <a:pt x="74" y="4"/>
                  </a:lnTo>
                  <a:lnTo>
                    <a:pt x="80" y="0"/>
                  </a:lnTo>
                  <a:lnTo>
                    <a:pt x="106" y="0"/>
                  </a:lnTo>
                  <a:lnTo>
                    <a:pt x="106" y="6"/>
                  </a:lnTo>
                  <a:lnTo>
                    <a:pt x="104" y="8"/>
                  </a:lnTo>
                  <a:lnTo>
                    <a:pt x="106" y="14"/>
                  </a:lnTo>
                  <a:lnTo>
                    <a:pt x="106" y="18"/>
                  </a:lnTo>
                  <a:lnTo>
                    <a:pt x="104" y="24"/>
                  </a:lnTo>
                  <a:lnTo>
                    <a:pt x="106" y="30"/>
                  </a:lnTo>
                  <a:lnTo>
                    <a:pt x="106" y="32"/>
                  </a:lnTo>
                  <a:lnTo>
                    <a:pt x="106" y="34"/>
                  </a:lnTo>
                  <a:lnTo>
                    <a:pt x="108" y="34"/>
                  </a:lnTo>
                  <a:lnTo>
                    <a:pt x="106" y="52"/>
                  </a:lnTo>
                  <a:lnTo>
                    <a:pt x="106" y="52"/>
                  </a:lnTo>
                  <a:lnTo>
                    <a:pt x="106" y="52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8" name="Freeform 73">
              <a:extLst>
                <a:ext uri="{FF2B5EF4-FFF2-40B4-BE49-F238E27FC236}">
                  <a16:creationId xmlns:a16="http://schemas.microsoft.com/office/drawing/2014/main" id="{857E5499-3372-B166-9BCC-0B7B0AEAC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" y="1743"/>
              <a:ext cx="72" cy="78"/>
            </a:xfrm>
            <a:custGeom>
              <a:avLst/>
              <a:gdLst>
                <a:gd name="T0" fmla="*/ 72 w 72"/>
                <a:gd name="T1" fmla="*/ 30 h 78"/>
                <a:gd name="T2" fmla="*/ 70 w 72"/>
                <a:gd name="T3" fmla="*/ 30 h 78"/>
                <a:gd name="T4" fmla="*/ 70 w 72"/>
                <a:gd name="T5" fmla="*/ 34 h 78"/>
                <a:gd name="T6" fmla="*/ 70 w 72"/>
                <a:gd name="T7" fmla="*/ 38 h 78"/>
                <a:gd name="T8" fmla="*/ 68 w 72"/>
                <a:gd name="T9" fmla="*/ 44 h 78"/>
                <a:gd name="T10" fmla="*/ 66 w 72"/>
                <a:gd name="T11" fmla="*/ 50 h 78"/>
                <a:gd name="T12" fmla="*/ 66 w 72"/>
                <a:gd name="T13" fmla="*/ 52 h 78"/>
                <a:gd name="T14" fmla="*/ 62 w 72"/>
                <a:gd name="T15" fmla="*/ 56 h 78"/>
                <a:gd name="T16" fmla="*/ 60 w 72"/>
                <a:gd name="T17" fmla="*/ 58 h 78"/>
                <a:gd name="T18" fmla="*/ 58 w 72"/>
                <a:gd name="T19" fmla="*/ 58 h 78"/>
                <a:gd name="T20" fmla="*/ 56 w 72"/>
                <a:gd name="T21" fmla="*/ 58 h 78"/>
                <a:gd name="T22" fmla="*/ 52 w 72"/>
                <a:gd name="T23" fmla="*/ 60 h 78"/>
                <a:gd name="T24" fmla="*/ 50 w 72"/>
                <a:gd name="T25" fmla="*/ 64 h 78"/>
                <a:gd name="T26" fmla="*/ 50 w 72"/>
                <a:gd name="T27" fmla="*/ 68 h 78"/>
                <a:gd name="T28" fmla="*/ 48 w 72"/>
                <a:gd name="T29" fmla="*/ 68 h 78"/>
                <a:gd name="T30" fmla="*/ 48 w 72"/>
                <a:gd name="T31" fmla="*/ 66 h 78"/>
                <a:gd name="T32" fmla="*/ 46 w 72"/>
                <a:gd name="T33" fmla="*/ 64 h 78"/>
                <a:gd name="T34" fmla="*/ 44 w 72"/>
                <a:gd name="T35" fmla="*/ 70 h 78"/>
                <a:gd name="T36" fmla="*/ 44 w 72"/>
                <a:gd name="T37" fmla="*/ 74 h 78"/>
                <a:gd name="T38" fmla="*/ 42 w 72"/>
                <a:gd name="T39" fmla="*/ 78 h 78"/>
                <a:gd name="T40" fmla="*/ 38 w 72"/>
                <a:gd name="T41" fmla="*/ 78 h 78"/>
                <a:gd name="T42" fmla="*/ 34 w 72"/>
                <a:gd name="T43" fmla="*/ 76 h 78"/>
                <a:gd name="T44" fmla="*/ 34 w 72"/>
                <a:gd name="T45" fmla="*/ 72 h 78"/>
                <a:gd name="T46" fmla="*/ 30 w 72"/>
                <a:gd name="T47" fmla="*/ 74 h 78"/>
                <a:gd name="T48" fmla="*/ 26 w 72"/>
                <a:gd name="T49" fmla="*/ 74 h 78"/>
                <a:gd name="T50" fmla="*/ 24 w 72"/>
                <a:gd name="T51" fmla="*/ 74 h 78"/>
                <a:gd name="T52" fmla="*/ 20 w 72"/>
                <a:gd name="T53" fmla="*/ 74 h 78"/>
                <a:gd name="T54" fmla="*/ 18 w 72"/>
                <a:gd name="T55" fmla="*/ 72 h 78"/>
                <a:gd name="T56" fmla="*/ 14 w 72"/>
                <a:gd name="T57" fmla="*/ 70 h 78"/>
                <a:gd name="T58" fmla="*/ 10 w 72"/>
                <a:gd name="T59" fmla="*/ 66 h 78"/>
                <a:gd name="T60" fmla="*/ 6 w 72"/>
                <a:gd name="T61" fmla="*/ 64 h 78"/>
                <a:gd name="T62" fmla="*/ 0 w 72"/>
                <a:gd name="T63" fmla="*/ 62 h 78"/>
                <a:gd name="T64" fmla="*/ 0 w 72"/>
                <a:gd name="T65" fmla="*/ 48 h 78"/>
                <a:gd name="T66" fmla="*/ 0 w 72"/>
                <a:gd name="T67" fmla="*/ 28 h 78"/>
                <a:gd name="T68" fmla="*/ 0 w 72"/>
                <a:gd name="T69" fmla="*/ 8 h 78"/>
                <a:gd name="T70" fmla="*/ 10 w 72"/>
                <a:gd name="T71" fmla="*/ 8 h 78"/>
                <a:gd name="T72" fmla="*/ 18 w 72"/>
                <a:gd name="T73" fmla="*/ 8 h 78"/>
                <a:gd name="T74" fmla="*/ 24 w 72"/>
                <a:gd name="T75" fmla="*/ 6 h 78"/>
                <a:gd name="T76" fmla="*/ 24 w 72"/>
                <a:gd name="T77" fmla="*/ 6 h 78"/>
                <a:gd name="T78" fmla="*/ 24 w 72"/>
                <a:gd name="T79" fmla="*/ 6 h 78"/>
                <a:gd name="T80" fmla="*/ 34 w 72"/>
                <a:gd name="T81" fmla="*/ 12 h 78"/>
                <a:gd name="T82" fmla="*/ 42 w 72"/>
                <a:gd name="T83" fmla="*/ 12 h 78"/>
                <a:gd name="T84" fmla="*/ 54 w 72"/>
                <a:gd name="T85" fmla="*/ 10 h 78"/>
                <a:gd name="T86" fmla="*/ 64 w 72"/>
                <a:gd name="T87" fmla="*/ 4 h 78"/>
                <a:gd name="T88" fmla="*/ 72 w 72"/>
                <a:gd name="T89" fmla="*/ 0 h 78"/>
                <a:gd name="T90" fmla="*/ 72 w 72"/>
                <a:gd name="T91" fmla="*/ 30 h 78"/>
                <a:gd name="T92" fmla="*/ 72 w 72"/>
                <a:gd name="T93" fmla="*/ 30 h 78"/>
                <a:gd name="T94" fmla="*/ 72 w 72"/>
                <a:gd name="T95" fmla="*/ 3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2" h="78">
                  <a:moveTo>
                    <a:pt x="72" y="30"/>
                  </a:moveTo>
                  <a:lnTo>
                    <a:pt x="70" y="30"/>
                  </a:lnTo>
                  <a:lnTo>
                    <a:pt x="70" y="34"/>
                  </a:lnTo>
                  <a:lnTo>
                    <a:pt x="70" y="38"/>
                  </a:lnTo>
                  <a:lnTo>
                    <a:pt x="68" y="44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2" y="56"/>
                  </a:lnTo>
                  <a:lnTo>
                    <a:pt x="60" y="58"/>
                  </a:lnTo>
                  <a:lnTo>
                    <a:pt x="58" y="58"/>
                  </a:lnTo>
                  <a:lnTo>
                    <a:pt x="56" y="58"/>
                  </a:lnTo>
                  <a:lnTo>
                    <a:pt x="52" y="60"/>
                  </a:lnTo>
                  <a:lnTo>
                    <a:pt x="50" y="64"/>
                  </a:lnTo>
                  <a:lnTo>
                    <a:pt x="50" y="68"/>
                  </a:lnTo>
                  <a:lnTo>
                    <a:pt x="48" y="68"/>
                  </a:lnTo>
                  <a:lnTo>
                    <a:pt x="48" y="66"/>
                  </a:lnTo>
                  <a:lnTo>
                    <a:pt x="46" y="64"/>
                  </a:lnTo>
                  <a:lnTo>
                    <a:pt x="44" y="70"/>
                  </a:lnTo>
                  <a:lnTo>
                    <a:pt x="44" y="74"/>
                  </a:lnTo>
                  <a:lnTo>
                    <a:pt x="42" y="78"/>
                  </a:lnTo>
                  <a:lnTo>
                    <a:pt x="38" y="78"/>
                  </a:lnTo>
                  <a:lnTo>
                    <a:pt x="34" y="76"/>
                  </a:lnTo>
                  <a:lnTo>
                    <a:pt x="34" y="72"/>
                  </a:lnTo>
                  <a:lnTo>
                    <a:pt x="30" y="74"/>
                  </a:lnTo>
                  <a:lnTo>
                    <a:pt x="26" y="74"/>
                  </a:lnTo>
                  <a:lnTo>
                    <a:pt x="24" y="74"/>
                  </a:lnTo>
                  <a:lnTo>
                    <a:pt x="20" y="74"/>
                  </a:lnTo>
                  <a:lnTo>
                    <a:pt x="18" y="72"/>
                  </a:lnTo>
                  <a:lnTo>
                    <a:pt x="14" y="70"/>
                  </a:lnTo>
                  <a:lnTo>
                    <a:pt x="10" y="66"/>
                  </a:lnTo>
                  <a:lnTo>
                    <a:pt x="6" y="64"/>
                  </a:lnTo>
                  <a:lnTo>
                    <a:pt x="0" y="62"/>
                  </a:lnTo>
                  <a:lnTo>
                    <a:pt x="0" y="48"/>
                  </a:lnTo>
                  <a:lnTo>
                    <a:pt x="0" y="28"/>
                  </a:lnTo>
                  <a:lnTo>
                    <a:pt x="0" y="8"/>
                  </a:lnTo>
                  <a:lnTo>
                    <a:pt x="10" y="8"/>
                  </a:lnTo>
                  <a:lnTo>
                    <a:pt x="18" y="8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34" y="12"/>
                  </a:lnTo>
                  <a:lnTo>
                    <a:pt x="42" y="12"/>
                  </a:lnTo>
                  <a:lnTo>
                    <a:pt x="54" y="10"/>
                  </a:lnTo>
                  <a:lnTo>
                    <a:pt x="64" y="4"/>
                  </a:lnTo>
                  <a:lnTo>
                    <a:pt x="72" y="0"/>
                  </a:lnTo>
                  <a:lnTo>
                    <a:pt x="72" y="30"/>
                  </a:lnTo>
                  <a:lnTo>
                    <a:pt x="72" y="30"/>
                  </a:lnTo>
                  <a:lnTo>
                    <a:pt x="72" y="3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9" name="Freeform 74">
              <a:extLst>
                <a:ext uri="{FF2B5EF4-FFF2-40B4-BE49-F238E27FC236}">
                  <a16:creationId xmlns:a16="http://schemas.microsoft.com/office/drawing/2014/main" id="{0FC7B42C-C403-A1DF-AB0B-6F3B194434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" y="1743"/>
              <a:ext cx="72" cy="78"/>
            </a:xfrm>
            <a:custGeom>
              <a:avLst/>
              <a:gdLst>
                <a:gd name="T0" fmla="*/ 72 w 72"/>
                <a:gd name="T1" fmla="*/ 30 h 78"/>
                <a:gd name="T2" fmla="*/ 70 w 72"/>
                <a:gd name="T3" fmla="*/ 30 h 78"/>
                <a:gd name="T4" fmla="*/ 70 w 72"/>
                <a:gd name="T5" fmla="*/ 34 h 78"/>
                <a:gd name="T6" fmla="*/ 70 w 72"/>
                <a:gd name="T7" fmla="*/ 38 h 78"/>
                <a:gd name="T8" fmla="*/ 68 w 72"/>
                <a:gd name="T9" fmla="*/ 44 h 78"/>
                <a:gd name="T10" fmla="*/ 66 w 72"/>
                <a:gd name="T11" fmla="*/ 50 h 78"/>
                <a:gd name="T12" fmla="*/ 66 w 72"/>
                <a:gd name="T13" fmla="*/ 52 h 78"/>
                <a:gd name="T14" fmla="*/ 62 w 72"/>
                <a:gd name="T15" fmla="*/ 56 h 78"/>
                <a:gd name="T16" fmla="*/ 60 w 72"/>
                <a:gd name="T17" fmla="*/ 58 h 78"/>
                <a:gd name="T18" fmla="*/ 58 w 72"/>
                <a:gd name="T19" fmla="*/ 58 h 78"/>
                <a:gd name="T20" fmla="*/ 56 w 72"/>
                <a:gd name="T21" fmla="*/ 58 h 78"/>
                <a:gd name="T22" fmla="*/ 52 w 72"/>
                <a:gd name="T23" fmla="*/ 60 h 78"/>
                <a:gd name="T24" fmla="*/ 50 w 72"/>
                <a:gd name="T25" fmla="*/ 64 h 78"/>
                <a:gd name="T26" fmla="*/ 50 w 72"/>
                <a:gd name="T27" fmla="*/ 68 h 78"/>
                <a:gd name="T28" fmla="*/ 48 w 72"/>
                <a:gd name="T29" fmla="*/ 68 h 78"/>
                <a:gd name="T30" fmla="*/ 48 w 72"/>
                <a:gd name="T31" fmla="*/ 66 h 78"/>
                <a:gd name="T32" fmla="*/ 46 w 72"/>
                <a:gd name="T33" fmla="*/ 64 h 78"/>
                <a:gd name="T34" fmla="*/ 44 w 72"/>
                <a:gd name="T35" fmla="*/ 70 h 78"/>
                <a:gd name="T36" fmla="*/ 44 w 72"/>
                <a:gd name="T37" fmla="*/ 74 h 78"/>
                <a:gd name="T38" fmla="*/ 42 w 72"/>
                <a:gd name="T39" fmla="*/ 78 h 78"/>
                <a:gd name="T40" fmla="*/ 38 w 72"/>
                <a:gd name="T41" fmla="*/ 78 h 78"/>
                <a:gd name="T42" fmla="*/ 34 w 72"/>
                <a:gd name="T43" fmla="*/ 76 h 78"/>
                <a:gd name="T44" fmla="*/ 34 w 72"/>
                <a:gd name="T45" fmla="*/ 72 h 78"/>
                <a:gd name="T46" fmla="*/ 30 w 72"/>
                <a:gd name="T47" fmla="*/ 74 h 78"/>
                <a:gd name="T48" fmla="*/ 26 w 72"/>
                <a:gd name="T49" fmla="*/ 74 h 78"/>
                <a:gd name="T50" fmla="*/ 24 w 72"/>
                <a:gd name="T51" fmla="*/ 74 h 78"/>
                <a:gd name="T52" fmla="*/ 20 w 72"/>
                <a:gd name="T53" fmla="*/ 74 h 78"/>
                <a:gd name="T54" fmla="*/ 18 w 72"/>
                <a:gd name="T55" fmla="*/ 72 h 78"/>
                <a:gd name="T56" fmla="*/ 14 w 72"/>
                <a:gd name="T57" fmla="*/ 70 h 78"/>
                <a:gd name="T58" fmla="*/ 10 w 72"/>
                <a:gd name="T59" fmla="*/ 66 h 78"/>
                <a:gd name="T60" fmla="*/ 6 w 72"/>
                <a:gd name="T61" fmla="*/ 64 h 78"/>
                <a:gd name="T62" fmla="*/ 0 w 72"/>
                <a:gd name="T63" fmla="*/ 62 h 78"/>
                <a:gd name="T64" fmla="*/ 0 w 72"/>
                <a:gd name="T65" fmla="*/ 48 h 78"/>
                <a:gd name="T66" fmla="*/ 0 w 72"/>
                <a:gd name="T67" fmla="*/ 28 h 78"/>
                <a:gd name="T68" fmla="*/ 0 w 72"/>
                <a:gd name="T69" fmla="*/ 8 h 78"/>
                <a:gd name="T70" fmla="*/ 10 w 72"/>
                <a:gd name="T71" fmla="*/ 8 h 78"/>
                <a:gd name="T72" fmla="*/ 18 w 72"/>
                <a:gd name="T73" fmla="*/ 8 h 78"/>
                <a:gd name="T74" fmla="*/ 24 w 72"/>
                <a:gd name="T75" fmla="*/ 6 h 78"/>
                <a:gd name="T76" fmla="*/ 24 w 72"/>
                <a:gd name="T77" fmla="*/ 6 h 78"/>
                <a:gd name="T78" fmla="*/ 24 w 72"/>
                <a:gd name="T79" fmla="*/ 6 h 78"/>
                <a:gd name="T80" fmla="*/ 34 w 72"/>
                <a:gd name="T81" fmla="*/ 12 h 78"/>
                <a:gd name="T82" fmla="*/ 42 w 72"/>
                <a:gd name="T83" fmla="*/ 12 h 78"/>
                <a:gd name="T84" fmla="*/ 54 w 72"/>
                <a:gd name="T85" fmla="*/ 10 h 78"/>
                <a:gd name="T86" fmla="*/ 64 w 72"/>
                <a:gd name="T87" fmla="*/ 4 h 78"/>
                <a:gd name="T88" fmla="*/ 72 w 72"/>
                <a:gd name="T89" fmla="*/ 0 h 78"/>
                <a:gd name="T90" fmla="*/ 72 w 72"/>
                <a:gd name="T91" fmla="*/ 30 h 78"/>
                <a:gd name="T92" fmla="*/ 72 w 72"/>
                <a:gd name="T93" fmla="*/ 30 h 78"/>
                <a:gd name="T94" fmla="*/ 72 w 72"/>
                <a:gd name="T95" fmla="*/ 3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2" h="78">
                  <a:moveTo>
                    <a:pt x="72" y="30"/>
                  </a:moveTo>
                  <a:lnTo>
                    <a:pt x="70" y="30"/>
                  </a:lnTo>
                  <a:lnTo>
                    <a:pt x="70" y="34"/>
                  </a:lnTo>
                  <a:lnTo>
                    <a:pt x="70" y="38"/>
                  </a:lnTo>
                  <a:lnTo>
                    <a:pt x="68" y="44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2" y="56"/>
                  </a:lnTo>
                  <a:lnTo>
                    <a:pt x="60" y="58"/>
                  </a:lnTo>
                  <a:lnTo>
                    <a:pt x="58" y="58"/>
                  </a:lnTo>
                  <a:lnTo>
                    <a:pt x="56" y="58"/>
                  </a:lnTo>
                  <a:lnTo>
                    <a:pt x="52" y="60"/>
                  </a:lnTo>
                  <a:lnTo>
                    <a:pt x="50" y="64"/>
                  </a:lnTo>
                  <a:lnTo>
                    <a:pt x="50" y="68"/>
                  </a:lnTo>
                  <a:lnTo>
                    <a:pt x="48" y="68"/>
                  </a:lnTo>
                  <a:lnTo>
                    <a:pt x="48" y="66"/>
                  </a:lnTo>
                  <a:lnTo>
                    <a:pt x="46" y="64"/>
                  </a:lnTo>
                  <a:lnTo>
                    <a:pt x="44" y="70"/>
                  </a:lnTo>
                  <a:lnTo>
                    <a:pt x="44" y="74"/>
                  </a:lnTo>
                  <a:lnTo>
                    <a:pt x="42" y="78"/>
                  </a:lnTo>
                  <a:lnTo>
                    <a:pt x="38" y="78"/>
                  </a:lnTo>
                  <a:lnTo>
                    <a:pt x="34" y="76"/>
                  </a:lnTo>
                  <a:lnTo>
                    <a:pt x="34" y="72"/>
                  </a:lnTo>
                  <a:lnTo>
                    <a:pt x="30" y="74"/>
                  </a:lnTo>
                  <a:lnTo>
                    <a:pt x="26" y="74"/>
                  </a:lnTo>
                  <a:lnTo>
                    <a:pt x="24" y="74"/>
                  </a:lnTo>
                  <a:lnTo>
                    <a:pt x="20" y="74"/>
                  </a:lnTo>
                  <a:lnTo>
                    <a:pt x="18" y="72"/>
                  </a:lnTo>
                  <a:lnTo>
                    <a:pt x="14" y="70"/>
                  </a:lnTo>
                  <a:lnTo>
                    <a:pt x="10" y="66"/>
                  </a:lnTo>
                  <a:lnTo>
                    <a:pt x="6" y="64"/>
                  </a:lnTo>
                  <a:lnTo>
                    <a:pt x="0" y="62"/>
                  </a:lnTo>
                  <a:lnTo>
                    <a:pt x="0" y="48"/>
                  </a:lnTo>
                  <a:lnTo>
                    <a:pt x="0" y="28"/>
                  </a:lnTo>
                  <a:lnTo>
                    <a:pt x="0" y="8"/>
                  </a:lnTo>
                  <a:lnTo>
                    <a:pt x="10" y="8"/>
                  </a:lnTo>
                  <a:lnTo>
                    <a:pt x="18" y="8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34" y="12"/>
                  </a:lnTo>
                  <a:lnTo>
                    <a:pt x="42" y="12"/>
                  </a:lnTo>
                  <a:lnTo>
                    <a:pt x="54" y="10"/>
                  </a:lnTo>
                  <a:lnTo>
                    <a:pt x="64" y="4"/>
                  </a:lnTo>
                  <a:lnTo>
                    <a:pt x="72" y="0"/>
                  </a:lnTo>
                  <a:lnTo>
                    <a:pt x="72" y="30"/>
                  </a:lnTo>
                  <a:lnTo>
                    <a:pt x="72" y="30"/>
                  </a:lnTo>
                  <a:lnTo>
                    <a:pt x="72" y="30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0" name="Freeform 75">
              <a:extLst>
                <a:ext uri="{FF2B5EF4-FFF2-40B4-BE49-F238E27FC236}">
                  <a16:creationId xmlns:a16="http://schemas.microsoft.com/office/drawing/2014/main" id="{45863665-F7AB-BAE1-941C-192BD20A4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" y="1851"/>
              <a:ext cx="140" cy="66"/>
            </a:xfrm>
            <a:custGeom>
              <a:avLst/>
              <a:gdLst>
                <a:gd name="T0" fmla="*/ 138 w 140"/>
                <a:gd name="T1" fmla="*/ 8 h 66"/>
                <a:gd name="T2" fmla="*/ 140 w 140"/>
                <a:gd name="T3" fmla="*/ 30 h 66"/>
                <a:gd name="T4" fmla="*/ 140 w 140"/>
                <a:gd name="T5" fmla="*/ 50 h 66"/>
                <a:gd name="T6" fmla="*/ 140 w 140"/>
                <a:gd name="T7" fmla="*/ 66 h 66"/>
                <a:gd name="T8" fmla="*/ 132 w 140"/>
                <a:gd name="T9" fmla="*/ 62 h 66"/>
                <a:gd name="T10" fmla="*/ 128 w 140"/>
                <a:gd name="T11" fmla="*/ 60 h 66"/>
                <a:gd name="T12" fmla="*/ 124 w 140"/>
                <a:gd name="T13" fmla="*/ 62 h 66"/>
                <a:gd name="T14" fmla="*/ 118 w 140"/>
                <a:gd name="T15" fmla="*/ 62 h 66"/>
                <a:gd name="T16" fmla="*/ 116 w 140"/>
                <a:gd name="T17" fmla="*/ 62 h 66"/>
                <a:gd name="T18" fmla="*/ 112 w 140"/>
                <a:gd name="T19" fmla="*/ 64 h 66"/>
                <a:gd name="T20" fmla="*/ 110 w 140"/>
                <a:gd name="T21" fmla="*/ 64 h 66"/>
                <a:gd name="T22" fmla="*/ 108 w 140"/>
                <a:gd name="T23" fmla="*/ 64 h 66"/>
                <a:gd name="T24" fmla="*/ 102 w 140"/>
                <a:gd name="T25" fmla="*/ 64 h 66"/>
                <a:gd name="T26" fmla="*/ 98 w 140"/>
                <a:gd name="T27" fmla="*/ 62 h 66"/>
                <a:gd name="T28" fmla="*/ 96 w 140"/>
                <a:gd name="T29" fmla="*/ 64 h 66"/>
                <a:gd name="T30" fmla="*/ 92 w 140"/>
                <a:gd name="T31" fmla="*/ 62 h 66"/>
                <a:gd name="T32" fmla="*/ 88 w 140"/>
                <a:gd name="T33" fmla="*/ 60 h 66"/>
                <a:gd name="T34" fmla="*/ 82 w 140"/>
                <a:gd name="T35" fmla="*/ 62 h 66"/>
                <a:gd name="T36" fmla="*/ 80 w 140"/>
                <a:gd name="T37" fmla="*/ 56 h 66"/>
                <a:gd name="T38" fmla="*/ 72 w 140"/>
                <a:gd name="T39" fmla="*/ 58 h 66"/>
                <a:gd name="T40" fmla="*/ 68 w 140"/>
                <a:gd name="T41" fmla="*/ 56 h 66"/>
                <a:gd name="T42" fmla="*/ 62 w 140"/>
                <a:gd name="T43" fmla="*/ 54 h 66"/>
                <a:gd name="T44" fmla="*/ 60 w 140"/>
                <a:gd name="T45" fmla="*/ 50 h 66"/>
                <a:gd name="T46" fmla="*/ 56 w 140"/>
                <a:gd name="T47" fmla="*/ 52 h 66"/>
                <a:gd name="T48" fmla="*/ 52 w 140"/>
                <a:gd name="T49" fmla="*/ 50 h 66"/>
                <a:gd name="T50" fmla="*/ 48 w 140"/>
                <a:gd name="T51" fmla="*/ 48 h 66"/>
                <a:gd name="T52" fmla="*/ 48 w 140"/>
                <a:gd name="T53" fmla="*/ 28 h 66"/>
                <a:gd name="T54" fmla="*/ 48 w 140"/>
                <a:gd name="T55" fmla="*/ 10 h 66"/>
                <a:gd name="T56" fmla="*/ 32 w 140"/>
                <a:gd name="T57" fmla="*/ 10 h 66"/>
                <a:gd name="T58" fmla="*/ 16 w 140"/>
                <a:gd name="T59" fmla="*/ 10 h 66"/>
                <a:gd name="T60" fmla="*/ 0 w 140"/>
                <a:gd name="T61" fmla="*/ 10 h 66"/>
                <a:gd name="T62" fmla="*/ 0 w 140"/>
                <a:gd name="T63" fmla="*/ 0 h 66"/>
                <a:gd name="T64" fmla="*/ 14 w 140"/>
                <a:gd name="T65" fmla="*/ 0 h 66"/>
                <a:gd name="T66" fmla="*/ 30 w 140"/>
                <a:gd name="T67" fmla="*/ 0 h 66"/>
                <a:gd name="T68" fmla="*/ 46 w 140"/>
                <a:gd name="T69" fmla="*/ 0 h 66"/>
                <a:gd name="T70" fmla="*/ 64 w 140"/>
                <a:gd name="T71" fmla="*/ 0 h 66"/>
                <a:gd name="T72" fmla="*/ 94 w 140"/>
                <a:gd name="T73" fmla="*/ 0 h 66"/>
                <a:gd name="T74" fmla="*/ 122 w 140"/>
                <a:gd name="T75" fmla="*/ 0 h 66"/>
                <a:gd name="T76" fmla="*/ 138 w 140"/>
                <a:gd name="T77" fmla="*/ 0 h 66"/>
                <a:gd name="T78" fmla="*/ 138 w 140"/>
                <a:gd name="T79" fmla="*/ 0 h 66"/>
                <a:gd name="T80" fmla="*/ 138 w 140"/>
                <a:gd name="T81" fmla="*/ 8 h 66"/>
                <a:gd name="T82" fmla="*/ 138 w 140"/>
                <a:gd name="T83" fmla="*/ 8 h 66"/>
                <a:gd name="T84" fmla="*/ 138 w 140"/>
                <a:gd name="T85" fmla="*/ 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0" h="66">
                  <a:moveTo>
                    <a:pt x="138" y="8"/>
                  </a:moveTo>
                  <a:lnTo>
                    <a:pt x="140" y="30"/>
                  </a:lnTo>
                  <a:lnTo>
                    <a:pt x="140" y="50"/>
                  </a:lnTo>
                  <a:lnTo>
                    <a:pt x="140" y="66"/>
                  </a:lnTo>
                  <a:lnTo>
                    <a:pt x="132" y="62"/>
                  </a:lnTo>
                  <a:lnTo>
                    <a:pt x="128" y="60"/>
                  </a:lnTo>
                  <a:lnTo>
                    <a:pt x="124" y="62"/>
                  </a:lnTo>
                  <a:lnTo>
                    <a:pt x="118" y="62"/>
                  </a:lnTo>
                  <a:lnTo>
                    <a:pt x="116" y="62"/>
                  </a:lnTo>
                  <a:lnTo>
                    <a:pt x="112" y="64"/>
                  </a:lnTo>
                  <a:lnTo>
                    <a:pt x="110" y="64"/>
                  </a:lnTo>
                  <a:lnTo>
                    <a:pt x="108" y="64"/>
                  </a:lnTo>
                  <a:lnTo>
                    <a:pt x="102" y="64"/>
                  </a:lnTo>
                  <a:lnTo>
                    <a:pt x="98" y="62"/>
                  </a:lnTo>
                  <a:lnTo>
                    <a:pt x="96" y="64"/>
                  </a:lnTo>
                  <a:lnTo>
                    <a:pt x="92" y="62"/>
                  </a:lnTo>
                  <a:lnTo>
                    <a:pt x="88" y="60"/>
                  </a:lnTo>
                  <a:lnTo>
                    <a:pt x="82" y="62"/>
                  </a:lnTo>
                  <a:lnTo>
                    <a:pt x="80" y="56"/>
                  </a:lnTo>
                  <a:lnTo>
                    <a:pt x="72" y="58"/>
                  </a:lnTo>
                  <a:lnTo>
                    <a:pt x="68" y="56"/>
                  </a:lnTo>
                  <a:lnTo>
                    <a:pt x="62" y="54"/>
                  </a:lnTo>
                  <a:lnTo>
                    <a:pt x="60" y="50"/>
                  </a:lnTo>
                  <a:lnTo>
                    <a:pt x="56" y="52"/>
                  </a:lnTo>
                  <a:lnTo>
                    <a:pt x="52" y="50"/>
                  </a:lnTo>
                  <a:lnTo>
                    <a:pt x="48" y="48"/>
                  </a:lnTo>
                  <a:lnTo>
                    <a:pt x="48" y="28"/>
                  </a:lnTo>
                  <a:lnTo>
                    <a:pt x="48" y="10"/>
                  </a:lnTo>
                  <a:lnTo>
                    <a:pt x="32" y="10"/>
                  </a:lnTo>
                  <a:lnTo>
                    <a:pt x="16" y="1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4" y="0"/>
                  </a:lnTo>
                  <a:lnTo>
                    <a:pt x="30" y="0"/>
                  </a:lnTo>
                  <a:lnTo>
                    <a:pt x="46" y="0"/>
                  </a:lnTo>
                  <a:lnTo>
                    <a:pt x="64" y="0"/>
                  </a:lnTo>
                  <a:lnTo>
                    <a:pt x="94" y="0"/>
                  </a:lnTo>
                  <a:lnTo>
                    <a:pt x="122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8"/>
                  </a:lnTo>
                  <a:lnTo>
                    <a:pt x="138" y="8"/>
                  </a:lnTo>
                  <a:lnTo>
                    <a:pt x="138" y="8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1" name="Freeform 76">
              <a:extLst>
                <a:ext uri="{FF2B5EF4-FFF2-40B4-BE49-F238E27FC236}">
                  <a16:creationId xmlns:a16="http://schemas.microsoft.com/office/drawing/2014/main" id="{E091B645-58AA-9443-DFF1-25D1105C3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" y="1851"/>
              <a:ext cx="140" cy="66"/>
            </a:xfrm>
            <a:custGeom>
              <a:avLst/>
              <a:gdLst>
                <a:gd name="T0" fmla="*/ 138 w 140"/>
                <a:gd name="T1" fmla="*/ 8 h 66"/>
                <a:gd name="T2" fmla="*/ 140 w 140"/>
                <a:gd name="T3" fmla="*/ 30 h 66"/>
                <a:gd name="T4" fmla="*/ 140 w 140"/>
                <a:gd name="T5" fmla="*/ 50 h 66"/>
                <a:gd name="T6" fmla="*/ 140 w 140"/>
                <a:gd name="T7" fmla="*/ 66 h 66"/>
                <a:gd name="T8" fmla="*/ 132 w 140"/>
                <a:gd name="T9" fmla="*/ 62 h 66"/>
                <a:gd name="T10" fmla="*/ 128 w 140"/>
                <a:gd name="T11" fmla="*/ 60 h 66"/>
                <a:gd name="T12" fmla="*/ 124 w 140"/>
                <a:gd name="T13" fmla="*/ 62 h 66"/>
                <a:gd name="T14" fmla="*/ 118 w 140"/>
                <a:gd name="T15" fmla="*/ 62 h 66"/>
                <a:gd name="T16" fmla="*/ 116 w 140"/>
                <a:gd name="T17" fmla="*/ 62 h 66"/>
                <a:gd name="T18" fmla="*/ 112 w 140"/>
                <a:gd name="T19" fmla="*/ 64 h 66"/>
                <a:gd name="T20" fmla="*/ 110 w 140"/>
                <a:gd name="T21" fmla="*/ 64 h 66"/>
                <a:gd name="T22" fmla="*/ 108 w 140"/>
                <a:gd name="T23" fmla="*/ 64 h 66"/>
                <a:gd name="T24" fmla="*/ 102 w 140"/>
                <a:gd name="T25" fmla="*/ 64 h 66"/>
                <a:gd name="T26" fmla="*/ 98 w 140"/>
                <a:gd name="T27" fmla="*/ 62 h 66"/>
                <a:gd name="T28" fmla="*/ 96 w 140"/>
                <a:gd name="T29" fmla="*/ 64 h 66"/>
                <a:gd name="T30" fmla="*/ 92 w 140"/>
                <a:gd name="T31" fmla="*/ 62 h 66"/>
                <a:gd name="T32" fmla="*/ 88 w 140"/>
                <a:gd name="T33" fmla="*/ 60 h 66"/>
                <a:gd name="T34" fmla="*/ 82 w 140"/>
                <a:gd name="T35" fmla="*/ 62 h 66"/>
                <a:gd name="T36" fmla="*/ 80 w 140"/>
                <a:gd name="T37" fmla="*/ 56 h 66"/>
                <a:gd name="T38" fmla="*/ 72 w 140"/>
                <a:gd name="T39" fmla="*/ 58 h 66"/>
                <a:gd name="T40" fmla="*/ 68 w 140"/>
                <a:gd name="T41" fmla="*/ 56 h 66"/>
                <a:gd name="T42" fmla="*/ 62 w 140"/>
                <a:gd name="T43" fmla="*/ 54 h 66"/>
                <a:gd name="T44" fmla="*/ 60 w 140"/>
                <a:gd name="T45" fmla="*/ 50 h 66"/>
                <a:gd name="T46" fmla="*/ 56 w 140"/>
                <a:gd name="T47" fmla="*/ 52 h 66"/>
                <a:gd name="T48" fmla="*/ 52 w 140"/>
                <a:gd name="T49" fmla="*/ 50 h 66"/>
                <a:gd name="T50" fmla="*/ 48 w 140"/>
                <a:gd name="T51" fmla="*/ 48 h 66"/>
                <a:gd name="T52" fmla="*/ 48 w 140"/>
                <a:gd name="T53" fmla="*/ 28 h 66"/>
                <a:gd name="T54" fmla="*/ 48 w 140"/>
                <a:gd name="T55" fmla="*/ 10 h 66"/>
                <a:gd name="T56" fmla="*/ 32 w 140"/>
                <a:gd name="T57" fmla="*/ 10 h 66"/>
                <a:gd name="T58" fmla="*/ 16 w 140"/>
                <a:gd name="T59" fmla="*/ 10 h 66"/>
                <a:gd name="T60" fmla="*/ 0 w 140"/>
                <a:gd name="T61" fmla="*/ 10 h 66"/>
                <a:gd name="T62" fmla="*/ 0 w 140"/>
                <a:gd name="T63" fmla="*/ 0 h 66"/>
                <a:gd name="T64" fmla="*/ 14 w 140"/>
                <a:gd name="T65" fmla="*/ 0 h 66"/>
                <a:gd name="T66" fmla="*/ 30 w 140"/>
                <a:gd name="T67" fmla="*/ 0 h 66"/>
                <a:gd name="T68" fmla="*/ 46 w 140"/>
                <a:gd name="T69" fmla="*/ 0 h 66"/>
                <a:gd name="T70" fmla="*/ 64 w 140"/>
                <a:gd name="T71" fmla="*/ 0 h 66"/>
                <a:gd name="T72" fmla="*/ 94 w 140"/>
                <a:gd name="T73" fmla="*/ 0 h 66"/>
                <a:gd name="T74" fmla="*/ 122 w 140"/>
                <a:gd name="T75" fmla="*/ 0 h 66"/>
                <a:gd name="T76" fmla="*/ 138 w 140"/>
                <a:gd name="T77" fmla="*/ 0 h 66"/>
                <a:gd name="T78" fmla="*/ 138 w 140"/>
                <a:gd name="T79" fmla="*/ 0 h 66"/>
                <a:gd name="T80" fmla="*/ 138 w 140"/>
                <a:gd name="T81" fmla="*/ 8 h 66"/>
                <a:gd name="T82" fmla="*/ 138 w 140"/>
                <a:gd name="T83" fmla="*/ 8 h 66"/>
                <a:gd name="T84" fmla="*/ 138 w 140"/>
                <a:gd name="T85" fmla="*/ 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0" h="66">
                  <a:moveTo>
                    <a:pt x="138" y="8"/>
                  </a:moveTo>
                  <a:lnTo>
                    <a:pt x="140" y="30"/>
                  </a:lnTo>
                  <a:lnTo>
                    <a:pt x="140" y="50"/>
                  </a:lnTo>
                  <a:lnTo>
                    <a:pt x="140" y="66"/>
                  </a:lnTo>
                  <a:lnTo>
                    <a:pt x="132" y="62"/>
                  </a:lnTo>
                  <a:lnTo>
                    <a:pt x="128" y="60"/>
                  </a:lnTo>
                  <a:lnTo>
                    <a:pt x="124" y="62"/>
                  </a:lnTo>
                  <a:lnTo>
                    <a:pt x="118" y="62"/>
                  </a:lnTo>
                  <a:lnTo>
                    <a:pt x="116" y="62"/>
                  </a:lnTo>
                  <a:lnTo>
                    <a:pt x="112" y="64"/>
                  </a:lnTo>
                  <a:lnTo>
                    <a:pt x="110" y="64"/>
                  </a:lnTo>
                  <a:lnTo>
                    <a:pt x="108" y="64"/>
                  </a:lnTo>
                  <a:lnTo>
                    <a:pt x="102" y="64"/>
                  </a:lnTo>
                  <a:lnTo>
                    <a:pt x="98" y="62"/>
                  </a:lnTo>
                  <a:lnTo>
                    <a:pt x="96" y="64"/>
                  </a:lnTo>
                  <a:lnTo>
                    <a:pt x="92" y="62"/>
                  </a:lnTo>
                  <a:lnTo>
                    <a:pt x="88" y="60"/>
                  </a:lnTo>
                  <a:lnTo>
                    <a:pt x="82" y="62"/>
                  </a:lnTo>
                  <a:lnTo>
                    <a:pt x="80" y="56"/>
                  </a:lnTo>
                  <a:lnTo>
                    <a:pt x="72" y="58"/>
                  </a:lnTo>
                  <a:lnTo>
                    <a:pt x="68" y="56"/>
                  </a:lnTo>
                  <a:lnTo>
                    <a:pt x="62" y="54"/>
                  </a:lnTo>
                  <a:lnTo>
                    <a:pt x="60" y="50"/>
                  </a:lnTo>
                  <a:lnTo>
                    <a:pt x="56" y="52"/>
                  </a:lnTo>
                  <a:lnTo>
                    <a:pt x="52" y="50"/>
                  </a:lnTo>
                  <a:lnTo>
                    <a:pt x="48" y="48"/>
                  </a:lnTo>
                  <a:lnTo>
                    <a:pt x="48" y="28"/>
                  </a:lnTo>
                  <a:lnTo>
                    <a:pt x="48" y="10"/>
                  </a:lnTo>
                  <a:lnTo>
                    <a:pt x="32" y="10"/>
                  </a:lnTo>
                  <a:lnTo>
                    <a:pt x="16" y="1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4" y="0"/>
                  </a:lnTo>
                  <a:lnTo>
                    <a:pt x="30" y="0"/>
                  </a:lnTo>
                  <a:lnTo>
                    <a:pt x="46" y="0"/>
                  </a:lnTo>
                  <a:lnTo>
                    <a:pt x="64" y="0"/>
                  </a:lnTo>
                  <a:lnTo>
                    <a:pt x="94" y="0"/>
                  </a:lnTo>
                  <a:lnTo>
                    <a:pt x="122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8"/>
                  </a:lnTo>
                  <a:lnTo>
                    <a:pt x="138" y="8"/>
                  </a:lnTo>
                  <a:lnTo>
                    <a:pt x="138" y="8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2" name="Freeform 77">
              <a:extLst>
                <a:ext uri="{FF2B5EF4-FFF2-40B4-BE49-F238E27FC236}">
                  <a16:creationId xmlns:a16="http://schemas.microsoft.com/office/drawing/2014/main" id="{121707E8-176F-355A-5E0F-35B710203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" y="1645"/>
              <a:ext cx="134" cy="98"/>
            </a:xfrm>
            <a:custGeom>
              <a:avLst/>
              <a:gdLst>
                <a:gd name="T0" fmla="*/ 126 w 134"/>
                <a:gd name="T1" fmla="*/ 8 h 98"/>
                <a:gd name="T2" fmla="*/ 130 w 134"/>
                <a:gd name="T3" fmla="*/ 12 h 98"/>
                <a:gd name="T4" fmla="*/ 132 w 134"/>
                <a:gd name="T5" fmla="*/ 14 h 98"/>
                <a:gd name="T6" fmla="*/ 134 w 134"/>
                <a:gd name="T7" fmla="*/ 18 h 98"/>
                <a:gd name="T8" fmla="*/ 132 w 134"/>
                <a:gd name="T9" fmla="*/ 20 h 98"/>
                <a:gd name="T10" fmla="*/ 130 w 134"/>
                <a:gd name="T11" fmla="*/ 26 h 98"/>
                <a:gd name="T12" fmla="*/ 128 w 134"/>
                <a:gd name="T13" fmla="*/ 34 h 98"/>
                <a:gd name="T14" fmla="*/ 124 w 134"/>
                <a:gd name="T15" fmla="*/ 38 h 98"/>
                <a:gd name="T16" fmla="*/ 122 w 134"/>
                <a:gd name="T17" fmla="*/ 44 h 98"/>
                <a:gd name="T18" fmla="*/ 122 w 134"/>
                <a:gd name="T19" fmla="*/ 48 h 98"/>
                <a:gd name="T20" fmla="*/ 124 w 134"/>
                <a:gd name="T21" fmla="*/ 48 h 98"/>
                <a:gd name="T22" fmla="*/ 126 w 134"/>
                <a:gd name="T23" fmla="*/ 52 h 98"/>
                <a:gd name="T24" fmla="*/ 124 w 134"/>
                <a:gd name="T25" fmla="*/ 58 h 98"/>
                <a:gd name="T26" fmla="*/ 124 w 134"/>
                <a:gd name="T27" fmla="*/ 98 h 98"/>
                <a:gd name="T28" fmla="*/ 124 w 134"/>
                <a:gd name="T29" fmla="*/ 98 h 98"/>
                <a:gd name="T30" fmla="*/ 76 w 134"/>
                <a:gd name="T31" fmla="*/ 98 h 98"/>
                <a:gd name="T32" fmla="*/ 6 w 134"/>
                <a:gd name="T33" fmla="*/ 98 h 98"/>
                <a:gd name="T34" fmla="*/ 0 w 134"/>
                <a:gd name="T35" fmla="*/ 86 h 98"/>
                <a:gd name="T36" fmla="*/ 6 w 134"/>
                <a:gd name="T37" fmla="*/ 62 h 98"/>
                <a:gd name="T38" fmla="*/ 8 w 134"/>
                <a:gd name="T39" fmla="*/ 36 h 98"/>
                <a:gd name="T40" fmla="*/ 10 w 134"/>
                <a:gd name="T41" fmla="*/ 2 h 98"/>
                <a:gd name="T42" fmla="*/ 14 w 134"/>
                <a:gd name="T43" fmla="*/ 0 h 98"/>
                <a:gd name="T44" fmla="*/ 18 w 134"/>
                <a:gd name="T45" fmla="*/ 2 h 98"/>
                <a:gd name="T46" fmla="*/ 22 w 134"/>
                <a:gd name="T47" fmla="*/ 4 h 98"/>
                <a:gd name="T48" fmla="*/ 28 w 134"/>
                <a:gd name="T49" fmla="*/ 4 h 98"/>
                <a:gd name="T50" fmla="*/ 30 w 134"/>
                <a:gd name="T51" fmla="*/ 10 h 98"/>
                <a:gd name="T52" fmla="*/ 30 w 134"/>
                <a:gd name="T53" fmla="*/ 12 h 98"/>
                <a:gd name="T54" fmla="*/ 32 w 134"/>
                <a:gd name="T55" fmla="*/ 16 h 98"/>
                <a:gd name="T56" fmla="*/ 36 w 134"/>
                <a:gd name="T57" fmla="*/ 18 h 98"/>
                <a:gd name="T58" fmla="*/ 40 w 134"/>
                <a:gd name="T59" fmla="*/ 18 h 98"/>
                <a:gd name="T60" fmla="*/ 46 w 134"/>
                <a:gd name="T61" fmla="*/ 14 h 98"/>
                <a:gd name="T62" fmla="*/ 50 w 134"/>
                <a:gd name="T63" fmla="*/ 14 h 98"/>
                <a:gd name="T64" fmla="*/ 56 w 134"/>
                <a:gd name="T65" fmla="*/ 14 h 98"/>
                <a:gd name="T66" fmla="*/ 58 w 134"/>
                <a:gd name="T67" fmla="*/ 16 h 98"/>
                <a:gd name="T68" fmla="*/ 62 w 134"/>
                <a:gd name="T69" fmla="*/ 16 h 98"/>
                <a:gd name="T70" fmla="*/ 66 w 134"/>
                <a:gd name="T71" fmla="*/ 14 h 98"/>
                <a:gd name="T72" fmla="*/ 72 w 134"/>
                <a:gd name="T73" fmla="*/ 14 h 98"/>
                <a:gd name="T74" fmla="*/ 80 w 134"/>
                <a:gd name="T75" fmla="*/ 12 h 98"/>
                <a:gd name="T76" fmla="*/ 82 w 134"/>
                <a:gd name="T77" fmla="*/ 10 h 98"/>
                <a:gd name="T78" fmla="*/ 86 w 134"/>
                <a:gd name="T79" fmla="*/ 10 h 98"/>
                <a:gd name="T80" fmla="*/ 92 w 134"/>
                <a:gd name="T81" fmla="*/ 8 h 98"/>
                <a:gd name="T82" fmla="*/ 126 w 134"/>
                <a:gd name="T83" fmla="*/ 8 h 98"/>
                <a:gd name="T84" fmla="*/ 126 w 134"/>
                <a:gd name="T85" fmla="*/ 8 h 98"/>
                <a:gd name="T86" fmla="*/ 126 w 134"/>
                <a:gd name="T87" fmla="*/ 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4" h="98">
                  <a:moveTo>
                    <a:pt x="126" y="8"/>
                  </a:moveTo>
                  <a:lnTo>
                    <a:pt x="130" y="12"/>
                  </a:lnTo>
                  <a:lnTo>
                    <a:pt x="132" y="14"/>
                  </a:lnTo>
                  <a:lnTo>
                    <a:pt x="134" y="18"/>
                  </a:lnTo>
                  <a:lnTo>
                    <a:pt x="132" y="20"/>
                  </a:lnTo>
                  <a:lnTo>
                    <a:pt x="130" y="26"/>
                  </a:lnTo>
                  <a:lnTo>
                    <a:pt x="128" y="34"/>
                  </a:lnTo>
                  <a:lnTo>
                    <a:pt x="124" y="38"/>
                  </a:lnTo>
                  <a:lnTo>
                    <a:pt x="122" y="44"/>
                  </a:lnTo>
                  <a:lnTo>
                    <a:pt x="122" y="48"/>
                  </a:lnTo>
                  <a:lnTo>
                    <a:pt x="124" y="48"/>
                  </a:lnTo>
                  <a:lnTo>
                    <a:pt x="126" y="52"/>
                  </a:lnTo>
                  <a:lnTo>
                    <a:pt x="124" y="58"/>
                  </a:lnTo>
                  <a:lnTo>
                    <a:pt x="124" y="98"/>
                  </a:lnTo>
                  <a:lnTo>
                    <a:pt x="124" y="98"/>
                  </a:lnTo>
                  <a:lnTo>
                    <a:pt x="76" y="98"/>
                  </a:lnTo>
                  <a:lnTo>
                    <a:pt x="6" y="98"/>
                  </a:lnTo>
                  <a:lnTo>
                    <a:pt x="0" y="86"/>
                  </a:lnTo>
                  <a:lnTo>
                    <a:pt x="6" y="62"/>
                  </a:lnTo>
                  <a:lnTo>
                    <a:pt x="8" y="36"/>
                  </a:lnTo>
                  <a:lnTo>
                    <a:pt x="10" y="2"/>
                  </a:lnTo>
                  <a:lnTo>
                    <a:pt x="14" y="0"/>
                  </a:lnTo>
                  <a:lnTo>
                    <a:pt x="18" y="2"/>
                  </a:lnTo>
                  <a:lnTo>
                    <a:pt x="22" y="4"/>
                  </a:lnTo>
                  <a:lnTo>
                    <a:pt x="28" y="4"/>
                  </a:lnTo>
                  <a:lnTo>
                    <a:pt x="30" y="10"/>
                  </a:lnTo>
                  <a:lnTo>
                    <a:pt x="30" y="12"/>
                  </a:lnTo>
                  <a:lnTo>
                    <a:pt x="32" y="16"/>
                  </a:lnTo>
                  <a:lnTo>
                    <a:pt x="36" y="18"/>
                  </a:lnTo>
                  <a:lnTo>
                    <a:pt x="40" y="18"/>
                  </a:lnTo>
                  <a:lnTo>
                    <a:pt x="46" y="14"/>
                  </a:lnTo>
                  <a:lnTo>
                    <a:pt x="50" y="14"/>
                  </a:lnTo>
                  <a:lnTo>
                    <a:pt x="56" y="14"/>
                  </a:lnTo>
                  <a:lnTo>
                    <a:pt x="58" y="16"/>
                  </a:lnTo>
                  <a:lnTo>
                    <a:pt x="62" y="16"/>
                  </a:lnTo>
                  <a:lnTo>
                    <a:pt x="66" y="14"/>
                  </a:lnTo>
                  <a:lnTo>
                    <a:pt x="72" y="14"/>
                  </a:lnTo>
                  <a:lnTo>
                    <a:pt x="80" y="12"/>
                  </a:lnTo>
                  <a:lnTo>
                    <a:pt x="82" y="10"/>
                  </a:lnTo>
                  <a:lnTo>
                    <a:pt x="86" y="10"/>
                  </a:lnTo>
                  <a:lnTo>
                    <a:pt x="92" y="8"/>
                  </a:lnTo>
                  <a:lnTo>
                    <a:pt x="126" y="8"/>
                  </a:lnTo>
                  <a:lnTo>
                    <a:pt x="126" y="8"/>
                  </a:lnTo>
                  <a:lnTo>
                    <a:pt x="126" y="8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3" name="Freeform 78">
              <a:extLst>
                <a:ext uri="{FF2B5EF4-FFF2-40B4-BE49-F238E27FC236}">
                  <a16:creationId xmlns:a16="http://schemas.microsoft.com/office/drawing/2014/main" id="{D3526B8A-6F4E-8502-83ED-FA87BFBEE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" y="1645"/>
              <a:ext cx="134" cy="98"/>
            </a:xfrm>
            <a:custGeom>
              <a:avLst/>
              <a:gdLst>
                <a:gd name="T0" fmla="*/ 126 w 134"/>
                <a:gd name="T1" fmla="*/ 8 h 98"/>
                <a:gd name="T2" fmla="*/ 130 w 134"/>
                <a:gd name="T3" fmla="*/ 12 h 98"/>
                <a:gd name="T4" fmla="*/ 132 w 134"/>
                <a:gd name="T5" fmla="*/ 14 h 98"/>
                <a:gd name="T6" fmla="*/ 134 w 134"/>
                <a:gd name="T7" fmla="*/ 18 h 98"/>
                <a:gd name="T8" fmla="*/ 132 w 134"/>
                <a:gd name="T9" fmla="*/ 20 h 98"/>
                <a:gd name="T10" fmla="*/ 130 w 134"/>
                <a:gd name="T11" fmla="*/ 26 h 98"/>
                <a:gd name="T12" fmla="*/ 128 w 134"/>
                <a:gd name="T13" fmla="*/ 34 h 98"/>
                <a:gd name="T14" fmla="*/ 124 w 134"/>
                <a:gd name="T15" fmla="*/ 38 h 98"/>
                <a:gd name="T16" fmla="*/ 122 w 134"/>
                <a:gd name="T17" fmla="*/ 44 h 98"/>
                <a:gd name="T18" fmla="*/ 122 w 134"/>
                <a:gd name="T19" fmla="*/ 48 h 98"/>
                <a:gd name="T20" fmla="*/ 124 w 134"/>
                <a:gd name="T21" fmla="*/ 48 h 98"/>
                <a:gd name="T22" fmla="*/ 126 w 134"/>
                <a:gd name="T23" fmla="*/ 52 h 98"/>
                <a:gd name="T24" fmla="*/ 124 w 134"/>
                <a:gd name="T25" fmla="*/ 58 h 98"/>
                <a:gd name="T26" fmla="*/ 124 w 134"/>
                <a:gd name="T27" fmla="*/ 98 h 98"/>
                <a:gd name="T28" fmla="*/ 124 w 134"/>
                <a:gd name="T29" fmla="*/ 98 h 98"/>
                <a:gd name="T30" fmla="*/ 76 w 134"/>
                <a:gd name="T31" fmla="*/ 98 h 98"/>
                <a:gd name="T32" fmla="*/ 6 w 134"/>
                <a:gd name="T33" fmla="*/ 98 h 98"/>
                <a:gd name="T34" fmla="*/ 0 w 134"/>
                <a:gd name="T35" fmla="*/ 86 h 98"/>
                <a:gd name="T36" fmla="*/ 6 w 134"/>
                <a:gd name="T37" fmla="*/ 62 h 98"/>
                <a:gd name="T38" fmla="*/ 8 w 134"/>
                <a:gd name="T39" fmla="*/ 36 h 98"/>
                <a:gd name="T40" fmla="*/ 10 w 134"/>
                <a:gd name="T41" fmla="*/ 2 h 98"/>
                <a:gd name="T42" fmla="*/ 14 w 134"/>
                <a:gd name="T43" fmla="*/ 0 h 98"/>
                <a:gd name="T44" fmla="*/ 18 w 134"/>
                <a:gd name="T45" fmla="*/ 2 h 98"/>
                <a:gd name="T46" fmla="*/ 22 w 134"/>
                <a:gd name="T47" fmla="*/ 4 h 98"/>
                <a:gd name="T48" fmla="*/ 28 w 134"/>
                <a:gd name="T49" fmla="*/ 4 h 98"/>
                <a:gd name="T50" fmla="*/ 30 w 134"/>
                <a:gd name="T51" fmla="*/ 10 h 98"/>
                <a:gd name="T52" fmla="*/ 30 w 134"/>
                <a:gd name="T53" fmla="*/ 12 h 98"/>
                <a:gd name="T54" fmla="*/ 32 w 134"/>
                <a:gd name="T55" fmla="*/ 16 h 98"/>
                <a:gd name="T56" fmla="*/ 36 w 134"/>
                <a:gd name="T57" fmla="*/ 18 h 98"/>
                <a:gd name="T58" fmla="*/ 40 w 134"/>
                <a:gd name="T59" fmla="*/ 18 h 98"/>
                <a:gd name="T60" fmla="*/ 46 w 134"/>
                <a:gd name="T61" fmla="*/ 14 h 98"/>
                <a:gd name="T62" fmla="*/ 50 w 134"/>
                <a:gd name="T63" fmla="*/ 14 h 98"/>
                <a:gd name="T64" fmla="*/ 56 w 134"/>
                <a:gd name="T65" fmla="*/ 14 h 98"/>
                <a:gd name="T66" fmla="*/ 58 w 134"/>
                <a:gd name="T67" fmla="*/ 16 h 98"/>
                <a:gd name="T68" fmla="*/ 62 w 134"/>
                <a:gd name="T69" fmla="*/ 16 h 98"/>
                <a:gd name="T70" fmla="*/ 66 w 134"/>
                <a:gd name="T71" fmla="*/ 14 h 98"/>
                <a:gd name="T72" fmla="*/ 72 w 134"/>
                <a:gd name="T73" fmla="*/ 14 h 98"/>
                <a:gd name="T74" fmla="*/ 80 w 134"/>
                <a:gd name="T75" fmla="*/ 12 h 98"/>
                <a:gd name="T76" fmla="*/ 82 w 134"/>
                <a:gd name="T77" fmla="*/ 10 h 98"/>
                <a:gd name="T78" fmla="*/ 86 w 134"/>
                <a:gd name="T79" fmla="*/ 10 h 98"/>
                <a:gd name="T80" fmla="*/ 92 w 134"/>
                <a:gd name="T81" fmla="*/ 8 h 98"/>
                <a:gd name="T82" fmla="*/ 126 w 134"/>
                <a:gd name="T83" fmla="*/ 8 h 98"/>
                <a:gd name="T84" fmla="*/ 126 w 134"/>
                <a:gd name="T85" fmla="*/ 8 h 98"/>
                <a:gd name="T86" fmla="*/ 126 w 134"/>
                <a:gd name="T87" fmla="*/ 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4" h="98">
                  <a:moveTo>
                    <a:pt x="126" y="8"/>
                  </a:moveTo>
                  <a:lnTo>
                    <a:pt x="130" y="12"/>
                  </a:lnTo>
                  <a:lnTo>
                    <a:pt x="132" y="14"/>
                  </a:lnTo>
                  <a:lnTo>
                    <a:pt x="134" y="18"/>
                  </a:lnTo>
                  <a:lnTo>
                    <a:pt x="132" y="20"/>
                  </a:lnTo>
                  <a:lnTo>
                    <a:pt x="130" y="26"/>
                  </a:lnTo>
                  <a:lnTo>
                    <a:pt x="128" y="34"/>
                  </a:lnTo>
                  <a:lnTo>
                    <a:pt x="124" y="38"/>
                  </a:lnTo>
                  <a:lnTo>
                    <a:pt x="122" y="44"/>
                  </a:lnTo>
                  <a:lnTo>
                    <a:pt x="122" y="48"/>
                  </a:lnTo>
                  <a:lnTo>
                    <a:pt x="124" y="48"/>
                  </a:lnTo>
                  <a:lnTo>
                    <a:pt x="126" y="52"/>
                  </a:lnTo>
                  <a:lnTo>
                    <a:pt x="124" y="58"/>
                  </a:lnTo>
                  <a:lnTo>
                    <a:pt x="124" y="98"/>
                  </a:lnTo>
                  <a:lnTo>
                    <a:pt x="124" y="98"/>
                  </a:lnTo>
                  <a:lnTo>
                    <a:pt x="76" y="98"/>
                  </a:lnTo>
                  <a:lnTo>
                    <a:pt x="6" y="98"/>
                  </a:lnTo>
                  <a:lnTo>
                    <a:pt x="0" y="86"/>
                  </a:lnTo>
                  <a:lnTo>
                    <a:pt x="6" y="62"/>
                  </a:lnTo>
                  <a:lnTo>
                    <a:pt x="8" y="36"/>
                  </a:lnTo>
                  <a:lnTo>
                    <a:pt x="10" y="2"/>
                  </a:lnTo>
                  <a:lnTo>
                    <a:pt x="14" y="0"/>
                  </a:lnTo>
                  <a:lnTo>
                    <a:pt x="18" y="2"/>
                  </a:lnTo>
                  <a:lnTo>
                    <a:pt x="22" y="4"/>
                  </a:lnTo>
                  <a:lnTo>
                    <a:pt x="28" y="4"/>
                  </a:lnTo>
                  <a:lnTo>
                    <a:pt x="30" y="10"/>
                  </a:lnTo>
                  <a:lnTo>
                    <a:pt x="30" y="12"/>
                  </a:lnTo>
                  <a:lnTo>
                    <a:pt x="32" y="16"/>
                  </a:lnTo>
                  <a:lnTo>
                    <a:pt x="36" y="18"/>
                  </a:lnTo>
                  <a:lnTo>
                    <a:pt x="40" y="18"/>
                  </a:lnTo>
                  <a:lnTo>
                    <a:pt x="46" y="14"/>
                  </a:lnTo>
                  <a:lnTo>
                    <a:pt x="50" y="14"/>
                  </a:lnTo>
                  <a:lnTo>
                    <a:pt x="56" y="14"/>
                  </a:lnTo>
                  <a:lnTo>
                    <a:pt x="58" y="16"/>
                  </a:lnTo>
                  <a:lnTo>
                    <a:pt x="62" y="16"/>
                  </a:lnTo>
                  <a:lnTo>
                    <a:pt x="66" y="14"/>
                  </a:lnTo>
                  <a:lnTo>
                    <a:pt x="72" y="14"/>
                  </a:lnTo>
                  <a:lnTo>
                    <a:pt x="80" y="12"/>
                  </a:lnTo>
                  <a:lnTo>
                    <a:pt x="82" y="10"/>
                  </a:lnTo>
                  <a:lnTo>
                    <a:pt x="86" y="10"/>
                  </a:lnTo>
                  <a:lnTo>
                    <a:pt x="92" y="8"/>
                  </a:lnTo>
                  <a:lnTo>
                    <a:pt x="126" y="8"/>
                  </a:lnTo>
                  <a:lnTo>
                    <a:pt x="126" y="8"/>
                  </a:lnTo>
                  <a:lnTo>
                    <a:pt x="126" y="8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4" name="Freeform 79">
              <a:extLst>
                <a:ext uri="{FF2B5EF4-FFF2-40B4-BE49-F238E27FC236}">
                  <a16:creationId xmlns:a16="http://schemas.microsoft.com/office/drawing/2014/main" id="{A9AF73FF-BC78-91EE-F063-2CF8647CA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" y="1737"/>
              <a:ext cx="96" cy="56"/>
            </a:xfrm>
            <a:custGeom>
              <a:avLst/>
              <a:gdLst>
                <a:gd name="T0" fmla="*/ 96 w 96"/>
                <a:gd name="T1" fmla="*/ 20 h 56"/>
                <a:gd name="T2" fmla="*/ 94 w 96"/>
                <a:gd name="T3" fmla="*/ 22 h 56"/>
                <a:gd name="T4" fmla="*/ 90 w 96"/>
                <a:gd name="T5" fmla="*/ 26 h 56"/>
                <a:gd name="T6" fmla="*/ 88 w 96"/>
                <a:gd name="T7" fmla="*/ 28 h 56"/>
                <a:gd name="T8" fmla="*/ 90 w 96"/>
                <a:gd name="T9" fmla="*/ 32 h 56"/>
                <a:gd name="T10" fmla="*/ 88 w 96"/>
                <a:gd name="T11" fmla="*/ 34 h 56"/>
                <a:gd name="T12" fmla="*/ 88 w 96"/>
                <a:gd name="T13" fmla="*/ 38 h 56"/>
                <a:gd name="T14" fmla="*/ 90 w 96"/>
                <a:gd name="T15" fmla="*/ 38 h 56"/>
                <a:gd name="T16" fmla="*/ 90 w 96"/>
                <a:gd name="T17" fmla="*/ 40 h 56"/>
                <a:gd name="T18" fmla="*/ 94 w 96"/>
                <a:gd name="T19" fmla="*/ 46 h 56"/>
                <a:gd name="T20" fmla="*/ 92 w 96"/>
                <a:gd name="T21" fmla="*/ 48 h 56"/>
                <a:gd name="T22" fmla="*/ 88 w 96"/>
                <a:gd name="T23" fmla="*/ 50 h 56"/>
                <a:gd name="T24" fmla="*/ 88 w 96"/>
                <a:gd name="T25" fmla="*/ 52 h 56"/>
                <a:gd name="T26" fmla="*/ 84 w 96"/>
                <a:gd name="T27" fmla="*/ 54 h 56"/>
                <a:gd name="T28" fmla="*/ 80 w 96"/>
                <a:gd name="T29" fmla="*/ 54 h 56"/>
                <a:gd name="T30" fmla="*/ 80 w 96"/>
                <a:gd name="T31" fmla="*/ 54 h 56"/>
                <a:gd name="T32" fmla="*/ 78 w 96"/>
                <a:gd name="T33" fmla="*/ 56 h 56"/>
                <a:gd name="T34" fmla="*/ 64 w 96"/>
                <a:gd name="T35" fmla="*/ 56 h 56"/>
                <a:gd name="T36" fmla="*/ 50 w 96"/>
                <a:gd name="T37" fmla="*/ 56 h 56"/>
                <a:gd name="T38" fmla="*/ 38 w 96"/>
                <a:gd name="T39" fmla="*/ 56 h 56"/>
                <a:gd name="T40" fmla="*/ 32 w 96"/>
                <a:gd name="T41" fmla="*/ 56 h 56"/>
                <a:gd name="T42" fmla="*/ 16 w 96"/>
                <a:gd name="T43" fmla="*/ 56 h 56"/>
                <a:gd name="T44" fmla="*/ 0 w 96"/>
                <a:gd name="T45" fmla="*/ 56 h 56"/>
                <a:gd name="T46" fmla="*/ 0 w 96"/>
                <a:gd name="T47" fmla="*/ 36 h 56"/>
                <a:gd name="T48" fmla="*/ 0 w 96"/>
                <a:gd name="T49" fmla="*/ 8 h 56"/>
                <a:gd name="T50" fmla="*/ 0 w 96"/>
                <a:gd name="T51" fmla="*/ 8 h 56"/>
                <a:gd name="T52" fmla="*/ 12 w 96"/>
                <a:gd name="T53" fmla="*/ 0 h 56"/>
                <a:gd name="T54" fmla="*/ 12 w 96"/>
                <a:gd name="T55" fmla="*/ 0 h 56"/>
                <a:gd name="T56" fmla="*/ 12 w 96"/>
                <a:gd name="T57" fmla="*/ 8 h 56"/>
                <a:gd name="T58" fmla="*/ 38 w 96"/>
                <a:gd name="T59" fmla="*/ 8 h 56"/>
                <a:gd name="T60" fmla="*/ 62 w 96"/>
                <a:gd name="T61" fmla="*/ 8 h 56"/>
                <a:gd name="T62" fmla="*/ 84 w 96"/>
                <a:gd name="T63" fmla="*/ 8 h 56"/>
                <a:gd name="T64" fmla="*/ 88 w 96"/>
                <a:gd name="T65" fmla="*/ 10 h 56"/>
                <a:gd name="T66" fmla="*/ 90 w 96"/>
                <a:gd name="T67" fmla="*/ 12 h 56"/>
                <a:gd name="T68" fmla="*/ 90 w 96"/>
                <a:gd name="T69" fmla="*/ 14 h 56"/>
                <a:gd name="T70" fmla="*/ 90 w 96"/>
                <a:gd name="T71" fmla="*/ 18 h 56"/>
                <a:gd name="T72" fmla="*/ 94 w 96"/>
                <a:gd name="T73" fmla="*/ 20 h 56"/>
                <a:gd name="T74" fmla="*/ 96 w 96"/>
                <a:gd name="T75" fmla="*/ 20 h 56"/>
                <a:gd name="T76" fmla="*/ 96 w 96"/>
                <a:gd name="T77" fmla="*/ 20 h 56"/>
                <a:gd name="T78" fmla="*/ 96 w 96"/>
                <a:gd name="T79" fmla="*/ 2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96" h="56">
                  <a:moveTo>
                    <a:pt x="96" y="20"/>
                  </a:moveTo>
                  <a:lnTo>
                    <a:pt x="94" y="22"/>
                  </a:lnTo>
                  <a:lnTo>
                    <a:pt x="90" y="26"/>
                  </a:lnTo>
                  <a:lnTo>
                    <a:pt x="88" y="28"/>
                  </a:lnTo>
                  <a:lnTo>
                    <a:pt x="90" y="32"/>
                  </a:lnTo>
                  <a:lnTo>
                    <a:pt x="88" y="34"/>
                  </a:lnTo>
                  <a:lnTo>
                    <a:pt x="88" y="38"/>
                  </a:lnTo>
                  <a:lnTo>
                    <a:pt x="90" y="38"/>
                  </a:lnTo>
                  <a:lnTo>
                    <a:pt x="90" y="40"/>
                  </a:lnTo>
                  <a:lnTo>
                    <a:pt x="94" y="46"/>
                  </a:lnTo>
                  <a:lnTo>
                    <a:pt x="92" y="48"/>
                  </a:lnTo>
                  <a:lnTo>
                    <a:pt x="88" y="50"/>
                  </a:lnTo>
                  <a:lnTo>
                    <a:pt x="88" y="52"/>
                  </a:lnTo>
                  <a:lnTo>
                    <a:pt x="84" y="54"/>
                  </a:lnTo>
                  <a:lnTo>
                    <a:pt x="80" y="54"/>
                  </a:lnTo>
                  <a:lnTo>
                    <a:pt x="80" y="54"/>
                  </a:lnTo>
                  <a:lnTo>
                    <a:pt x="78" y="56"/>
                  </a:lnTo>
                  <a:lnTo>
                    <a:pt x="64" y="56"/>
                  </a:lnTo>
                  <a:lnTo>
                    <a:pt x="50" y="56"/>
                  </a:lnTo>
                  <a:lnTo>
                    <a:pt x="38" y="56"/>
                  </a:lnTo>
                  <a:lnTo>
                    <a:pt x="32" y="56"/>
                  </a:lnTo>
                  <a:lnTo>
                    <a:pt x="16" y="56"/>
                  </a:lnTo>
                  <a:lnTo>
                    <a:pt x="0" y="56"/>
                  </a:lnTo>
                  <a:lnTo>
                    <a:pt x="0" y="36"/>
                  </a:lnTo>
                  <a:lnTo>
                    <a:pt x="0" y="8"/>
                  </a:lnTo>
                  <a:lnTo>
                    <a:pt x="0" y="8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8"/>
                  </a:lnTo>
                  <a:lnTo>
                    <a:pt x="38" y="8"/>
                  </a:lnTo>
                  <a:lnTo>
                    <a:pt x="62" y="8"/>
                  </a:lnTo>
                  <a:lnTo>
                    <a:pt x="84" y="8"/>
                  </a:lnTo>
                  <a:lnTo>
                    <a:pt x="88" y="10"/>
                  </a:lnTo>
                  <a:lnTo>
                    <a:pt x="90" y="12"/>
                  </a:lnTo>
                  <a:lnTo>
                    <a:pt x="90" y="14"/>
                  </a:lnTo>
                  <a:lnTo>
                    <a:pt x="90" y="18"/>
                  </a:lnTo>
                  <a:lnTo>
                    <a:pt x="94" y="20"/>
                  </a:lnTo>
                  <a:lnTo>
                    <a:pt x="96" y="20"/>
                  </a:lnTo>
                  <a:lnTo>
                    <a:pt x="96" y="20"/>
                  </a:lnTo>
                  <a:lnTo>
                    <a:pt x="96" y="2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5" name="Freeform 80">
              <a:extLst>
                <a:ext uri="{FF2B5EF4-FFF2-40B4-BE49-F238E27FC236}">
                  <a16:creationId xmlns:a16="http://schemas.microsoft.com/office/drawing/2014/main" id="{FA66E484-60D8-AE93-3462-AE4217AF8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" y="1737"/>
              <a:ext cx="96" cy="56"/>
            </a:xfrm>
            <a:custGeom>
              <a:avLst/>
              <a:gdLst>
                <a:gd name="T0" fmla="*/ 96 w 96"/>
                <a:gd name="T1" fmla="*/ 20 h 56"/>
                <a:gd name="T2" fmla="*/ 94 w 96"/>
                <a:gd name="T3" fmla="*/ 22 h 56"/>
                <a:gd name="T4" fmla="*/ 90 w 96"/>
                <a:gd name="T5" fmla="*/ 26 h 56"/>
                <a:gd name="T6" fmla="*/ 88 w 96"/>
                <a:gd name="T7" fmla="*/ 28 h 56"/>
                <a:gd name="T8" fmla="*/ 90 w 96"/>
                <a:gd name="T9" fmla="*/ 32 h 56"/>
                <a:gd name="T10" fmla="*/ 88 w 96"/>
                <a:gd name="T11" fmla="*/ 34 h 56"/>
                <a:gd name="T12" fmla="*/ 88 w 96"/>
                <a:gd name="T13" fmla="*/ 38 h 56"/>
                <a:gd name="T14" fmla="*/ 90 w 96"/>
                <a:gd name="T15" fmla="*/ 38 h 56"/>
                <a:gd name="T16" fmla="*/ 90 w 96"/>
                <a:gd name="T17" fmla="*/ 40 h 56"/>
                <a:gd name="T18" fmla="*/ 94 w 96"/>
                <a:gd name="T19" fmla="*/ 46 h 56"/>
                <a:gd name="T20" fmla="*/ 92 w 96"/>
                <a:gd name="T21" fmla="*/ 48 h 56"/>
                <a:gd name="T22" fmla="*/ 88 w 96"/>
                <a:gd name="T23" fmla="*/ 50 h 56"/>
                <a:gd name="T24" fmla="*/ 88 w 96"/>
                <a:gd name="T25" fmla="*/ 52 h 56"/>
                <a:gd name="T26" fmla="*/ 84 w 96"/>
                <a:gd name="T27" fmla="*/ 54 h 56"/>
                <a:gd name="T28" fmla="*/ 80 w 96"/>
                <a:gd name="T29" fmla="*/ 54 h 56"/>
                <a:gd name="T30" fmla="*/ 80 w 96"/>
                <a:gd name="T31" fmla="*/ 54 h 56"/>
                <a:gd name="T32" fmla="*/ 78 w 96"/>
                <a:gd name="T33" fmla="*/ 56 h 56"/>
                <a:gd name="T34" fmla="*/ 64 w 96"/>
                <a:gd name="T35" fmla="*/ 56 h 56"/>
                <a:gd name="T36" fmla="*/ 50 w 96"/>
                <a:gd name="T37" fmla="*/ 56 h 56"/>
                <a:gd name="T38" fmla="*/ 38 w 96"/>
                <a:gd name="T39" fmla="*/ 56 h 56"/>
                <a:gd name="T40" fmla="*/ 32 w 96"/>
                <a:gd name="T41" fmla="*/ 56 h 56"/>
                <a:gd name="T42" fmla="*/ 16 w 96"/>
                <a:gd name="T43" fmla="*/ 56 h 56"/>
                <a:gd name="T44" fmla="*/ 0 w 96"/>
                <a:gd name="T45" fmla="*/ 56 h 56"/>
                <a:gd name="T46" fmla="*/ 0 w 96"/>
                <a:gd name="T47" fmla="*/ 36 h 56"/>
                <a:gd name="T48" fmla="*/ 0 w 96"/>
                <a:gd name="T49" fmla="*/ 8 h 56"/>
                <a:gd name="T50" fmla="*/ 0 w 96"/>
                <a:gd name="T51" fmla="*/ 8 h 56"/>
                <a:gd name="T52" fmla="*/ 12 w 96"/>
                <a:gd name="T53" fmla="*/ 0 h 56"/>
                <a:gd name="T54" fmla="*/ 12 w 96"/>
                <a:gd name="T55" fmla="*/ 0 h 56"/>
                <a:gd name="T56" fmla="*/ 12 w 96"/>
                <a:gd name="T57" fmla="*/ 8 h 56"/>
                <a:gd name="T58" fmla="*/ 38 w 96"/>
                <a:gd name="T59" fmla="*/ 8 h 56"/>
                <a:gd name="T60" fmla="*/ 62 w 96"/>
                <a:gd name="T61" fmla="*/ 8 h 56"/>
                <a:gd name="T62" fmla="*/ 84 w 96"/>
                <a:gd name="T63" fmla="*/ 8 h 56"/>
                <a:gd name="T64" fmla="*/ 88 w 96"/>
                <a:gd name="T65" fmla="*/ 10 h 56"/>
                <a:gd name="T66" fmla="*/ 90 w 96"/>
                <a:gd name="T67" fmla="*/ 12 h 56"/>
                <a:gd name="T68" fmla="*/ 90 w 96"/>
                <a:gd name="T69" fmla="*/ 14 h 56"/>
                <a:gd name="T70" fmla="*/ 90 w 96"/>
                <a:gd name="T71" fmla="*/ 18 h 56"/>
                <a:gd name="T72" fmla="*/ 94 w 96"/>
                <a:gd name="T73" fmla="*/ 20 h 56"/>
                <a:gd name="T74" fmla="*/ 96 w 96"/>
                <a:gd name="T75" fmla="*/ 20 h 56"/>
                <a:gd name="T76" fmla="*/ 96 w 96"/>
                <a:gd name="T77" fmla="*/ 20 h 56"/>
                <a:gd name="T78" fmla="*/ 96 w 96"/>
                <a:gd name="T79" fmla="*/ 2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96" h="56">
                  <a:moveTo>
                    <a:pt x="96" y="20"/>
                  </a:moveTo>
                  <a:lnTo>
                    <a:pt x="94" y="22"/>
                  </a:lnTo>
                  <a:lnTo>
                    <a:pt x="90" y="26"/>
                  </a:lnTo>
                  <a:lnTo>
                    <a:pt x="88" y="28"/>
                  </a:lnTo>
                  <a:lnTo>
                    <a:pt x="90" y="32"/>
                  </a:lnTo>
                  <a:lnTo>
                    <a:pt x="88" y="34"/>
                  </a:lnTo>
                  <a:lnTo>
                    <a:pt x="88" y="38"/>
                  </a:lnTo>
                  <a:lnTo>
                    <a:pt x="90" y="38"/>
                  </a:lnTo>
                  <a:lnTo>
                    <a:pt x="90" y="40"/>
                  </a:lnTo>
                  <a:lnTo>
                    <a:pt x="94" y="46"/>
                  </a:lnTo>
                  <a:lnTo>
                    <a:pt x="92" y="48"/>
                  </a:lnTo>
                  <a:lnTo>
                    <a:pt x="88" y="50"/>
                  </a:lnTo>
                  <a:lnTo>
                    <a:pt x="88" y="52"/>
                  </a:lnTo>
                  <a:lnTo>
                    <a:pt x="84" y="54"/>
                  </a:lnTo>
                  <a:lnTo>
                    <a:pt x="80" y="54"/>
                  </a:lnTo>
                  <a:lnTo>
                    <a:pt x="80" y="54"/>
                  </a:lnTo>
                  <a:lnTo>
                    <a:pt x="78" y="56"/>
                  </a:lnTo>
                  <a:lnTo>
                    <a:pt x="64" y="56"/>
                  </a:lnTo>
                  <a:lnTo>
                    <a:pt x="50" y="56"/>
                  </a:lnTo>
                  <a:lnTo>
                    <a:pt x="38" y="56"/>
                  </a:lnTo>
                  <a:lnTo>
                    <a:pt x="32" y="56"/>
                  </a:lnTo>
                  <a:lnTo>
                    <a:pt x="16" y="56"/>
                  </a:lnTo>
                  <a:lnTo>
                    <a:pt x="0" y="56"/>
                  </a:lnTo>
                  <a:lnTo>
                    <a:pt x="0" y="36"/>
                  </a:lnTo>
                  <a:lnTo>
                    <a:pt x="0" y="8"/>
                  </a:lnTo>
                  <a:lnTo>
                    <a:pt x="0" y="8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8"/>
                  </a:lnTo>
                  <a:lnTo>
                    <a:pt x="38" y="8"/>
                  </a:lnTo>
                  <a:lnTo>
                    <a:pt x="62" y="8"/>
                  </a:lnTo>
                  <a:lnTo>
                    <a:pt x="84" y="8"/>
                  </a:lnTo>
                  <a:lnTo>
                    <a:pt x="88" y="10"/>
                  </a:lnTo>
                  <a:lnTo>
                    <a:pt x="90" y="12"/>
                  </a:lnTo>
                  <a:lnTo>
                    <a:pt x="90" y="14"/>
                  </a:lnTo>
                  <a:lnTo>
                    <a:pt x="90" y="18"/>
                  </a:lnTo>
                  <a:lnTo>
                    <a:pt x="94" y="20"/>
                  </a:lnTo>
                  <a:lnTo>
                    <a:pt x="96" y="20"/>
                  </a:lnTo>
                  <a:lnTo>
                    <a:pt x="96" y="20"/>
                  </a:lnTo>
                  <a:lnTo>
                    <a:pt x="96" y="20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6" name="Freeform 81">
              <a:extLst>
                <a:ext uri="{FF2B5EF4-FFF2-40B4-BE49-F238E27FC236}">
                  <a16:creationId xmlns:a16="http://schemas.microsoft.com/office/drawing/2014/main" id="{B6BE0C4D-CF3E-FD51-7FFA-249336C37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1" y="1743"/>
              <a:ext cx="12" cy="16"/>
            </a:xfrm>
            <a:custGeom>
              <a:avLst/>
              <a:gdLst>
                <a:gd name="T0" fmla="*/ 12 w 12"/>
                <a:gd name="T1" fmla="*/ 12 h 16"/>
                <a:gd name="T2" fmla="*/ 0 w 12"/>
                <a:gd name="T3" fmla="*/ 16 h 16"/>
                <a:gd name="T4" fmla="*/ 0 w 12"/>
                <a:gd name="T5" fmla="*/ 12 h 16"/>
                <a:gd name="T6" fmla="*/ 0 w 12"/>
                <a:gd name="T7" fmla="*/ 0 h 16"/>
                <a:gd name="T8" fmla="*/ 8 w 12"/>
                <a:gd name="T9" fmla="*/ 0 h 16"/>
                <a:gd name="T10" fmla="*/ 10 w 12"/>
                <a:gd name="T11" fmla="*/ 6 h 16"/>
                <a:gd name="T12" fmla="*/ 12 w 12"/>
                <a:gd name="T13" fmla="*/ 8 h 16"/>
                <a:gd name="T14" fmla="*/ 12 w 12"/>
                <a:gd name="T15" fmla="*/ 12 h 16"/>
                <a:gd name="T16" fmla="*/ 12 w 12"/>
                <a:gd name="T17" fmla="*/ 12 h 16"/>
                <a:gd name="T18" fmla="*/ 12 w 12"/>
                <a:gd name="T1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6">
                  <a:moveTo>
                    <a:pt x="12" y="12"/>
                  </a:moveTo>
                  <a:lnTo>
                    <a:pt x="0" y="1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8" y="0"/>
                  </a:lnTo>
                  <a:lnTo>
                    <a:pt x="10" y="6"/>
                  </a:lnTo>
                  <a:lnTo>
                    <a:pt x="12" y="8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2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7" name="Freeform 82">
              <a:extLst>
                <a:ext uri="{FF2B5EF4-FFF2-40B4-BE49-F238E27FC236}">
                  <a16:creationId xmlns:a16="http://schemas.microsoft.com/office/drawing/2014/main" id="{C3AE64E1-461A-2799-0770-17FDBD071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1" y="1743"/>
              <a:ext cx="12" cy="16"/>
            </a:xfrm>
            <a:custGeom>
              <a:avLst/>
              <a:gdLst>
                <a:gd name="T0" fmla="*/ 12 w 12"/>
                <a:gd name="T1" fmla="*/ 12 h 16"/>
                <a:gd name="T2" fmla="*/ 0 w 12"/>
                <a:gd name="T3" fmla="*/ 16 h 16"/>
                <a:gd name="T4" fmla="*/ 0 w 12"/>
                <a:gd name="T5" fmla="*/ 12 h 16"/>
                <a:gd name="T6" fmla="*/ 0 w 12"/>
                <a:gd name="T7" fmla="*/ 0 h 16"/>
                <a:gd name="T8" fmla="*/ 8 w 12"/>
                <a:gd name="T9" fmla="*/ 0 h 16"/>
                <a:gd name="T10" fmla="*/ 10 w 12"/>
                <a:gd name="T11" fmla="*/ 6 h 16"/>
                <a:gd name="T12" fmla="*/ 12 w 12"/>
                <a:gd name="T13" fmla="*/ 8 h 16"/>
                <a:gd name="T14" fmla="*/ 12 w 12"/>
                <a:gd name="T15" fmla="*/ 12 h 16"/>
                <a:gd name="T16" fmla="*/ 12 w 12"/>
                <a:gd name="T17" fmla="*/ 12 h 16"/>
                <a:gd name="T18" fmla="*/ 12 w 12"/>
                <a:gd name="T1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6">
                  <a:moveTo>
                    <a:pt x="12" y="12"/>
                  </a:moveTo>
                  <a:lnTo>
                    <a:pt x="0" y="1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8" y="0"/>
                  </a:lnTo>
                  <a:lnTo>
                    <a:pt x="10" y="6"/>
                  </a:lnTo>
                  <a:lnTo>
                    <a:pt x="12" y="8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2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8" name="Freeform 83">
              <a:extLst>
                <a:ext uri="{FF2B5EF4-FFF2-40B4-BE49-F238E27FC236}">
                  <a16:creationId xmlns:a16="http://schemas.microsoft.com/office/drawing/2014/main" id="{7F35FDB3-3B0F-F659-B9E9-F2641AFBA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" y="1887"/>
              <a:ext cx="80" cy="62"/>
            </a:xfrm>
            <a:custGeom>
              <a:avLst/>
              <a:gdLst>
                <a:gd name="T0" fmla="*/ 80 w 80"/>
                <a:gd name="T1" fmla="*/ 26 h 62"/>
                <a:gd name="T2" fmla="*/ 72 w 80"/>
                <a:gd name="T3" fmla="*/ 40 h 62"/>
                <a:gd name="T4" fmla="*/ 58 w 80"/>
                <a:gd name="T5" fmla="*/ 52 h 62"/>
                <a:gd name="T6" fmla="*/ 42 w 80"/>
                <a:gd name="T7" fmla="*/ 62 h 62"/>
                <a:gd name="T8" fmla="*/ 38 w 80"/>
                <a:gd name="T9" fmla="*/ 62 h 62"/>
                <a:gd name="T10" fmla="*/ 38 w 80"/>
                <a:gd name="T11" fmla="*/ 60 h 62"/>
                <a:gd name="T12" fmla="*/ 38 w 80"/>
                <a:gd name="T13" fmla="*/ 56 h 62"/>
                <a:gd name="T14" fmla="*/ 36 w 80"/>
                <a:gd name="T15" fmla="*/ 52 h 62"/>
                <a:gd name="T16" fmla="*/ 32 w 80"/>
                <a:gd name="T17" fmla="*/ 50 h 62"/>
                <a:gd name="T18" fmla="*/ 32 w 80"/>
                <a:gd name="T19" fmla="*/ 50 h 62"/>
                <a:gd name="T20" fmla="*/ 32 w 80"/>
                <a:gd name="T21" fmla="*/ 48 h 62"/>
                <a:gd name="T22" fmla="*/ 30 w 80"/>
                <a:gd name="T23" fmla="*/ 42 h 62"/>
                <a:gd name="T24" fmla="*/ 26 w 80"/>
                <a:gd name="T25" fmla="*/ 38 h 62"/>
                <a:gd name="T26" fmla="*/ 24 w 80"/>
                <a:gd name="T27" fmla="*/ 34 h 62"/>
                <a:gd name="T28" fmla="*/ 20 w 80"/>
                <a:gd name="T29" fmla="*/ 30 h 62"/>
                <a:gd name="T30" fmla="*/ 18 w 80"/>
                <a:gd name="T31" fmla="*/ 28 h 62"/>
                <a:gd name="T32" fmla="*/ 12 w 80"/>
                <a:gd name="T33" fmla="*/ 24 h 62"/>
                <a:gd name="T34" fmla="*/ 10 w 80"/>
                <a:gd name="T35" fmla="*/ 20 h 62"/>
                <a:gd name="T36" fmla="*/ 8 w 80"/>
                <a:gd name="T37" fmla="*/ 14 h 62"/>
                <a:gd name="T38" fmla="*/ 6 w 80"/>
                <a:gd name="T39" fmla="*/ 12 h 62"/>
                <a:gd name="T40" fmla="*/ 0 w 80"/>
                <a:gd name="T41" fmla="*/ 10 h 62"/>
                <a:gd name="T42" fmla="*/ 4 w 80"/>
                <a:gd name="T43" fmla="*/ 6 h 62"/>
                <a:gd name="T44" fmla="*/ 6 w 80"/>
                <a:gd name="T45" fmla="*/ 4 h 62"/>
                <a:gd name="T46" fmla="*/ 6 w 80"/>
                <a:gd name="T47" fmla="*/ 4 h 62"/>
                <a:gd name="T48" fmla="*/ 16 w 80"/>
                <a:gd name="T49" fmla="*/ 0 h 62"/>
                <a:gd name="T50" fmla="*/ 30 w 80"/>
                <a:gd name="T51" fmla="*/ 0 h 62"/>
                <a:gd name="T52" fmla="*/ 38 w 80"/>
                <a:gd name="T53" fmla="*/ 0 h 62"/>
                <a:gd name="T54" fmla="*/ 38 w 80"/>
                <a:gd name="T55" fmla="*/ 2 h 62"/>
                <a:gd name="T56" fmla="*/ 40 w 80"/>
                <a:gd name="T57" fmla="*/ 2 h 62"/>
                <a:gd name="T58" fmla="*/ 42 w 80"/>
                <a:gd name="T59" fmla="*/ 4 h 62"/>
                <a:gd name="T60" fmla="*/ 42 w 80"/>
                <a:gd name="T61" fmla="*/ 8 h 62"/>
                <a:gd name="T62" fmla="*/ 62 w 80"/>
                <a:gd name="T63" fmla="*/ 8 h 62"/>
                <a:gd name="T64" fmla="*/ 80 w 80"/>
                <a:gd name="T65" fmla="*/ 26 h 62"/>
                <a:gd name="T66" fmla="*/ 80 w 80"/>
                <a:gd name="T67" fmla="*/ 26 h 62"/>
                <a:gd name="T68" fmla="*/ 80 w 80"/>
                <a:gd name="T69" fmla="*/ 26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0" h="62">
                  <a:moveTo>
                    <a:pt x="80" y="26"/>
                  </a:moveTo>
                  <a:lnTo>
                    <a:pt x="72" y="40"/>
                  </a:lnTo>
                  <a:lnTo>
                    <a:pt x="58" y="52"/>
                  </a:lnTo>
                  <a:lnTo>
                    <a:pt x="42" y="62"/>
                  </a:lnTo>
                  <a:lnTo>
                    <a:pt x="38" y="62"/>
                  </a:lnTo>
                  <a:lnTo>
                    <a:pt x="38" y="60"/>
                  </a:lnTo>
                  <a:lnTo>
                    <a:pt x="38" y="56"/>
                  </a:lnTo>
                  <a:lnTo>
                    <a:pt x="36" y="52"/>
                  </a:lnTo>
                  <a:lnTo>
                    <a:pt x="32" y="50"/>
                  </a:lnTo>
                  <a:lnTo>
                    <a:pt x="32" y="50"/>
                  </a:lnTo>
                  <a:lnTo>
                    <a:pt x="32" y="48"/>
                  </a:lnTo>
                  <a:lnTo>
                    <a:pt x="30" y="42"/>
                  </a:lnTo>
                  <a:lnTo>
                    <a:pt x="26" y="38"/>
                  </a:lnTo>
                  <a:lnTo>
                    <a:pt x="24" y="34"/>
                  </a:lnTo>
                  <a:lnTo>
                    <a:pt x="20" y="30"/>
                  </a:lnTo>
                  <a:lnTo>
                    <a:pt x="18" y="28"/>
                  </a:lnTo>
                  <a:lnTo>
                    <a:pt x="12" y="24"/>
                  </a:lnTo>
                  <a:lnTo>
                    <a:pt x="10" y="20"/>
                  </a:lnTo>
                  <a:lnTo>
                    <a:pt x="8" y="14"/>
                  </a:lnTo>
                  <a:lnTo>
                    <a:pt x="6" y="12"/>
                  </a:lnTo>
                  <a:lnTo>
                    <a:pt x="0" y="10"/>
                  </a:lnTo>
                  <a:lnTo>
                    <a:pt x="4" y="6"/>
                  </a:lnTo>
                  <a:lnTo>
                    <a:pt x="6" y="4"/>
                  </a:lnTo>
                  <a:lnTo>
                    <a:pt x="6" y="4"/>
                  </a:lnTo>
                  <a:lnTo>
                    <a:pt x="16" y="0"/>
                  </a:lnTo>
                  <a:lnTo>
                    <a:pt x="30" y="0"/>
                  </a:lnTo>
                  <a:lnTo>
                    <a:pt x="38" y="0"/>
                  </a:lnTo>
                  <a:lnTo>
                    <a:pt x="38" y="2"/>
                  </a:lnTo>
                  <a:lnTo>
                    <a:pt x="40" y="2"/>
                  </a:lnTo>
                  <a:lnTo>
                    <a:pt x="42" y="4"/>
                  </a:lnTo>
                  <a:lnTo>
                    <a:pt x="42" y="8"/>
                  </a:lnTo>
                  <a:lnTo>
                    <a:pt x="62" y="8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0" y="26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9" name="Freeform 84">
              <a:extLst>
                <a:ext uri="{FF2B5EF4-FFF2-40B4-BE49-F238E27FC236}">
                  <a16:creationId xmlns:a16="http://schemas.microsoft.com/office/drawing/2014/main" id="{F32DEEDD-3C3B-3EA1-F55F-E033DC48FA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" y="1887"/>
              <a:ext cx="80" cy="62"/>
            </a:xfrm>
            <a:custGeom>
              <a:avLst/>
              <a:gdLst>
                <a:gd name="T0" fmla="*/ 80 w 80"/>
                <a:gd name="T1" fmla="*/ 26 h 62"/>
                <a:gd name="T2" fmla="*/ 72 w 80"/>
                <a:gd name="T3" fmla="*/ 40 h 62"/>
                <a:gd name="T4" fmla="*/ 58 w 80"/>
                <a:gd name="T5" fmla="*/ 52 h 62"/>
                <a:gd name="T6" fmla="*/ 42 w 80"/>
                <a:gd name="T7" fmla="*/ 62 h 62"/>
                <a:gd name="T8" fmla="*/ 38 w 80"/>
                <a:gd name="T9" fmla="*/ 62 h 62"/>
                <a:gd name="T10" fmla="*/ 38 w 80"/>
                <a:gd name="T11" fmla="*/ 60 h 62"/>
                <a:gd name="T12" fmla="*/ 38 w 80"/>
                <a:gd name="T13" fmla="*/ 56 h 62"/>
                <a:gd name="T14" fmla="*/ 36 w 80"/>
                <a:gd name="T15" fmla="*/ 52 h 62"/>
                <a:gd name="T16" fmla="*/ 32 w 80"/>
                <a:gd name="T17" fmla="*/ 50 h 62"/>
                <a:gd name="T18" fmla="*/ 32 w 80"/>
                <a:gd name="T19" fmla="*/ 50 h 62"/>
                <a:gd name="T20" fmla="*/ 32 w 80"/>
                <a:gd name="T21" fmla="*/ 48 h 62"/>
                <a:gd name="T22" fmla="*/ 30 w 80"/>
                <a:gd name="T23" fmla="*/ 42 h 62"/>
                <a:gd name="T24" fmla="*/ 26 w 80"/>
                <a:gd name="T25" fmla="*/ 38 h 62"/>
                <a:gd name="T26" fmla="*/ 24 w 80"/>
                <a:gd name="T27" fmla="*/ 34 h 62"/>
                <a:gd name="T28" fmla="*/ 20 w 80"/>
                <a:gd name="T29" fmla="*/ 30 h 62"/>
                <a:gd name="T30" fmla="*/ 18 w 80"/>
                <a:gd name="T31" fmla="*/ 28 h 62"/>
                <a:gd name="T32" fmla="*/ 12 w 80"/>
                <a:gd name="T33" fmla="*/ 24 h 62"/>
                <a:gd name="T34" fmla="*/ 10 w 80"/>
                <a:gd name="T35" fmla="*/ 20 h 62"/>
                <a:gd name="T36" fmla="*/ 8 w 80"/>
                <a:gd name="T37" fmla="*/ 14 h 62"/>
                <a:gd name="T38" fmla="*/ 6 w 80"/>
                <a:gd name="T39" fmla="*/ 12 h 62"/>
                <a:gd name="T40" fmla="*/ 0 w 80"/>
                <a:gd name="T41" fmla="*/ 10 h 62"/>
                <a:gd name="T42" fmla="*/ 4 w 80"/>
                <a:gd name="T43" fmla="*/ 6 h 62"/>
                <a:gd name="T44" fmla="*/ 6 w 80"/>
                <a:gd name="T45" fmla="*/ 4 h 62"/>
                <a:gd name="T46" fmla="*/ 6 w 80"/>
                <a:gd name="T47" fmla="*/ 4 h 62"/>
                <a:gd name="T48" fmla="*/ 16 w 80"/>
                <a:gd name="T49" fmla="*/ 0 h 62"/>
                <a:gd name="T50" fmla="*/ 30 w 80"/>
                <a:gd name="T51" fmla="*/ 0 h 62"/>
                <a:gd name="T52" fmla="*/ 38 w 80"/>
                <a:gd name="T53" fmla="*/ 0 h 62"/>
                <a:gd name="T54" fmla="*/ 38 w 80"/>
                <a:gd name="T55" fmla="*/ 2 h 62"/>
                <a:gd name="T56" fmla="*/ 40 w 80"/>
                <a:gd name="T57" fmla="*/ 2 h 62"/>
                <a:gd name="T58" fmla="*/ 42 w 80"/>
                <a:gd name="T59" fmla="*/ 4 h 62"/>
                <a:gd name="T60" fmla="*/ 42 w 80"/>
                <a:gd name="T61" fmla="*/ 8 h 62"/>
                <a:gd name="T62" fmla="*/ 62 w 80"/>
                <a:gd name="T63" fmla="*/ 8 h 62"/>
                <a:gd name="T64" fmla="*/ 80 w 80"/>
                <a:gd name="T65" fmla="*/ 26 h 62"/>
                <a:gd name="T66" fmla="*/ 80 w 80"/>
                <a:gd name="T67" fmla="*/ 26 h 62"/>
                <a:gd name="T68" fmla="*/ 80 w 80"/>
                <a:gd name="T69" fmla="*/ 26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0" h="62">
                  <a:moveTo>
                    <a:pt x="80" y="26"/>
                  </a:moveTo>
                  <a:lnTo>
                    <a:pt x="72" y="40"/>
                  </a:lnTo>
                  <a:lnTo>
                    <a:pt x="58" y="52"/>
                  </a:lnTo>
                  <a:lnTo>
                    <a:pt x="42" y="62"/>
                  </a:lnTo>
                  <a:lnTo>
                    <a:pt x="38" y="62"/>
                  </a:lnTo>
                  <a:lnTo>
                    <a:pt x="38" y="60"/>
                  </a:lnTo>
                  <a:lnTo>
                    <a:pt x="38" y="56"/>
                  </a:lnTo>
                  <a:lnTo>
                    <a:pt x="36" y="52"/>
                  </a:lnTo>
                  <a:lnTo>
                    <a:pt x="32" y="50"/>
                  </a:lnTo>
                  <a:lnTo>
                    <a:pt x="32" y="50"/>
                  </a:lnTo>
                  <a:lnTo>
                    <a:pt x="32" y="48"/>
                  </a:lnTo>
                  <a:lnTo>
                    <a:pt x="30" y="42"/>
                  </a:lnTo>
                  <a:lnTo>
                    <a:pt x="26" y="38"/>
                  </a:lnTo>
                  <a:lnTo>
                    <a:pt x="24" y="34"/>
                  </a:lnTo>
                  <a:lnTo>
                    <a:pt x="20" y="30"/>
                  </a:lnTo>
                  <a:lnTo>
                    <a:pt x="18" y="28"/>
                  </a:lnTo>
                  <a:lnTo>
                    <a:pt x="12" y="24"/>
                  </a:lnTo>
                  <a:lnTo>
                    <a:pt x="10" y="20"/>
                  </a:lnTo>
                  <a:lnTo>
                    <a:pt x="8" y="14"/>
                  </a:lnTo>
                  <a:lnTo>
                    <a:pt x="6" y="12"/>
                  </a:lnTo>
                  <a:lnTo>
                    <a:pt x="0" y="10"/>
                  </a:lnTo>
                  <a:lnTo>
                    <a:pt x="4" y="6"/>
                  </a:lnTo>
                  <a:lnTo>
                    <a:pt x="6" y="4"/>
                  </a:lnTo>
                  <a:lnTo>
                    <a:pt x="6" y="4"/>
                  </a:lnTo>
                  <a:lnTo>
                    <a:pt x="16" y="0"/>
                  </a:lnTo>
                  <a:lnTo>
                    <a:pt x="30" y="0"/>
                  </a:lnTo>
                  <a:lnTo>
                    <a:pt x="38" y="0"/>
                  </a:lnTo>
                  <a:lnTo>
                    <a:pt x="38" y="2"/>
                  </a:lnTo>
                  <a:lnTo>
                    <a:pt x="40" y="2"/>
                  </a:lnTo>
                  <a:lnTo>
                    <a:pt x="42" y="4"/>
                  </a:lnTo>
                  <a:lnTo>
                    <a:pt x="42" y="8"/>
                  </a:lnTo>
                  <a:lnTo>
                    <a:pt x="62" y="8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0" y="26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0" name="Freeform 85">
              <a:extLst>
                <a:ext uri="{FF2B5EF4-FFF2-40B4-BE49-F238E27FC236}">
                  <a16:creationId xmlns:a16="http://schemas.microsoft.com/office/drawing/2014/main" id="{5B571CD1-E664-4E84-F5D6-20678E4BB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" y="1653"/>
              <a:ext cx="128" cy="80"/>
            </a:xfrm>
            <a:custGeom>
              <a:avLst/>
              <a:gdLst>
                <a:gd name="T0" fmla="*/ 128 w 128"/>
                <a:gd name="T1" fmla="*/ 58 h 80"/>
                <a:gd name="T2" fmla="*/ 126 w 128"/>
                <a:gd name="T3" fmla="*/ 58 h 80"/>
                <a:gd name="T4" fmla="*/ 126 w 128"/>
                <a:gd name="T5" fmla="*/ 64 h 80"/>
                <a:gd name="T6" fmla="*/ 128 w 128"/>
                <a:gd name="T7" fmla="*/ 66 h 80"/>
                <a:gd name="T8" fmla="*/ 126 w 128"/>
                <a:gd name="T9" fmla="*/ 68 h 80"/>
                <a:gd name="T10" fmla="*/ 126 w 128"/>
                <a:gd name="T11" fmla="*/ 72 h 80"/>
                <a:gd name="T12" fmla="*/ 124 w 128"/>
                <a:gd name="T13" fmla="*/ 76 h 80"/>
                <a:gd name="T14" fmla="*/ 128 w 128"/>
                <a:gd name="T15" fmla="*/ 78 h 80"/>
                <a:gd name="T16" fmla="*/ 128 w 128"/>
                <a:gd name="T17" fmla="*/ 80 h 80"/>
                <a:gd name="T18" fmla="*/ 124 w 128"/>
                <a:gd name="T19" fmla="*/ 80 h 80"/>
                <a:gd name="T20" fmla="*/ 122 w 128"/>
                <a:gd name="T21" fmla="*/ 78 h 80"/>
                <a:gd name="T22" fmla="*/ 122 w 128"/>
                <a:gd name="T23" fmla="*/ 78 h 80"/>
                <a:gd name="T24" fmla="*/ 118 w 128"/>
                <a:gd name="T25" fmla="*/ 74 h 80"/>
                <a:gd name="T26" fmla="*/ 114 w 128"/>
                <a:gd name="T27" fmla="*/ 72 h 80"/>
                <a:gd name="T28" fmla="*/ 108 w 128"/>
                <a:gd name="T29" fmla="*/ 72 h 80"/>
                <a:gd name="T30" fmla="*/ 104 w 128"/>
                <a:gd name="T31" fmla="*/ 72 h 80"/>
                <a:gd name="T32" fmla="*/ 102 w 128"/>
                <a:gd name="T33" fmla="*/ 74 h 80"/>
                <a:gd name="T34" fmla="*/ 96 w 128"/>
                <a:gd name="T35" fmla="*/ 72 h 80"/>
                <a:gd name="T36" fmla="*/ 92 w 128"/>
                <a:gd name="T37" fmla="*/ 68 h 80"/>
                <a:gd name="T38" fmla="*/ 58 w 128"/>
                <a:gd name="T39" fmla="*/ 68 h 80"/>
                <a:gd name="T40" fmla="*/ 34 w 128"/>
                <a:gd name="T41" fmla="*/ 68 h 80"/>
                <a:gd name="T42" fmla="*/ 2 w 128"/>
                <a:gd name="T43" fmla="*/ 68 h 80"/>
                <a:gd name="T44" fmla="*/ 0 w 128"/>
                <a:gd name="T45" fmla="*/ 22 h 80"/>
                <a:gd name="T46" fmla="*/ 2 w 128"/>
                <a:gd name="T47" fmla="*/ 0 h 80"/>
                <a:gd name="T48" fmla="*/ 34 w 128"/>
                <a:gd name="T49" fmla="*/ 0 h 80"/>
                <a:gd name="T50" fmla="*/ 68 w 128"/>
                <a:gd name="T51" fmla="*/ 0 h 80"/>
                <a:gd name="T52" fmla="*/ 94 w 128"/>
                <a:gd name="T53" fmla="*/ 0 h 80"/>
                <a:gd name="T54" fmla="*/ 126 w 128"/>
                <a:gd name="T55" fmla="*/ 0 h 80"/>
                <a:gd name="T56" fmla="*/ 126 w 128"/>
                <a:gd name="T57" fmla="*/ 2 h 80"/>
                <a:gd name="T58" fmla="*/ 122 w 128"/>
                <a:gd name="T59" fmla="*/ 6 h 80"/>
                <a:gd name="T60" fmla="*/ 122 w 128"/>
                <a:gd name="T61" fmla="*/ 8 h 80"/>
                <a:gd name="T62" fmla="*/ 122 w 128"/>
                <a:gd name="T63" fmla="*/ 12 h 80"/>
                <a:gd name="T64" fmla="*/ 126 w 128"/>
                <a:gd name="T65" fmla="*/ 14 h 80"/>
                <a:gd name="T66" fmla="*/ 128 w 128"/>
                <a:gd name="T67" fmla="*/ 36 h 80"/>
                <a:gd name="T68" fmla="*/ 128 w 128"/>
                <a:gd name="T69" fmla="*/ 58 h 80"/>
                <a:gd name="T70" fmla="*/ 128 w 128"/>
                <a:gd name="T71" fmla="*/ 58 h 80"/>
                <a:gd name="T72" fmla="*/ 128 w 128"/>
                <a:gd name="T73" fmla="*/ 5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8" h="80">
                  <a:moveTo>
                    <a:pt x="128" y="58"/>
                  </a:moveTo>
                  <a:lnTo>
                    <a:pt x="126" y="58"/>
                  </a:lnTo>
                  <a:lnTo>
                    <a:pt x="126" y="64"/>
                  </a:lnTo>
                  <a:lnTo>
                    <a:pt x="128" y="66"/>
                  </a:lnTo>
                  <a:lnTo>
                    <a:pt x="126" y="68"/>
                  </a:lnTo>
                  <a:lnTo>
                    <a:pt x="126" y="72"/>
                  </a:lnTo>
                  <a:lnTo>
                    <a:pt x="124" y="76"/>
                  </a:lnTo>
                  <a:lnTo>
                    <a:pt x="128" y="78"/>
                  </a:lnTo>
                  <a:lnTo>
                    <a:pt x="128" y="80"/>
                  </a:lnTo>
                  <a:lnTo>
                    <a:pt x="124" y="80"/>
                  </a:lnTo>
                  <a:lnTo>
                    <a:pt x="122" y="78"/>
                  </a:lnTo>
                  <a:lnTo>
                    <a:pt x="122" y="78"/>
                  </a:lnTo>
                  <a:lnTo>
                    <a:pt x="118" y="74"/>
                  </a:lnTo>
                  <a:lnTo>
                    <a:pt x="114" y="72"/>
                  </a:lnTo>
                  <a:lnTo>
                    <a:pt x="108" y="72"/>
                  </a:lnTo>
                  <a:lnTo>
                    <a:pt x="104" y="72"/>
                  </a:lnTo>
                  <a:lnTo>
                    <a:pt x="102" y="74"/>
                  </a:lnTo>
                  <a:lnTo>
                    <a:pt x="96" y="72"/>
                  </a:lnTo>
                  <a:lnTo>
                    <a:pt x="92" y="68"/>
                  </a:lnTo>
                  <a:lnTo>
                    <a:pt x="58" y="68"/>
                  </a:lnTo>
                  <a:lnTo>
                    <a:pt x="34" y="68"/>
                  </a:lnTo>
                  <a:lnTo>
                    <a:pt x="2" y="68"/>
                  </a:lnTo>
                  <a:lnTo>
                    <a:pt x="0" y="22"/>
                  </a:lnTo>
                  <a:lnTo>
                    <a:pt x="2" y="0"/>
                  </a:lnTo>
                  <a:lnTo>
                    <a:pt x="34" y="0"/>
                  </a:lnTo>
                  <a:lnTo>
                    <a:pt x="68" y="0"/>
                  </a:lnTo>
                  <a:lnTo>
                    <a:pt x="94" y="0"/>
                  </a:lnTo>
                  <a:lnTo>
                    <a:pt x="126" y="0"/>
                  </a:lnTo>
                  <a:lnTo>
                    <a:pt x="126" y="2"/>
                  </a:lnTo>
                  <a:lnTo>
                    <a:pt x="122" y="6"/>
                  </a:lnTo>
                  <a:lnTo>
                    <a:pt x="122" y="8"/>
                  </a:lnTo>
                  <a:lnTo>
                    <a:pt x="122" y="12"/>
                  </a:lnTo>
                  <a:lnTo>
                    <a:pt x="126" y="14"/>
                  </a:lnTo>
                  <a:lnTo>
                    <a:pt x="128" y="36"/>
                  </a:lnTo>
                  <a:lnTo>
                    <a:pt x="128" y="58"/>
                  </a:lnTo>
                  <a:lnTo>
                    <a:pt x="128" y="58"/>
                  </a:lnTo>
                  <a:lnTo>
                    <a:pt x="128" y="58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1" name="Freeform 86">
              <a:extLst>
                <a:ext uri="{FF2B5EF4-FFF2-40B4-BE49-F238E27FC236}">
                  <a16:creationId xmlns:a16="http://schemas.microsoft.com/office/drawing/2014/main" id="{95E3F493-2ADE-E351-355E-E993850C2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" y="1653"/>
              <a:ext cx="128" cy="80"/>
            </a:xfrm>
            <a:custGeom>
              <a:avLst/>
              <a:gdLst>
                <a:gd name="T0" fmla="*/ 128 w 128"/>
                <a:gd name="T1" fmla="*/ 58 h 80"/>
                <a:gd name="T2" fmla="*/ 126 w 128"/>
                <a:gd name="T3" fmla="*/ 58 h 80"/>
                <a:gd name="T4" fmla="*/ 126 w 128"/>
                <a:gd name="T5" fmla="*/ 64 h 80"/>
                <a:gd name="T6" fmla="*/ 128 w 128"/>
                <a:gd name="T7" fmla="*/ 66 h 80"/>
                <a:gd name="T8" fmla="*/ 126 w 128"/>
                <a:gd name="T9" fmla="*/ 68 h 80"/>
                <a:gd name="T10" fmla="*/ 126 w 128"/>
                <a:gd name="T11" fmla="*/ 72 h 80"/>
                <a:gd name="T12" fmla="*/ 124 w 128"/>
                <a:gd name="T13" fmla="*/ 76 h 80"/>
                <a:gd name="T14" fmla="*/ 128 w 128"/>
                <a:gd name="T15" fmla="*/ 78 h 80"/>
                <a:gd name="T16" fmla="*/ 128 w 128"/>
                <a:gd name="T17" fmla="*/ 80 h 80"/>
                <a:gd name="T18" fmla="*/ 124 w 128"/>
                <a:gd name="T19" fmla="*/ 80 h 80"/>
                <a:gd name="T20" fmla="*/ 122 w 128"/>
                <a:gd name="T21" fmla="*/ 78 h 80"/>
                <a:gd name="T22" fmla="*/ 122 w 128"/>
                <a:gd name="T23" fmla="*/ 78 h 80"/>
                <a:gd name="T24" fmla="*/ 118 w 128"/>
                <a:gd name="T25" fmla="*/ 74 h 80"/>
                <a:gd name="T26" fmla="*/ 114 w 128"/>
                <a:gd name="T27" fmla="*/ 72 h 80"/>
                <a:gd name="T28" fmla="*/ 108 w 128"/>
                <a:gd name="T29" fmla="*/ 72 h 80"/>
                <a:gd name="T30" fmla="*/ 104 w 128"/>
                <a:gd name="T31" fmla="*/ 72 h 80"/>
                <a:gd name="T32" fmla="*/ 102 w 128"/>
                <a:gd name="T33" fmla="*/ 74 h 80"/>
                <a:gd name="T34" fmla="*/ 96 w 128"/>
                <a:gd name="T35" fmla="*/ 72 h 80"/>
                <a:gd name="T36" fmla="*/ 92 w 128"/>
                <a:gd name="T37" fmla="*/ 68 h 80"/>
                <a:gd name="T38" fmla="*/ 58 w 128"/>
                <a:gd name="T39" fmla="*/ 68 h 80"/>
                <a:gd name="T40" fmla="*/ 34 w 128"/>
                <a:gd name="T41" fmla="*/ 68 h 80"/>
                <a:gd name="T42" fmla="*/ 2 w 128"/>
                <a:gd name="T43" fmla="*/ 68 h 80"/>
                <a:gd name="T44" fmla="*/ 0 w 128"/>
                <a:gd name="T45" fmla="*/ 22 h 80"/>
                <a:gd name="T46" fmla="*/ 2 w 128"/>
                <a:gd name="T47" fmla="*/ 0 h 80"/>
                <a:gd name="T48" fmla="*/ 34 w 128"/>
                <a:gd name="T49" fmla="*/ 0 h 80"/>
                <a:gd name="T50" fmla="*/ 68 w 128"/>
                <a:gd name="T51" fmla="*/ 0 h 80"/>
                <a:gd name="T52" fmla="*/ 94 w 128"/>
                <a:gd name="T53" fmla="*/ 0 h 80"/>
                <a:gd name="T54" fmla="*/ 126 w 128"/>
                <a:gd name="T55" fmla="*/ 0 h 80"/>
                <a:gd name="T56" fmla="*/ 126 w 128"/>
                <a:gd name="T57" fmla="*/ 2 h 80"/>
                <a:gd name="T58" fmla="*/ 122 w 128"/>
                <a:gd name="T59" fmla="*/ 6 h 80"/>
                <a:gd name="T60" fmla="*/ 122 w 128"/>
                <a:gd name="T61" fmla="*/ 8 h 80"/>
                <a:gd name="T62" fmla="*/ 122 w 128"/>
                <a:gd name="T63" fmla="*/ 12 h 80"/>
                <a:gd name="T64" fmla="*/ 126 w 128"/>
                <a:gd name="T65" fmla="*/ 14 h 80"/>
                <a:gd name="T66" fmla="*/ 128 w 128"/>
                <a:gd name="T67" fmla="*/ 36 h 80"/>
                <a:gd name="T68" fmla="*/ 128 w 128"/>
                <a:gd name="T69" fmla="*/ 58 h 80"/>
                <a:gd name="T70" fmla="*/ 128 w 128"/>
                <a:gd name="T71" fmla="*/ 58 h 80"/>
                <a:gd name="T72" fmla="*/ 128 w 128"/>
                <a:gd name="T73" fmla="*/ 5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8" h="80">
                  <a:moveTo>
                    <a:pt x="128" y="58"/>
                  </a:moveTo>
                  <a:lnTo>
                    <a:pt x="126" y="58"/>
                  </a:lnTo>
                  <a:lnTo>
                    <a:pt x="126" y="64"/>
                  </a:lnTo>
                  <a:lnTo>
                    <a:pt x="128" y="66"/>
                  </a:lnTo>
                  <a:lnTo>
                    <a:pt x="126" y="68"/>
                  </a:lnTo>
                  <a:lnTo>
                    <a:pt x="126" y="72"/>
                  </a:lnTo>
                  <a:lnTo>
                    <a:pt x="124" y="76"/>
                  </a:lnTo>
                  <a:lnTo>
                    <a:pt x="128" y="78"/>
                  </a:lnTo>
                  <a:lnTo>
                    <a:pt x="128" y="80"/>
                  </a:lnTo>
                  <a:lnTo>
                    <a:pt x="124" y="80"/>
                  </a:lnTo>
                  <a:lnTo>
                    <a:pt x="122" y="78"/>
                  </a:lnTo>
                  <a:lnTo>
                    <a:pt x="122" y="78"/>
                  </a:lnTo>
                  <a:lnTo>
                    <a:pt x="118" y="74"/>
                  </a:lnTo>
                  <a:lnTo>
                    <a:pt x="114" y="72"/>
                  </a:lnTo>
                  <a:lnTo>
                    <a:pt x="108" y="72"/>
                  </a:lnTo>
                  <a:lnTo>
                    <a:pt x="104" y="72"/>
                  </a:lnTo>
                  <a:lnTo>
                    <a:pt x="102" y="74"/>
                  </a:lnTo>
                  <a:lnTo>
                    <a:pt x="96" y="72"/>
                  </a:lnTo>
                  <a:lnTo>
                    <a:pt x="92" y="68"/>
                  </a:lnTo>
                  <a:lnTo>
                    <a:pt x="58" y="68"/>
                  </a:lnTo>
                  <a:lnTo>
                    <a:pt x="34" y="68"/>
                  </a:lnTo>
                  <a:lnTo>
                    <a:pt x="2" y="68"/>
                  </a:lnTo>
                  <a:lnTo>
                    <a:pt x="0" y="22"/>
                  </a:lnTo>
                  <a:lnTo>
                    <a:pt x="2" y="0"/>
                  </a:lnTo>
                  <a:lnTo>
                    <a:pt x="34" y="0"/>
                  </a:lnTo>
                  <a:lnTo>
                    <a:pt x="68" y="0"/>
                  </a:lnTo>
                  <a:lnTo>
                    <a:pt x="94" y="0"/>
                  </a:lnTo>
                  <a:lnTo>
                    <a:pt x="126" y="0"/>
                  </a:lnTo>
                  <a:lnTo>
                    <a:pt x="126" y="2"/>
                  </a:lnTo>
                  <a:lnTo>
                    <a:pt x="122" y="6"/>
                  </a:lnTo>
                  <a:lnTo>
                    <a:pt x="122" y="8"/>
                  </a:lnTo>
                  <a:lnTo>
                    <a:pt x="122" y="12"/>
                  </a:lnTo>
                  <a:lnTo>
                    <a:pt x="126" y="14"/>
                  </a:lnTo>
                  <a:lnTo>
                    <a:pt x="128" y="36"/>
                  </a:lnTo>
                  <a:lnTo>
                    <a:pt x="128" y="58"/>
                  </a:lnTo>
                  <a:lnTo>
                    <a:pt x="128" y="58"/>
                  </a:lnTo>
                  <a:lnTo>
                    <a:pt x="128" y="58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2" name="Freeform 87">
              <a:extLst>
                <a:ext uri="{FF2B5EF4-FFF2-40B4-BE49-F238E27FC236}">
                  <a16:creationId xmlns:a16="http://schemas.microsoft.com/office/drawing/2014/main" id="{5BB3ADB9-73AF-7404-D00C-2DDFE286A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9" y="1857"/>
              <a:ext cx="140" cy="34"/>
            </a:xfrm>
            <a:custGeom>
              <a:avLst/>
              <a:gdLst>
                <a:gd name="T0" fmla="*/ 108 w 140"/>
                <a:gd name="T1" fmla="*/ 0 h 34"/>
                <a:gd name="T2" fmla="*/ 132 w 140"/>
                <a:gd name="T3" fmla="*/ 2 h 34"/>
                <a:gd name="T4" fmla="*/ 140 w 140"/>
                <a:gd name="T5" fmla="*/ 2 h 34"/>
                <a:gd name="T6" fmla="*/ 140 w 140"/>
                <a:gd name="T7" fmla="*/ 4 h 34"/>
                <a:gd name="T8" fmla="*/ 140 w 140"/>
                <a:gd name="T9" fmla="*/ 6 h 34"/>
                <a:gd name="T10" fmla="*/ 136 w 140"/>
                <a:gd name="T11" fmla="*/ 8 h 34"/>
                <a:gd name="T12" fmla="*/ 134 w 140"/>
                <a:gd name="T13" fmla="*/ 10 h 34"/>
                <a:gd name="T14" fmla="*/ 130 w 140"/>
                <a:gd name="T15" fmla="*/ 10 h 34"/>
                <a:gd name="T16" fmla="*/ 124 w 140"/>
                <a:gd name="T17" fmla="*/ 14 h 34"/>
                <a:gd name="T18" fmla="*/ 124 w 140"/>
                <a:gd name="T19" fmla="*/ 12 h 34"/>
                <a:gd name="T20" fmla="*/ 120 w 140"/>
                <a:gd name="T21" fmla="*/ 16 h 34"/>
                <a:gd name="T22" fmla="*/ 120 w 140"/>
                <a:gd name="T23" fmla="*/ 16 h 34"/>
                <a:gd name="T24" fmla="*/ 116 w 140"/>
                <a:gd name="T25" fmla="*/ 18 h 34"/>
                <a:gd name="T26" fmla="*/ 116 w 140"/>
                <a:gd name="T27" fmla="*/ 20 h 34"/>
                <a:gd name="T28" fmla="*/ 110 w 140"/>
                <a:gd name="T29" fmla="*/ 22 h 34"/>
                <a:gd name="T30" fmla="*/ 108 w 140"/>
                <a:gd name="T31" fmla="*/ 24 h 34"/>
                <a:gd name="T32" fmla="*/ 104 w 140"/>
                <a:gd name="T33" fmla="*/ 24 h 34"/>
                <a:gd name="T34" fmla="*/ 102 w 140"/>
                <a:gd name="T35" fmla="*/ 26 h 34"/>
                <a:gd name="T36" fmla="*/ 100 w 140"/>
                <a:gd name="T37" fmla="*/ 28 h 34"/>
                <a:gd name="T38" fmla="*/ 98 w 140"/>
                <a:gd name="T39" fmla="*/ 30 h 34"/>
                <a:gd name="T40" fmla="*/ 96 w 140"/>
                <a:gd name="T41" fmla="*/ 34 h 34"/>
                <a:gd name="T42" fmla="*/ 88 w 140"/>
                <a:gd name="T43" fmla="*/ 34 h 34"/>
                <a:gd name="T44" fmla="*/ 76 w 140"/>
                <a:gd name="T45" fmla="*/ 34 h 34"/>
                <a:gd name="T46" fmla="*/ 54 w 140"/>
                <a:gd name="T47" fmla="*/ 32 h 34"/>
                <a:gd name="T48" fmla="*/ 34 w 140"/>
                <a:gd name="T49" fmla="*/ 32 h 34"/>
                <a:gd name="T50" fmla="*/ 16 w 140"/>
                <a:gd name="T51" fmla="*/ 32 h 34"/>
                <a:gd name="T52" fmla="*/ 0 w 140"/>
                <a:gd name="T53" fmla="*/ 32 h 34"/>
                <a:gd name="T54" fmla="*/ 2 w 140"/>
                <a:gd name="T55" fmla="*/ 30 h 34"/>
                <a:gd name="T56" fmla="*/ 2 w 140"/>
                <a:gd name="T57" fmla="*/ 26 h 34"/>
                <a:gd name="T58" fmla="*/ 4 w 140"/>
                <a:gd name="T59" fmla="*/ 22 h 34"/>
                <a:gd name="T60" fmla="*/ 4 w 140"/>
                <a:gd name="T61" fmla="*/ 20 h 34"/>
                <a:gd name="T62" fmla="*/ 8 w 140"/>
                <a:gd name="T63" fmla="*/ 18 h 34"/>
                <a:gd name="T64" fmla="*/ 10 w 140"/>
                <a:gd name="T65" fmla="*/ 14 h 34"/>
                <a:gd name="T66" fmla="*/ 10 w 140"/>
                <a:gd name="T67" fmla="*/ 12 h 34"/>
                <a:gd name="T68" fmla="*/ 10 w 140"/>
                <a:gd name="T69" fmla="*/ 8 h 34"/>
                <a:gd name="T70" fmla="*/ 12 w 140"/>
                <a:gd name="T71" fmla="*/ 4 h 34"/>
                <a:gd name="T72" fmla="*/ 12 w 140"/>
                <a:gd name="T73" fmla="*/ 2 h 34"/>
                <a:gd name="T74" fmla="*/ 36 w 140"/>
                <a:gd name="T75" fmla="*/ 2 h 34"/>
                <a:gd name="T76" fmla="*/ 36 w 140"/>
                <a:gd name="T77" fmla="*/ 0 h 34"/>
                <a:gd name="T78" fmla="*/ 38 w 140"/>
                <a:gd name="T79" fmla="*/ 0 h 34"/>
                <a:gd name="T80" fmla="*/ 38 w 140"/>
                <a:gd name="T81" fmla="*/ 0 h 34"/>
                <a:gd name="T82" fmla="*/ 50 w 140"/>
                <a:gd name="T83" fmla="*/ 0 h 34"/>
                <a:gd name="T84" fmla="*/ 58 w 140"/>
                <a:gd name="T85" fmla="*/ 0 h 34"/>
                <a:gd name="T86" fmla="*/ 68 w 140"/>
                <a:gd name="T87" fmla="*/ 0 h 34"/>
                <a:gd name="T88" fmla="*/ 78 w 140"/>
                <a:gd name="T89" fmla="*/ 0 h 34"/>
                <a:gd name="T90" fmla="*/ 82 w 140"/>
                <a:gd name="T91" fmla="*/ 0 h 34"/>
                <a:gd name="T92" fmla="*/ 96 w 140"/>
                <a:gd name="T93" fmla="*/ 2 h 34"/>
                <a:gd name="T94" fmla="*/ 108 w 140"/>
                <a:gd name="T95" fmla="*/ 0 h 34"/>
                <a:gd name="T96" fmla="*/ 108 w 140"/>
                <a:gd name="T97" fmla="*/ 0 h 34"/>
                <a:gd name="T98" fmla="*/ 108 w 140"/>
                <a:gd name="T9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40" h="34">
                  <a:moveTo>
                    <a:pt x="108" y="0"/>
                  </a:moveTo>
                  <a:lnTo>
                    <a:pt x="132" y="2"/>
                  </a:lnTo>
                  <a:lnTo>
                    <a:pt x="140" y="2"/>
                  </a:lnTo>
                  <a:lnTo>
                    <a:pt x="140" y="4"/>
                  </a:lnTo>
                  <a:lnTo>
                    <a:pt x="140" y="6"/>
                  </a:lnTo>
                  <a:lnTo>
                    <a:pt x="136" y="8"/>
                  </a:lnTo>
                  <a:lnTo>
                    <a:pt x="134" y="10"/>
                  </a:lnTo>
                  <a:lnTo>
                    <a:pt x="130" y="10"/>
                  </a:lnTo>
                  <a:lnTo>
                    <a:pt x="124" y="14"/>
                  </a:lnTo>
                  <a:lnTo>
                    <a:pt x="124" y="12"/>
                  </a:lnTo>
                  <a:lnTo>
                    <a:pt x="120" y="16"/>
                  </a:lnTo>
                  <a:lnTo>
                    <a:pt x="120" y="16"/>
                  </a:lnTo>
                  <a:lnTo>
                    <a:pt x="116" y="18"/>
                  </a:lnTo>
                  <a:lnTo>
                    <a:pt x="116" y="20"/>
                  </a:lnTo>
                  <a:lnTo>
                    <a:pt x="110" y="22"/>
                  </a:lnTo>
                  <a:lnTo>
                    <a:pt x="108" y="24"/>
                  </a:lnTo>
                  <a:lnTo>
                    <a:pt x="104" y="24"/>
                  </a:lnTo>
                  <a:lnTo>
                    <a:pt x="102" y="26"/>
                  </a:lnTo>
                  <a:lnTo>
                    <a:pt x="100" y="28"/>
                  </a:lnTo>
                  <a:lnTo>
                    <a:pt x="98" y="30"/>
                  </a:lnTo>
                  <a:lnTo>
                    <a:pt x="96" y="34"/>
                  </a:lnTo>
                  <a:lnTo>
                    <a:pt x="88" y="34"/>
                  </a:lnTo>
                  <a:lnTo>
                    <a:pt x="76" y="34"/>
                  </a:lnTo>
                  <a:lnTo>
                    <a:pt x="54" y="32"/>
                  </a:lnTo>
                  <a:lnTo>
                    <a:pt x="34" y="32"/>
                  </a:lnTo>
                  <a:lnTo>
                    <a:pt x="16" y="32"/>
                  </a:lnTo>
                  <a:lnTo>
                    <a:pt x="0" y="32"/>
                  </a:lnTo>
                  <a:lnTo>
                    <a:pt x="2" y="30"/>
                  </a:lnTo>
                  <a:lnTo>
                    <a:pt x="2" y="26"/>
                  </a:lnTo>
                  <a:lnTo>
                    <a:pt x="4" y="22"/>
                  </a:lnTo>
                  <a:lnTo>
                    <a:pt x="4" y="20"/>
                  </a:lnTo>
                  <a:lnTo>
                    <a:pt x="8" y="18"/>
                  </a:lnTo>
                  <a:lnTo>
                    <a:pt x="10" y="14"/>
                  </a:lnTo>
                  <a:lnTo>
                    <a:pt x="10" y="12"/>
                  </a:lnTo>
                  <a:lnTo>
                    <a:pt x="10" y="8"/>
                  </a:lnTo>
                  <a:lnTo>
                    <a:pt x="12" y="4"/>
                  </a:lnTo>
                  <a:lnTo>
                    <a:pt x="12" y="2"/>
                  </a:lnTo>
                  <a:lnTo>
                    <a:pt x="36" y="2"/>
                  </a:lnTo>
                  <a:lnTo>
                    <a:pt x="36" y="0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50" y="0"/>
                  </a:lnTo>
                  <a:lnTo>
                    <a:pt x="58" y="0"/>
                  </a:lnTo>
                  <a:lnTo>
                    <a:pt x="68" y="0"/>
                  </a:lnTo>
                  <a:lnTo>
                    <a:pt x="78" y="0"/>
                  </a:lnTo>
                  <a:lnTo>
                    <a:pt x="82" y="0"/>
                  </a:lnTo>
                  <a:lnTo>
                    <a:pt x="96" y="2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3" name="Freeform 88">
              <a:extLst>
                <a:ext uri="{FF2B5EF4-FFF2-40B4-BE49-F238E27FC236}">
                  <a16:creationId xmlns:a16="http://schemas.microsoft.com/office/drawing/2014/main" id="{5499E1E4-8D72-55EA-6630-18AE3EE3A0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9" y="1857"/>
              <a:ext cx="140" cy="34"/>
            </a:xfrm>
            <a:custGeom>
              <a:avLst/>
              <a:gdLst>
                <a:gd name="T0" fmla="*/ 108 w 140"/>
                <a:gd name="T1" fmla="*/ 0 h 34"/>
                <a:gd name="T2" fmla="*/ 132 w 140"/>
                <a:gd name="T3" fmla="*/ 2 h 34"/>
                <a:gd name="T4" fmla="*/ 140 w 140"/>
                <a:gd name="T5" fmla="*/ 2 h 34"/>
                <a:gd name="T6" fmla="*/ 140 w 140"/>
                <a:gd name="T7" fmla="*/ 4 h 34"/>
                <a:gd name="T8" fmla="*/ 140 w 140"/>
                <a:gd name="T9" fmla="*/ 6 h 34"/>
                <a:gd name="T10" fmla="*/ 136 w 140"/>
                <a:gd name="T11" fmla="*/ 8 h 34"/>
                <a:gd name="T12" fmla="*/ 134 w 140"/>
                <a:gd name="T13" fmla="*/ 10 h 34"/>
                <a:gd name="T14" fmla="*/ 130 w 140"/>
                <a:gd name="T15" fmla="*/ 10 h 34"/>
                <a:gd name="T16" fmla="*/ 124 w 140"/>
                <a:gd name="T17" fmla="*/ 14 h 34"/>
                <a:gd name="T18" fmla="*/ 124 w 140"/>
                <a:gd name="T19" fmla="*/ 12 h 34"/>
                <a:gd name="T20" fmla="*/ 120 w 140"/>
                <a:gd name="T21" fmla="*/ 16 h 34"/>
                <a:gd name="T22" fmla="*/ 120 w 140"/>
                <a:gd name="T23" fmla="*/ 16 h 34"/>
                <a:gd name="T24" fmla="*/ 116 w 140"/>
                <a:gd name="T25" fmla="*/ 18 h 34"/>
                <a:gd name="T26" fmla="*/ 116 w 140"/>
                <a:gd name="T27" fmla="*/ 20 h 34"/>
                <a:gd name="T28" fmla="*/ 110 w 140"/>
                <a:gd name="T29" fmla="*/ 22 h 34"/>
                <a:gd name="T30" fmla="*/ 108 w 140"/>
                <a:gd name="T31" fmla="*/ 24 h 34"/>
                <a:gd name="T32" fmla="*/ 104 w 140"/>
                <a:gd name="T33" fmla="*/ 24 h 34"/>
                <a:gd name="T34" fmla="*/ 102 w 140"/>
                <a:gd name="T35" fmla="*/ 26 h 34"/>
                <a:gd name="T36" fmla="*/ 100 w 140"/>
                <a:gd name="T37" fmla="*/ 28 h 34"/>
                <a:gd name="T38" fmla="*/ 98 w 140"/>
                <a:gd name="T39" fmla="*/ 30 h 34"/>
                <a:gd name="T40" fmla="*/ 96 w 140"/>
                <a:gd name="T41" fmla="*/ 34 h 34"/>
                <a:gd name="T42" fmla="*/ 88 w 140"/>
                <a:gd name="T43" fmla="*/ 34 h 34"/>
                <a:gd name="T44" fmla="*/ 76 w 140"/>
                <a:gd name="T45" fmla="*/ 34 h 34"/>
                <a:gd name="T46" fmla="*/ 54 w 140"/>
                <a:gd name="T47" fmla="*/ 32 h 34"/>
                <a:gd name="T48" fmla="*/ 34 w 140"/>
                <a:gd name="T49" fmla="*/ 32 h 34"/>
                <a:gd name="T50" fmla="*/ 16 w 140"/>
                <a:gd name="T51" fmla="*/ 32 h 34"/>
                <a:gd name="T52" fmla="*/ 0 w 140"/>
                <a:gd name="T53" fmla="*/ 32 h 34"/>
                <a:gd name="T54" fmla="*/ 2 w 140"/>
                <a:gd name="T55" fmla="*/ 30 h 34"/>
                <a:gd name="T56" fmla="*/ 2 w 140"/>
                <a:gd name="T57" fmla="*/ 26 h 34"/>
                <a:gd name="T58" fmla="*/ 4 w 140"/>
                <a:gd name="T59" fmla="*/ 22 h 34"/>
                <a:gd name="T60" fmla="*/ 4 w 140"/>
                <a:gd name="T61" fmla="*/ 20 h 34"/>
                <a:gd name="T62" fmla="*/ 8 w 140"/>
                <a:gd name="T63" fmla="*/ 18 h 34"/>
                <a:gd name="T64" fmla="*/ 10 w 140"/>
                <a:gd name="T65" fmla="*/ 14 h 34"/>
                <a:gd name="T66" fmla="*/ 10 w 140"/>
                <a:gd name="T67" fmla="*/ 12 h 34"/>
                <a:gd name="T68" fmla="*/ 10 w 140"/>
                <a:gd name="T69" fmla="*/ 8 h 34"/>
                <a:gd name="T70" fmla="*/ 12 w 140"/>
                <a:gd name="T71" fmla="*/ 4 h 34"/>
                <a:gd name="T72" fmla="*/ 12 w 140"/>
                <a:gd name="T73" fmla="*/ 2 h 34"/>
                <a:gd name="T74" fmla="*/ 36 w 140"/>
                <a:gd name="T75" fmla="*/ 2 h 34"/>
                <a:gd name="T76" fmla="*/ 36 w 140"/>
                <a:gd name="T77" fmla="*/ 0 h 34"/>
                <a:gd name="T78" fmla="*/ 38 w 140"/>
                <a:gd name="T79" fmla="*/ 0 h 34"/>
                <a:gd name="T80" fmla="*/ 38 w 140"/>
                <a:gd name="T81" fmla="*/ 0 h 34"/>
                <a:gd name="T82" fmla="*/ 50 w 140"/>
                <a:gd name="T83" fmla="*/ 0 h 34"/>
                <a:gd name="T84" fmla="*/ 58 w 140"/>
                <a:gd name="T85" fmla="*/ 0 h 34"/>
                <a:gd name="T86" fmla="*/ 68 w 140"/>
                <a:gd name="T87" fmla="*/ 0 h 34"/>
                <a:gd name="T88" fmla="*/ 78 w 140"/>
                <a:gd name="T89" fmla="*/ 0 h 34"/>
                <a:gd name="T90" fmla="*/ 82 w 140"/>
                <a:gd name="T91" fmla="*/ 0 h 34"/>
                <a:gd name="T92" fmla="*/ 96 w 140"/>
                <a:gd name="T93" fmla="*/ 2 h 34"/>
                <a:gd name="T94" fmla="*/ 108 w 140"/>
                <a:gd name="T95" fmla="*/ 0 h 34"/>
                <a:gd name="T96" fmla="*/ 108 w 140"/>
                <a:gd name="T97" fmla="*/ 0 h 34"/>
                <a:gd name="T98" fmla="*/ 108 w 140"/>
                <a:gd name="T9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40" h="34">
                  <a:moveTo>
                    <a:pt x="108" y="0"/>
                  </a:moveTo>
                  <a:lnTo>
                    <a:pt x="132" y="2"/>
                  </a:lnTo>
                  <a:lnTo>
                    <a:pt x="140" y="2"/>
                  </a:lnTo>
                  <a:lnTo>
                    <a:pt x="140" y="4"/>
                  </a:lnTo>
                  <a:lnTo>
                    <a:pt x="140" y="6"/>
                  </a:lnTo>
                  <a:lnTo>
                    <a:pt x="136" y="8"/>
                  </a:lnTo>
                  <a:lnTo>
                    <a:pt x="134" y="10"/>
                  </a:lnTo>
                  <a:lnTo>
                    <a:pt x="130" y="10"/>
                  </a:lnTo>
                  <a:lnTo>
                    <a:pt x="124" y="14"/>
                  </a:lnTo>
                  <a:lnTo>
                    <a:pt x="124" y="12"/>
                  </a:lnTo>
                  <a:lnTo>
                    <a:pt x="120" y="16"/>
                  </a:lnTo>
                  <a:lnTo>
                    <a:pt x="120" y="16"/>
                  </a:lnTo>
                  <a:lnTo>
                    <a:pt x="116" y="18"/>
                  </a:lnTo>
                  <a:lnTo>
                    <a:pt x="116" y="20"/>
                  </a:lnTo>
                  <a:lnTo>
                    <a:pt x="110" y="22"/>
                  </a:lnTo>
                  <a:lnTo>
                    <a:pt x="108" y="24"/>
                  </a:lnTo>
                  <a:lnTo>
                    <a:pt x="104" y="24"/>
                  </a:lnTo>
                  <a:lnTo>
                    <a:pt x="102" y="26"/>
                  </a:lnTo>
                  <a:lnTo>
                    <a:pt x="100" y="28"/>
                  </a:lnTo>
                  <a:lnTo>
                    <a:pt x="98" y="30"/>
                  </a:lnTo>
                  <a:lnTo>
                    <a:pt x="96" y="34"/>
                  </a:lnTo>
                  <a:lnTo>
                    <a:pt x="88" y="34"/>
                  </a:lnTo>
                  <a:lnTo>
                    <a:pt x="76" y="34"/>
                  </a:lnTo>
                  <a:lnTo>
                    <a:pt x="54" y="32"/>
                  </a:lnTo>
                  <a:lnTo>
                    <a:pt x="34" y="32"/>
                  </a:lnTo>
                  <a:lnTo>
                    <a:pt x="16" y="32"/>
                  </a:lnTo>
                  <a:lnTo>
                    <a:pt x="0" y="32"/>
                  </a:lnTo>
                  <a:lnTo>
                    <a:pt x="2" y="30"/>
                  </a:lnTo>
                  <a:lnTo>
                    <a:pt x="2" y="26"/>
                  </a:lnTo>
                  <a:lnTo>
                    <a:pt x="4" y="22"/>
                  </a:lnTo>
                  <a:lnTo>
                    <a:pt x="4" y="20"/>
                  </a:lnTo>
                  <a:lnTo>
                    <a:pt x="8" y="18"/>
                  </a:lnTo>
                  <a:lnTo>
                    <a:pt x="10" y="14"/>
                  </a:lnTo>
                  <a:lnTo>
                    <a:pt x="10" y="12"/>
                  </a:lnTo>
                  <a:lnTo>
                    <a:pt x="10" y="8"/>
                  </a:lnTo>
                  <a:lnTo>
                    <a:pt x="12" y="4"/>
                  </a:lnTo>
                  <a:lnTo>
                    <a:pt x="12" y="2"/>
                  </a:lnTo>
                  <a:lnTo>
                    <a:pt x="36" y="2"/>
                  </a:lnTo>
                  <a:lnTo>
                    <a:pt x="36" y="0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50" y="0"/>
                  </a:lnTo>
                  <a:lnTo>
                    <a:pt x="58" y="0"/>
                  </a:lnTo>
                  <a:lnTo>
                    <a:pt x="68" y="0"/>
                  </a:lnTo>
                  <a:lnTo>
                    <a:pt x="78" y="0"/>
                  </a:lnTo>
                  <a:lnTo>
                    <a:pt x="82" y="0"/>
                  </a:lnTo>
                  <a:lnTo>
                    <a:pt x="96" y="2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4" name="Freeform 89">
              <a:extLst>
                <a:ext uri="{FF2B5EF4-FFF2-40B4-BE49-F238E27FC236}">
                  <a16:creationId xmlns:a16="http://schemas.microsoft.com/office/drawing/2014/main" id="{62E79535-7500-E926-62AE-0E40AF02E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" y="1859"/>
              <a:ext cx="216" cy="206"/>
            </a:xfrm>
            <a:custGeom>
              <a:avLst/>
              <a:gdLst>
                <a:gd name="T0" fmla="*/ 200 w 216"/>
                <a:gd name="T1" fmla="*/ 60 h 206"/>
                <a:gd name="T2" fmla="*/ 208 w 216"/>
                <a:gd name="T3" fmla="*/ 60 h 206"/>
                <a:gd name="T4" fmla="*/ 208 w 216"/>
                <a:gd name="T5" fmla="*/ 92 h 206"/>
                <a:gd name="T6" fmla="*/ 210 w 216"/>
                <a:gd name="T7" fmla="*/ 96 h 206"/>
                <a:gd name="T8" fmla="*/ 214 w 216"/>
                <a:gd name="T9" fmla="*/ 106 h 206"/>
                <a:gd name="T10" fmla="*/ 214 w 216"/>
                <a:gd name="T11" fmla="*/ 116 h 206"/>
                <a:gd name="T12" fmla="*/ 212 w 216"/>
                <a:gd name="T13" fmla="*/ 122 h 206"/>
                <a:gd name="T14" fmla="*/ 212 w 216"/>
                <a:gd name="T15" fmla="*/ 126 h 206"/>
                <a:gd name="T16" fmla="*/ 208 w 216"/>
                <a:gd name="T17" fmla="*/ 132 h 206"/>
                <a:gd name="T18" fmla="*/ 196 w 216"/>
                <a:gd name="T19" fmla="*/ 138 h 206"/>
                <a:gd name="T20" fmla="*/ 164 w 216"/>
                <a:gd name="T21" fmla="*/ 160 h 206"/>
                <a:gd name="T22" fmla="*/ 152 w 216"/>
                <a:gd name="T23" fmla="*/ 178 h 206"/>
                <a:gd name="T24" fmla="*/ 152 w 216"/>
                <a:gd name="T25" fmla="*/ 200 h 206"/>
                <a:gd name="T26" fmla="*/ 150 w 216"/>
                <a:gd name="T27" fmla="*/ 206 h 206"/>
                <a:gd name="T28" fmla="*/ 124 w 216"/>
                <a:gd name="T29" fmla="*/ 196 h 206"/>
                <a:gd name="T30" fmla="*/ 116 w 216"/>
                <a:gd name="T31" fmla="*/ 174 h 206"/>
                <a:gd name="T32" fmla="*/ 102 w 216"/>
                <a:gd name="T33" fmla="*/ 154 h 206"/>
                <a:gd name="T34" fmla="*/ 82 w 216"/>
                <a:gd name="T35" fmla="*/ 134 h 206"/>
                <a:gd name="T36" fmla="*/ 58 w 216"/>
                <a:gd name="T37" fmla="*/ 148 h 206"/>
                <a:gd name="T38" fmla="*/ 36 w 216"/>
                <a:gd name="T39" fmla="*/ 138 h 206"/>
                <a:gd name="T40" fmla="*/ 26 w 216"/>
                <a:gd name="T41" fmla="*/ 116 h 206"/>
                <a:gd name="T42" fmla="*/ 8 w 216"/>
                <a:gd name="T43" fmla="*/ 102 h 206"/>
                <a:gd name="T44" fmla="*/ 0 w 216"/>
                <a:gd name="T45" fmla="*/ 92 h 206"/>
                <a:gd name="T46" fmla="*/ 14 w 216"/>
                <a:gd name="T47" fmla="*/ 90 h 206"/>
                <a:gd name="T48" fmla="*/ 60 w 216"/>
                <a:gd name="T49" fmla="*/ 90 h 206"/>
                <a:gd name="T50" fmla="*/ 60 w 216"/>
                <a:gd name="T51" fmla="*/ 0 h 206"/>
                <a:gd name="T52" fmla="*/ 92 w 216"/>
                <a:gd name="T53" fmla="*/ 0 h 206"/>
                <a:gd name="T54" fmla="*/ 108 w 216"/>
                <a:gd name="T55" fmla="*/ 20 h 206"/>
                <a:gd name="T56" fmla="*/ 112 w 216"/>
                <a:gd name="T57" fmla="*/ 42 h 206"/>
                <a:gd name="T58" fmla="*/ 120 w 216"/>
                <a:gd name="T59" fmla="*/ 42 h 206"/>
                <a:gd name="T60" fmla="*/ 128 w 216"/>
                <a:gd name="T61" fmla="*/ 48 h 206"/>
                <a:gd name="T62" fmla="*/ 140 w 216"/>
                <a:gd name="T63" fmla="*/ 48 h 206"/>
                <a:gd name="T64" fmla="*/ 148 w 216"/>
                <a:gd name="T65" fmla="*/ 52 h 206"/>
                <a:gd name="T66" fmla="*/ 156 w 216"/>
                <a:gd name="T67" fmla="*/ 56 h 206"/>
                <a:gd name="T68" fmla="*/ 162 w 216"/>
                <a:gd name="T69" fmla="*/ 56 h 206"/>
                <a:gd name="T70" fmla="*/ 170 w 216"/>
                <a:gd name="T71" fmla="*/ 56 h 206"/>
                <a:gd name="T72" fmla="*/ 174 w 216"/>
                <a:gd name="T73" fmla="*/ 54 h 206"/>
                <a:gd name="T74" fmla="*/ 184 w 216"/>
                <a:gd name="T75" fmla="*/ 54 h 206"/>
                <a:gd name="T76" fmla="*/ 192 w 216"/>
                <a:gd name="T77" fmla="*/ 54 h 206"/>
                <a:gd name="T78" fmla="*/ 200 w 216"/>
                <a:gd name="T79" fmla="*/ 5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16" h="206">
                  <a:moveTo>
                    <a:pt x="200" y="58"/>
                  </a:moveTo>
                  <a:lnTo>
                    <a:pt x="200" y="60"/>
                  </a:lnTo>
                  <a:lnTo>
                    <a:pt x="204" y="60"/>
                  </a:lnTo>
                  <a:lnTo>
                    <a:pt x="208" y="60"/>
                  </a:lnTo>
                  <a:lnTo>
                    <a:pt x="206" y="70"/>
                  </a:lnTo>
                  <a:lnTo>
                    <a:pt x="208" y="92"/>
                  </a:lnTo>
                  <a:lnTo>
                    <a:pt x="210" y="94"/>
                  </a:lnTo>
                  <a:lnTo>
                    <a:pt x="210" y="96"/>
                  </a:lnTo>
                  <a:lnTo>
                    <a:pt x="212" y="102"/>
                  </a:lnTo>
                  <a:lnTo>
                    <a:pt x="214" y="106"/>
                  </a:lnTo>
                  <a:lnTo>
                    <a:pt x="216" y="108"/>
                  </a:lnTo>
                  <a:lnTo>
                    <a:pt x="214" y="116"/>
                  </a:lnTo>
                  <a:lnTo>
                    <a:pt x="214" y="118"/>
                  </a:lnTo>
                  <a:lnTo>
                    <a:pt x="212" y="122"/>
                  </a:lnTo>
                  <a:lnTo>
                    <a:pt x="212" y="124"/>
                  </a:lnTo>
                  <a:lnTo>
                    <a:pt x="212" y="126"/>
                  </a:lnTo>
                  <a:lnTo>
                    <a:pt x="210" y="130"/>
                  </a:lnTo>
                  <a:lnTo>
                    <a:pt x="208" y="132"/>
                  </a:lnTo>
                  <a:lnTo>
                    <a:pt x="210" y="134"/>
                  </a:lnTo>
                  <a:lnTo>
                    <a:pt x="196" y="138"/>
                  </a:lnTo>
                  <a:lnTo>
                    <a:pt x="180" y="152"/>
                  </a:lnTo>
                  <a:lnTo>
                    <a:pt x="164" y="160"/>
                  </a:lnTo>
                  <a:lnTo>
                    <a:pt x="156" y="170"/>
                  </a:lnTo>
                  <a:lnTo>
                    <a:pt x="152" y="178"/>
                  </a:lnTo>
                  <a:lnTo>
                    <a:pt x="152" y="190"/>
                  </a:lnTo>
                  <a:lnTo>
                    <a:pt x="152" y="200"/>
                  </a:lnTo>
                  <a:lnTo>
                    <a:pt x="156" y="206"/>
                  </a:lnTo>
                  <a:lnTo>
                    <a:pt x="150" y="206"/>
                  </a:lnTo>
                  <a:lnTo>
                    <a:pt x="138" y="202"/>
                  </a:lnTo>
                  <a:lnTo>
                    <a:pt x="124" y="196"/>
                  </a:lnTo>
                  <a:lnTo>
                    <a:pt x="120" y="188"/>
                  </a:lnTo>
                  <a:lnTo>
                    <a:pt x="116" y="174"/>
                  </a:lnTo>
                  <a:lnTo>
                    <a:pt x="106" y="164"/>
                  </a:lnTo>
                  <a:lnTo>
                    <a:pt x="102" y="154"/>
                  </a:lnTo>
                  <a:lnTo>
                    <a:pt x="92" y="140"/>
                  </a:lnTo>
                  <a:lnTo>
                    <a:pt x="82" y="134"/>
                  </a:lnTo>
                  <a:lnTo>
                    <a:pt x="68" y="134"/>
                  </a:lnTo>
                  <a:lnTo>
                    <a:pt x="58" y="148"/>
                  </a:lnTo>
                  <a:lnTo>
                    <a:pt x="44" y="142"/>
                  </a:lnTo>
                  <a:lnTo>
                    <a:pt x="36" y="138"/>
                  </a:lnTo>
                  <a:lnTo>
                    <a:pt x="32" y="126"/>
                  </a:lnTo>
                  <a:lnTo>
                    <a:pt x="26" y="116"/>
                  </a:lnTo>
                  <a:lnTo>
                    <a:pt x="16" y="108"/>
                  </a:lnTo>
                  <a:lnTo>
                    <a:pt x="8" y="102"/>
                  </a:lnTo>
                  <a:lnTo>
                    <a:pt x="2" y="96"/>
                  </a:lnTo>
                  <a:lnTo>
                    <a:pt x="0" y="92"/>
                  </a:lnTo>
                  <a:lnTo>
                    <a:pt x="0" y="90"/>
                  </a:lnTo>
                  <a:lnTo>
                    <a:pt x="14" y="90"/>
                  </a:lnTo>
                  <a:lnTo>
                    <a:pt x="44" y="90"/>
                  </a:lnTo>
                  <a:lnTo>
                    <a:pt x="60" y="90"/>
                  </a:lnTo>
                  <a:lnTo>
                    <a:pt x="60" y="54"/>
                  </a:lnTo>
                  <a:lnTo>
                    <a:pt x="60" y="0"/>
                  </a:lnTo>
                  <a:lnTo>
                    <a:pt x="76" y="0"/>
                  </a:lnTo>
                  <a:lnTo>
                    <a:pt x="92" y="0"/>
                  </a:lnTo>
                  <a:lnTo>
                    <a:pt x="108" y="0"/>
                  </a:lnTo>
                  <a:lnTo>
                    <a:pt x="108" y="20"/>
                  </a:lnTo>
                  <a:lnTo>
                    <a:pt x="108" y="40"/>
                  </a:lnTo>
                  <a:lnTo>
                    <a:pt x="112" y="42"/>
                  </a:lnTo>
                  <a:lnTo>
                    <a:pt x="116" y="44"/>
                  </a:lnTo>
                  <a:lnTo>
                    <a:pt x="120" y="42"/>
                  </a:lnTo>
                  <a:lnTo>
                    <a:pt x="122" y="46"/>
                  </a:lnTo>
                  <a:lnTo>
                    <a:pt x="128" y="48"/>
                  </a:lnTo>
                  <a:lnTo>
                    <a:pt x="132" y="50"/>
                  </a:lnTo>
                  <a:lnTo>
                    <a:pt x="140" y="48"/>
                  </a:lnTo>
                  <a:lnTo>
                    <a:pt x="142" y="54"/>
                  </a:lnTo>
                  <a:lnTo>
                    <a:pt x="148" y="52"/>
                  </a:lnTo>
                  <a:lnTo>
                    <a:pt x="152" y="54"/>
                  </a:lnTo>
                  <a:lnTo>
                    <a:pt x="156" y="56"/>
                  </a:lnTo>
                  <a:lnTo>
                    <a:pt x="158" y="52"/>
                  </a:lnTo>
                  <a:lnTo>
                    <a:pt x="162" y="56"/>
                  </a:lnTo>
                  <a:lnTo>
                    <a:pt x="166" y="56"/>
                  </a:lnTo>
                  <a:lnTo>
                    <a:pt x="170" y="56"/>
                  </a:lnTo>
                  <a:lnTo>
                    <a:pt x="172" y="56"/>
                  </a:lnTo>
                  <a:lnTo>
                    <a:pt x="174" y="54"/>
                  </a:lnTo>
                  <a:lnTo>
                    <a:pt x="178" y="54"/>
                  </a:lnTo>
                  <a:lnTo>
                    <a:pt x="184" y="54"/>
                  </a:lnTo>
                  <a:lnTo>
                    <a:pt x="188" y="52"/>
                  </a:lnTo>
                  <a:lnTo>
                    <a:pt x="192" y="54"/>
                  </a:lnTo>
                  <a:lnTo>
                    <a:pt x="200" y="58"/>
                  </a:lnTo>
                  <a:lnTo>
                    <a:pt x="200" y="58"/>
                  </a:lnTo>
                  <a:lnTo>
                    <a:pt x="200" y="58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5" name="Freeform 90">
              <a:extLst>
                <a:ext uri="{FF2B5EF4-FFF2-40B4-BE49-F238E27FC236}">
                  <a16:creationId xmlns:a16="http://schemas.microsoft.com/office/drawing/2014/main" id="{BD24FC6C-360C-3F80-E646-65FB0EDF7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" y="1859"/>
              <a:ext cx="216" cy="206"/>
            </a:xfrm>
            <a:custGeom>
              <a:avLst/>
              <a:gdLst>
                <a:gd name="T0" fmla="*/ 200 w 216"/>
                <a:gd name="T1" fmla="*/ 60 h 206"/>
                <a:gd name="T2" fmla="*/ 208 w 216"/>
                <a:gd name="T3" fmla="*/ 60 h 206"/>
                <a:gd name="T4" fmla="*/ 208 w 216"/>
                <a:gd name="T5" fmla="*/ 92 h 206"/>
                <a:gd name="T6" fmla="*/ 210 w 216"/>
                <a:gd name="T7" fmla="*/ 96 h 206"/>
                <a:gd name="T8" fmla="*/ 214 w 216"/>
                <a:gd name="T9" fmla="*/ 106 h 206"/>
                <a:gd name="T10" fmla="*/ 214 w 216"/>
                <a:gd name="T11" fmla="*/ 116 h 206"/>
                <a:gd name="T12" fmla="*/ 212 w 216"/>
                <a:gd name="T13" fmla="*/ 122 h 206"/>
                <a:gd name="T14" fmla="*/ 212 w 216"/>
                <a:gd name="T15" fmla="*/ 126 h 206"/>
                <a:gd name="T16" fmla="*/ 208 w 216"/>
                <a:gd name="T17" fmla="*/ 132 h 206"/>
                <a:gd name="T18" fmla="*/ 196 w 216"/>
                <a:gd name="T19" fmla="*/ 138 h 206"/>
                <a:gd name="T20" fmla="*/ 164 w 216"/>
                <a:gd name="T21" fmla="*/ 160 h 206"/>
                <a:gd name="T22" fmla="*/ 152 w 216"/>
                <a:gd name="T23" fmla="*/ 178 h 206"/>
                <a:gd name="T24" fmla="*/ 152 w 216"/>
                <a:gd name="T25" fmla="*/ 200 h 206"/>
                <a:gd name="T26" fmla="*/ 150 w 216"/>
                <a:gd name="T27" fmla="*/ 206 h 206"/>
                <a:gd name="T28" fmla="*/ 124 w 216"/>
                <a:gd name="T29" fmla="*/ 196 h 206"/>
                <a:gd name="T30" fmla="*/ 116 w 216"/>
                <a:gd name="T31" fmla="*/ 174 h 206"/>
                <a:gd name="T32" fmla="*/ 102 w 216"/>
                <a:gd name="T33" fmla="*/ 154 h 206"/>
                <a:gd name="T34" fmla="*/ 82 w 216"/>
                <a:gd name="T35" fmla="*/ 134 h 206"/>
                <a:gd name="T36" fmla="*/ 58 w 216"/>
                <a:gd name="T37" fmla="*/ 148 h 206"/>
                <a:gd name="T38" fmla="*/ 36 w 216"/>
                <a:gd name="T39" fmla="*/ 138 h 206"/>
                <a:gd name="T40" fmla="*/ 26 w 216"/>
                <a:gd name="T41" fmla="*/ 116 h 206"/>
                <a:gd name="T42" fmla="*/ 8 w 216"/>
                <a:gd name="T43" fmla="*/ 102 h 206"/>
                <a:gd name="T44" fmla="*/ 0 w 216"/>
                <a:gd name="T45" fmla="*/ 92 h 206"/>
                <a:gd name="T46" fmla="*/ 14 w 216"/>
                <a:gd name="T47" fmla="*/ 90 h 206"/>
                <a:gd name="T48" fmla="*/ 60 w 216"/>
                <a:gd name="T49" fmla="*/ 90 h 206"/>
                <a:gd name="T50" fmla="*/ 60 w 216"/>
                <a:gd name="T51" fmla="*/ 0 h 206"/>
                <a:gd name="T52" fmla="*/ 92 w 216"/>
                <a:gd name="T53" fmla="*/ 0 h 206"/>
                <a:gd name="T54" fmla="*/ 108 w 216"/>
                <a:gd name="T55" fmla="*/ 20 h 206"/>
                <a:gd name="T56" fmla="*/ 112 w 216"/>
                <a:gd name="T57" fmla="*/ 42 h 206"/>
                <a:gd name="T58" fmla="*/ 120 w 216"/>
                <a:gd name="T59" fmla="*/ 42 h 206"/>
                <a:gd name="T60" fmla="*/ 128 w 216"/>
                <a:gd name="T61" fmla="*/ 48 h 206"/>
                <a:gd name="T62" fmla="*/ 140 w 216"/>
                <a:gd name="T63" fmla="*/ 48 h 206"/>
                <a:gd name="T64" fmla="*/ 148 w 216"/>
                <a:gd name="T65" fmla="*/ 52 h 206"/>
                <a:gd name="T66" fmla="*/ 156 w 216"/>
                <a:gd name="T67" fmla="*/ 56 h 206"/>
                <a:gd name="T68" fmla="*/ 162 w 216"/>
                <a:gd name="T69" fmla="*/ 56 h 206"/>
                <a:gd name="T70" fmla="*/ 170 w 216"/>
                <a:gd name="T71" fmla="*/ 56 h 206"/>
                <a:gd name="T72" fmla="*/ 174 w 216"/>
                <a:gd name="T73" fmla="*/ 54 h 206"/>
                <a:gd name="T74" fmla="*/ 184 w 216"/>
                <a:gd name="T75" fmla="*/ 54 h 206"/>
                <a:gd name="T76" fmla="*/ 192 w 216"/>
                <a:gd name="T77" fmla="*/ 54 h 206"/>
                <a:gd name="T78" fmla="*/ 200 w 216"/>
                <a:gd name="T79" fmla="*/ 5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16" h="206">
                  <a:moveTo>
                    <a:pt x="200" y="58"/>
                  </a:moveTo>
                  <a:lnTo>
                    <a:pt x="200" y="60"/>
                  </a:lnTo>
                  <a:lnTo>
                    <a:pt x="204" y="60"/>
                  </a:lnTo>
                  <a:lnTo>
                    <a:pt x="208" y="60"/>
                  </a:lnTo>
                  <a:lnTo>
                    <a:pt x="206" y="70"/>
                  </a:lnTo>
                  <a:lnTo>
                    <a:pt x="208" y="92"/>
                  </a:lnTo>
                  <a:lnTo>
                    <a:pt x="210" y="94"/>
                  </a:lnTo>
                  <a:lnTo>
                    <a:pt x="210" y="96"/>
                  </a:lnTo>
                  <a:lnTo>
                    <a:pt x="212" y="102"/>
                  </a:lnTo>
                  <a:lnTo>
                    <a:pt x="214" y="106"/>
                  </a:lnTo>
                  <a:lnTo>
                    <a:pt x="216" y="108"/>
                  </a:lnTo>
                  <a:lnTo>
                    <a:pt x="214" y="116"/>
                  </a:lnTo>
                  <a:lnTo>
                    <a:pt x="214" y="118"/>
                  </a:lnTo>
                  <a:lnTo>
                    <a:pt x="212" y="122"/>
                  </a:lnTo>
                  <a:lnTo>
                    <a:pt x="212" y="124"/>
                  </a:lnTo>
                  <a:lnTo>
                    <a:pt x="212" y="126"/>
                  </a:lnTo>
                  <a:lnTo>
                    <a:pt x="210" y="130"/>
                  </a:lnTo>
                  <a:lnTo>
                    <a:pt x="208" y="132"/>
                  </a:lnTo>
                  <a:lnTo>
                    <a:pt x="210" y="134"/>
                  </a:lnTo>
                  <a:lnTo>
                    <a:pt x="196" y="138"/>
                  </a:lnTo>
                  <a:lnTo>
                    <a:pt x="180" y="152"/>
                  </a:lnTo>
                  <a:lnTo>
                    <a:pt x="164" y="160"/>
                  </a:lnTo>
                  <a:lnTo>
                    <a:pt x="156" y="170"/>
                  </a:lnTo>
                  <a:lnTo>
                    <a:pt x="152" y="178"/>
                  </a:lnTo>
                  <a:lnTo>
                    <a:pt x="152" y="190"/>
                  </a:lnTo>
                  <a:lnTo>
                    <a:pt x="152" y="200"/>
                  </a:lnTo>
                  <a:lnTo>
                    <a:pt x="156" y="206"/>
                  </a:lnTo>
                  <a:lnTo>
                    <a:pt x="150" y="206"/>
                  </a:lnTo>
                  <a:lnTo>
                    <a:pt x="138" y="202"/>
                  </a:lnTo>
                  <a:lnTo>
                    <a:pt x="124" y="196"/>
                  </a:lnTo>
                  <a:lnTo>
                    <a:pt x="120" y="188"/>
                  </a:lnTo>
                  <a:lnTo>
                    <a:pt x="116" y="174"/>
                  </a:lnTo>
                  <a:lnTo>
                    <a:pt x="106" y="164"/>
                  </a:lnTo>
                  <a:lnTo>
                    <a:pt x="102" y="154"/>
                  </a:lnTo>
                  <a:lnTo>
                    <a:pt x="92" y="140"/>
                  </a:lnTo>
                  <a:lnTo>
                    <a:pt x="82" y="134"/>
                  </a:lnTo>
                  <a:lnTo>
                    <a:pt x="68" y="134"/>
                  </a:lnTo>
                  <a:lnTo>
                    <a:pt x="58" y="148"/>
                  </a:lnTo>
                  <a:lnTo>
                    <a:pt x="44" y="142"/>
                  </a:lnTo>
                  <a:lnTo>
                    <a:pt x="36" y="138"/>
                  </a:lnTo>
                  <a:lnTo>
                    <a:pt x="32" y="126"/>
                  </a:lnTo>
                  <a:lnTo>
                    <a:pt x="26" y="116"/>
                  </a:lnTo>
                  <a:lnTo>
                    <a:pt x="16" y="108"/>
                  </a:lnTo>
                  <a:lnTo>
                    <a:pt x="8" y="102"/>
                  </a:lnTo>
                  <a:lnTo>
                    <a:pt x="2" y="96"/>
                  </a:lnTo>
                  <a:lnTo>
                    <a:pt x="0" y="92"/>
                  </a:lnTo>
                  <a:lnTo>
                    <a:pt x="0" y="90"/>
                  </a:lnTo>
                  <a:lnTo>
                    <a:pt x="14" y="90"/>
                  </a:lnTo>
                  <a:lnTo>
                    <a:pt x="44" y="90"/>
                  </a:lnTo>
                  <a:lnTo>
                    <a:pt x="60" y="90"/>
                  </a:lnTo>
                  <a:lnTo>
                    <a:pt x="60" y="54"/>
                  </a:lnTo>
                  <a:lnTo>
                    <a:pt x="60" y="0"/>
                  </a:lnTo>
                  <a:lnTo>
                    <a:pt x="76" y="0"/>
                  </a:lnTo>
                  <a:lnTo>
                    <a:pt x="92" y="0"/>
                  </a:lnTo>
                  <a:lnTo>
                    <a:pt x="108" y="0"/>
                  </a:lnTo>
                  <a:lnTo>
                    <a:pt x="108" y="20"/>
                  </a:lnTo>
                  <a:lnTo>
                    <a:pt x="108" y="40"/>
                  </a:lnTo>
                  <a:lnTo>
                    <a:pt x="112" y="42"/>
                  </a:lnTo>
                  <a:lnTo>
                    <a:pt x="116" y="44"/>
                  </a:lnTo>
                  <a:lnTo>
                    <a:pt x="120" y="42"/>
                  </a:lnTo>
                  <a:lnTo>
                    <a:pt x="122" y="46"/>
                  </a:lnTo>
                  <a:lnTo>
                    <a:pt x="128" y="48"/>
                  </a:lnTo>
                  <a:lnTo>
                    <a:pt x="132" y="50"/>
                  </a:lnTo>
                  <a:lnTo>
                    <a:pt x="140" y="48"/>
                  </a:lnTo>
                  <a:lnTo>
                    <a:pt x="142" y="54"/>
                  </a:lnTo>
                  <a:lnTo>
                    <a:pt x="148" y="52"/>
                  </a:lnTo>
                  <a:lnTo>
                    <a:pt x="152" y="54"/>
                  </a:lnTo>
                  <a:lnTo>
                    <a:pt x="156" y="56"/>
                  </a:lnTo>
                  <a:lnTo>
                    <a:pt x="158" y="52"/>
                  </a:lnTo>
                  <a:lnTo>
                    <a:pt x="162" y="56"/>
                  </a:lnTo>
                  <a:lnTo>
                    <a:pt x="166" y="56"/>
                  </a:lnTo>
                  <a:lnTo>
                    <a:pt x="170" y="56"/>
                  </a:lnTo>
                  <a:lnTo>
                    <a:pt x="172" y="56"/>
                  </a:lnTo>
                  <a:lnTo>
                    <a:pt x="174" y="54"/>
                  </a:lnTo>
                  <a:lnTo>
                    <a:pt x="178" y="54"/>
                  </a:lnTo>
                  <a:lnTo>
                    <a:pt x="184" y="54"/>
                  </a:lnTo>
                  <a:lnTo>
                    <a:pt x="188" y="52"/>
                  </a:lnTo>
                  <a:lnTo>
                    <a:pt x="192" y="54"/>
                  </a:lnTo>
                  <a:lnTo>
                    <a:pt x="200" y="58"/>
                  </a:lnTo>
                  <a:lnTo>
                    <a:pt x="200" y="58"/>
                  </a:lnTo>
                  <a:lnTo>
                    <a:pt x="200" y="58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6" name="Freeform 91">
              <a:extLst>
                <a:ext uri="{FF2B5EF4-FFF2-40B4-BE49-F238E27FC236}">
                  <a16:creationId xmlns:a16="http://schemas.microsoft.com/office/drawing/2014/main" id="{C759C7BF-E649-F87F-AFA0-449E0D456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" y="1743"/>
              <a:ext cx="82" cy="108"/>
            </a:xfrm>
            <a:custGeom>
              <a:avLst/>
              <a:gdLst>
                <a:gd name="T0" fmla="*/ 82 w 82"/>
                <a:gd name="T1" fmla="*/ 22 h 108"/>
                <a:gd name="T2" fmla="*/ 82 w 82"/>
                <a:gd name="T3" fmla="*/ 108 h 108"/>
                <a:gd name="T4" fmla="*/ 58 w 82"/>
                <a:gd name="T5" fmla="*/ 106 h 108"/>
                <a:gd name="T6" fmla="*/ 26 w 82"/>
                <a:gd name="T7" fmla="*/ 106 h 108"/>
                <a:gd name="T8" fmla="*/ 0 w 82"/>
                <a:gd name="T9" fmla="*/ 108 h 108"/>
                <a:gd name="T10" fmla="*/ 0 w 82"/>
                <a:gd name="T11" fmla="*/ 0 h 108"/>
                <a:gd name="T12" fmla="*/ 48 w 82"/>
                <a:gd name="T13" fmla="*/ 0 h 108"/>
                <a:gd name="T14" fmla="*/ 48 w 82"/>
                <a:gd name="T15" fmla="*/ 22 h 108"/>
                <a:gd name="T16" fmla="*/ 82 w 82"/>
                <a:gd name="T17" fmla="*/ 22 h 108"/>
                <a:gd name="T18" fmla="*/ 82 w 82"/>
                <a:gd name="T19" fmla="*/ 22 h 108"/>
                <a:gd name="T20" fmla="*/ 82 w 82"/>
                <a:gd name="T21" fmla="*/ 2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" h="108">
                  <a:moveTo>
                    <a:pt x="82" y="22"/>
                  </a:moveTo>
                  <a:lnTo>
                    <a:pt x="82" y="108"/>
                  </a:lnTo>
                  <a:lnTo>
                    <a:pt x="58" y="106"/>
                  </a:lnTo>
                  <a:lnTo>
                    <a:pt x="26" y="106"/>
                  </a:lnTo>
                  <a:lnTo>
                    <a:pt x="0" y="108"/>
                  </a:lnTo>
                  <a:lnTo>
                    <a:pt x="0" y="0"/>
                  </a:lnTo>
                  <a:lnTo>
                    <a:pt x="48" y="0"/>
                  </a:lnTo>
                  <a:lnTo>
                    <a:pt x="48" y="22"/>
                  </a:lnTo>
                  <a:lnTo>
                    <a:pt x="82" y="22"/>
                  </a:lnTo>
                  <a:lnTo>
                    <a:pt x="82" y="22"/>
                  </a:lnTo>
                  <a:lnTo>
                    <a:pt x="82" y="22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7" name="Freeform 92">
              <a:extLst>
                <a:ext uri="{FF2B5EF4-FFF2-40B4-BE49-F238E27FC236}">
                  <a16:creationId xmlns:a16="http://schemas.microsoft.com/office/drawing/2014/main" id="{89985954-B10A-8CAC-8C3F-41C35C780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" y="1743"/>
              <a:ext cx="82" cy="108"/>
            </a:xfrm>
            <a:custGeom>
              <a:avLst/>
              <a:gdLst>
                <a:gd name="T0" fmla="*/ 82 w 82"/>
                <a:gd name="T1" fmla="*/ 22 h 108"/>
                <a:gd name="T2" fmla="*/ 82 w 82"/>
                <a:gd name="T3" fmla="*/ 108 h 108"/>
                <a:gd name="T4" fmla="*/ 58 w 82"/>
                <a:gd name="T5" fmla="*/ 106 h 108"/>
                <a:gd name="T6" fmla="*/ 26 w 82"/>
                <a:gd name="T7" fmla="*/ 106 h 108"/>
                <a:gd name="T8" fmla="*/ 0 w 82"/>
                <a:gd name="T9" fmla="*/ 108 h 108"/>
                <a:gd name="T10" fmla="*/ 0 w 82"/>
                <a:gd name="T11" fmla="*/ 0 h 108"/>
                <a:gd name="T12" fmla="*/ 48 w 82"/>
                <a:gd name="T13" fmla="*/ 0 h 108"/>
                <a:gd name="T14" fmla="*/ 48 w 82"/>
                <a:gd name="T15" fmla="*/ 22 h 108"/>
                <a:gd name="T16" fmla="*/ 82 w 82"/>
                <a:gd name="T17" fmla="*/ 22 h 108"/>
                <a:gd name="T18" fmla="*/ 82 w 82"/>
                <a:gd name="T19" fmla="*/ 22 h 108"/>
                <a:gd name="T20" fmla="*/ 82 w 82"/>
                <a:gd name="T21" fmla="*/ 2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" h="108">
                  <a:moveTo>
                    <a:pt x="82" y="22"/>
                  </a:moveTo>
                  <a:lnTo>
                    <a:pt x="82" y="108"/>
                  </a:lnTo>
                  <a:lnTo>
                    <a:pt x="58" y="106"/>
                  </a:lnTo>
                  <a:lnTo>
                    <a:pt x="26" y="106"/>
                  </a:lnTo>
                  <a:lnTo>
                    <a:pt x="0" y="108"/>
                  </a:lnTo>
                  <a:lnTo>
                    <a:pt x="0" y="0"/>
                  </a:lnTo>
                  <a:lnTo>
                    <a:pt x="48" y="0"/>
                  </a:lnTo>
                  <a:lnTo>
                    <a:pt x="48" y="22"/>
                  </a:lnTo>
                  <a:lnTo>
                    <a:pt x="82" y="22"/>
                  </a:lnTo>
                  <a:lnTo>
                    <a:pt x="82" y="22"/>
                  </a:lnTo>
                  <a:lnTo>
                    <a:pt x="82" y="22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8" name="Freeform 93">
              <a:extLst>
                <a:ext uri="{FF2B5EF4-FFF2-40B4-BE49-F238E27FC236}">
                  <a16:creationId xmlns:a16="http://schemas.microsoft.com/office/drawing/2014/main" id="{5856C0C7-BA98-4DBB-A3E3-F92E93C7F6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65" y="1801"/>
              <a:ext cx="138" cy="58"/>
            </a:xfrm>
            <a:custGeom>
              <a:avLst/>
              <a:gdLst>
                <a:gd name="T0" fmla="*/ 130 w 138"/>
                <a:gd name="T1" fmla="*/ 58 h 58"/>
                <a:gd name="T2" fmla="*/ 94 w 138"/>
                <a:gd name="T3" fmla="*/ 58 h 58"/>
                <a:gd name="T4" fmla="*/ 34 w 138"/>
                <a:gd name="T5" fmla="*/ 58 h 58"/>
                <a:gd name="T6" fmla="*/ 0 w 138"/>
                <a:gd name="T7" fmla="*/ 56 h 58"/>
                <a:gd name="T8" fmla="*/ 10 w 138"/>
                <a:gd name="T9" fmla="*/ 54 h 58"/>
                <a:gd name="T10" fmla="*/ 16 w 138"/>
                <a:gd name="T11" fmla="*/ 50 h 58"/>
                <a:gd name="T12" fmla="*/ 18 w 138"/>
                <a:gd name="T13" fmla="*/ 46 h 58"/>
                <a:gd name="T14" fmla="*/ 30 w 138"/>
                <a:gd name="T15" fmla="*/ 38 h 58"/>
                <a:gd name="T16" fmla="*/ 32 w 138"/>
                <a:gd name="T17" fmla="*/ 44 h 58"/>
                <a:gd name="T18" fmla="*/ 40 w 138"/>
                <a:gd name="T19" fmla="*/ 42 h 58"/>
                <a:gd name="T20" fmla="*/ 48 w 138"/>
                <a:gd name="T21" fmla="*/ 42 h 58"/>
                <a:gd name="T22" fmla="*/ 50 w 138"/>
                <a:gd name="T23" fmla="*/ 40 h 58"/>
                <a:gd name="T24" fmla="*/ 54 w 138"/>
                <a:gd name="T25" fmla="*/ 40 h 58"/>
                <a:gd name="T26" fmla="*/ 58 w 138"/>
                <a:gd name="T27" fmla="*/ 36 h 58"/>
                <a:gd name="T28" fmla="*/ 60 w 138"/>
                <a:gd name="T29" fmla="*/ 30 h 58"/>
                <a:gd name="T30" fmla="*/ 64 w 138"/>
                <a:gd name="T31" fmla="*/ 24 h 58"/>
                <a:gd name="T32" fmla="*/ 68 w 138"/>
                <a:gd name="T33" fmla="*/ 16 h 58"/>
                <a:gd name="T34" fmla="*/ 72 w 138"/>
                <a:gd name="T35" fmla="*/ 20 h 58"/>
                <a:gd name="T36" fmla="*/ 76 w 138"/>
                <a:gd name="T37" fmla="*/ 16 h 58"/>
                <a:gd name="T38" fmla="*/ 80 w 138"/>
                <a:gd name="T39" fmla="*/ 12 h 58"/>
                <a:gd name="T40" fmla="*/ 82 w 138"/>
                <a:gd name="T41" fmla="*/ 10 h 58"/>
                <a:gd name="T42" fmla="*/ 88 w 138"/>
                <a:gd name="T43" fmla="*/ 4 h 58"/>
                <a:gd name="T44" fmla="*/ 98 w 138"/>
                <a:gd name="T45" fmla="*/ 4 h 58"/>
                <a:gd name="T46" fmla="*/ 102 w 138"/>
                <a:gd name="T47" fmla="*/ 2 h 58"/>
                <a:gd name="T48" fmla="*/ 102 w 138"/>
                <a:gd name="T49" fmla="*/ 6 h 58"/>
                <a:gd name="T50" fmla="*/ 110 w 138"/>
                <a:gd name="T51" fmla="*/ 8 h 58"/>
                <a:gd name="T52" fmla="*/ 110 w 138"/>
                <a:gd name="T53" fmla="*/ 12 h 58"/>
                <a:gd name="T54" fmla="*/ 108 w 138"/>
                <a:gd name="T55" fmla="*/ 16 h 58"/>
                <a:gd name="T56" fmla="*/ 108 w 138"/>
                <a:gd name="T57" fmla="*/ 22 h 58"/>
                <a:gd name="T58" fmla="*/ 112 w 138"/>
                <a:gd name="T59" fmla="*/ 24 h 58"/>
                <a:gd name="T60" fmla="*/ 126 w 138"/>
                <a:gd name="T61" fmla="*/ 44 h 58"/>
                <a:gd name="T62" fmla="*/ 126 w 138"/>
                <a:gd name="T63" fmla="*/ 46 h 58"/>
                <a:gd name="T64" fmla="*/ 138 w 138"/>
                <a:gd name="T65" fmla="*/ 28 h 58"/>
                <a:gd name="T66" fmla="*/ 134 w 138"/>
                <a:gd name="T67" fmla="*/ 30 h 58"/>
                <a:gd name="T68" fmla="*/ 130 w 138"/>
                <a:gd name="T69" fmla="*/ 44 h 58"/>
                <a:gd name="T70" fmla="*/ 138 w 138"/>
                <a:gd name="T71" fmla="*/ 2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38" h="58">
                  <a:moveTo>
                    <a:pt x="126" y="46"/>
                  </a:moveTo>
                  <a:lnTo>
                    <a:pt x="130" y="58"/>
                  </a:lnTo>
                  <a:lnTo>
                    <a:pt x="112" y="58"/>
                  </a:lnTo>
                  <a:lnTo>
                    <a:pt x="94" y="58"/>
                  </a:lnTo>
                  <a:lnTo>
                    <a:pt x="62" y="58"/>
                  </a:lnTo>
                  <a:lnTo>
                    <a:pt x="34" y="58"/>
                  </a:lnTo>
                  <a:lnTo>
                    <a:pt x="26" y="58"/>
                  </a:lnTo>
                  <a:lnTo>
                    <a:pt x="0" y="56"/>
                  </a:lnTo>
                  <a:lnTo>
                    <a:pt x="6" y="56"/>
                  </a:lnTo>
                  <a:lnTo>
                    <a:pt x="10" y="54"/>
                  </a:lnTo>
                  <a:lnTo>
                    <a:pt x="10" y="52"/>
                  </a:lnTo>
                  <a:lnTo>
                    <a:pt x="16" y="50"/>
                  </a:lnTo>
                  <a:lnTo>
                    <a:pt x="18" y="48"/>
                  </a:lnTo>
                  <a:lnTo>
                    <a:pt x="18" y="46"/>
                  </a:lnTo>
                  <a:lnTo>
                    <a:pt x="22" y="44"/>
                  </a:lnTo>
                  <a:lnTo>
                    <a:pt x="30" y="38"/>
                  </a:lnTo>
                  <a:lnTo>
                    <a:pt x="30" y="42"/>
                  </a:lnTo>
                  <a:lnTo>
                    <a:pt x="32" y="44"/>
                  </a:lnTo>
                  <a:lnTo>
                    <a:pt x="34" y="44"/>
                  </a:lnTo>
                  <a:lnTo>
                    <a:pt x="40" y="42"/>
                  </a:lnTo>
                  <a:lnTo>
                    <a:pt x="42" y="44"/>
                  </a:lnTo>
                  <a:lnTo>
                    <a:pt x="48" y="42"/>
                  </a:lnTo>
                  <a:lnTo>
                    <a:pt x="48" y="40"/>
                  </a:lnTo>
                  <a:lnTo>
                    <a:pt x="50" y="40"/>
                  </a:lnTo>
                  <a:lnTo>
                    <a:pt x="52" y="40"/>
                  </a:lnTo>
                  <a:lnTo>
                    <a:pt x="54" y="40"/>
                  </a:lnTo>
                  <a:lnTo>
                    <a:pt x="56" y="38"/>
                  </a:lnTo>
                  <a:lnTo>
                    <a:pt x="58" y="36"/>
                  </a:lnTo>
                  <a:lnTo>
                    <a:pt x="58" y="34"/>
                  </a:lnTo>
                  <a:lnTo>
                    <a:pt x="60" y="30"/>
                  </a:lnTo>
                  <a:lnTo>
                    <a:pt x="62" y="28"/>
                  </a:lnTo>
                  <a:lnTo>
                    <a:pt x="64" y="24"/>
                  </a:lnTo>
                  <a:lnTo>
                    <a:pt x="66" y="20"/>
                  </a:lnTo>
                  <a:lnTo>
                    <a:pt x="68" y="16"/>
                  </a:lnTo>
                  <a:lnTo>
                    <a:pt x="70" y="18"/>
                  </a:lnTo>
                  <a:lnTo>
                    <a:pt x="72" y="20"/>
                  </a:lnTo>
                  <a:lnTo>
                    <a:pt x="74" y="18"/>
                  </a:lnTo>
                  <a:lnTo>
                    <a:pt x="76" y="16"/>
                  </a:lnTo>
                  <a:lnTo>
                    <a:pt x="76" y="14"/>
                  </a:lnTo>
                  <a:lnTo>
                    <a:pt x="80" y="12"/>
                  </a:lnTo>
                  <a:lnTo>
                    <a:pt x="80" y="12"/>
                  </a:lnTo>
                  <a:lnTo>
                    <a:pt x="82" y="10"/>
                  </a:lnTo>
                  <a:lnTo>
                    <a:pt x="86" y="6"/>
                  </a:lnTo>
                  <a:lnTo>
                    <a:pt x="88" y="4"/>
                  </a:lnTo>
                  <a:lnTo>
                    <a:pt x="90" y="0"/>
                  </a:lnTo>
                  <a:lnTo>
                    <a:pt x="98" y="4"/>
                  </a:lnTo>
                  <a:lnTo>
                    <a:pt x="100" y="2"/>
                  </a:lnTo>
                  <a:lnTo>
                    <a:pt x="102" y="2"/>
                  </a:lnTo>
                  <a:lnTo>
                    <a:pt x="104" y="4"/>
                  </a:lnTo>
                  <a:lnTo>
                    <a:pt x="102" y="6"/>
                  </a:lnTo>
                  <a:lnTo>
                    <a:pt x="106" y="6"/>
                  </a:lnTo>
                  <a:lnTo>
                    <a:pt x="110" y="8"/>
                  </a:lnTo>
                  <a:lnTo>
                    <a:pt x="110" y="10"/>
                  </a:lnTo>
                  <a:lnTo>
                    <a:pt x="110" y="12"/>
                  </a:lnTo>
                  <a:lnTo>
                    <a:pt x="110" y="14"/>
                  </a:lnTo>
                  <a:lnTo>
                    <a:pt x="108" y="16"/>
                  </a:lnTo>
                  <a:lnTo>
                    <a:pt x="106" y="20"/>
                  </a:lnTo>
                  <a:lnTo>
                    <a:pt x="108" y="22"/>
                  </a:lnTo>
                  <a:lnTo>
                    <a:pt x="110" y="20"/>
                  </a:lnTo>
                  <a:lnTo>
                    <a:pt x="112" y="24"/>
                  </a:lnTo>
                  <a:lnTo>
                    <a:pt x="122" y="34"/>
                  </a:lnTo>
                  <a:lnTo>
                    <a:pt x="126" y="44"/>
                  </a:lnTo>
                  <a:lnTo>
                    <a:pt x="126" y="46"/>
                  </a:lnTo>
                  <a:lnTo>
                    <a:pt x="126" y="46"/>
                  </a:lnTo>
                  <a:lnTo>
                    <a:pt x="126" y="46"/>
                  </a:lnTo>
                  <a:close/>
                  <a:moveTo>
                    <a:pt x="138" y="28"/>
                  </a:moveTo>
                  <a:lnTo>
                    <a:pt x="134" y="28"/>
                  </a:lnTo>
                  <a:lnTo>
                    <a:pt x="134" y="30"/>
                  </a:lnTo>
                  <a:lnTo>
                    <a:pt x="128" y="44"/>
                  </a:lnTo>
                  <a:lnTo>
                    <a:pt x="130" y="44"/>
                  </a:lnTo>
                  <a:lnTo>
                    <a:pt x="138" y="28"/>
                  </a:lnTo>
                  <a:lnTo>
                    <a:pt x="138" y="28"/>
                  </a:lnTo>
                  <a:lnTo>
                    <a:pt x="138" y="28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9" name="Freeform 94">
              <a:extLst>
                <a:ext uri="{FF2B5EF4-FFF2-40B4-BE49-F238E27FC236}">
                  <a16:creationId xmlns:a16="http://schemas.microsoft.com/office/drawing/2014/main" id="{DF93CEEB-EE2C-7A9D-E2E4-7944EE2369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65" y="1801"/>
              <a:ext cx="138" cy="58"/>
            </a:xfrm>
            <a:custGeom>
              <a:avLst/>
              <a:gdLst>
                <a:gd name="T0" fmla="*/ 130 w 138"/>
                <a:gd name="T1" fmla="*/ 58 h 58"/>
                <a:gd name="T2" fmla="*/ 94 w 138"/>
                <a:gd name="T3" fmla="*/ 58 h 58"/>
                <a:gd name="T4" fmla="*/ 34 w 138"/>
                <a:gd name="T5" fmla="*/ 58 h 58"/>
                <a:gd name="T6" fmla="*/ 0 w 138"/>
                <a:gd name="T7" fmla="*/ 56 h 58"/>
                <a:gd name="T8" fmla="*/ 10 w 138"/>
                <a:gd name="T9" fmla="*/ 54 h 58"/>
                <a:gd name="T10" fmla="*/ 16 w 138"/>
                <a:gd name="T11" fmla="*/ 50 h 58"/>
                <a:gd name="T12" fmla="*/ 18 w 138"/>
                <a:gd name="T13" fmla="*/ 46 h 58"/>
                <a:gd name="T14" fmla="*/ 30 w 138"/>
                <a:gd name="T15" fmla="*/ 38 h 58"/>
                <a:gd name="T16" fmla="*/ 32 w 138"/>
                <a:gd name="T17" fmla="*/ 44 h 58"/>
                <a:gd name="T18" fmla="*/ 40 w 138"/>
                <a:gd name="T19" fmla="*/ 42 h 58"/>
                <a:gd name="T20" fmla="*/ 48 w 138"/>
                <a:gd name="T21" fmla="*/ 42 h 58"/>
                <a:gd name="T22" fmla="*/ 50 w 138"/>
                <a:gd name="T23" fmla="*/ 40 h 58"/>
                <a:gd name="T24" fmla="*/ 54 w 138"/>
                <a:gd name="T25" fmla="*/ 40 h 58"/>
                <a:gd name="T26" fmla="*/ 58 w 138"/>
                <a:gd name="T27" fmla="*/ 36 h 58"/>
                <a:gd name="T28" fmla="*/ 60 w 138"/>
                <a:gd name="T29" fmla="*/ 30 h 58"/>
                <a:gd name="T30" fmla="*/ 64 w 138"/>
                <a:gd name="T31" fmla="*/ 24 h 58"/>
                <a:gd name="T32" fmla="*/ 68 w 138"/>
                <a:gd name="T33" fmla="*/ 16 h 58"/>
                <a:gd name="T34" fmla="*/ 72 w 138"/>
                <a:gd name="T35" fmla="*/ 20 h 58"/>
                <a:gd name="T36" fmla="*/ 76 w 138"/>
                <a:gd name="T37" fmla="*/ 16 h 58"/>
                <a:gd name="T38" fmla="*/ 80 w 138"/>
                <a:gd name="T39" fmla="*/ 12 h 58"/>
                <a:gd name="T40" fmla="*/ 82 w 138"/>
                <a:gd name="T41" fmla="*/ 10 h 58"/>
                <a:gd name="T42" fmla="*/ 88 w 138"/>
                <a:gd name="T43" fmla="*/ 4 h 58"/>
                <a:gd name="T44" fmla="*/ 98 w 138"/>
                <a:gd name="T45" fmla="*/ 4 h 58"/>
                <a:gd name="T46" fmla="*/ 102 w 138"/>
                <a:gd name="T47" fmla="*/ 2 h 58"/>
                <a:gd name="T48" fmla="*/ 102 w 138"/>
                <a:gd name="T49" fmla="*/ 6 h 58"/>
                <a:gd name="T50" fmla="*/ 110 w 138"/>
                <a:gd name="T51" fmla="*/ 8 h 58"/>
                <a:gd name="T52" fmla="*/ 110 w 138"/>
                <a:gd name="T53" fmla="*/ 12 h 58"/>
                <a:gd name="T54" fmla="*/ 108 w 138"/>
                <a:gd name="T55" fmla="*/ 16 h 58"/>
                <a:gd name="T56" fmla="*/ 108 w 138"/>
                <a:gd name="T57" fmla="*/ 22 h 58"/>
                <a:gd name="T58" fmla="*/ 112 w 138"/>
                <a:gd name="T59" fmla="*/ 24 h 58"/>
                <a:gd name="T60" fmla="*/ 126 w 138"/>
                <a:gd name="T61" fmla="*/ 44 h 58"/>
                <a:gd name="T62" fmla="*/ 126 w 138"/>
                <a:gd name="T63" fmla="*/ 46 h 58"/>
                <a:gd name="T64" fmla="*/ 138 w 138"/>
                <a:gd name="T65" fmla="*/ 28 h 58"/>
                <a:gd name="T66" fmla="*/ 134 w 138"/>
                <a:gd name="T67" fmla="*/ 30 h 58"/>
                <a:gd name="T68" fmla="*/ 130 w 138"/>
                <a:gd name="T69" fmla="*/ 44 h 58"/>
                <a:gd name="T70" fmla="*/ 138 w 138"/>
                <a:gd name="T71" fmla="*/ 2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38" h="58">
                  <a:moveTo>
                    <a:pt x="126" y="46"/>
                  </a:moveTo>
                  <a:lnTo>
                    <a:pt x="130" y="58"/>
                  </a:lnTo>
                  <a:lnTo>
                    <a:pt x="112" y="58"/>
                  </a:lnTo>
                  <a:lnTo>
                    <a:pt x="94" y="58"/>
                  </a:lnTo>
                  <a:lnTo>
                    <a:pt x="62" y="58"/>
                  </a:lnTo>
                  <a:lnTo>
                    <a:pt x="34" y="58"/>
                  </a:lnTo>
                  <a:lnTo>
                    <a:pt x="26" y="58"/>
                  </a:lnTo>
                  <a:lnTo>
                    <a:pt x="0" y="56"/>
                  </a:lnTo>
                  <a:lnTo>
                    <a:pt x="6" y="56"/>
                  </a:lnTo>
                  <a:lnTo>
                    <a:pt x="10" y="54"/>
                  </a:lnTo>
                  <a:lnTo>
                    <a:pt x="10" y="52"/>
                  </a:lnTo>
                  <a:lnTo>
                    <a:pt x="16" y="50"/>
                  </a:lnTo>
                  <a:lnTo>
                    <a:pt x="18" y="48"/>
                  </a:lnTo>
                  <a:lnTo>
                    <a:pt x="18" y="46"/>
                  </a:lnTo>
                  <a:lnTo>
                    <a:pt x="22" y="44"/>
                  </a:lnTo>
                  <a:lnTo>
                    <a:pt x="30" y="38"/>
                  </a:lnTo>
                  <a:lnTo>
                    <a:pt x="30" y="42"/>
                  </a:lnTo>
                  <a:lnTo>
                    <a:pt x="32" y="44"/>
                  </a:lnTo>
                  <a:lnTo>
                    <a:pt x="34" y="44"/>
                  </a:lnTo>
                  <a:lnTo>
                    <a:pt x="40" y="42"/>
                  </a:lnTo>
                  <a:lnTo>
                    <a:pt x="42" y="44"/>
                  </a:lnTo>
                  <a:lnTo>
                    <a:pt x="48" y="42"/>
                  </a:lnTo>
                  <a:lnTo>
                    <a:pt x="48" y="40"/>
                  </a:lnTo>
                  <a:lnTo>
                    <a:pt x="50" y="40"/>
                  </a:lnTo>
                  <a:lnTo>
                    <a:pt x="52" y="40"/>
                  </a:lnTo>
                  <a:lnTo>
                    <a:pt x="54" y="40"/>
                  </a:lnTo>
                  <a:lnTo>
                    <a:pt x="56" y="38"/>
                  </a:lnTo>
                  <a:lnTo>
                    <a:pt x="58" y="36"/>
                  </a:lnTo>
                  <a:lnTo>
                    <a:pt x="58" y="34"/>
                  </a:lnTo>
                  <a:lnTo>
                    <a:pt x="60" y="30"/>
                  </a:lnTo>
                  <a:lnTo>
                    <a:pt x="62" y="28"/>
                  </a:lnTo>
                  <a:lnTo>
                    <a:pt x="64" y="24"/>
                  </a:lnTo>
                  <a:lnTo>
                    <a:pt x="66" y="20"/>
                  </a:lnTo>
                  <a:lnTo>
                    <a:pt x="68" y="16"/>
                  </a:lnTo>
                  <a:lnTo>
                    <a:pt x="70" y="18"/>
                  </a:lnTo>
                  <a:lnTo>
                    <a:pt x="72" y="20"/>
                  </a:lnTo>
                  <a:lnTo>
                    <a:pt x="74" y="18"/>
                  </a:lnTo>
                  <a:lnTo>
                    <a:pt x="76" y="16"/>
                  </a:lnTo>
                  <a:lnTo>
                    <a:pt x="76" y="14"/>
                  </a:lnTo>
                  <a:lnTo>
                    <a:pt x="80" y="12"/>
                  </a:lnTo>
                  <a:lnTo>
                    <a:pt x="80" y="12"/>
                  </a:lnTo>
                  <a:lnTo>
                    <a:pt x="82" y="10"/>
                  </a:lnTo>
                  <a:lnTo>
                    <a:pt x="86" y="6"/>
                  </a:lnTo>
                  <a:lnTo>
                    <a:pt x="88" y="4"/>
                  </a:lnTo>
                  <a:lnTo>
                    <a:pt x="90" y="0"/>
                  </a:lnTo>
                  <a:lnTo>
                    <a:pt x="98" y="4"/>
                  </a:lnTo>
                  <a:lnTo>
                    <a:pt x="100" y="2"/>
                  </a:lnTo>
                  <a:lnTo>
                    <a:pt x="102" y="2"/>
                  </a:lnTo>
                  <a:lnTo>
                    <a:pt x="104" y="4"/>
                  </a:lnTo>
                  <a:lnTo>
                    <a:pt x="102" y="6"/>
                  </a:lnTo>
                  <a:lnTo>
                    <a:pt x="106" y="6"/>
                  </a:lnTo>
                  <a:lnTo>
                    <a:pt x="110" y="8"/>
                  </a:lnTo>
                  <a:lnTo>
                    <a:pt x="110" y="10"/>
                  </a:lnTo>
                  <a:lnTo>
                    <a:pt x="110" y="12"/>
                  </a:lnTo>
                  <a:lnTo>
                    <a:pt x="110" y="14"/>
                  </a:lnTo>
                  <a:lnTo>
                    <a:pt x="108" y="16"/>
                  </a:lnTo>
                  <a:lnTo>
                    <a:pt x="106" y="20"/>
                  </a:lnTo>
                  <a:lnTo>
                    <a:pt x="108" y="22"/>
                  </a:lnTo>
                  <a:lnTo>
                    <a:pt x="110" y="20"/>
                  </a:lnTo>
                  <a:lnTo>
                    <a:pt x="112" y="24"/>
                  </a:lnTo>
                  <a:lnTo>
                    <a:pt x="122" y="34"/>
                  </a:lnTo>
                  <a:lnTo>
                    <a:pt x="126" y="44"/>
                  </a:lnTo>
                  <a:lnTo>
                    <a:pt x="126" y="46"/>
                  </a:lnTo>
                  <a:lnTo>
                    <a:pt x="126" y="46"/>
                  </a:lnTo>
                  <a:lnTo>
                    <a:pt x="126" y="46"/>
                  </a:lnTo>
                  <a:close/>
                  <a:moveTo>
                    <a:pt x="138" y="28"/>
                  </a:moveTo>
                  <a:lnTo>
                    <a:pt x="134" y="28"/>
                  </a:lnTo>
                  <a:lnTo>
                    <a:pt x="134" y="30"/>
                  </a:lnTo>
                  <a:lnTo>
                    <a:pt x="128" y="44"/>
                  </a:lnTo>
                  <a:lnTo>
                    <a:pt x="130" y="44"/>
                  </a:lnTo>
                  <a:lnTo>
                    <a:pt x="138" y="28"/>
                  </a:lnTo>
                  <a:lnTo>
                    <a:pt x="138" y="28"/>
                  </a:lnTo>
                  <a:lnTo>
                    <a:pt x="138" y="28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0" name="Freeform 95">
              <a:extLst>
                <a:ext uri="{FF2B5EF4-FFF2-40B4-BE49-F238E27FC236}">
                  <a16:creationId xmlns:a16="http://schemas.microsoft.com/office/drawing/2014/main" id="{4A933173-2206-1D03-916E-F0DEECC4A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5" y="1675"/>
              <a:ext cx="32" cy="52"/>
            </a:xfrm>
            <a:custGeom>
              <a:avLst/>
              <a:gdLst>
                <a:gd name="T0" fmla="*/ 16 w 32"/>
                <a:gd name="T1" fmla="*/ 52 h 52"/>
                <a:gd name="T2" fmla="*/ 2 w 32"/>
                <a:gd name="T3" fmla="*/ 52 h 52"/>
                <a:gd name="T4" fmla="*/ 4 w 32"/>
                <a:gd name="T5" fmla="*/ 34 h 52"/>
                <a:gd name="T6" fmla="*/ 0 w 32"/>
                <a:gd name="T7" fmla="*/ 34 h 52"/>
                <a:gd name="T8" fmla="*/ 0 w 32"/>
                <a:gd name="T9" fmla="*/ 32 h 52"/>
                <a:gd name="T10" fmla="*/ 2 w 32"/>
                <a:gd name="T11" fmla="*/ 30 h 52"/>
                <a:gd name="T12" fmla="*/ 0 w 32"/>
                <a:gd name="T13" fmla="*/ 24 h 52"/>
                <a:gd name="T14" fmla="*/ 2 w 32"/>
                <a:gd name="T15" fmla="*/ 18 h 52"/>
                <a:gd name="T16" fmla="*/ 0 w 32"/>
                <a:gd name="T17" fmla="*/ 14 h 52"/>
                <a:gd name="T18" fmla="*/ 0 w 32"/>
                <a:gd name="T19" fmla="*/ 8 h 52"/>
                <a:gd name="T20" fmla="*/ 0 w 32"/>
                <a:gd name="T21" fmla="*/ 6 h 52"/>
                <a:gd name="T22" fmla="*/ 2 w 32"/>
                <a:gd name="T23" fmla="*/ 0 h 52"/>
                <a:gd name="T24" fmla="*/ 32 w 32"/>
                <a:gd name="T25" fmla="*/ 0 h 52"/>
                <a:gd name="T26" fmla="*/ 32 w 32"/>
                <a:gd name="T27" fmla="*/ 0 h 52"/>
                <a:gd name="T28" fmla="*/ 30 w 32"/>
                <a:gd name="T29" fmla="*/ 6 h 52"/>
                <a:gd name="T30" fmla="*/ 32 w 32"/>
                <a:gd name="T31" fmla="*/ 10 h 52"/>
                <a:gd name="T32" fmla="*/ 30 w 32"/>
                <a:gd name="T33" fmla="*/ 12 h 52"/>
                <a:gd name="T34" fmla="*/ 26 w 32"/>
                <a:gd name="T35" fmla="*/ 16 h 52"/>
                <a:gd name="T36" fmla="*/ 24 w 32"/>
                <a:gd name="T37" fmla="*/ 16 h 52"/>
                <a:gd name="T38" fmla="*/ 22 w 32"/>
                <a:gd name="T39" fmla="*/ 18 h 52"/>
                <a:gd name="T40" fmla="*/ 22 w 32"/>
                <a:gd name="T41" fmla="*/ 22 h 52"/>
                <a:gd name="T42" fmla="*/ 20 w 32"/>
                <a:gd name="T43" fmla="*/ 28 h 52"/>
                <a:gd name="T44" fmla="*/ 20 w 32"/>
                <a:gd name="T45" fmla="*/ 30 h 52"/>
                <a:gd name="T46" fmla="*/ 18 w 32"/>
                <a:gd name="T47" fmla="*/ 34 h 52"/>
                <a:gd name="T48" fmla="*/ 16 w 32"/>
                <a:gd name="T49" fmla="*/ 40 h 52"/>
                <a:gd name="T50" fmla="*/ 16 w 32"/>
                <a:gd name="T51" fmla="*/ 42 h 52"/>
                <a:gd name="T52" fmla="*/ 16 w 32"/>
                <a:gd name="T53" fmla="*/ 48 h 52"/>
                <a:gd name="T54" fmla="*/ 14 w 32"/>
                <a:gd name="T55" fmla="*/ 50 h 52"/>
                <a:gd name="T56" fmla="*/ 16 w 32"/>
                <a:gd name="T57" fmla="*/ 52 h 52"/>
                <a:gd name="T58" fmla="*/ 16 w 32"/>
                <a:gd name="T59" fmla="*/ 52 h 52"/>
                <a:gd name="T60" fmla="*/ 16 w 32"/>
                <a:gd name="T6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2" h="52">
                  <a:moveTo>
                    <a:pt x="16" y="52"/>
                  </a:moveTo>
                  <a:lnTo>
                    <a:pt x="2" y="52"/>
                  </a:lnTo>
                  <a:lnTo>
                    <a:pt x="4" y="34"/>
                  </a:lnTo>
                  <a:lnTo>
                    <a:pt x="0" y="34"/>
                  </a:lnTo>
                  <a:lnTo>
                    <a:pt x="0" y="32"/>
                  </a:lnTo>
                  <a:lnTo>
                    <a:pt x="2" y="30"/>
                  </a:lnTo>
                  <a:lnTo>
                    <a:pt x="0" y="24"/>
                  </a:lnTo>
                  <a:lnTo>
                    <a:pt x="2" y="18"/>
                  </a:lnTo>
                  <a:lnTo>
                    <a:pt x="0" y="14"/>
                  </a:lnTo>
                  <a:lnTo>
                    <a:pt x="0" y="8"/>
                  </a:lnTo>
                  <a:lnTo>
                    <a:pt x="0" y="6"/>
                  </a:lnTo>
                  <a:lnTo>
                    <a:pt x="2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0" y="6"/>
                  </a:lnTo>
                  <a:lnTo>
                    <a:pt x="32" y="10"/>
                  </a:lnTo>
                  <a:lnTo>
                    <a:pt x="30" y="12"/>
                  </a:lnTo>
                  <a:lnTo>
                    <a:pt x="26" y="16"/>
                  </a:lnTo>
                  <a:lnTo>
                    <a:pt x="24" y="16"/>
                  </a:lnTo>
                  <a:lnTo>
                    <a:pt x="22" y="18"/>
                  </a:lnTo>
                  <a:lnTo>
                    <a:pt x="22" y="22"/>
                  </a:lnTo>
                  <a:lnTo>
                    <a:pt x="20" y="28"/>
                  </a:lnTo>
                  <a:lnTo>
                    <a:pt x="20" y="30"/>
                  </a:lnTo>
                  <a:lnTo>
                    <a:pt x="18" y="34"/>
                  </a:lnTo>
                  <a:lnTo>
                    <a:pt x="16" y="40"/>
                  </a:lnTo>
                  <a:lnTo>
                    <a:pt x="16" y="42"/>
                  </a:lnTo>
                  <a:lnTo>
                    <a:pt x="16" y="48"/>
                  </a:lnTo>
                  <a:lnTo>
                    <a:pt x="14" y="50"/>
                  </a:lnTo>
                  <a:lnTo>
                    <a:pt x="16" y="52"/>
                  </a:lnTo>
                  <a:lnTo>
                    <a:pt x="16" y="52"/>
                  </a:lnTo>
                  <a:lnTo>
                    <a:pt x="16" y="52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1" name="Freeform 96">
              <a:extLst>
                <a:ext uri="{FF2B5EF4-FFF2-40B4-BE49-F238E27FC236}">
                  <a16:creationId xmlns:a16="http://schemas.microsoft.com/office/drawing/2014/main" id="{B7B11442-1DDF-D731-170A-B62DDC962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5" y="1675"/>
              <a:ext cx="32" cy="52"/>
            </a:xfrm>
            <a:custGeom>
              <a:avLst/>
              <a:gdLst>
                <a:gd name="T0" fmla="*/ 16 w 32"/>
                <a:gd name="T1" fmla="*/ 52 h 52"/>
                <a:gd name="T2" fmla="*/ 2 w 32"/>
                <a:gd name="T3" fmla="*/ 52 h 52"/>
                <a:gd name="T4" fmla="*/ 4 w 32"/>
                <a:gd name="T5" fmla="*/ 34 h 52"/>
                <a:gd name="T6" fmla="*/ 0 w 32"/>
                <a:gd name="T7" fmla="*/ 34 h 52"/>
                <a:gd name="T8" fmla="*/ 0 w 32"/>
                <a:gd name="T9" fmla="*/ 32 h 52"/>
                <a:gd name="T10" fmla="*/ 2 w 32"/>
                <a:gd name="T11" fmla="*/ 30 h 52"/>
                <a:gd name="T12" fmla="*/ 0 w 32"/>
                <a:gd name="T13" fmla="*/ 24 h 52"/>
                <a:gd name="T14" fmla="*/ 2 w 32"/>
                <a:gd name="T15" fmla="*/ 18 h 52"/>
                <a:gd name="T16" fmla="*/ 0 w 32"/>
                <a:gd name="T17" fmla="*/ 14 h 52"/>
                <a:gd name="T18" fmla="*/ 0 w 32"/>
                <a:gd name="T19" fmla="*/ 8 h 52"/>
                <a:gd name="T20" fmla="*/ 0 w 32"/>
                <a:gd name="T21" fmla="*/ 6 h 52"/>
                <a:gd name="T22" fmla="*/ 2 w 32"/>
                <a:gd name="T23" fmla="*/ 0 h 52"/>
                <a:gd name="T24" fmla="*/ 32 w 32"/>
                <a:gd name="T25" fmla="*/ 0 h 52"/>
                <a:gd name="T26" fmla="*/ 32 w 32"/>
                <a:gd name="T27" fmla="*/ 0 h 52"/>
                <a:gd name="T28" fmla="*/ 30 w 32"/>
                <a:gd name="T29" fmla="*/ 6 h 52"/>
                <a:gd name="T30" fmla="*/ 32 w 32"/>
                <a:gd name="T31" fmla="*/ 10 h 52"/>
                <a:gd name="T32" fmla="*/ 30 w 32"/>
                <a:gd name="T33" fmla="*/ 12 h 52"/>
                <a:gd name="T34" fmla="*/ 26 w 32"/>
                <a:gd name="T35" fmla="*/ 16 h 52"/>
                <a:gd name="T36" fmla="*/ 24 w 32"/>
                <a:gd name="T37" fmla="*/ 16 h 52"/>
                <a:gd name="T38" fmla="*/ 22 w 32"/>
                <a:gd name="T39" fmla="*/ 18 h 52"/>
                <a:gd name="T40" fmla="*/ 22 w 32"/>
                <a:gd name="T41" fmla="*/ 22 h 52"/>
                <a:gd name="T42" fmla="*/ 20 w 32"/>
                <a:gd name="T43" fmla="*/ 28 h 52"/>
                <a:gd name="T44" fmla="*/ 20 w 32"/>
                <a:gd name="T45" fmla="*/ 30 h 52"/>
                <a:gd name="T46" fmla="*/ 18 w 32"/>
                <a:gd name="T47" fmla="*/ 34 h 52"/>
                <a:gd name="T48" fmla="*/ 16 w 32"/>
                <a:gd name="T49" fmla="*/ 40 h 52"/>
                <a:gd name="T50" fmla="*/ 16 w 32"/>
                <a:gd name="T51" fmla="*/ 42 h 52"/>
                <a:gd name="T52" fmla="*/ 16 w 32"/>
                <a:gd name="T53" fmla="*/ 48 h 52"/>
                <a:gd name="T54" fmla="*/ 14 w 32"/>
                <a:gd name="T55" fmla="*/ 50 h 52"/>
                <a:gd name="T56" fmla="*/ 16 w 32"/>
                <a:gd name="T57" fmla="*/ 52 h 52"/>
                <a:gd name="T58" fmla="*/ 16 w 32"/>
                <a:gd name="T59" fmla="*/ 52 h 52"/>
                <a:gd name="T60" fmla="*/ 16 w 32"/>
                <a:gd name="T6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2" h="52">
                  <a:moveTo>
                    <a:pt x="16" y="52"/>
                  </a:moveTo>
                  <a:lnTo>
                    <a:pt x="2" y="52"/>
                  </a:lnTo>
                  <a:lnTo>
                    <a:pt x="4" y="34"/>
                  </a:lnTo>
                  <a:lnTo>
                    <a:pt x="0" y="34"/>
                  </a:lnTo>
                  <a:lnTo>
                    <a:pt x="0" y="32"/>
                  </a:lnTo>
                  <a:lnTo>
                    <a:pt x="2" y="30"/>
                  </a:lnTo>
                  <a:lnTo>
                    <a:pt x="0" y="24"/>
                  </a:lnTo>
                  <a:lnTo>
                    <a:pt x="2" y="18"/>
                  </a:lnTo>
                  <a:lnTo>
                    <a:pt x="0" y="14"/>
                  </a:lnTo>
                  <a:lnTo>
                    <a:pt x="0" y="8"/>
                  </a:lnTo>
                  <a:lnTo>
                    <a:pt x="0" y="6"/>
                  </a:lnTo>
                  <a:lnTo>
                    <a:pt x="2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0" y="6"/>
                  </a:lnTo>
                  <a:lnTo>
                    <a:pt x="32" y="10"/>
                  </a:lnTo>
                  <a:lnTo>
                    <a:pt x="30" y="12"/>
                  </a:lnTo>
                  <a:lnTo>
                    <a:pt x="26" y="16"/>
                  </a:lnTo>
                  <a:lnTo>
                    <a:pt x="24" y="16"/>
                  </a:lnTo>
                  <a:lnTo>
                    <a:pt x="22" y="18"/>
                  </a:lnTo>
                  <a:lnTo>
                    <a:pt x="22" y="22"/>
                  </a:lnTo>
                  <a:lnTo>
                    <a:pt x="20" y="28"/>
                  </a:lnTo>
                  <a:lnTo>
                    <a:pt x="20" y="30"/>
                  </a:lnTo>
                  <a:lnTo>
                    <a:pt x="18" y="34"/>
                  </a:lnTo>
                  <a:lnTo>
                    <a:pt x="16" y="40"/>
                  </a:lnTo>
                  <a:lnTo>
                    <a:pt x="16" y="42"/>
                  </a:lnTo>
                  <a:lnTo>
                    <a:pt x="16" y="48"/>
                  </a:lnTo>
                  <a:lnTo>
                    <a:pt x="14" y="50"/>
                  </a:lnTo>
                  <a:lnTo>
                    <a:pt x="16" y="52"/>
                  </a:lnTo>
                  <a:lnTo>
                    <a:pt x="16" y="52"/>
                  </a:lnTo>
                  <a:lnTo>
                    <a:pt x="16" y="52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2" name="Freeform 97">
              <a:extLst>
                <a:ext uri="{FF2B5EF4-FFF2-40B4-BE49-F238E27FC236}">
                  <a16:creationId xmlns:a16="http://schemas.microsoft.com/office/drawing/2014/main" id="{2A2167AB-4861-B277-FBBA-023CE22D5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" y="1579"/>
              <a:ext cx="124" cy="84"/>
            </a:xfrm>
            <a:custGeom>
              <a:avLst/>
              <a:gdLst>
                <a:gd name="T0" fmla="*/ 122 w 124"/>
                <a:gd name="T1" fmla="*/ 0 h 84"/>
                <a:gd name="T2" fmla="*/ 122 w 124"/>
                <a:gd name="T3" fmla="*/ 32 h 84"/>
                <a:gd name="T4" fmla="*/ 122 w 124"/>
                <a:gd name="T5" fmla="*/ 66 h 84"/>
                <a:gd name="T6" fmla="*/ 124 w 124"/>
                <a:gd name="T7" fmla="*/ 70 h 84"/>
                <a:gd name="T8" fmla="*/ 124 w 124"/>
                <a:gd name="T9" fmla="*/ 74 h 84"/>
                <a:gd name="T10" fmla="*/ 90 w 124"/>
                <a:gd name="T11" fmla="*/ 74 h 84"/>
                <a:gd name="T12" fmla="*/ 84 w 124"/>
                <a:gd name="T13" fmla="*/ 76 h 84"/>
                <a:gd name="T14" fmla="*/ 80 w 124"/>
                <a:gd name="T15" fmla="*/ 74 h 84"/>
                <a:gd name="T16" fmla="*/ 76 w 124"/>
                <a:gd name="T17" fmla="*/ 76 h 84"/>
                <a:gd name="T18" fmla="*/ 70 w 124"/>
                <a:gd name="T19" fmla="*/ 80 h 84"/>
                <a:gd name="T20" fmla="*/ 62 w 124"/>
                <a:gd name="T21" fmla="*/ 80 h 84"/>
                <a:gd name="T22" fmla="*/ 60 w 124"/>
                <a:gd name="T23" fmla="*/ 80 h 84"/>
                <a:gd name="T24" fmla="*/ 56 w 124"/>
                <a:gd name="T25" fmla="*/ 82 h 84"/>
                <a:gd name="T26" fmla="*/ 52 w 124"/>
                <a:gd name="T27" fmla="*/ 80 h 84"/>
                <a:gd name="T28" fmla="*/ 48 w 124"/>
                <a:gd name="T29" fmla="*/ 80 h 84"/>
                <a:gd name="T30" fmla="*/ 44 w 124"/>
                <a:gd name="T31" fmla="*/ 80 h 84"/>
                <a:gd name="T32" fmla="*/ 38 w 124"/>
                <a:gd name="T33" fmla="*/ 84 h 84"/>
                <a:gd name="T34" fmla="*/ 32 w 124"/>
                <a:gd name="T35" fmla="*/ 84 h 84"/>
                <a:gd name="T36" fmla="*/ 30 w 124"/>
                <a:gd name="T37" fmla="*/ 82 h 84"/>
                <a:gd name="T38" fmla="*/ 28 w 124"/>
                <a:gd name="T39" fmla="*/ 78 h 84"/>
                <a:gd name="T40" fmla="*/ 28 w 124"/>
                <a:gd name="T41" fmla="*/ 74 h 84"/>
                <a:gd name="T42" fmla="*/ 24 w 124"/>
                <a:gd name="T43" fmla="*/ 70 h 84"/>
                <a:gd name="T44" fmla="*/ 20 w 124"/>
                <a:gd name="T45" fmla="*/ 70 h 84"/>
                <a:gd name="T46" fmla="*/ 16 w 124"/>
                <a:gd name="T47" fmla="*/ 66 h 84"/>
                <a:gd name="T48" fmla="*/ 10 w 124"/>
                <a:gd name="T49" fmla="*/ 66 h 84"/>
                <a:gd name="T50" fmla="*/ 6 w 124"/>
                <a:gd name="T51" fmla="*/ 66 h 84"/>
                <a:gd name="T52" fmla="*/ 2 w 124"/>
                <a:gd name="T53" fmla="*/ 48 h 84"/>
                <a:gd name="T54" fmla="*/ 0 w 124"/>
                <a:gd name="T55" fmla="*/ 24 h 84"/>
                <a:gd name="T56" fmla="*/ 22 w 124"/>
                <a:gd name="T57" fmla="*/ 28 h 84"/>
                <a:gd name="T58" fmla="*/ 30 w 124"/>
                <a:gd name="T59" fmla="*/ 48 h 84"/>
                <a:gd name="T60" fmla="*/ 34 w 124"/>
                <a:gd name="T61" fmla="*/ 40 h 84"/>
                <a:gd name="T62" fmla="*/ 32 w 124"/>
                <a:gd name="T63" fmla="*/ 20 h 84"/>
                <a:gd name="T64" fmla="*/ 24 w 124"/>
                <a:gd name="T65" fmla="*/ 0 h 84"/>
                <a:gd name="T66" fmla="*/ 74 w 124"/>
                <a:gd name="T67" fmla="*/ 0 h 84"/>
                <a:gd name="T68" fmla="*/ 122 w 124"/>
                <a:gd name="T69" fmla="*/ 0 h 84"/>
                <a:gd name="T70" fmla="*/ 122 w 124"/>
                <a:gd name="T71" fmla="*/ 0 h 84"/>
                <a:gd name="T72" fmla="*/ 122 w 124"/>
                <a:gd name="T7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4" h="84">
                  <a:moveTo>
                    <a:pt x="122" y="0"/>
                  </a:moveTo>
                  <a:lnTo>
                    <a:pt x="122" y="32"/>
                  </a:lnTo>
                  <a:lnTo>
                    <a:pt x="122" y="66"/>
                  </a:lnTo>
                  <a:lnTo>
                    <a:pt x="124" y="70"/>
                  </a:lnTo>
                  <a:lnTo>
                    <a:pt x="124" y="74"/>
                  </a:lnTo>
                  <a:lnTo>
                    <a:pt x="90" y="74"/>
                  </a:lnTo>
                  <a:lnTo>
                    <a:pt x="84" y="76"/>
                  </a:lnTo>
                  <a:lnTo>
                    <a:pt x="80" y="74"/>
                  </a:lnTo>
                  <a:lnTo>
                    <a:pt x="76" y="76"/>
                  </a:lnTo>
                  <a:lnTo>
                    <a:pt x="70" y="80"/>
                  </a:lnTo>
                  <a:lnTo>
                    <a:pt x="62" y="80"/>
                  </a:lnTo>
                  <a:lnTo>
                    <a:pt x="60" y="80"/>
                  </a:lnTo>
                  <a:lnTo>
                    <a:pt x="56" y="82"/>
                  </a:lnTo>
                  <a:lnTo>
                    <a:pt x="52" y="80"/>
                  </a:lnTo>
                  <a:lnTo>
                    <a:pt x="48" y="80"/>
                  </a:lnTo>
                  <a:lnTo>
                    <a:pt x="44" y="80"/>
                  </a:lnTo>
                  <a:lnTo>
                    <a:pt x="38" y="84"/>
                  </a:lnTo>
                  <a:lnTo>
                    <a:pt x="32" y="84"/>
                  </a:lnTo>
                  <a:lnTo>
                    <a:pt x="30" y="82"/>
                  </a:lnTo>
                  <a:lnTo>
                    <a:pt x="28" y="78"/>
                  </a:lnTo>
                  <a:lnTo>
                    <a:pt x="28" y="74"/>
                  </a:lnTo>
                  <a:lnTo>
                    <a:pt x="24" y="70"/>
                  </a:lnTo>
                  <a:lnTo>
                    <a:pt x="20" y="70"/>
                  </a:lnTo>
                  <a:lnTo>
                    <a:pt x="16" y="66"/>
                  </a:lnTo>
                  <a:lnTo>
                    <a:pt x="10" y="66"/>
                  </a:lnTo>
                  <a:lnTo>
                    <a:pt x="6" y="66"/>
                  </a:lnTo>
                  <a:lnTo>
                    <a:pt x="2" y="48"/>
                  </a:lnTo>
                  <a:lnTo>
                    <a:pt x="0" y="24"/>
                  </a:lnTo>
                  <a:lnTo>
                    <a:pt x="22" y="28"/>
                  </a:lnTo>
                  <a:lnTo>
                    <a:pt x="30" y="48"/>
                  </a:lnTo>
                  <a:lnTo>
                    <a:pt x="34" y="40"/>
                  </a:lnTo>
                  <a:lnTo>
                    <a:pt x="32" y="20"/>
                  </a:lnTo>
                  <a:lnTo>
                    <a:pt x="24" y="0"/>
                  </a:lnTo>
                  <a:lnTo>
                    <a:pt x="74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22" y="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3" name="Freeform 98">
              <a:extLst>
                <a:ext uri="{FF2B5EF4-FFF2-40B4-BE49-F238E27FC236}">
                  <a16:creationId xmlns:a16="http://schemas.microsoft.com/office/drawing/2014/main" id="{DA0BAF54-4E8C-FEBD-3451-0FAB2E862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" y="1579"/>
              <a:ext cx="124" cy="84"/>
            </a:xfrm>
            <a:custGeom>
              <a:avLst/>
              <a:gdLst>
                <a:gd name="T0" fmla="*/ 122 w 124"/>
                <a:gd name="T1" fmla="*/ 0 h 84"/>
                <a:gd name="T2" fmla="*/ 122 w 124"/>
                <a:gd name="T3" fmla="*/ 32 h 84"/>
                <a:gd name="T4" fmla="*/ 122 w 124"/>
                <a:gd name="T5" fmla="*/ 66 h 84"/>
                <a:gd name="T6" fmla="*/ 124 w 124"/>
                <a:gd name="T7" fmla="*/ 70 h 84"/>
                <a:gd name="T8" fmla="*/ 124 w 124"/>
                <a:gd name="T9" fmla="*/ 74 h 84"/>
                <a:gd name="T10" fmla="*/ 90 w 124"/>
                <a:gd name="T11" fmla="*/ 74 h 84"/>
                <a:gd name="T12" fmla="*/ 84 w 124"/>
                <a:gd name="T13" fmla="*/ 76 h 84"/>
                <a:gd name="T14" fmla="*/ 80 w 124"/>
                <a:gd name="T15" fmla="*/ 74 h 84"/>
                <a:gd name="T16" fmla="*/ 76 w 124"/>
                <a:gd name="T17" fmla="*/ 76 h 84"/>
                <a:gd name="T18" fmla="*/ 70 w 124"/>
                <a:gd name="T19" fmla="*/ 80 h 84"/>
                <a:gd name="T20" fmla="*/ 62 w 124"/>
                <a:gd name="T21" fmla="*/ 80 h 84"/>
                <a:gd name="T22" fmla="*/ 60 w 124"/>
                <a:gd name="T23" fmla="*/ 80 h 84"/>
                <a:gd name="T24" fmla="*/ 56 w 124"/>
                <a:gd name="T25" fmla="*/ 82 h 84"/>
                <a:gd name="T26" fmla="*/ 52 w 124"/>
                <a:gd name="T27" fmla="*/ 80 h 84"/>
                <a:gd name="T28" fmla="*/ 48 w 124"/>
                <a:gd name="T29" fmla="*/ 80 h 84"/>
                <a:gd name="T30" fmla="*/ 44 w 124"/>
                <a:gd name="T31" fmla="*/ 80 h 84"/>
                <a:gd name="T32" fmla="*/ 38 w 124"/>
                <a:gd name="T33" fmla="*/ 84 h 84"/>
                <a:gd name="T34" fmla="*/ 32 w 124"/>
                <a:gd name="T35" fmla="*/ 84 h 84"/>
                <a:gd name="T36" fmla="*/ 30 w 124"/>
                <a:gd name="T37" fmla="*/ 82 h 84"/>
                <a:gd name="T38" fmla="*/ 28 w 124"/>
                <a:gd name="T39" fmla="*/ 78 h 84"/>
                <a:gd name="T40" fmla="*/ 28 w 124"/>
                <a:gd name="T41" fmla="*/ 74 h 84"/>
                <a:gd name="T42" fmla="*/ 24 w 124"/>
                <a:gd name="T43" fmla="*/ 70 h 84"/>
                <a:gd name="T44" fmla="*/ 20 w 124"/>
                <a:gd name="T45" fmla="*/ 70 h 84"/>
                <a:gd name="T46" fmla="*/ 16 w 124"/>
                <a:gd name="T47" fmla="*/ 66 h 84"/>
                <a:gd name="T48" fmla="*/ 10 w 124"/>
                <a:gd name="T49" fmla="*/ 66 h 84"/>
                <a:gd name="T50" fmla="*/ 6 w 124"/>
                <a:gd name="T51" fmla="*/ 66 h 84"/>
                <a:gd name="T52" fmla="*/ 2 w 124"/>
                <a:gd name="T53" fmla="*/ 48 h 84"/>
                <a:gd name="T54" fmla="*/ 0 w 124"/>
                <a:gd name="T55" fmla="*/ 24 h 84"/>
                <a:gd name="T56" fmla="*/ 22 w 124"/>
                <a:gd name="T57" fmla="*/ 28 h 84"/>
                <a:gd name="T58" fmla="*/ 30 w 124"/>
                <a:gd name="T59" fmla="*/ 48 h 84"/>
                <a:gd name="T60" fmla="*/ 34 w 124"/>
                <a:gd name="T61" fmla="*/ 40 h 84"/>
                <a:gd name="T62" fmla="*/ 32 w 124"/>
                <a:gd name="T63" fmla="*/ 20 h 84"/>
                <a:gd name="T64" fmla="*/ 24 w 124"/>
                <a:gd name="T65" fmla="*/ 0 h 84"/>
                <a:gd name="T66" fmla="*/ 74 w 124"/>
                <a:gd name="T67" fmla="*/ 0 h 84"/>
                <a:gd name="T68" fmla="*/ 122 w 124"/>
                <a:gd name="T69" fmla="*/ 0 h 84"/>
                <a:gd name="T70" fmla="*/ 122 w 124"/>
                <a:gd name="T71" fmla="*/ 0 h 84"/>
                <a:gd name="T72" fmla="*/ 122 w 124"/>
                <a:gd name="T7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4" h="84">
                  <a:moveTo>
                    <a:pt x="122" y="0"/>
                  </a:moveTo>
                  <a:lnTo>
                    <a:pt x="122" y="32"/>
                  </a:lnTo>
                  <a:lnTo>
                    <a:pt x="122" y="66"/>
                  </a:lnTo>
                  <a:lnTo>
                    <a:pt x="124" y="70"/>
                  </a:lnTo>
                  <a:lnTo>
                    <a:pt x="124" y="74"/>
                  </a:lnTo>
                  <a:lnTo>
                    <a:pt x="90" y="74"/>
                  </a:lnTo>
                  <a:lnTo>
                    <a:pt x="84" y="76"/>
                  </a:lnTo>
                  <a:lnTo>
                    <a:pt x="80" y="74"/>
                  </a:lnTo>
                  <a:lnTo>
                    <a:pt x="76" y="76"/>
                  </a:lnTo>
                  <a:lnTo>
                    <a:pt x="70" y="80"/>
                  </a:lnTo>
                  <a:lnTo>
                    <a:pt x="62" y="80"/>
                  </a:lnTo>
                  <a:lnTo>
                    <a:pt x="60" y="80"/>
                  </a:lnTo>
                  <a:lnTo>
                    <a:pt x="56" y="82"/>
                  </a:lnTo>
                  <a:lnTo>
                    <a:pt x="52" y="80"/>
                  </a:lnTo>
                  <a:lnTo>
                    <a:pt x="48" y="80"/>
                  </a:lnTo>
                  <a:lnTo>
                    <a:pt x="44" y="80"/>
                  </a:lnTo>
                  <a:lnTo>
                    <a:pt x="38" y="84"/>
                  </a:lnTo>
                  <a:lnTo>
                    <a:pt x="32" y="84"/>
                  </a:lnTo>
                  <a:lnTo>
                    <a:pt x="30" y="82"/>
                  </a:lnTo>
                  <a:lnTo>
                    <a:pt x="28" y="78"/>
                  </a:lnTo>
                  <a:lnTo>
                    <a:pt x="28" y="74"/>
                  </a:lnTo>
                  <a:lnTo>
                    <a:pt x="24" y="70"/>
                  </a:lnTo>
                  <a:lnTo>
                    <a:pt x="20" y="70"/>
                  </a:lnTo>
                  <a:lnTo>
                    <a:pt x="16" y="66"/>
                  </a:lnTo>
                  <a:lnTo>
                    <a:pt x="10" y="66"/>
                  </a:lnTo>
                  <a:lnTo>
                    <a:pt x="6" y="66"/>
                  </a:lnTo>
                  <a:lnTo>
                    <a:pt x="2" y="48"/>
                  </a:lnTo>
                  <a:lnTo>
                    <a:pt x="0" y="24"/>
                  </a:lnTo>
                  <a:lnTo>
                    <a:pt x="22" y="28"/>
                  </a:lnTo>
                  <a:lnTo>
                    <a:pt x="30" y="48"/>
                  </a:lnTo>
                  <a:lnTo>
                    <a:pt x="34" y="40"/>
                  </a:lnTo>
                  <a:lnTo>
                    <a:pt x="32" y="20"/>
                  </a:lnTo>
                  <a:lnTo>
                    <a:pt x="24" y="0"/>
                  </a:lnTo>
                  <a:lnTo>
                    <a:pt x="74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22" y="0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4" name="Freeform 99">
              <a:extLst>
                <a:ext uri="{FF2B5EF4-FFF2-40B4-BE49-F238E27FC236}">
                  <a16:creationId xmlns:a16="http://schemas.microsoft.com/office/drawing/2014/main" id="{C3E5438C-44E1-6172-F821-A8A1AD81F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6" y="1631"/>
              <a:ext cx="97" cy="102"/>
            </a:xfrm>
            <a:custGeom>
              <a:avLst/>
              <a:gdLst>
                <a:gd name="T0" fmla="*/ 39 w 97"/>
                <a:gd name="T1" fmla="*/ 8 h 102"/>
                <a:gd name="T2" fmla="*/ 41 w 97"/>
                <a:gd name="T3" fmla="*/ 8 h 102"/>
                <a:gd name="T4" fmla="*/ 45 w 97"/>
                <a:gd name="T5" fmla="*/ 12 h 102"/>
                <a:gd name="T6" fmla="*/ 69 w 97"/>
                <a:gd name="T7" fmla="*/ 20 h 102"/>
                <a:gd name="T8" fmla="*/ 77 w 97"/>
                <a:gd name="T9" fmla="*/ 22 h 102"/>
                <a:gd name="T10" fmla="*/ 81 w 97"/>
                <a:gd name="T11" fmla="*/ 26 h 102"/>
                <a:gd name="T12" fmla="*/ 81 w 97"/>
                <a:gd name="T13" fmla="*/ 32 h 102"/>
                <a:gd name="T14" fmla="*/ 85 w 97"/>
                <a:gd name="T15" fmla="*/ 36 h 102"/>
                <a:gd name="T16" fmla="*/ 85 w 97"/>
                <a:gd name="T17" fmla="*/ 42 h 102"/>
                <a:gd name="T18" fmla="*/ 87 w 97"/>
                <a:gd name="T19" fmla="*/ 42 h 102"/>
                <a:gd name="T20" fmla="*/ 79 w 97"/>
                <a:gd name="T21" fmla="*/ 52 h 102"/>
                <a:gd name="T22" fmla="*/ 93 w 97"/>
                <a:gd name="T23" fmla="*/ 40 h 102"/>
                <a:gd name="T24" fmla="*/ 87 w 97"/>
                <a:gd name="T25" fmla="*/ 56 h 102"/>
                <a:gd name="T26" fmla="*/ 81 w 97"/>
                <a:gd name="T27" fmla="*/ 86 h 102"/>
                <a:gd name="T28" fmla="*/ 83 w 97"/>
                <a:gd name="T29" fmla="*/ 102 h 102"/>
                <a:gd name="T30" fmla="*/ 83 w 97"/>
                <a:gd name="T31" fmla="*/ 102 h 102"/>
                <a:gd name="T32" fmla="*/ 53 w 97"/>
                <a:gd name="T33" fmla="*/ 102 h 102"/>
                <a:gd name="T34" fmla="*/ 35 w 97"/>
                <a:gd name="T35" fmla="*/ 98 h 102"/>
                <a:gd name="T36" fmla="*/ 27 w 97"/>
                <a:gd name="T37" fmla="*/ 92 h 102"/>
                <a:gd name="T38" fmla="*/ 27 w 97"/>
                <a:gd name="T39" fmla="*/ 86 h 102"/>
                <a:gd name="T40" fmla="*/ 27 w 97"/>
                <a:gd name="T41" fmla="*/ 80 h 102"/>
                <a:gd name="T42" fmla="*/ 25 w 97"/>
                <a:gd name="T43" fmla="*/ 76 h 102"/>
                <a:gd name="T44" fmla="*/ 25 w 97"/>
                <a:gd name="T45" fmla="*/ 70 h 102"/>
                <a:gd name="T46" fmla="*/ 15 w 97"/>
                <a:gd name="T47" fmla="*/ 62 h 102"/>
                <a:gd name="T48" fmla="*/ 13 w 97"/>
                <a:gd name="T49" fmla="*/ 58 h 102"/>
                <a:gd name="T50" fmla="*/ 6 w 97"/>
                <a:gd name="T51" fmla="*/ 54 h 102"/>
                <a:gd name="T52" fmla="*/ 2 w 97"/>
                <a:gd name="T53" fmla="*/ 46 h 102"/>
                <a:gd name="T54" fmla="*/ 2 w 97"/>
                <a:gd name="T55" fmla="*/ 34 h 102"/>
                <a:gd name="T56" fmla="*/ 2 w 97"/>
                <a:gd name="T57" fmla="*/ 24 h 102"/>
                <a:gd name="T58" fmla="*/ 9 w 97"/>
                <a:gd name="T59" fmla="*/ 20 h 102"/>
                <a:gd name="T60" fmla="*/ 9 w 97"/>
                <a:gd name="T61" fmla="*/ 6 h 102"/>
                <a:gd name="T62" fmla="*/ 13 w 97"/>
                <a:gd name="T63" fmla="*/ 4 h 102"/>
                <a:gd name="T64" fmla="*/ 39 w 97"/>
                <a:gd name="T65" fmla="*/ 8 h 102"/>
                <a:gd name="T66" fmla="*/ 39 w 97"/>
                <a:gd name="T67" fmla="*/ 8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7" h="102">
                  <a:moveTo>
                    <a:pt x="39" y="8"/>
                  </a:moveTo>
                  <a:lnTo>
                    <a:pt x="39" y="8"/>
                  </a:lnTo>
                  <a:lnTo>
                    <a:pt x="41" y="8"/>
                  </a:lnTo>
                  <a:lnTo>
                    <a:pt x="41" y="8"/>
                  </a:lnTo>
                  <a:lnTo>
                    <a:pt x="43" y="8"/>
                  </a:lnTo>
                  <a:lnTo>
                    <a:pt x="45" y="12"/>
                  </a:lnTo>
                  <a:lnTo>
                    <a:pt x="59" y="16"/>
                  </a:lnTo>
                  <a:lnTo>
                    <a:pt x="69" y="20"/>
                  </a:lnTo>
                  <a:lnTo>
                    <a:pt x="73" y="22"/>
                  </a:lnTo>
                  <a:lnTo>
                    <a:pt x="77" y="22"/>
                  </a:lnTo>
                  <a:lnTo>
                    <a:pt x="77" y="26"/>
                  </a:lnTo>
                  <a:lnTo>
                    <a:pt x="81" y="26"/>
                  </a:lnTo>
                  <a:lnTo>
                    <a:pt x="83" y="30"/>
                  </a:lnTo>
                  <a:lnTo>
                    <a:pt x="81" y="32"/>
                  </a:lnTo>
                  <a:lnTo>
                    <a:pt x="81" y="36"/>
                  </a:lnTo>
                  <a:lnTo>
                    <a:pt x="85" y="36"/>
                  </a:lnTo>
                  <a:lnTo>
                    <a:pt x="83" y="40"/>
                  </a:lnTo>
                  <a:lnTo>
                    <a:pt x="85" y="42"/>
                  </a:lnTo>
                  <a:lnTo>
                    <a:pt x="85" y="42"/>
                  </a:lnTo>
                  <a:lnTo>
                    <a:pt x="87" y="42"/>
                  </a:lnTo>
                  <a:lnTo>
                    <a:pt x="85" y="42"/>
                  </a:lnTo>
                  <a:lnTo>
                    <a:pt x="79" y="52"/>
                  </a:lnTo>
                  <a:lnTo>
                    <a:pt x="81" y="54"/>
                  </a:lnTo>
                  <a:lnTo>
                    <a:pt x="93" y="40"/>
                  </a:lnTo>
                  <a:lnTo>
                    <a:pt x="97" y="38"/>
                  </a:lnTo>
                  <a:lnTo>
                    <a:pt x="87" y="56"/>
                  </a:lnTo>
                  <a:lnTo>
                    <a:pt x="85" y="72"/>
                  </a:lnTo>
                  <a:lnTo>
                    <a:pt x="81" y="86"/>
                  </a:lnTo>
                  <a:lnTo>
                    <a:pt x="83" y="96"/>
                  </a:lnTo>
                  <a:lnTo>
                    <a:pt x="83" y="102"/>
                  </a:lnTo>
                  <a:lnTo>
                    <a:pt x="83" y="102"/>
                  </a:lnTo>
                  <a:lnTo>
                    <a:pt x="83" y="102"/>
                  </a:lnTo>
                  <a:lnTo>
                    <a:pt x="69" y="102"/>
                  </a:lnTo>
                  <a:lnTo>
                    <a:pt x="53" y="102"/>
                  </a:lnTo>
                  <a:lnTo>
                    <a:pt x="35" y="102"/>
                  </a:lnTo>
                  <a:lnTo>
                    <a:pt x="35" y="98"/>
                  </a:lnTo>
                  <a:lnTo>
                    <a:pt x="29" y="96"/>
                  </a:lnTo>
                  <a:lnTo>
                    <a:pt x="27" y="92"/>
                  </a:lnTo>
                  <a:lnTo>
                    <a:pt x="27" y="90"/>
                  </a:lnTo>
                  <a:lnTo>
                    <a:pt x="27" y="86"/>
                  </a:lnTo>
                  <a:lnTo>
                    <a:pt x="29" y="84"/>
                  </a:lnTo>
                  <a:lnTo>
                    <a:pt x="27" y="80"/>
                  </a:lnTo>
                  <a:lnTo>
                    <a:pt x="25" y="80"/>
                  </a:lnTo>
                  <a:lnTo>
                    <a:pt x="25" y="76"/>
                  </a:lnTo>
                  <a:lnTo>
                    <a:pt x="25" y="72"/>
                  </a:lnTo>
                  <a:lnTo>
                    <a:pt x="25" y="70"/>
                  </a:lnTo>
                  <a:lnTo>
                    <a:pt x="19" y="66"/>
                  </a:lnTo>
                  <a:lnTo>
                    <a:pt x="15" y="62"/>
                  </a:lnTo>
                  <a:lnTo>
                    <a:pt x="15" y="60"/>
                  </a:lnTo>
                  <a:lnTo>
                    <a:pt x="13" y="58"/>
                  </a:lnTo>
                  <a:lnTo>
                    <a:pt x="8" y="54"/>
                  </a:lnTo>
                  <a:lnTo>
                    <a:pt x="6" y="54"/>
                  </a:lnTo>
                  <a:lnTo>
                    <a:pt x="0" y="50"/>
                  </a:lnTo>
                  <a:lnTo>
                    <a:pt x="2" y="46"/>
                  </a:lnTo>
                  <a:lnTo>
                    <a:pt x="2" y="38"/>
                  </a:lnTo>
                  <a:lnTo>
                    <a:pt x="2" y="34"/>
                  </a:lnTo>
                  <a:lnTo>
                    <a:pt x="0" y="28"/>
                  </a:lnTo>
                  <a:lnTo>
                    <a:pt x="2" y="24"/>
                  </a:lnTo>
                  <a:lnTo>
                    <a:pt x="6" y="22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9" y="6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29" y="0"/>
                  </a:lnTo>
                  <a:lnTo>
                    <a:pt x="39" y="8"/>
                  </a:lnTo>
                  <a:lnTo>
                    <a:pt x="39" y="8"/>
                  </a:lnTo>
                  <a:lnTo>
                    <a:pt x="39" y="8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5" name="Freeform 100">
              <a:extLst>
                <a:ext uri="{FF2B5EF4-FFF2-40B4-BE49-F238E27FC236}">
                  <a16:creationId xmlns:a16="http://schemas.microsoft.com/office/drawing/2014/main" id="{4B48D5A0-6163-EF9A-B410-A1DFB67C10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6" y="1631"/>
              <a:ext cx="97" cy="102"/>
            </a:xfrm>
            <a:custGeom>
              <a:avLst/>
              <a:gdLst>
                <a:gd name="T0" fmla="*/ 39 w 97"/>
                <a:gd name="T1" fmla="*/ 8 h 102"/>
                <a:gd name="T2" fmla="*/ 41 w 97"/>
                <a:gd name="T3" fmla="*/ 8 h 102"/>
                <a:gd name="T4" fmla="*/ 45 w 97"/>
                <a:gd name="T5" fmla="*/ 12 h 102"/>
                <a:gd name="T6" fmla="*/ 69 w 97"/>
                <a:gd name="T7" fmla="*/ 20 h 102"/>
                <a:gd name="T8" fmla="*/ 77 w 97"/>
                <a:gd name="T9" fmla="*/ 22 h 102"/>
                <a:gd name="T10" fmla="*/ 81 w 97"/>
                <a:gd name="T11" fmla="*/ 26 h 102"/>
                <a:gd name="T12" fmla="*/ 81 w 97"/>
                <a:gd name="T13" fmla="*/ 32 h 102"/>
                <a:gd name="T14" fmla="*/ 85 w 97"/>
                <a:gd name="T15" fmla="*/ 36 h 102"/>
                <a:gd name="T16" fmla="*/ 85 w 97"/>
                <a:gd name="T17" fmla="*/ 42 h 102"/>
                <a:gd name="T18" fmla="*/ 87 w 97"/>
                <a:gd name="T19" fmla="*/ 42 h 102"/>
                <a:gd name="T20" fmla="*/ 79 w 97"/>
                <a:gd name="T21" fmla="*/ 52 h 102"/>
                <a:gd name="T22" fmla="*/ 93 w 97"/>
                <a:gd name="T23" fmla="*/ 40 h 102"/>
                <a:gd name="T24" fmla="*/ 87 w 97"/>
                <a:gd name="T25" fmla="*/ 56 h 102"/>
                <a:gd name="T26" fmla="*/ 81 w 97"/>
                <a:gd name="T27" fmla="*/ 86 h 102"/>
                <a:gd name="T28" fmla="*/ 83 w 97"/>
                <a:gd name="T29" fmla="*/ 102 h 102"/>
                <a:gd name="T30" fmla="*/ 83 w 97"/>
                <a:gd name="T31" fmla="*/ 102 h 102"/>
                <a:gd name="T32" fmla="*/ 53 w 97"/>
                <a:gd name="T33" fmla="*/ 102 h 102"/>
                <a:gd name="T34" fmla="*/ 35 w 97"/>
                <a:gd name="T35" fmla="*/ 98 h 102"/>
                <a:gd name="T36" fmla="*/ 27 w 97"/>
                <a:gd name="T37" fmla="*/ 92 h 102"/>
                <a:gd name="T38" fmla="*/ 27 w 97"/>
                <a:gd name="T39" fmla="*/ 86 h 102"/>
                <a:gd name="T40" fmla="*/ 27 w 97"/>
                <a:gd name="T41" fmla="*/ 80 h 102"/>
                <a:gd name="T42" fmla="*/ 25 w 97"/>
                <a:gd name="T43" fmla="*/ 76 h 102"/>
                <a:gd name="T44" fmla="*/ 25 w 97"/>
                <a:gd name="T45" fmla="*/ 70 h 102"/>
                <a:gd name="T46" fmla="*/ 15 w 97"/>
                <a:gd name="T47" fmla="*/ 62 h 102"/>
                <a:gd name="T48" fmla="*/ 13 w 97"/>
                <a:gd name="T49" fmla="*/ 58 h 102"/>
                <a:gd name="T50" fmla="*/ 6 w 97"/>
                <a:gd name="T51" fmla="*/ 54 h 102"/>
                <a:gd name="T52" fmla="*/ 2 w 97"/>
                <a:gd name="T53" fmla="*/ 46 h 102"/>
                <a:gd name="T54" fmla="*/ 2 w 97"/>
                <a:gd name="T55" fmla="*/ 34 h 102"/>
                <a:gd name="T56" fmla="*/ 2 w 97"/>
                <a:gd name="T57" fmla="*/ 24 h 102"/>
                <a:gd name="T58" fmla="*/ 9 w 97"/>
                <a:gd name="T59" fmla="*/ 20 h 102"/>
                <a:gd name="T60" fmla="*/ 9 w 97"/>
                <a:gd name="T61" fmla="*/ 6 h 102"/>
                <a:gd name="T62" fmla="*/ 13 w 97"/>
                <a:gd name="T63" fmla="*/ 4 h 102"/>
                <a:gd name="T64" fmla="*/ 39 w 97"/>
                <a:gd name="T65" fmla="*/ 8 h 102"/>
                <a:gd name="T66" fmla="*/ 39 w 97"/>
                <a:gd name="T67" fmla="*/ 8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7" h="102">
                  <a:moveTo>
                    <a:pt x="39" y="8"/>
                  </a:moveTo>
                  <a:lnTo>
                    <a:pt x="39" y="8"/>
                  </a:lnTo>
                  <a:lnTo>
                    <a:pt x="41" y="8"/>
                  </a:lnTo>
                  <a:lnTo>
                    <a:pt x="41" y="8"/>
                  </a:lnTo>
                  <a:lnTo>
                    <a:pt x="43" y="8"/>
                  </a:lnTo>
                  <a:lnTo>
                    <a:pt x="45" y="12"/>
                  </a:lnTo>
                  <a:lnTo>
                    <a:pt x="59" y="16"/>
                  </a:lnTo>
                  <a:lnTo>
                    <a:pt x="69" y="20"/>
                  </a:lnTo>
                  <a:lnTo>
                    <a:pt x="73" y="22"/>
                  </a:lnTo>
                  <a:lnTo>
                    <a:pt x="77" y="22"/>
                  </a:lnTo>
                  <a:lnTo>
                    <a:pt x="77" y="26"/>
                  </a:lnTo>
                  <a:lnTo>
                    <a:pt x="81" y="26"/>
                  </a:lnTo>
                  <a:lnTo>
                    <a:pt x="83" y="30"/>
                  </a:lnTo>
                  <a:lnTo>
                    <a:pt x="81" y="32"/>
                  </a:lnTo>
                  <a:lnTo>
                    <a:pt x="81" y="36"/>
                  </a:lnTo>
                  <a:lnTo>
                    <a:pt x="85" y="36"/>
                  </a:lnTo>
                  <a:lnTo>
                    <a:pt x="83" y="40"/>
                  </a:lnTo>
                  <a:lnTo>
                    <a:pt x="85" y="42"/>
                  </a:lnTo>
                  <a:lnTo>
                    <a:pt x="85" y="42"/>
                  </a:lnTo>
                  <a:lnTo>
                    <a:pt x="87" y="42"/>
                  </a:lnTo>
                  <a:lnTo>
                    <a:pt x="85" y="42"/>
                  </a:lnTo>
                  <a:lnTo>
                    <a:pt x="79" y="52"/>
                  </a:lnTo>
                  <a:lnTo>
                    <a:pt x="81" y="54"/>
                  </a:lnTo>
                  <a:lnTo>
                    <a:pt x="93" y="40"/>
                  </a:lnTo>
                  <a:lnTo>
                    <a:pt x="97" y="38"/>
                  </a:lnTo>
                  <a:lnTo>
                    <a:pt x="87" y="56"/>
                  </a:lnTo>
                  <a:lnTo>
                    <a:pt x="85" y="72"/>
                  </a:lnTo>
                  <a:lnTo>
                    <a:pt x="81" y="86"/>
                  </a:lnTo>
                  <a:lnTo>
                    <a:pt x="83" y="96"/>
                  </a:lnTo>
                  <a:lnTo>
                    <a:pt x="83" y="102"/>
                  </a:lnTo>
                  <a:lnTo>
                    <a:pt x="83" y="102"/>
                  </a:lnTo>
                  <a:lnTo>
                    <a:pt x="83" y="102"/>
                  </a:lnTo>
                  <a:lnTo>
                    <a:pt x="69" y="102"/>
                  </a:lnTo>
                  <a:lnTo>
                    <a:pt x="53" y="102"/>
                  </a:lnTo>
                  <a:lnTo>
                    <a:pt x="35" y="102"/>
                  </a:lnTo>
                  <a:lnTo>
                    <a:pt x="35" y="98"/>
                  </a:lnTo>
                  <a:lnTo>
                    <a:pt x="29" y="96"/>
                  </a:lnTo>
                  <a:lnTo>
                    <a:pt x="27" y="92"/>
                  </a:lnTo>
                  <a:lnTo>
                    <a:pt x="27" y="90"/>
                  </a:lnTo>
                  <a:lnTo>
                    <a:pt x="27" y="86"/>
                  </a:lnTo>
                  <a:lnTo>
                    <a:pt x="29" y="84"/>
                  </a:lnTo>
                  <a:lnTo>
                    <a:pt x="27" y="80"/>
                  </a:lnTo>
                  <a:lnTo>
                    <a:pt x="25" y="80"/>
                  </a:lnTo>
                  <a:lnTo>
                    <a:pt x="25" y="76"/>
                  </a:lnTo>
                  <a:lnTo>
                    <a:pt x="25" y="72"/>
                  </a:lnTo>
                  <a:lnTo>
                    <a:pt x="25" y="70"/>
                  </a:lnTo>
                  <a:lnTo>
                    <a:pt x="19" y="66"/>
                  </a:lnTo>
                  <a:lnTo>
                    <a:pt x="15" y="62"/>
                  </a:lnTo>
                  <a:lnTo>
                    <a:pt x="15" y="60"/>
                  </a:lnTo>
                  <a:lnTo>
                    <a:pt x="13" y="58"/>
                  </a:lnTo>
                  <a:lnTo>
                    <a:pt x="8" y="54"/>
                  </a:lnTo>
                  <a:lnTo>
                    <a:pt x="6" y="54"/>
                  </a:lnTo>
                  <a:lnTo>
                    <a:pt x="0" y="50"/>
                  </a:lnTo>
                  <a:lnTo>
                    <a:pt x="2" y="46"/>
                  </a:lnTo>
                  <a:lnTo>
                    <a:pt x="2" y="38"/>
                  </a:lnTo>
                  <a:lnTo>
                    <a:pt x="2" y="34"/>
                  </a:lnTo>
                  <a:lnTo>
                    <a:pt x="0" y="28"/>
                  </a:lnTo>
                  <a:lnTo>
                    <a:pt x="2" y="24"/>
                  </a:lnTo>
                  <a:lnTo>
                    <a:pt x="6" y="22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9" y="6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29" y="0"/>
                  </a:lnTo>
                  <a:lnTo>
                    <a:pt x="39" y="8"/>
                  </a:lnTo>
                  <a:lnTo>
                    <a:pt x="39" y="8"/>
                  </a:lnTo>
                  <a:lnTo>
                    <a:pt x="39" y="8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6" name="Freeform 101">
              <a:extLst>
                <a:ext uri="{FF2B5EF4-FFF2-40B4-BE49-F238E27FC236}">
                  <a16:creationId xmlns:a16="http://schemas.microsoft.com/office/drawing/2014/main" id="{182B4057-FBF2-3DD1-EC1A-709F370F8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" y="1773"/>
              <a:ext cx="80" cy="72"/>
            </a:xfrm>
            <a:custGeom>
              <a:avLst/>
              <a:gdLst>
                <a:gd name="T0" fmla="*/ 50 w 80"/>
                <a:gd name="T1" fmla="*/ 30 h 72"/>
                <a:gd name="T2" fmla="*/ 56 w 80"/>
                <a:gd name="T3" fmla="*/ 26 h 72"/>
                <a:gd name="T4" fmla="*/ 62 w 80"/>
                <a:gd name="T5" fmla="*/ 24 h 72"/>
                <a:gd name="T6" fmla="*/ 68 w 80"/>
                <a:gd name="T7" fmla="*/ 22 h 72"/>
                <a:gd name="T8" fmla="*/ 76 w 80"/>
                <a:gd name="T9" fmla="*/ 22 h 72"/>
                <a:gd name="T10" fmla="*/ 80 w 80"/>
                <a:gd name="T11" fmla="*/ 28 h 72"/>
                <a:gd name="T12" fmla="*/ 70 w 80"/>
                <a:gd name="T13" fmla="*/ 26 h 72"/>
                <a:gd name="T14" fmla="*/ 66 w 80"/>
                <a:gd name="T15" fmla="*/ 34 h 72"/>
                <a:gd name="T16" fmla="*/ 60 w 80"/>
                <a:gd name="T17" fmla="*/ 40 h 72"/>
                <a:gd name="T18" fmla="*/ 58 w 80"/>
                <a:gd name="T19" fmla="*/ 42 h 72"/>
                <a:gd name="T20" fmla="*/ 54 w 80"/>
                <a:gd name="T21" fmla="*/ 46 h 72"/>
                <a:gd name="T22" fmla="*/ 50 w 80"/>
                <a:gd name="T23" fmla="*/ 46 h 72"/>
                <a:gd name="T24" fmla="*/ 46 w 80"/>
                <a:gd name="T25" fmla="*/ 48 h 72"/>
                <a:gd name="T26" fmla="*/ 42 w 80"/>
                <a:gd name="T27" fmla="*/ 56 h 72"/>
                <a:gd name="T28" fmla="*/ 38 w 80"/>
                <a:gd name="T29" fmla="*/ 62 h 72"/>
                <a:gd name="T30" fmla="*/ 36 w 80"/>
                <a:gd name="T31" fmla="*/ 66 h 72"/>
                <a:gd name="T32" fmla="*/ 32 w 80"/>
                <a:gd name="T33" fmla="*/ 68 h 72"/>
                <a:gd name="T34" fmla="*/ 28 w 80"/>
                <a:gd name="T35" fmla="*/ 68 h 72"/>
                <a:gd name="T36" fmla="*/ 22 w 80"/>
                <a:gd name="T37" fmla="*/ 72 h 72"/>
                <a:gd name="T38" fmla="*/ 14 w 80"/>
                <a:gd name="T39" fmla="*/ 72 h 72"/>
                <a:gd name="T40" fmla="*/ 10 w 80"/>
                <a:gd name="T41" fmla="*/ 68 h 72"/>
                <a:gd name="T42" fmla="*/ 6 w 80"/>
                <a:gd name="T43" fmla="*/ 66 h 72"/>
                <a:gd name="T44" fmla="*/ 2 w 80"/>
                <a:gd name="T45" fmla="*/ 60 h 72"/>
                <a:gd name="T46" fmla="*/ 0 w 80"/>
                <a:gd name="T47" fmla="*/ 54 h 72"/>
                <a:gd name="T48" fmla="*/ 0 w 80"/>
                <a:gd name="T49" fmla="*/ 48 h 72"/>
                <a:gd name="T50" fmla="*/ 6 w 80"/>
                <a:gd name="T51" fmla="*/ 44 h 72"/>
                <a:gd name="T52" fmla="*/ 8 w 80"/>
                <a:gd name="T53" fmla="*/ 34 h 72"/>
                <a:gd name="T54" fmla="*/ 10 w 80"/>
                <a:gd name="T55" fmla="*/ 38 h 72"/>
                <a:gd name="T56" fmla="*/ 12 w 80"/>
                <a:gd name="T57" fmla="*/ 34 h 72"/>
                <a:gd name="T58" fmla="*/ 16 w 80"/>
                <a:gd name="T59" fmla="*/ 28 h 72"/>
                <a:gd name="T60" fmla="*/ 22 w 80"/>
                <a:gd name="T61" fmla="*/ 28 h 72"/>
                <a:gd name="T62" fmla="*/ 28 w 80"/>
                <a:gd name="T63" fmla="*/ 22 h 72"/>
                <a:gd name="T64" fmla="*/ 30 w 80"/>
                <a:gd name="T65" fmla="*/ 14 h 72"/>
                <a:gd name="T66" fmla="*/ 32 w 80"/>
                <a:gd name="T67" fmla="*/ 4 h 72"/>
                <a:gd name="T68" fmla="*/ 34 w 80"/>
                <a:gd name="T69" fmla="*/ 0 h 72"/>
                <a:gd name="T70" fmla="*/ 50 w 80"/>
                <a:gd name="T71" fmla="*/ 20 h 72"/>
                <a:gd name="T72" fmla="*/ 50 w 80"/>
                <a:gd name="T73" fmla="*/ 2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0" h="72">
                  <a:moveTo>
                    <a:pt x="50" y="20"/>
                  </a:moveTo>
                  <a:lnTo>
                    <a:pt x="50" y="30"/>
                  </a:lnTo>
                  <a:lnTo>
                    <a:pt x="54" y="28"/>
                  </a:lnTo>
                  <a:lnTo>
                    <a:pt x="56" y="26"/>
                  </a:lnTo>
                  <a:lnTo>
                    <a:pt x="60" y="26"/>
                  </a:lnTo>
                  <a:lnTo>
                    <a:pt x="62" y="24"/>
                  </a:lnTo>
                  <a:lnTo>
                    <a:pt x="66" y="24"/>
                  </a:lnTo>
                  <a:lnTo>
                    <a:pt x="68" y="22"/>
                  </a:lnTo>
                  <a:lnTo>
                    <a:pt x="72" y="20"/>
                  </a:lnTo>
                  <a:lnTo>
                    <a:pt x="76" y="22"/>
                  </a:lnTo>
                  <a:lnTo>
                    <a:pt x="78" y="26"/>
                  </a:lnTo>
                  <a:lnTo>
                    <a:pt x="80" y="28"/>
                  </a:lnTo>
                  <a:lnTo>
                    <a:pt x="78" y="32"/>
                  </a:lnTo>
                  <a:lnTo>
                    <a:pt x="70" y="26"/>
                  </a:lnTo>
                  <a:lnTo>
                    <a:pt x="68" y="32"/>
                  </a:lnTo>
                  <a:lnTo>
                    <a:pt x="66" y="34"/>
                  </a:lnTo>
                  <a:lnTo>
                    <a:pt x="62" y="38"/>
                  </a:lnTo>
                  <a:lnTo>
                    <a:pt x="60" y="40"/>
                  </a:lnTo>
                  <a:lnTo>
                    <a:pt x="60" y="38"/>
                  </a:lnTo>
                  <a:lnTo>
                    <a:pt x="58" y="42"/>
                  </a:lnTo>
                  <a:lnTo>
                    <a:pt x="56" y="44"/>
                  </a:lnTo>
                  <a:lnTo>
                    <a:pt x="54" y="46"/>
                  </a:lnTo>
                  <a:lnTo>
                    <a:pt x="52" y="48"/>
                  </a:lnTo>
                  <a:lnTo>
                    <a:pt x="50" y="46"/>
                  </a:lnTo>
                  <a:lnTo>
                    <a:pt x="48" y="44"/>
                  </a:lnTo>
                  <a:lnTo>
                    <a:pt x="46" y="48"/>
                  </a:lnTo>
                  <a:lnTo>
                    <a:pt x="44" y="52"/>
                  </a:lnTo>
                  <a:lnTo>
                    <a:pt x="42" y="56"/>
                  </a:lnTo>
                  <a:lnTo>
                    <a:pt x="40" y="58"/>
                  </a:lnTo>
                  <a:lnTo>
                    <a:pt x="38" y="62"/>
                  </a:lnTo>
                  <a:lnTo>
                    <a:pt x="38" y="64"/>
                  </a:lnTo>
                  <a:lnTo>
                    <a:pt x="36" y="66"/>
                  </a:lnTo>
                  <a:lnTo>
                    <a:pt x="34" y="68"/>
                  </a:lnTo>
                  <a:lnTo>
                    <a:pt x="32" y="68"/>
                  </a:lnTo>
                  <a:lnTo>
                    <a:pt x="30" y="68"/>
                  </a:lnTo>
                  <a:lnTo>
                    <a:pt x="28" y="68"/>
                  </a:lnTo>
                  <a:lnTo>
                    <a:pt x="28" y="70"/>
                  </a:lnTo>
                  <a:lnTo>
                    <a:pt x="22" y="72"/>
                  </a:lnTo>
                  <a:lnTo>
                    <a:pt x="20" y="70"/>
                  </a:lnTo>
                  <a:lnTo>
                    <a:pt x="14" y="72"/>
                  </a:lnTo>
                  <a:lnTo>
                    <a:pt x="12" y="72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6" y="66"/>
                  </a:lnTo>
                  <a:lnTo>
                    <a:pt x="4" y="62"/>
                  </a:lnTo>
                  <a:lnTo>
                    <a:pt x="2" y="60"/>
                  </a:lnTo>
                  <a:lnTo>
                    <a:pt x="2" y="56"/>
                  </a:lnTo>
                  <a:lnTo>
                    <a:pt x="0" y="54"/>
                  </a:lnTo>
                  <a:lnTo>
                    <a:pt x="0" y="50"/>
                  </a:lnTo>
                  <a:lnTo>
                    <a:pt x="0" y="48"/>
                  </a:lnTo>
                  <a:lnTo>
                    <a:pt x="4" y="46"/>
                  </a:lnTo>
                  <a:lnTo>
                    <a:pt x="6" y="44"/>
                  </a:lnTo>
                  <a:lnTo>
                    <a:pt x="6" y="40"/>
                  </a:lnTo>
                  <a:lnTo>
                    <a:pt x="8" y="34"/>
                  </a:lnTo>
                  <a:lnTo>
                    <a:pt x="10" y="36"/>
                  </a:lnTo>
                  <a:lnTo>
                    <a:pt x="10" y="38"/>
                  </a:lnTo>
                  <a:lnTo>
                    <a:pt x="12" y="36"/>
                  </a:lnTo>
                  <a:lnTo>
                    <a:pt x="12" y="34"/>
                  </a:lnTo>
                  <a:lnTo>
                    <a:pt x="14" y="30"/>
                  </a:lnTo>
                  <a:lnTo>
                    <a:pt x="16" y="28"/>
                  </a:lnTo>
                  <a:lnTo>
                    <a:pt x="18" y="28"/>
                  </a:lnTo>
                  <a:lnTo>
                    <a:pt x="22" y="28"/>
                  </a:lnTo>
                  <a:lnTo>
                    <a:pt x="22" y="26"/>
                  </a:lnTo>
                  <a:lnTo>
                    <a:pt x="28" y="22"/>
                  </a:lnTo>
                  <a:lnTo>
                    <a:pt x="28" y="20"/>
                  </a:lnTo>
                  <a:lnTo>
                    <a:pt x="30" y="14"/>
                  </a:lnTo>
                  <a:lnTo>
                    <a:pt x="32" y="10"/>
                  </a:lnTo>
                  <a:lnTo>
                    <a:pt x="32" y="4"/>
                  </a:lnTo>
                  <a:lnTo>
                    <a:pt x="32" y="2"/>
                  </a:lnTo>
                  <a:lnTo>
                    <a:pt x="34" y="0"/>
                  </a:lnTo>
                  <a:lnTo>
                    <a:pt x="34" y="20"/>
                  </a:lnTo>
                  <a:lnTo>
                    <a:pt x="50" y="20"/>
                  </a:lnTo>
                  <a:lnTo>
                    <a:pt x="50" y="20"/>
                  </a:lnTo>
                  <a:lnTo>
                    <a:pt x="50" y="2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7" name="Freeform 102">
              <a:extLst>
                <a:ext uri="{FF2B5EF4-FFF2-40B4-BE49-F238E27FC236}">
                  <a16:creationId xmlns:a16="http://schemas.microsoft.com/office/drawing/2014/main" id="{2CF7E36C-DCF1-9DF2-35DF-416F24489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" y="1773"/>
              <a:ext cx="80" cy="72"/>
            </a:xfrm>
            <a:custGeom>
              <a:avLst/>
              <a:gdLst>
                <a:gd name="T0" fmla="*/ 50 w 80"/>
                <a:gd name="T1" fmla="*/ 30 h 72"/>
                <a:gd name="T2" fmla="*/ 56 w 80"/>
                <a:gd name="T3" fmla="*/ 26 h 72"/>
                <a:gd name="T4" fmla="*/ 62 w 80"/>
                <a:gd name="T5" fmla="*/ 24 h 72"/>
                <a:gd name="T6" fmla="*/ 68 w 80"/>
                <a:gd name="T7" fmla="*/ 22 h 72"/>
                <a:gd name="T8" fmla="*/ 76 w 80"/>
                <a:gd name="T9" fmla="*/ 22 h 72"/>
                <a:gd name="T10" fmla="*/ 80 w 80"/>
                <a:gd name="T11" fmla="*/ 28 h 72"/>
                <a:gd name="T12" fmla="*/ 70 w 80"/>
                <a:gd name="T13" fmla="*/ 26 h 72"/>
                <a:gd name="T14" fmla="*/ 66 w 80"/>
                <a:gd name="T15" fmla="*/ 34 h 72"/>
                <a:gd name="T16" fmla="*/ 60 w 80"/>
                <a:gd name="T17" fmla="*/ 40 h 72"/>
                <a:gd name="T18" fmla="*/ 58 w 80"/>
                <a:gd name="T19" fmla="*/ 42 h 72"/>
                <a:gd name="T20" fmla="*/ 54 w 80"/>
                <a:gd name="T21" fmla="*/ 46 h 72"/>
                <a:gd name="T22" fmla="*/ 50 w 80"/>
                <a:gd name="T23" fmla="*/ 46 h 72"/>
                <a:gd name="T24" fmla="*/ 46 w 80"/>
                <a:gd name="T25" fmla="*/ 48 h 72"/>
                <a:gd name="T26" fmla="*/ 42 w 80"/>
                <a:gd name="T27" fmla="*/ 56 h 72"/>
                <a:gd name="T28" fmla="*/ 38 w 80"/>
                <a:gd name="T29" fmla="*/ 62 h 72"/>
                <a:gd name="T30" fmla="*/ 36 w 80"/>
                <a:gd name="T31" fmla="*/ 66 h 72"/>
                <a:gd name="T32" fmla="*/ 32 w 80"/>
                <a:gd name="T33" fmla="*/ 68 h 72"/>
                <a:gd name="T34" fmla="*/ 28 w 80"/>
                <a:gd name="T35" fmla="*/ 68 h 72"/>
                <a:gd name="T36" fmla="*/ 22 w 80"/>
                <a:gd name="T37" fmla="*/ 72 h 72"/>
                <a:gd name="T38" fmla="*/ 14 w 80"/>
                <a:gd name="T39" fmla="*/ 72 h 72"/>
                <a:gd name="T40" fmla="*/ 10 w 80"/>
                <a:gd name="T41" fmla="*/ 68 h 72"/>
                <a:gd name="T42" fmla="*/ 6 w 80"/>
                <a:gd name="T43" fmla="*/ 66 h 72"/>
                <a:gd name="T44" fmla="*/ 2 w 80"/>
                <a:gd name="T45" fmla="*/ 60 h 72"/>
                <a:gd name="T46" fmla="*/ 0 w 80"/>
                <a:gd name="T47" fmla="*/ 54 h 72"/>
                <a:gd name="T48" fmla="*/ 0 w 80"/>
                <a:gd name="T49" fmla="*/ 48 h 72"/>
                <a:gd name="T50" fmla="*/ 6 w 80"/>
                <a:gd name="T51" fmla="*/ 44 h 72"/>
                <a:gd name="T52" fmla="*/ 8 w 80"/>
                <a:gd name="T53" fmla="*/ 34 h 72"/>
                <a:gd name="T54" fmla="*/ 10 w 80"/>
                <a:gd name="T55" fmla="*/ 38 h 72"/>
                <a:gd name="T56" fmla="*/ 12 w 80"/>
                <a:gd name="T57" fmla="*/ 34 h 72"/>
                <a:gd name="T58" fmla="*/ 16 w 80"/>
                <a:gd name="T59" fmla="*/ 28 h 72"/>
                <a:gd name="T60" fmla="*/ 22 w 80"/>
                <a:gd name="T61" fmla="*/ 28 h 72"/>
                <a:gd name="T62" fmla="*/ 28 w 80"/>
                <a:gd name="T63" fmla="*/ 22 h 72"/>
                <a:gd name="T64" fmla="*/ 30 w 80"/>
                <a:gd name="T65" fmla="*/ 14 h 72"/>
                <a:gd name="T66" fmla="*/ 32 w 80"/>
                <a:gd name="T67" fmla="*/ 4 h 72"/>
                <a:gd name="T68" fmla="*/ 34 w 80"/>
                <a:gd name="T69" fmla="*/ 0 h 72"/>
                <a:gd name="T70" fmla="*/ 50 w 80"/>
                <a:gd name="T71" fmla="*/ 20 h 72"/>
                <a:gd name="T72" fmla="*/ 50 w 80"/>
                <a:gd name="T73" fmla="*/ 2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0" h="72">
                  <a:moveTo>
                    <a:pt x="50" y="20"/>
                  </a:moveTo>
                  <a:lnTo>
                    <a:pt x="50" y="30"/>
                  </a:lnTo>
                  <a:lnTo>
                    <a:pt x="54" y="28"/>
                  </a:lnTo>
                  <a:lnTo>
                    <a:pt x="56" y="26"/>
                  </a:lnTo>
                  <a:lnTo>
                    <a:pt x="60" y="26"/>
                  </a:lnTo>
                  <a:lnTo>
                    <a:pt x="62" y="24"/>
                  </a:lnTo>
                  <a:lnTo>
                    <a:pt x="66" y="24"/>
                  </a:lnTo>
                  <a:lnTo>
                    <a:pt x="68" y="22"/>
                  </a:lnTo>
                  <a:lnTo>
                    <a:pt x="72" y="20"/>
                  </a:lnTo>
                  <a:lnTo>
                    <a:pt x="76" y="22"/>
                  </a:lnTo>
                  <a:lnTo>
                    <a:pt x="78" y="26"/>
                  </a:lnTo>
                  <a:lnTo>
                    <a:pt x="80" y="28"/>
                  </a:lnTo>
                  <a:lnTo>
                    <a:pt x="78" y="32"/>
                  </a:lnTo>
                  <a:lnTo>
                    <a:pt x="70" y="26"/>
                  </a:lnTo>
                  <a:lnTo>
                    <a:pt x="68" y="32"/>
                  </a:lnTo>
                  <a:lnTo>
                    <a:pt x="66" y="34"/>
                  </a:lnTo>
                  <a:lnTo>
                    <a:pt x="62" y="38"/>
                  </a:lnTo>
                  <a:lnTo>
                    <a:pt x="60" y="40"/>
                  </a:lnTo>
                  <a:lnTo>
                    <a:pt x="60" y="38"/>
                  </a:lnTo>
                  <a:lnTo>
                    <a:pt x="58" y="42"/>
                  </a:lnTo>
                  <a:lnTo>
                    <a:pt x="56" y="44"/>
                  </a:lnTo>
                  <a:lnTo>
                    <a:pt x="54" y="46"/>
                  </a:lnTo>
                  <a:lnTo>
                    <a:pt x="52" y="48"/>
                  </a:lnTo>
                  <a:lnTo>
                    <a:pt x="50" y="46"/>
                  </a:lnTo>
                  <a:lnTo>
                    <a:pt x="48" y="44"/>
                  </a:lnTo>
                  <a:lnTo>
                    <a:pt x="46" y="48"/>
                  </a:lnTo>
                  <a:lnTo>
                    <a:pt x="44" y="52"/>
                  </a:lnTo>
                  <a:lnTo>
                    <a:pt x="42" y="56"/>
                  </a:lnTo>
                  <a:lnTo>
                    <a:pt x="40" y="58"/>
                  </a:lnTo>
                  <a:lnTo>
                    <a:pt x="38" y="62"/>
                  </a:lnTo>
                  <a:lnTo>
                    <a:pt x="38" y="64"/>
                  </a:lnTo>
                  <a:lnTo>
                    <a:pt x="36" y="66"/>
                  </a:lnTo>
                  <a:lnTo>
                    <a:pt x="34" y="68"/>
                  </a:lnTo>
                  <a:lnTo>
                    <a:pt x="32" y="68"/>
                  </a:lnTo>
                  <a:lnTo>
                    <a:pt x="30" y="68"/>
                  </a:lnTo>
                  <a:lnTo>
                    <a:pt x="28" y="68"/>
                  </a:lnTo>
                  <a:lnTo>
                    <a:pt x="28" y="70"/>
                  </a:lnTo>
                  <a:lnTo>
                    <a:pt x="22" y="72"/>
                  </a:lnTo>
                  <a:lnTo>
                    <a:pt x="20" y="70"/>
                  </a:lnTo>
                  <a:lnTo>
                    <a:pt x="14" y="72"/>
                  </a:lnTo>
                  <a:lnTo>
                    <a:pt x="12" y="72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6" y="66"/>
                  </a:lnTo>
                  <a:lnTo>
                    <a:pt x="4" y="62"/>
                  </a:lnTo>
                  <a:lnTo>
                    <a:pt x="2" y="60"/>
                  </a:lnTo>
                  <a:lnTo>
                    <a:pt x="2" y="56"/>
                  </a:lnTo>
                  <a:lnTo>
                    <a:pt x="0" y="54"/>
                  </a:lnTo>
                  <a:lnTo>
                    <a:pt x="0" y="50"/>
                  </a:lnTo>
                  <a:lnTo>
                    <a:pt x="0" y="48"/>
                  </a:lnTo>
                  <a:lnTo>
                    <a:pt x="4" y="46"/>
                  </a:lnTo>
                  <a:lnTo>
                    <a:pt x="6" y="44"/>
                  </a:lnTo>
                  <a:lnTo>
                    <a:pt x="6" y="40"/>
                  </a:lnTo>
                  <a:lnTo>
                    <a:pt x="8" y="34"/>
                  </a:lnTo>
                  <a:lnTo>
                    <a:pt x="10" y="36"/>
                  </a:lnTo>
                  <a:lnTo>
                    <a:pt x="10" y="38"/>
                  </a:lnTo>
                  <a:lnTo>
                    <a:pt x="12" y="36"/>
                  </a:lnTo>
                  <a:lnTo>
                    <a:pt x="12" y="34"/>
                  </a:lnTo>
                  <a:lnTo>
                    <a:pt x="14" y="30"/>
                  </a:lnTo>
                  <a:lnTo>
                    <a:pt x="16" y="28"/>
                  </a:lnTo>
                  <a:lnTo>
                    <a:pt x="18" y="28"/>
                  </a:lnTo>
                  <a:lnTo>
                    <a:pt x="22" y="28"/>
                  </a:lnTo>
                  <a:lnTo>
                    <a:pt x="22" y="26"/>
                  </a:lnTo>
                  <a:lnTo>
                    <a:pt x="28" y="22"/>
                  </a:lnTo>
                  <a:lnTo>
                    <a:pt x="28" y="20"/>
                  </a:lnTo>
                  <a:lnTo>
                    <a:pt x="30" y="14"/>
                  </a:lnTo>
                  <a:lnTo>
                    <a:pt x="32" y="10"/>
                  </a:lnTo>
                  <a:lnTo>
                    <a:pt x="32" y="4"/>
                  </a:lnTo>
                  <a:lnTo>
                    <a:pt x="32" y="2"/>
                  </a:lnTo>
                  <a:lnTo>
                    <a:pt x="34" y="0"/>
                  </a:lnTo>
                  <a:lnTo>
                    <a:pt x="34" y="20"/>
                  </a:lnTo>
                  <a:lnTo>
                    <a:pt x="50" y="20"/>
                  </a:lnTo>
                  <a:lnTo>
                    <a:pt x="50" y="20"/>
                  </a:lnTo>
                  <a:lnTo>
                    <a:pt x="50" y="20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8" name="Freeform 103">
              <a:extLst>
                <a:ext uri="{FF2B5EF4-FFF2-40B4-BE49-F238E27FC236}">
                  <a16:creationId xmlns:a16="http://schemas.microsoft.com/office/drawing/2014/main" id="{1C00E4A4-8D52-710B-3F27-6D4DA0B58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" y="1675"/>
              <a:ext cx="116" cy="90"/>
            </a:xfrm>
            <a:custGeom>
              <a:avLst/>
              <a:gdLst>
                <a:gd name="T0" fmla="*/ 116 w 116"/>
                <a:gd name="T1" fmla="*/ 0 h 90"/>
                <a:gd name="T2" fmla="*/ 116 w 116"/>
                <a:gd name="T3" fmla="*/ 46 h 90"/>
                <a:gd name="T4" fmla="*/ 116 w 116"/>
                <a:gd name="T5" fmla="*/ 90 h 90"/>
                <a:gd name="T6" fmla="*/ 100 w 116"/>
                <a:gd name="T7" fmla="*/ 90 h 90"/>
                <a:gd name="T8" fmla="*/ 66 w 116"/>
                <a:gd name="T9" fmla="*/ 90 h 90"/>
                <a:gd name="T10" fmla="*/ 50 w 116"/>
                <a:gd name="T11" fmla="*/ 90 h 90"/>
                <a:gd name="T12" fmla="*/ 34 w 116"/>
                <a:gd name="T13" fmla="*/ 90 h 90"/>
                <a:gd name="T14" fmla="*/ 0 w 116"/>
                <a:gd name="T15" fmla="*/ 90 h 90"/>
                <a:gd name="T16" fmla="*/ 0 w 116"/>
                <a:gd name="T17" fmla="*/ 68 h 90"/>
                <a:gd name="T18" fmla="*/ 0 w 116"/>
                <a:gd name="T19" fmla="*/ 12 h 90"/>
                <a:gd name="T20" fmla="*/ 0 w 116"/>
                <a:gd name="T21" fmla="*/ 12 h 90"/>
                <a:gd name="T22" fmla="*/ 0 w 116"/>
                <a:gd name="T23" fmla="*/ 12 h 90"/>
                <a:gd name="T24" fmla="*/ 0 w 116"/>
                <a:gd name="T25" fmla="*/ 0 h 90"/>
                <a:gd name="T26" fmla="*/ 32 w 116"/>
                <a:gd name="T27" fmla="*/ 0 h 90"/>
                <a:gd name="T28" fmla="*/ 58 w 116"/>
                <a:gd name="T29" fmla="*/ 0 h 90"/>
                <a:gd name="T30" fmla="*/ 88 w 116"/>
                <a:gd name="T31" fmla="*/ 0 h 90"/>
                <a:gd name="T32" fmla="*/ 116 w 116"/>
                <a:gd name="T33" fmla="*/ 0 h 90"/>
                <a:gd name="T34" fmla="*/ 116 w 116"/>
                <a:gd name="T35" fmla="*/ 0 h 90"/>
                <a:gd name="T36" fmla="*/ 116 w 116"/>
                <a:gd name="T37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6" h="90">
                  <a:moveTo>
                    <a:pt x="116" y="0"/>
                  </a:moveTo>
                  <a:lnTo>
                    <a:pt x="116" y="46"/>
                  </a:lnTo>
                  <a:lnTo>
                    <a:pt x="116" y="90"/>
                  </a:lnTo>
                  <a:lnTo>
                    <a:pt x="100" y="90"/>
                  </a:lnTo>
                  <a:lnTo>
                    <a:pt x="66" y="90"/>
                  </a:lnTo>
                  <a:lnTo>
                    <a:pt x="50" y="90"/>
                  </a:lnTo>
                  <a:lnTo>
                    <a:pt x="34" y="90"/>
                  </a:lnTo>
                  <a:lnTo>
                    <a:pt x="0" y="90"/>
                  </a:lnTo>
                  <a:lnTo>
                    <a:pt x="0" y="68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32" y="0"/>
                  </a:lnTo>
                  <a:lnTo>
                    <a:pt x="58" y="0"/>
                  </a:lnTo>
                  <a:lnTo>
                    <a:pt x="88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9" name="Freeform 104">
              <a:extLst>
                <a:ext uri="{FF2B5EF4-FFF2-40B4-BE49-F238E27FC236}">
                  <a16:creationId xmlns:a16="http://schemas.microsoft.com/office/drawing/2014/main" id="{8BA7915E-01B7-9577-2E59-2E6A21358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" y="1675"/>
              <a:ext cx="116" cy="90"/>
            </a:xfrm>
            <a:custGeom>
              <a:avLst/>
              <a:gdLst>
                <a:gd name="T0" fmla="*/ 116 w 116"/>
                <a:gd name="T1" fmla="*/ 0 h 90"/>
                <a:gd name="T2" fmla="*/ 116 w 116"/>
                <a:gd name="T3" fmla="*/ 46 h 90"/>
                <a:gd name="T4" fmla="*/ 116 w 116"/>
                <a:gd name="T5" fmla="*/ 90 h 90"/>
                <a:gd name="T6" fmla="*/ 100 w 116"/>
                <a:gd name="T7" fmla="*/ 90 h 90"/>
                <a:gd name="T8" fmla="*/ 66 w 116"/>
                <a:gd name="T9" fmla="*/ 90 h 90"/>
                <a:gd name="T10" fmla="*/ 50 w 116"/>
                <a:gd name="T11" fmla="*/ 90 h 90"/>
                <a:gd name="T12" fmla="*/ 34 w 116"/>
                <a:gd name="T13" fmla="*/ 90 h 90"/>
                <a:gd name="T14" fmla="*/ 0 w 116"/>
                <a:gd name="T15" fmla="*/ 90 h 90"/>
                <a:gd name="T16" fmla="*/ 0 w 116"/>
                <a:gd name="T17" fmla="*/ 68 h 90"/>
                <a:gd name="T18" fmla="*/ 0 w 116"/>
                <a:gd name="T19" fmla="*/ 12 h 90"/>
                <a:gd name="T20" fmla="*/ 0 w 116"/>
                <a:gd name="T21" fmla="*/ 12 h 90"/>
                <a:gd name="T22" fmla="*/ 0 w 116"/>
                <a:gd name="T23" fmla="*/ 12 h 90"/>
                <a:gd name="T24" fmla="*/ 0 w 116"/>
                <a:gd name="T25" fmla="*/ 0 h 90"/>
                <a:gd name="T26" fmla="*/ 32 w 116"/>
                <a:gd name="T27" fmla="*/ 0 h 90"/>
                <a:gd name="T28" fmla="*/ 58 w 116"/>
                <a:gd name="T29" fmla="*/ 0 h 90"/>
                <a:gd name="T30" fmla="*/ 88 w 116"/>
                <a:gd name="T31" fmla="*/ 0 h 90"/>
                <a:gd name="T32" fmla="*/ 116 w 116"/>
                <a:gd name="T33" fmla="*/ 0 h 90"/>
                <a:gd name="T34" fmla="*/ 116 w 116"/>
                <a:gd name="T35" fmla="*/ 0 h 90"/>
                <a:gd name="T36" fmla="*/ 116 w 116"/>
                <a:gd name="T37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6" h="90">
                  <a:moveTo>
                    <a:pt x="116" y="0"/>
                  </a:moveTo>
                  <a:lnTo>
                    <a:pt x="116" y="46"/>
                  </a:lnTo>
                  <a:lnTo>
                    <a:pt x="116" y="90"/>
                  </a:lnTo>
                  <a:lnTo>
                    <a:pt x="100" y="90"/>
                  </a:lnTo>
                  <a:lnTo>
                    <a:pt x="66" y="90"/>
                  </a:lnTo>
                  <a:lnTo>
                    <a:pt x="50" y="90"/>
                  </a:lnTo>
                  <a:lnTo>
                    <a:pt x="34" y="90"/>
                  </a:lnTo>
                  <a:lnTo>
                    <a:pt x="0" y="90"/>
                  </a:lnTo>
                  <a:lnTo>
                    <a:pt x="0" y="68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32" y="0"/>
                  </a:lnTo>
                  <a:lnTo>
                    <a:pt x="58" y="0"/>
                  </a:lnTo>
                  <a:lnTo>
                    <a:pt x="88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8" name="Isosceles Triangle 7"/>
          <p:cNvSpPr/>
          <p:nvPr/>
        </p:nvSpPr>
        <p:spPr>
          <a:xfrm>
            <a:off x="6873438" y="5623101"/>
            <a:ext cx="91440" cy="91440"/>
          </a:xfrm>
          <a:prstGeom prst="triangle">
            <a:avLst/>
          </a:prstGeom>
          <a:solidFill>
            <a:srgbClr val="DCC63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Isosceles Triangle 25"/>
          <p:cNvSpPr/>
          <p:nvPr/>
        </p:nvSpPr>
        <p:spPr>
          <a:xfrm>
            <a:off x="4599338" y="4965453"/>
            <a:ext cx="91440" cy="91440"/>
          </a:xfrm>
          <a:prstGeom prst="triangle">
            <a:avLst/>
          </a:prstGeom>
          <a:solidFill>
            <a:srgbClr val="DCC63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Isosceles Triangle 27"/>
          <p:cNvSpPr/>
          <p:nvPr/>
        </p:nvSpPr>
        <p:spPr>
          <a:xfrm>
            <a:off x="4595398" y="4960632"/>
            <a:ext cx="91440" cy="91440"/>
          </a:xfrm>
          <a:prstGeom prst="triangle">
            <a:avLst/>
          </a:prstGeom>
          <a:solidFill>
            <a:srgbClr val="DCC63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Isosceles Triangle 31"/>
          <p:cNvSpPr/>
          <p:nvPr/>
        </p:nvSpPr>
        <p:spPr>
          <a:xfrm>
            <a:off x="4596472" y="4945572"/>
            <a:ext cx="91440" cy="91440"/>
          </a:xfrm>
          <a:prstGeom prst="triangle">
            <a:avLst/>
          </a:prstGeom>
          <a:solidFill>
            <a:srgbClr val="DCC63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Isosceles Triangle 37"/>
          <p:cNvSpPr/>
          <p:nvPr/>
        </p:nvSpPr>
        <p:spPr>
          <a:xfrm>
            <a:off x="6560026" y="5253828"/>
            <a:ext cx="91440" cy="91440"/>
          </a:xfrm>
          <a:prstGeom prst="triangle">
            <a:avLst/>
          </a:prstGeom>
          <a:solidFill>
            <a:srgbClr val="DCC63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Isosceles Triangle 42"/>
          <p:cNvSpPr/>
          <p:nvPr/>
        </p:nvSpPr>
        <p:spPr>
          <a:xfrm>
            <a:off x="4593620" y="4954700"/>
            <a:ext cx="91440" cy="91440"/>
          </a:xfrm>
          <a:prstGeom prst="triangle">
            <a:avLst/>
          </a:prstGeom>
          <a:solidFill>
            <a:srgbClr val="DCC63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Isosceles Triangle 46"/>
          <p:cNvSpPr/>
          <p:nvPr/>
        </p:nvSpPr>
        <p:spPr>
          <a:xfrm>
            <a:off x="-1003185" y="1390928"/>
            <a:ext cx="91440" cy="91440"/>
          </a:xfrm>
          <a:prstGeom prst="triangle">
            <a:avLst/>
          </a:prstGeom>
          <a:solidFill>
            <a:srgbClr val="DCC63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DFEE1F1F-21F8-8462-9309-959B238F99D3}"/>
              </a:ext>
            </a:extLst>
          </p:cNvPr>
          <p:cNvSpPr>
            <a:spLocks/>
          </p:cNvSpPr>
          <p:nvPr/>
        </p:nvSpPr>
        <p:spPr bwMode="auto">
          <a:xfrm>
            <a:off x="-1828800" y="193058"/>
            <a:ext cx="1828799" cy="1864976"/>
          </a:xfrm>
          <a:custGeom>
            <a:avLst/>
            <a:gdLst>
              <a:gd name="csX0" fmla="*/ 1723131 w 1828799"/>
              <a:gd name="csY0" fmla="*/ 1699363 h 1864976"/>
              <a:gd name="csX1" fmla="*/ 1723603 w 1828799"/>
              <a:gd name="csY1" fmla="*/ 1700659 h 1864976"/>
              <a:gd name="csX2" fmla="*/ 1723460 w 1828799"/>
              <a:gd name="csY2" fmla="*/ 1699725 h 1864976"/>
              <a:gd name="csX3" fmla="*/ 1624427 w 1828799"/>
              <a:gd name="csY3" fmla="*/ 1538957 h 1864976"/>
              <a:gd name="csX4" fmla="*/ 1628775 w 1828799"/>
              <a:gd name="csY4" fmla="*/ 1540492 h 1864976"/>
              <a:gd name="csX5" fmla="*/ 1638593 w 1828799"/>
              <a:gd name="csY5" fmla="*/ 1551401 h 1864976"/>
              <a:gd name="csX6" fmla="*/ 1635678 w 1828799"/>
              <a:gd name="csY6" fmla="*/ 1540376 h 1864976"/>
              <a:gd name="csX7" fmla="*/ 555955 w 1828799"/>
              <a:gd name="csY7" fmla="*/ 0 h 1864976"/>
              <a:gd name="csX8" fmla="*/ 626181 w 1828799"/>
              <a:gd name="csY8" fmla="*/ 35411 h 1864976"/>
              <a:gd name="csX9" fmla="*/ 661294 w 1828799"/>
              <a:gd name="csY9" fmla="*/ 100331 h 1864976"/>
              <a:gd name="csX10" fmla="*/ 684702 w 1828799"/>
              <a:gd name="csY10" fmla="*/ 70822 h 1864976"/>
              <a:gd name="csX11" fmla="*/ 766633 w 1828799"/>
              <a:gd name="csY11" fmla="*/ 82626 h 1864976"/>
              <a:gd name="csX12" fmla="*/ 760780 w 1828799"/>
              <a:gd name="csY12" fmla="*/ 118036 h 1864976"/>
              <a:gd name="csX13" fmla="*/ 836858 w 1828799"/>
              <a:gd name="csY13" fmla="*/ 141644 h 1864976"/>
              <a:gd name="csX14" fmla="*/ 883676 w 1828799"/>
              <a:gd name="csY14" fmla="*/ 123938 h 1864976"/>
              <a:gd name="csX15" fmla="*/ 983162 w 1828799"/>
              <a:gd name="csY15" fmla="*/ 171153 h 1864976"/>
              <a:gd name="csX16" fmla="*/ 1076797 w 1828799"/>
              <a:gd name="csY16" fmla="*/ 182957 h 1864976"/>
              <a:gd name="csX17" fmla="*/ 1111910 w 1828799"/>
              <a:gd name="csY17" fmla="*/ 200662 h 1864976"/>
              <a:gd name="csX18" fmla="*/ 1176284 w 1828799"/>
              <a:gd name="csY18" fmla="*/ 182957 h 1864976"/>
              <a:gd name="csX19" fmla="*/ 1252362 w 1828799"/>
              <a:gd name="csY19" fmla="*/ 224269 h 1864976"/>
              <a:gd name="csX20" fmla="*/ 1305031 w 1828799"/>
              <a:gd name="csY20" fmla="*/ 241975 h 1864976"/>
              <a:gd name="csX21" fmla="*/ 1305031 w 1828799"/>
              <a:gd name="csY21" fmla="*/ 720022 h 1864976"/>
              <a:gd name="csX22" fmla="*/ 1305031 w 1828799"/>
              <a:gd name="csY22" fmla="*/ 1333812 h 1864976"/>
              <a:gd name="csX23" fmla="*/ 1348922 w 1828799"/>
              <a:gd name="csY23" fmla="*/ 1339714 h 1864976"/>
              <a:gd name="csX24" fmla="*/ 1395739 w 1828799"/>
              <a:gd name="csY24" fmla="*/ 1363321 h 1864976"/>
              <a:gd name="csX25" fmla="*/ 1430852 w 1828799"/>
              <a:gd name="csY25" fmla="*/ 1404634 h 1864976"/>
              <a:gd name="csX26" fmla="*/ 1471817 w 1828799"/>
              <a:gd name="csY26" fmla="*/ 1469554 h 1864976"/>
              <a:gd name="csX27" fmla="*/ 1518635 w 1828799"/>
              <a:gd name="csY27" fmla="*/ 1416438 h 1864976"/>
              <a:gd name="csX28" fmla="*/ 1565452 w 1828799"/>
              <a:gd name="csY28" fmla="*/ 1386928 h 1864976"/>
              <a:gd name="csX29" fmla="*/ 1594713 w 1828799"/>
              <a:gd name="csY29" fmla="*/ 1434143 h 1864976"/>
              <a:gd name="csX30" fmla="*/ 1623974 w 1828799"/>
              <a:gd name="csY30" fmla="*/ 1475456 h 1864976"/>
              <a:gd name="csX31" fmla="*/ 1670791 w 1828799"/>
              <a:gd name="csY31" fmla="*/ 1516769 h 1864976"/>
              <a:gd name="csX32" fmla="*/ 1700051 w 1828799"/>
              <a:gd name="csY32" fmla="*/ 1581689 h 1864976"/>
              <a:gd name="csX33" fmla="*/ 1746869 w 1828799"/>
              <a:gd name="csY33" fmla="*/ 1682020 h 1864976"/>
              <a:gd name="csX34" fmla="*/ 1828799 w 1828799"/>
              <a:gd name="csY34" fmla="*/ 1735136 h 1864976"/>
              <a:gd name="csX35" fmla="*/ 1828799 w 1828799"/>
              <a:gd name="csY35" fmla="*/ 1794154 h 1864976"/>
              <a:gd name="csX36" fmla="*/ 1805390 w 1828799"/>
              <a:gd name="csY36" fmla="*/ 1835467 h 1864976"/>
              <a:gd name="csX37" fmla="*/ 1776130 w 1828799"/>
              <a:gd name="csY37" fmla="*/ 1800056 h 1864976"/>
              <a:gd name="csX38" fmla="*/ 1751672 w 1828799"/>
              <a:gd name="csY38" fmla="*/ 1785962 h 1864976"/>
              <a:gd name="csX39" fmla="*/ 1750219 w 1828799"/>
              <a:gd name="csY39" fmla="*/ 1788142 h 1864976"/>
              <a:gd name="csX40" fmla="*/ 1750219 w 1828799"/>
              <a:gd name="csY40" fmla="*/ 1792905 h 1864976"/>
              <a:gd name="csX41" fmla="*/ 1740694 w 1828799"/>
              <a:gd name="csY41" fmla="*/ 1809573 h 1864976"/>
              <a:gd name="csX42" fmla="*/ 1735931 w 1828799"/>
              <a:gd name="csY42" fmla="*/ 1819098 h 1864976"/>
              <a:gd name="csX43" fmla="*/ 1740694 w 1828799"/>
              <a:gd name="csY43" fmla="*/ 1831005 h 1864976"/>
              <a:gd name="csX44" fmla="*/ 1738312 w 1828799"/>
              <a:gd name="csY44" fmla="*/ 1835767 h 1864976"/>
              <a:gd name="csX45" fmla="*/ 1704975 w 1828799"/>
              <a:gd name="csY45" fmla="*/ 1831005 h 1864976"/>
              <a:gd name="csX46" fmla="*/ 1695450 w 1828799"/>
              <a:gd name="csY46" fmla="*/ 1826242 h 1864976"/>
              <a:gd name="csX47" fmla="*/ 1685925 w 1828799"/>
              <a:gd name="csY47" fmla="*/ 1816717 h 1864976"/>
              <a:gd name="csX48" fmla="*/ 1674019 w 1828799"/>
              <a:gd name="csY48" fmla="*/ 1802430 h 1864976"/>
              <a:gd name="csX49" fmla="*/ 1650206 w 1828799"/>
              <a:gd name="csY49" fmla="*/ 1773855 h 1864976"/>
              <a:gd name="csX50" fmla="*/ 1635919 w 1828799"/>
              <a:gd name="csY50" fmla="*/ 1750042 h 1864976"/>
              <a:gd name="csX51" fmla="*/ 1621631 w 1828799"/>
              <a:gd name="csY51" fmla="*/ 1719086 h 1864976"/>
              <a:gd name="csX52" fmla="*/ 1612106 w 1828799"/>
              <a:gd name="csY52" fmla="*/ 1704798 h 1864976"/>
              <a:gd name="csX53" fmla="*/ 1581150 w 1828799"/>
              <a:gd name="csY53" fmla="*/ 1664317 h 1864976"/>
              <a:gd name="csX54" fmla="*/ 1550194 w 1828799"/>
              <a:gd name="csY54" fmla="*/ 1642886 h 1864976"/>
              <a:gd name="csX55" fmla="*/ 1545431 w 1828799"/>
              <a:gd name="csY55" fmla="*/ 1626217 h 1864976"/>
              <a:gd name="csX56" fmla="*/ 1545431 w 1828799"/>
              <a:gd name="csY56" fmla="*/ 1597642 h 1864976"/>
              <a:gd name="csX57" fmla="*/ 1533525 w 1828799"/>
              <a:gd name="csY57" fmla="*/ 1580973 h 1864976"/>
              <a:gd name="csX58" fmla="*/ 1518642 w 1828799"/>
              <a:gd name="csY58" fmla="*/ 1549868 h 1864976"/>
              <a:gd name="csX59" fmla="*/ 1513438 w 1828799"/>
              <a:gd name="csY59" fmla="*/ 1534474 h 1864976"/>
              <a:gd name="csX60" fmla="*/ 1512783 w 1828799"/>
              <a:gd name="csY60" fmla="*/ 1534474 h 1864976"/>
              <a:gd name="csX61" fmla="*/ 1454261 w 1828799"/>
              <a:gd name="csY61" fmla="*/ 1504965 h 1864976"/>
              <a:gd name="csX62" fmla="*/ 1354774 w 1828799"/>
              <a:gd name="csY62" fmla="*/ 1410536 h 1864976"/>
              <a:gd name="csX63" fmla="*/ 1310883 w 1828799"/>
              <a:gd name="csY63" fmla="*/ 1392830 h 1864976"/>
              <a:gd name="csX64" fmla="*/ 1228953 w 1828799"/>
              <a:gd name="csY64" fmla="*/ 1357419 h 1864976"/>
              <a:gd name="csX65" fmla="*/ 1158727 w 1828799"/>
              <a:gd name="csY65" fmla="*/ 1363321 h 1864976"/>
              <a:gd name="csX66" fmla="*/ 1065093 w 1828799"/>
              <a:gd name="csY66" fmla="*/ 1322008 h 1864976"/>
              <a:gd name="csX67" fmla="*/ 1006571 w 1828799"/>
              <a:gd name="csY67" fmla="*/ 1280696 h 1864976"/>
              <a:gd name="csX68" fmla="*/ 953902 w 1828799"/>
              <a:gd name="csY68" fmla="*/ 1298401 h 1864976"/>
              <a:gd name="csX69" fmla="*/ 965606 w 1828799"/>
              <a:gd name="csY69" fmla="*/ 1369223 h 1864976"/>
              <a:gd name="csX70" fmla="*/ 936345 w 1828799"/>
              <a:gd name="csY70" fmla="*/ 1375125 h 1864976"/>
              <a:gd name="csX71" fmla="*/ 883676 w 1828799"/>
              <a:gd name="csY71" fmla="*/ 1392830 h 1864976"/>
              <a:gd name="csX72" fmla="*/ 842711 w 1828799"/>
              <a:gd name="csY72" fmla="*/ 1422339 h 1864976"/>
              <a:gd name="csX73" fmla="*/ 784189 w 1828799"/>
              <a:gd name="csY73" fmla="*/ 1445947 h 1864976"/>
              <a:gd name="csX74" fmla="*/ 778337 w 1828799"/>
              <a:gd name="csY74" fmla="*/ 1386928 h 1864976"/>
              <a:gd name="csX75" fmla="*/ 801746 w 1828799"/>
              <a:gd name="csY75" fmla="*/ 1292499 h 1864976"/>
              <a:gd name="csX76" fmla="*/ 854415 w 1828799"/>
              <a:gd name="csY76" fmla="*/ 1262990 h 1864976"/>
              <a:gd name="csX77" fmla="*/ 842711 w 1828799"/>
              <a:gd name="csY77" fmla="*/ 1239383 h 1864976"/>
              <a:gd name="csX78" fmla="*/ 778337 w 1828799"/>
              <a:gd name="csY78" fmla="*/ 1292499 h 1864976"/>
              <a:gd name="csX79" fmla="*/ 743224 w 1828799"/>
              <a:gd name="csY79" fmla="*/ 1357419 h 1864976"/>
              <a:gd name="csX80" fmla="*/ 672998 w 1828799"/>
              <a:gd name="csY80" fmla="*/ 1428241 h 1864976"/>
              <a:gd name="csX81" fmla="*/ 713963 w 1828799"/>
              <a:gd name="csY81" fmla="*/ 1475456 h 1864976"/>
              <a:gd name="csX82" fmla="*/ 667146 w 1828799"/>
              <a:gd name="csY82" fmla="*/ 1540376 h 1864976"/>
              <a:gd name="csX83" fmla="*/ 614477 w 1828799"/>
              <a:gd name="csY83" fmla="*/ 1575787 h 1864976"/>
              <a:gd name="csX84" fmla="*/ 567659 w 1828799"/>
              <a:gd name="csY84" fmla="*/ 1605296 h 1864976"/>
              <a:gd name="csX85" fmla="*/ 555955 w 1828799"/>
              <a:gd name="csY85" fmla="*/ 1646609 h 1864976"/>
              <a:gd name="csX86" fmla="*/ 479877 w 1828799"/>
              <a:gd name="csY86" fmla="*/ 1687921 h 1864976"/>
              <a:gd name="csX87" fmla="*/ 462320 w 1828799"/>
              <a:gd name="csY87" fmla="*/ 1729234 h 1864976"/>
              <a:gd name="csX88" fmla="*/ 409651 w 1828799"/>
              <a:gd name="csY88" fmla="*/ 1770547 h 1864976"/>
              <a:gd name="csX89" fmla="*/ 374538 w 1828799"/>
              <a:gd name="csY89" fmla="*/ 1758743 h 1864976"/>
              <a:gd name="csX90" fmla="*/ 327721 w 1828799"/>
              <a:gd name="csY90" fmla="*/ 1782351 h 1864976"/>
              <a:gd name="csX91" fmla="*/ 280904 w 1828799"/>
              <a:gd name="csY91" fmla="*/ 1811860 h 1864976"/>
              <a:gd name="csX92" fmla="*/ 239938 w 1828799"/>
              <a:gd name="csY92" fmla="*/ 1841369 h 1864976"/>
              <a:gd name="csX93" fmla="*/ 158008 w 1828799"/>
              <a:gd name="csY93" fmla="*/ 1864976 h 1864976"/>
              <a:gd name="csX94" fmla="*/ 146304 w 1828799"/>
              <a:gd name="csY94" fmla="*/ 1853172 h 1864976"/>
              <a:gd name="csX95" fmla="*/ 204826 w 1828799"/>
              <a:gd name="csY95" fmla="*/ 1811860 h 1864976"/>
              <a:gd name="csX96" fmla="*/ 251643 w 1828799"/>
              <a:gd name="csY96" fmla="*/ 1788252 h 1864976"/>
              <a:gd name="csX97" fmla="*/ 304312 w 1828799"/>
              <a:gd name="csY97" fmla="*/ 1741038 h 1864976"/>
              <a:gd name="csX98" fmla="*/ 362834 w 1828799"/>
              <a:gd name="csY98" fmla="*/ 1729234 h 1864976"/>
              <a:gd name="csX99" fmla="*/ 386242 w 1828799"/>
              <a:gd name="csY99" fmla="*/ 1693823 h 1864976"/>
              <a:gd name="csX100" fmla="*/ 450616 w 1828799"/>
              <a:gd name="csY100" fmla="*/ 1640707 h 1864976"/>
              <a:gd name="csX101" fmla="*/ 462320 w 1828799"/>
              <a:gd name="csY101" fmla="*/ 1623001 h 1864976"/>
              <a:gd name="csX102" fmla="*/ 497433 w 1828799"/>
              <a:gd name="csY102" fmla="*/ 1593492 h 1864976"/>
              <a:gd name="csX103" fmla="*/ 503286 w 1828799"/>
              <a:gd name="csY103" fmla="*/ 1522670 h 1864976"/>
              <a:gd name="csX104" fmla="*/ 532546 w 1828799"/>
              <a:gd name="csY104" fmla="*/ 1469554 h 1864976"/>
              <a:gd name="csX105" fmla="*/ 474025 w 1828799"/>
              <a:gd name="csY105" fmla="*/ 1493161 h 1864976"/>
              <a:gd name="csX106" fmla="*/ 462320 w 1828799"/>
              <a:gd name="csY106" fmla="*/ 1481358 h 1864976"/>
              <a:gd name="csX107" fmla="*/ 433060 w 1828799"/>
              <a:gd name="csY107" fmla="*/ 1510867 h 1864976"/>
              <a:gd name="csX108" fmla="*/ 403799 w 1828799"/>
              <a:gd name="csY108" fmla="*/ 1463652 h 1864976"/>
              <a:gd name="csX109" fmla="*/ 392095 w 1828799"/>
              <a:gd name="csY109" fmla="*/ 1499063 h 1864976"/>
              <a:gd name="csX110" fmla="*/ 368686 w 1828799"/>
              <a:gd name="csY110" fmla="*/ 1451848 h 1864976"/>
              <a:gd name="csX111" fmla="*/ 321869 w 1828799"/>
              <a:gd name="csY111" fmla="*/ 1493161 h 1864976"/>
              <a:gd name="csX112" fmla="*/ 292608 w 1828799"/>
              <a:gd name="csY112" fmla="*/ 1493161 h 1864976"/>
              <a:gd name="csX113" fmla="*/ 286756 w 1828799"/>
              <a:gd name="csY113" fmla="*/ 1434143 h 1864976"/>
              <a:gd name="csX114" fmla="*/ 298460 w 1828799"/>
              <a:gd name="csY114" fmla="*/ 1398732 h 1864976"/>
              <a:gd name="csX115" fmla="*/ 269199 w 1828799"/>
              <a:gd name="csY115" fmla="*/ 1363321 h 1864976"/>
              <a:gd name="csX116" fmla="*/ 204826 w 1828799"/>
              <a:gd name="csY116" fmla="*/ 1386928 h 1864976"/>
              <a:gd name="csX117" fmla="*/ 163860 w 1828799"/>
              <a:gd name="csY117" fmla="*/ 1339714 h 1864976"/>
              <a:gd name="csX118" fmla="*/ 128748 w 1828799"/>
              <a:gd name="csY118" fmla="*/ 1316107 h 1864976"/>
              <a:gd name="csX119" fmla="*/ 128748 w 1828799"/>
              <a:gd name="csY119" fmla="*/ 1257088 h 1864976"/>
              <a:gd name="csX120" fmla="*/ 93635 w 1828799"/>
              <a:gd name="csY120" fmla="*/ 1215776 h 1864976"/>
              <a:gd name="csX121" fmla="*/ 111191 w 1828799"/>
              <a:gd name="csY121" fmla="*/ 1156757 h 1864976"/>
              <a:gd name="csX122" fmla="*/ 152156 w 1828799"/>
              <a:gd name="csY122" fmla="*/ 1097739 h 1864976"/>
              <a:gd name="csX123" fmla="*/ 169713 w 1828799"/>
              <a:gd name="csY123" fmla="*/ 1044623 h 1864976"/>
              <a:gd name="csX124" fmla="*/ 204826 w 1828799"/>
              <a:gd name="csY124" fmla="*/ 1038721 h 1864976"/>
              <a:gd name="csX125" fmla="*/ 239938 w 1828799"/>
              <a:gd name="csY125" fmla="*/ 1050525 h 1864976"/>
              <a:gd name="csX126" fmla="*/ 280904 w 1828799"/>
              <a:gd name="csY126" fmla="*/ 1003310 h 1864976"/>
              <a:gd name="csX127" fmla="*/ 316017 w 1828799"/>
              <a:gd name="csY127" fmla="*/ 1009212 h 1864976"/>
              <a:gd name="csX128" fmla="*/ 351129 w 1828799"/>
              <a:gd name="csY128" fmla="*/ 979703 h 1864976"/>
              <a:gd name="csX129" fmla="*/ 339425 w 1828799"/>
              <a:gd name="csY129" fmla="*/ 926586 h 1864976"/>
              <a:gd name="csX130" fmla="*/ 316017 w 1828799"/>
              <a:gd name="csY130" fmla="*/ 908881 h 1864976"/>
              <a:gd name="csX131" fmla="*/ 351129 w 1828799"/>
              <a:gd name="csY131" fmla="*/ 861666 h 1864976"/>
              <a:gd name="csX132" fmla="*/ 321869 w 1828799"/>
              <a:gd name="csY132" fmla="*/ 861666 h 1864976"/>
              <a:gd name="csX133" fmla="*/ 269199 w 1828799"/>
              <a:gd name="csY133" fmla="*/ 885274 h 1864976"/>
              <a:gd name="csX134" fmla="*/ 257495 w 1828799"/>
              <a:gd name="csY134" fmla="*/ 914783 h 1864976"/>
              <a:gd name="csX135" fmla="*/ 216530 w 1828799"/>
              <a:gd name="csY135" fmla="*/ 885274 h 1864976"/>
              <a:gd name="csX136" fmla="*/ 146304 w 1828799"/>
              <a:gd name="csY136" fmla="*/ 902979 h 1864976"/>
              <a:gd name="csX137" fmla="*/ 81930 w 1828799"/>
              <a:gd name="csY137" fmla="*/ 873470 h 1864976"/>
              <a:gd name="csX138" fmla="*/ 58522 w 1828799"/>
              <a:gd name="csY138" fmla="*/ 826255 h 1864976"/>
              <a:gd name="csX139" fmla="*/ 0 w 1828799"/>
              <a:gd name="csY139" fmla="*/ 761335 h 1864976"/>
              <a:gd name="csX140" fmla="*/ 64374 w 1828799"/>
              <a:gd name="csY140" fmla="*/ 708219 h 1864976"/>
              <a:gd name="csX141" fmla="*/ 169713 w 1828799"/>
              <a:gd name="csY141" fmla="*/ 649201 h 1864976"/>
              <a:gd name="csX142" fmla="*/ 210678 w 1828799"/>
              <a:gd name="csY142" fmla="*/ 649201 h 1864976"/>
              <a:gd name="csX143" fmla="*/ 204826 w 1828799"/>
              <a:gd name="csY143" fmla="*/ 714121 h 1864976"/>
              <a:gd name="csX144" fmla="*/ 310164 w 1828799"/>
              <a:gd name="csY144" fmla="*/ 708219 h 1864976"/>
              <a:gd name="csX145" fmla="*/ 269199 w 1828799"/>
              <a:gd name="csY145" fmla="*/ 631495 h 1864976"/>
              <a:gd name="csX146" fmla="*/ 210678 w 1828799"/>
              <a:gd name="csY146" fmla="*/ 584280 h 1864976"/>
              <a:gd name="csX147" fmla="*/ 175565 w 1828799"/>
              <a:gd name="csY147" fmla="*/ 525262 h 1864976"/>
              <a:gd name="csX148" fmla="*/ 128748 w 1828799"/>
              <a:gd name="csY148" fmla="*/ 466244 h 1864976"/>
              <a:gd name="csX149" fmla="*/ 64374 w 1828799"/>
              <a:gd name="csY149" fmla="*/ 424931 h 1864976"/>
              <a:gd name="csX150" fmla="*/ 87782 w 1828799"/>
              <a:gd name="csY150" fmla="*/ 354109 h 1864976"/>
              <a:gd name="csX151" fmla="*/ 175565 w 1828799"/>
              <a:gd name="csY151" fmla="*/ 354109 h 1864976"/>
              <a:gd name="csX152" fmla="*/ 234086 w 1828799"/>
              <a:gd name="csY152" fmla="*/ 289189 h 1864976"/>
              <a:gd name="csX153" fmla="*/ 245791 w 1828799"/>
              <a:gd name="csY153" fmla="*/ 224269 h 1864976"/>
              <a:gd name="csX154" fmla="*/ 298460 w 1828799"/>
              <a:gd name="csY154" fmla="*/ 153447 h 1864976"/>
              <a:gd name="csX155" fmla="*/ 345277 w 1828799"/>
              <a:gd name="csY155" fmla="*/ 135742 h 1864976"/>
              <a:gd name="csX156" fmla="*/ 433060 w 1828799"/>
              <a:gd name="csY156" fmla="*/ 70822 h 1864976"/>
              <a:gd name="csX157" fmla="*/ 479877 w 1828799"/>
              <a:gd name="csY157" fmla="*/ 82626 h 18649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</a:cxnLst>
            <a:rect l="l" t="t" r="r" b="b"/>
            <a:pathLst>
              <a:path w="1828799" h="1864976">
                <a:moveTo>
                  <a:pt x="1723131" y="1699363"/>
                </a:moveTo>
                <a:lnTo>
                  <a:pt x="1723603" y="1700659"/>
                </a:lnTo>
                <a:lnTo>
                  <a:pt x="1723460" y="1699725"/>
                </a:lnTo>
                <a:close/>
                <a:moveTo>
                  <a:pt x="1624427" y="1538957"/>
                </a:moveTo>
                <a:lnTo>
                  <a:pt x="1628775" y="1540492"/>
                </a:lnTo>
                <a:lnTo>
                  <a:pt x="1638593" y="1551401"/>
                </a:lnTo>
                <a:lnTo>
                  <a:pt x="1635678" y="1540376"/>
                </a:lnTo>
                <a:close/>
                <a:moveTo>
                  <a:pt x="555955" y="0"/>
                </a:moveTo>
                <a:lnTo>
                  <a:pt x="626181" y="35411"/>
                </a:lnTo>
                <a:lnTo>
                  <a:pt x="661294" y="100331"/>
                </a:lnTo>
                <a:lnTo>
                  <a:pt x="684702" y="70822"/>
                </a:lnTo>
                <a:lnTo>
                  <a:pt x="766633" y="82626"/>
                </a:lnTo>
                <a:lnTo>
                  <a:pt x="760780" y="118036"/>
                </a:lnTo>
                <a:lnTo>
                  <a:pt x="836858" y="141644"/>
                </a:lnTo>
                <a:lnTo>
                  <a:pt x="883676" y="123938"/>
                </a:lnTo>
                <a:lnTo>
                  <a:pt x="983162" y="171153"/>
                </a:lnTo>
                <a:lnTo>
                  <a:pt x="1076797" y="182957"/>
                </a:lnTo>
                <a:lnTo>
                  <a:pt x="1111910" y="200662"/>
                </a:lnTo>
                <a:lnTo>
                  <a:pt x="1176284" y="182957"/>
                </a:lnTo>
                <a:lnTo>
                  <a:pt x="1252362" y="224269"/>
                </a:lnTo>
                <a:lnTo>
                  <a:pt x="1305031" y="241975"/>
                </a:lnTo>
                <a:lnTo>
                  <a:pt x="1305031" y="720022"/>
                </a:lnTo>
                <a:lnTo>
                  <a:pt x="1305031" y="1333812"/>
                </a:lnTo>
                <a:lnTo>
                  <a:pt x="1348922" y="1339714"/>
                </a:lnTo>
                <a:lnTo>
                  <a:pt x="1395739" y="1363321"/>
                </a:lnTo>
                <a:lnTo>
                  <a:pt x="1430852" y="1404634"/>
                </a:lnTo>
                <a:lnTo>
                  <a:pt x="1471817" y="1469554"/>
                </a:lnTo>
                <a:lnTo>
                  <a:pt x="1518635" y="1416438"/>
                </a:lnTo>
                <a:lnTo>
                  <a:pt x="1565452" y="1386928"/>
                </a:lnTo>
                <a:lnTo>
                  <a:pt x="1594713" y="1434143"/>
                </a:lnTo>
                <a:lnTo>
                  <a:pt x="1623974" y="1475456"/>
                </a:lnTo>
                <a:lnTo>
                  <a:pt x="1670791" y="1516769"/>
                </a:lnTo>
                <a:lnTo>
                  <a:pt x="1700051" y="1581689"/>
                </a:lnTo>
                <a:lnTo>
                  <a:pt x="1746869" y="1682020"/>
                </a:lnTo>
                <a:lnTo>
                  <a:pt x="1828799" y="1735136"/>
                </a:lnTo>
                <a:lnTo>
                  <a:pt x="1828799" y="1794154"/>
                </a:lnTo>
                <a:lnTo>
                  <a:pt x="1805390" y="1835467"/>
                </a:lnTo>
                <a:lnTo>
                  <a:pt x="1776130" y="1800056"/>
                </a:lnTo>
                <a:lnTo>
                  <a:pt x="1751672" y="1785962"/>
                </a:lnTo>
                <a:lnTo>
                  <a:pt x="1750219" y="1788142"/>
                </a:lnTo>
                <a:cubicBezTo>
                  <a:pt x="1749029" y="1791714"/>
                  <a:pt x="1751807" y="1789333"/>
                  <a:pt x="1750219" y="1792905"/>
                </a:cubicBezTo>
                <a:cubicBezTo>
                  <a:pt x="1750219" y="1792905"/>
                  <a:pt x="1743075" y="1805208"/>
                  <a:pt x="1740694" y="1809573"/>
                </a:cubicBezTo>
                <a:cubicBezTo>
                  <a:pt x="1738313" y="1813938"/>
                  <a:pt x="1735931" y="1815526"/>
                  <a:pt x="1735931" y="1819098"/>
                </a:cubicBezTo>
                <a:cubicBezTo>
                  <a:pt x="1735931" y="1819098"/>
                  <a:pt x="1740297" y="1828227"/>
                  <a:pt x="1740694" y="1831005"/>
                </a:cubicBezTo>
                <a:cubicBezTo>
                  <a:pt x="1741091" y="1833783"/>
                  <a:pt x="1744265" y="1835767"/>
                  <a:pt x="1738312" y="1835767"/>
                </a:cubicBezTo>
                <a:cubicBezTo>
                  <a:pt x="1738312" y="1835767"/>
                  <a:pt x="1712119" y="1832593"/>
                  <a:pt x="1704975" y="1831005"/>
                </a:cubicBezTo>
                <a:cubicBezTo>
                  <a:pt x="1697831" y="1829418"/>
                  <a:pt x="1698625" y="1828623"/>
                  <a:pt x="1695450" y="1826242"/>
                </a:cubicBezTo>
                <a:cubicBezTo>
                  <a:pt x="1692275" y="1823861"/>
                  <a:pt x="1689497" y="1820686"/>
                  <a:pt x="1685925" y="1816717"/>
                </a:cubicBezTo>
                <a:cubicBezTo>
                  <a:pt x="1682353" y="1812748"/>
                  <a:pt x="1679972" y="1809574"/>
                  <a:pt x="1674019" y="1802430"/>
                </a:cubicBezTo>
                <a:cubicBezTo>
                  <a:pt x="1668066" y="1795286"/>
                  <a:pt x="1656556" y="1782586"/>
                  <a:pt x="1650206" y="1773855"/>
                </a:cubicBezTo>
                <a:cubicBezTo>
                  <a:pt x="1643856" y="1765124"/>
                  <a:pt x="1640681" y="1759170"/>
                  <a:pt x="1635919" y="1750042"/>
                </a:cubicBezTo>
                <a:cubicBezTo>
                  <a:pt x="1631157" y="1740914"/>
                  <a:pt x="1625600" y="1726627"/>
                  <a:pt x="1621631" y="1719086"/>
                </a:cubicBezTo>
                <a:cubicBezTo>
                  <a:pt x="1617662" y="1711545"/>
                  <a:pt x="1618853" y="1713926"/>
                  <a:pt x="1612106" y="1704798"/>
                </a:cubicBezTo>
                <a:cubicBezTo>
                  <a:pt x="1605359" y="1695670"/>
                  <a:pt x="1591469" y="1674636"/>
                  <a:pt x="1581150" y="1664317"/>
                </a:cubicBezTo>
                <a:cubicBezTo>
                  <a:pt x="1570831" y="1653998"/>
                  <a:pt x="1556147" y="1649236"/>
                  <a:pt x="1550194" y="1642886"/>
                </a:cubicBezTo>
                <a:cubicBezTo>
                  <a:pt x="1544241" y="1636536"/>
                  <a:pt x="1546225" y="1633758"/>
                  <a:pt x="1545431" y="1626217"/>
                </a:cubicBezTo>
                <a:cubicBezTo>
                  <a:pt x="1544637" y="1618676"/>
                  <a:pt x="1547415" y="1605183"/>
                  <a:pt x="1545431" y="1597642"/>
                </a:cubicBezTo>
                <a:cubicBezTo>
                  <a:pt x="1543447" y="1590101"/>
                  <a:pt x="1538684" y="1593673"/>
                  <a:pt x="1533525" y="1580973"/>
                </a:cubicBezTo>
                <a:cubicBezTo>
                  <a:pt x="1530946" y="1574623"/>
                  <a:pt x="1523901" y="1562022"/>
                  <a:pt x="1518642" y="1549868"/>
                </a:cubicBezTo>
                <a:lnTo>
                  <a:pt x="1513438" y="1534474"/>
                </a:lnTo>
                <a:lnTo>
                  <a:pt x="1512783" y="1534474"/>
                </a:lnTo>
                <a:lnTo>
                  <a:pt x="1454261" y="1504965"/>
                </a:lnTo>
                <a:lnTo>
                  <a:pt x="1354774" y="1410536"/>
                </a:lnTo>
                <a:lnTo>
                  <a:pt x="1310883" y="1392830"/>
                </a:lnTo>
                <a:lnTo>
                  <a:pt x="1228953" y="1357419"/>
                </a:lnTo>
                <a:lnTo>
                  <a:pt x="1158727" y="1363321"/>
                </a:lnTo>
                <a:lnTo>
                  <a:pt x="1065093" y="1322008"/>
                </a:lnTo>
                <a:lnTo>
                  <a:pt x="1006571" y="1280696"/>
                </a:lnTo>
                <a:lnTo>
                  <a:pt x="953902" y="1298401"/>
                </a:lnTo>
                <a:lnTo>
                  <a:pt x="965606" y="1369223"/>
                </a:lnTo>
                <a:lnTo>
                  <a:pt x="936345" y="1375125"/>
                </a:lnTo>
                <a:lnTo>
                  <a:pt x="883676" y="1392830"/>
                </a:lnTo>
                <a:lnTo>
                  <a:pt x="842711" y="1422339"/>
                </a:lnTo>
                <a:lnTo>
                  <a:pt x="784189" y="1445947"/>
                </a:lnTo>
                <a:lnTo>
                  <a:pt x="778337" y="1386928"/>
                </a:lnTo>
                <a:lnTo>
                  <a:pt x="801746" y="1292499"/>
                </a:lnTo>
                <a:lnTo>
                  <a:pt x="854415" y="1262990"/>
                </a:lnTo>
                <a:lnTo>
                  <a:pt x="842711" y="1239383"/>
                </a:lnTo>
                <a:lnTo>
                  <a:pt x="778337" y="1292499"/>
                </a:lnTo>
                <a:lnTo>
                  <a:pt x="743224" y="1357419"/>
                </a:lnTo>
                <a:lnTo>
                  <a:pt x="672998" y="1428241"/>
                </a:lnTo>
                <a:lnTo>
                  <a:pt x="713963" y="1475456"/>
                </a:lnTo>
                <a:lnTo>
                  <a:pt x="667146" y="1540376"/>
                </a:lnTo>
                <a:lnTo>
                  <a:pt x="614477" y="1575787"/>
                </a:lnTo>
                <a:lnTo>
                  <a:pt x="567659" y="1605296"/>
                </a:lnTo>
                <a:lnTo>
                  <a:pt x="555955" y="1646609"/>
                </a:lnTo>
                <a:lnTo>
                  <a:pt x="479877" y="1687921"/>
                </a:lnTo>
                <a:lnTo>
                  <a:pt x="462320" y="1729234"/>
                </a:lnTo>
                <a:lnTo>
                  <a:pt x="409651" y="1770547"/>
                </a:lnTo>
                <a:lnTo>
                  <a:pt x="374538" y="1758743"/>
                </a:lnTo>
                <a:lnTo>
                  <a:pt x="327721" y="1782351"/>
                </a:lnTo>
                <a:lnTo>
                  <a:pt x="280904" y="1811860"/>
                </a:lnTo>
                <a:lnTo>
                  <a:pt x="239938" y="1841369"/>
                </a:lnTo>
                <a:lnTo>
                  <a:pt x="158008" y="1864976"/>
                </a:lnTo>
                <a:lnTo>
                  <a:pt x="146304" y="1853172"/>
                </a:lnTo>
                <a:lnTo>
                  <a:pt x="204826" y="1811860"/>
                </a:lnTo>
                <a:lnTo>
                  <a:pt x="251643" y="1788252"/>
                </a:lnTo>
                <a:lnTo>
                  <a:pt x="304312" y="1741038"/>
                </a:lnTo>
                <a:lnTo>
                  <a:pt x="362834" y="1729234"/>
                </a:lnTo>
                <a:lnTo>
                  <a:pt x="386242" y="1693823"/>
                </a:lnTo>
                <a:lnTo>
                  <a:pt x="450616" y="1640707"/>
                </a:lnTo>
                <a:lnTo>
                  <a:pt x="462320" y="1623001"/>
                </a:lnTo>
                <a:lnTo>
                  <a:pt x="497433" y="1593492"/>
                </a:lnTo>
                <a:lnTo>
                  <a:pt x="503286" y="1522670"/>
                </a:lnTo>
                <a:lnTo>
                  <a:pt x="532546" y="1469554"/>
                </a:lnTo>
                <a:lnTo>
                  <a:pt x="474025" y="1493161"/>
                </a:lnTo>
                <a:lnTo>
                  <a:pt x="462320" y="1481358"/>
                </a:lnTo>
                <a:lnTo>
                  <a:pt x="433060" y="1510867"/>
                </a:lnTo>
                <a:lnTo>
                  <a:pt x="403799" y="1463652"/>
                </a:lnTo>
                <a:lnTo>
                  <a:pt x="392095" y="1499063"/>
                </a:lnTo>
                <a:lnTo>
                  <a:pt x="368686" y="1451848"/>
                </a:lnTo>
                <a:lnTo>
                  <a:pt x="321869" y="1493161"/>
                </a:lnTo>
                <a:lnTo>
                  <a:pt x="292608" y="1493161"/>
                </a:lnTo>
                <a:lnTo>
                  <a:pt x="286756" y="1434143"/>
                </a:lnTo>
                <a:lnTo>
                  <a:pt x="298460" y="1398732"/>
                </a:lnTo>
                <a:lnTo>
                  <a:pt x="269199" y="1363321"/>
                </a:lnTo>
                <a:lnTo>
                  <a:pt x="204826" y="1386928"/>
                </a:lnTo>
                <a:lnTo>
                  <a:pt x="163860" y="1339714"/>
                </a:lnTo>
                <a:lnTo>
                  <a:pt x="128748" y="1316107"/>
                </a:lnTo>
                <a:lnTo>
                  <a:pt x="128748" y="1257088"/>
                </a:lnTo>
                <a:lnTo>
                  <a:pt x="93635" y="1215776"/>
                </a:lnTo>
                <a:lnTo>
                  <a:pt x="111191" y="1156757"/>
                </a:lnTo>
                <a:lnTo>
                  <a:pt x="152156" y="1097739"/>
                </a:lnTo>
                <a:lnTo>
                  <a:pt x="169713" y="1044623"/>
                </a:lnTo>
                <a:lnTo>
                  <a:pt x="204826" y="1038721"/>
                </a:lnTo>
                <a:lnTo>
                  <a:pt x="239938" y="1050525"/>
                </a:lnTo>
                <a:lnTo>
                  <a:pt x="280904" y="1003310"/>
                </a:lnTo>
                <a:lnTo>
                  <a:pt x="316017" y="1009212"/>
                </a:lnTo>
                <a:lnTo>
                  <a:pt x="351129" y="979703"/>
                </a:lnTo>
                <a:lnTo>
                  <a:pt x="339425" y="926586"/>
                </a:lnTo>
                <a:lnTo>
                  <a:pt x="316017" y="908881"/>
                </a:lnTo>
                <a:lnTo>
                  <a:pt x="351129" y="861666"/>
                </a:lnTo>
                <a:lnTo>
                  <a:pt x="321869" y="861666"/>
                </a:lnTo>
                <a:lnTo>
                  <a:pt x="269199" y="885274"/>
                </a:lnTo>
                <a:lnTo>
                  <a:pt x="257495" y="914783"/>
                </a:lnTo>
                <a:lnTo>
                  <a:pt x="216530" y="885274"/>
                </a:lnTo>
                <a:lnTo>
                  <a:pt x="146304" y="902979"/>
                </a:lnTo>
                <a:lnTo>
                  <a:pt x="81930" y="873470"/>
                </a:lnTo>
                <a:lnTo>
                  <a:pt x="58522" y="826255"/>
                </a:lnTo>
                <a:lnTo>
                  <a:pt x="0" y="761335"/>
                </a:lnTo>
                <a:lnTo>
                  <a:pt x="64374" y="708219"/>
                </a:lnTo>
                <a:lnTo>
                  <a:pt x="169713" y="649201"/>
                </a:lnTo>
                <a:lnTo>
                  <a:pt x="210678" y="649201"/>
                </a:lnTo>
                <a:lnTo>
                  <a:pt x="204826" y="714121"/>
                </a:lnTo>
                <a:lnTo>
                  <a:pt x="310164" y="708219"/>
                </a:lnTo>
                <a:lnTo>
                  <a:pt x="269199" y="631495"/>
                </a:lnTo>
                <a:lnTo>
                  <a:pt x="210678" y="584280"/>
                </a:lnTo>
                <a:lnTo>
                  <a:pt x="175565" y="525262"/>
                </a:lnTo>
                <a:lnTo>
                  <a:pt x="128748" y="466244"/>
                </a:lnTo>
                <a:lnTo>
                  <a:pt x="64374" y="424931"/>
                </a:lnTo>
                <a:lnTo>
                  <a:pt x="87782" y="354109"/>
                </a:lnTo>
                <a:lnTo>
                  <a:pt x="175565" y="354109"/>
                </a:lnTo>
                <a:lnTo>
                  <a:pt x="234086" y="289189"/>
                </a:lnTo>
                <a:lnTo>
                  <a:pt x="245791" y="224269"/>
                </a:lnTo>
                <a:lnTo>
                  <a:pt x="298460" y="153447"/>
                </a:lnTo>
                <a:lnTo>
                  <a:pt x="345277" y="135742"/>
                </a:lnTo>
                <a:lnTo>
                  <a:pt x="433060" y="70822"/>
                </a:lnTo>
                <a:lnTo>
                  <a:pt x="479877" y="8262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75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57" name="Freeform 31">
            <a:extLst>
              <a:ext uri="{FF2B5EF4-FFF2-40B4-BE49-F238E27FC236}">
                <a16:creationId xmlns:a16="http://schemas.microsoft.com/office/drawing/2014/main" id="{3009F04A-9B8E-9CB1-2671-BD376599897C}"/>
              </a:ext>
            </a:extLst>
          </p:cNvPr>
          <p:cNvSpPr>
            <a:spLocks noChangeAspect="1"/>
          </p:cNvSpPr>
          <p:nvPr/>
        </p:nvSpPr>
        <p:spPr bwMode="gray">
          <a:xfrm>
            <a:off x="7336054" y="4497226"/>
            <a:ext cx="173569" cy="151872"/>
          </a:xfrm>
          <a:custGeom>
            <a:avLst/>
            <a:gdLst/>
            <a:ahLst/>
            <a:cxnLst>
              <a:cxn ang="0">
                <a:pos x="12" y="0"/>
              </a:cxn>
              <a:cxn ang="0">
                <a:pos x="29" y="2"/>
              </a:cxn>
              <a:cxn ang="0">
                <a:pos x="40" y="0"/>
              </a:cxn>
              <a:cxn ang="0">
                <a:pos x="47" y="14"/>
              </a:cxn>
              <a:cxn ang="0">
                <a:pos x="47" y="22"/>
              </a:cxn>
              <a:cxn ang="0">
                <a:pos x="27" y="44"/>
              </a:cxn>
              <a:cxn ang="0">
                <a:pos x="18" y="43"/>
              </a:cxn>
              <a:cxn ang="0">
                <a:pos x="12" y="34"/>
              </a:cxn>
              <a:cxn ang="0">
                <a:pos x="3" y="32"/>
              </a:cxn>
              <a:cxn ang="0">
                <a:pos x="0" y="22"/>
              </a:cxn>
              <a:cxn ang="0">
                <a:pos x="12" y="0"/>
              </a:cxn>
            </a:cxnLst>
            <a:rect l="0" t="0" r="r" b="b"/>
            <a:pathLst>
              <a:path w="47" h="44">
                <a:moveTo>
                  <a:pt x="12" y="0"/>
                </a:moveTo>
                <a:lnTo>
                  <a:pt x="29" y="2"/>
                </a:lnTo>
                <a:lnTo>
                  <a:pt x="40" y="0"/>
                </a:lnTo>
                <a:lnTo>
                  <a:pt x="47" y="14"/>
                </a:lnTo>
                <a:lnTo>
                  <a:pt x="47" y="22"/>
                </a:lnTo>
                <a:lnTo>
                  <a:pt x="27" y="44"/>
                </a:lnTo>
                <a:lnTo>
                  <a:pt x="18" y="43"/>
                </a:lnTo>
                <a:lnTo>
                  <a:pt x="12" y="34"/>
                </a:lnTo>
                <a:lnTo>
                  <a:pt x="3" y="32"/>
                </a:lnTo>
                <a:lnTo>
                  <a:pt x="0" y="22"/>
                </a:lnTo>
                <a:lnTo>
                  <a:pt x="12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6350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58" name="Freeform 32">
            <a:extLst>
              <a:ext uri="{FF2B5EF4-FFF2-40B4-BE49-F238E27FC236}">
                <a16:creationId xmlns:a16="http://schemas.microsoft.com/office/drawing/2014/main" id="{B81E6D8A-8399-C92A-3540-2E579710C7BA}"/>
              </a:ext>
            </a:extLst>
          </p:cNvPr>
          <p:cNvSpPr>
            <a:spLocks noChangeAspect="1"/>
          </p:cNvSpPr>
          <p:nvPr/>
        </p:nvSpPr>
        <p:spPr bwMode="gray">
          <a:xfrm>
            <a:off x="7819417" y="4676715"/>
            <a:ext cx="178638" cy="133976"/>
          </a:xfrm>
          <a:custGeom>
            <a:avLst/>
            <a:gdLst/>
            <a:ahLst/>
            <a:cxnLst>
              <a:cxn ang="0">
                <a:pos x="5" y="13"/>
              </a:cxn>
              <a:cxn ang="0">
                <a:pos x="5" y="5"/>
              </a:cxn>
              <a:cxn ang="0">
                <a:pos x="13" y="0"/>
              </a:cxn>
              <a:cxn ang="0">
                <a:pos x="27" y="9"/>
              </a:cxn>
              <a:cxn ang="0">
                <a:pos x="51" y="30"/>
              </a:cxn>
              <a:cxn ang="0">
                <a:pos x="46" y="34"/>
              </a:cxn>
              <a:cxn ang="0">
                <a:pos x="23" y="37"/>
              </a:cxn>
              <a:cxn ang="0">
                <a:pos x="10" y="29"/>
              </a:cxn>
              <a:cxn ang="0">
                <a:pos x="0" y="13"/>
              </a:cxn>
              <a:cxn ang="0">
                <a:pos x="1" y="9"/>
              </a:cxn>
              <a:cxn ang="0">
                <a:pos x="5" y="13"/>
              </a:cxn>
            </a:cxnLst>
            <a:rect l="0" t="0" r="r" b="b"/>
            <a:pathLst>
              <a:path w="51" h="37">
                <a:moveTo>
                  <a:pt x="5" y="13"/>
                </a:moveTo>
                <a:lnTo>
                  <a:pt x="5" y="5"/>
                </a:lnTo>
                <a:lnTo>
                  <a:pt x="13" y="0"/>
                </a:lnTo>
                <a:lnTo>
                  <a:pt x="27" y="9"/>
                </a:lnTo>
                <a:lnTo>
                  <a:pt x="51" y="30"/>
                </a:lnTo>
                <a:lnTo>
                  <a:pt x="46" y="34"/>
                </a:lnTo>
                <a:lnTo>
                  <a:pt x="23" y="37"/>
                </a:lnTo>
                <a:lnTo>
                  <a:pt x="10" y="29"/>
                </a:lnTo>
                <a:lnTo>
                  <a:pt x="0" y="13"/>
                </a:lnTo>
                <a:lnTo>
                  <a:pt x="1" y="9"/>
                </a:lnTo>
                <a:lnTo>
                  <a:pt x="5" y="1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6350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59" name="Freeform 33">
            <a:extLst>
              <a:ext uri="{FF2B5EF4-FFF2-40B4-BE49-F238E27FC236}">
                <a16:creationId xmlns:a16="http://schemas.microsoft.com/office/drawing/2014/main" id="{B7A94124-923D-284B-5531-715040BB5754}"/>
              </a:ext>
            </a:extLst>
          </p:cNvPr>
          <p:cNvSpPr>
            <a:spLocks noChangeAspect="1"/>
          </p:cNvSpPr>
          <p:nvPr/>
        </p:nvSpPr>
        <p:spPr bwMode="gray">
          <a:xfrm>
            <a:off x="8096235" y="4838049"/>
            <a:ext cx="170413" cy="51123"/>
          </a:xfrm>
          <a:custGeom>
            <a:avLst/>
            <a:gdLst/>
            <a:ahLst/>
            <a:cxnLst>
              <a:cxn ang="0">
                <a:pos x="3" y="0"/>
              </a:cxn>
              <a:cxn ang="0">
                <a:pos x="0" y="11"/>
              </a:cxn>
              <a:cxn ang="0">
                <a:pos x="3" y="5"/>
              </a:cxn>
              <a:cxn ang="0">
                <a:pos x="13" y="3"/>
              </a:cxn>
              <a:cxn ang="0">
                <a:pos x="34" y="4"/>
              </a:cxn>
              <a:cxn ang="0">
                <a:pos x="58" y="2"/>
              </a:cxn>
              <a:cxn ang="0">
                <a:pos x="60" y="6"/>
              </a:cxn>
              <a:cxn ang="0">
                <a:pos x="60" y="14"/>
              </a:cxn>
              <a:cxn ang="0">
                <a:pos x="47" y="18"/>
              </a:cxn>
              <a:cxn ang="0">
                <a:pos x="19" y="13"/>
              </a:cxn>
              <a:cxn ang="0">
                <a:pos x="5" y="17"/>
              </a:cxn>
              <a:cxn ang="0">
                <a:pos x="1" y="10"/>
              </a:cxn>
              <a:cxn ang="0">
                <a:pos x="3" y="0"/>
              </a:cxn>
            </a:cxnLst>
            <a:rect l="0" t="0" r="r" b="b"/>
            <a:pathLst>
              <a:path w="60" h="18">
                <a:moveTo>
                  <a:pt x="3" y="0"/>
                </a:moveTo>
                <a:lnTo>
                  <a:pt x="0" y="11"/>
                </a:lnTo>
                <a:lnTo>
                  <a:pt x="3" y="5"/>
                </a:lnTo>
                <a:lnTo>
                  <a:pt x="13" y="3"/>
                </a:lnTo>
                <a:lnTo>
                  <a:pt x="34" y="4"/>
                </a:lnTo>
                <a:lnTo>
                  <a:pt x="58" y="2"/>
                </a:lnTo>
                <a:lnTo>
                  <a:pt x="60" y="6"/>
                </a:lnTo>
                <a:lnTo>
                  <a:pt x="60" y="14"/>
                </a:lnTo>
                <a:lnTo>
                  <a:pt x="47" y="18"/>
                </a:lnTo>
                <a:lnTo>
                  <a:pt x="19" y="13"/>
                </a:lnTo>
                <a:lnTo>
                  <a:pt x="5" y="17"/>
                </a:lnTo>
                <a:lnTo>
                  <a:pt x="1" y="10"/>
                </a:lnTo>
                <a:lnTo>
                  <a:pt x="3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6350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60" name="Freeform 34">
            <a:extLst>
              <a:ext uri="{FF2B5EF4-FFF2-40B4-BE49-F238E27FC236}">
                <a16:creationId xmlns:a16="http://schemas.microsoft.com/office/drawing/2014/main" id="{7E426437-CD82-A4A7-14F0-428378F9A880}"/>
              </a:ext>
            </a:extLst>
          </p:cNvPr>
          <p:cNvSpPr>
            <a:spLocks noChangeAspect="1"/>
          </p:cNvSpPr>
          <p:nvPr/>
        </p:nvSpPr>
        <p:spPr bwMode="gray">
          <a:xfrm>
            <a:off x="8300730" y="4906214"/>
            <a:ext cx="204495" cy="136330"/>
          </a:xfrm>
          <a:custGeom>
            <a:avLst/>
            <a:gdLst/>
            <a:ahLst/>
            <a:cxnLst>
              <a:cxn ang="0">
                <a:pos x="27" y="9"/>
              </a:cxn>
              <a:cxn ang="0">
                <a:pos x="32" y="9"/>
              </a:cxn>
              <a:cxn ang="0">
                <a:pos x="36" y="6"/>
              </a:cxn>
              <a:cxn ang="0">
                <a:pos x="70" y="29"/>
              </a:cxn>
              <a:cxn ang="0">
                <a:pos x="70" y="39"/>
              </a:cxn>
              <a:cxn ang="0">
                <a:pos x="53" y="52"/>
              </a:cxn>
              <a:cxn ang="0">
                <a:pos x="45" y="53"/>
              </a:cxn>
              <a:cxn ang="0">
                <a:pos x="34" y="50"/>
              </a:cxn>
              <a:cxn ang="0">
                <a:pos x="19" y="21"/>
              </a:cxn>
              <a:cxn ang="0">
                <a:pos x="11" y="18"/>
              </a:cxn>
              <a:cxn ang="0">
                <a:pos x="0" y="6"/>
              </a:cxn>
              <a:cxn ang="0">
                <a:pos x="4" y="0"/>
              </a:cxn>
              <a:cxn ang="0">
                <a:pos x="13" y="1"/>
              </a:cxn>
              <a:cxn ang="0">
                <a:pos x="27" y="9"/>
              </a:cxn>
            </a:cxnLst>
            <a:rect l="0" t="0" r="r" b="b"/>
            <a:pathLst>
              <a:path w="70" h="53">
                <a:moveTo>
                  <a:pt x="27" y="9"/>
                </a:moveTo>
                <a:lnTo>
                  <a:pt x="32" y="9"/>
                </a:lnTo>
                <a:lnTo>
                  <a:pt x="36" y="6"/>
                </a:lnTo>
                <a:lnTo>
                  <a:pt x="70" y="29"/>
                </a:lnTo>
                <a:lnTo>
                  <a:pt x="70" y="39"/>
                </a:lnTo>
                <a:lnTo>
                  <a:pt x="53" y="52"/>
                </a:lnTo>
                <a:lnTo>
                  <a:pt x="45" y="53"/>
                </a:lnTo>
                <a:lnTo>
                  <a:pt x="34" y="50"/>
                </a:lnTo>
                <a:lnTo>
                  <a:pt x="19" y="21"/>
                </a:lnTo>
                <a:lnTo>
                  <a:pt x="11" y="18"/>
                </a:lnTo>
                <a:lnTo>
                  <a:pt x="0" y="6"/>
                </a:lnTo>
                <a:lnTo>
                  <a:pt x="4" y="0"/>
                </a:lnTo>
                <a:lnTo>
                  <a:pt x="13" y="1"/>
                </a:lnTo>
                <a:lnTo>
                  <a:pt x="27" y="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6350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61" name="Freeform 35">
            <a:extLst>
              <a:ext uri="{FF2B5EF4-FFF2-40B4-BE49-F238E27FC236}">
                <a16:creationId xmlns:a16="http://schemas.microsoft.com/office/drawing/2014/main" id="{AC0D433F-BC01-AC6C-C326-E8FFC88F2708}"/>
              </a:ext>
            </a:extLst>
          </p:cNvPr>
          <p:cNvSpPr>
            <a:spLocks noChangeAspect="1"/>
          </p:cNvSpPr>
          <p:nvPr/>
        </p:nvSpPr>
        <p:spPr bwMode="gray">
          <a:xfrm>
            <a:off x="8505225" y="5161832"/>
            <a:ext cx="357866" cy="426027"/>
          </a:xfrm>
          <a:custGeom>
            <a:avLst/>
            <a:gdLst/>
            <a:ahLst/>
            <a:cxnLst>
              <a:cxn ang="0">
                <a:pos x="9" y="1"/>
              </a:cxn>
              <a:cxn ang="0">
                <a:pos x="11" y="5"/>
              </a:cxn>
              <a:cxn ang="0">
                <a:pos x="11" y="0"/>
              </a:cxn>
              <a:cxn ang="0">
                <a:pos x="22" y="1"/>
              </a:cxn>
              <a:cxn ang="0">
                <a:pos x="32" y="9"/>
              </a:cxn>
              <a:cxn ang="0">
                <a:pos x="42" y="9"/>
              </a:cxn>
              <a:cxn ang="0">
                <a:pos x="78" y="23"/>
              </a:cxn>
              <a:cxn ang="0">
                <a:pos x="83" y="26"/>
              </a:cxn>
              <a:cxn ang="0">
                <a:pos x="96" y="46"/>
              </a:cxn>
              <a:cxn ang="0">
                <a:pos x="106" y="50"/>
              </a:cxn>
              <a:cxn ang="0">
                <a:pos x="116" y="66"/>
              </a:cxn>
              <a:cxn ang="0">
                <a:pos x="123" y="72"/>
              </a:cxn>
              <a:cxn ang="0">
                <a:pos x="127" y="84"/>
              </a:cxn>
              <a:cxn ang="0">
                <a:pos x="118" y="105"/>
              </a:cxn>
              <a:cxn ang="0">
                <a:pos x="91" y="101"/>
              </a:cxn>
              <a:cxn ang="0">
                <a:pos x="76" y="105"/>
              </a:cxn>
              <a:cxn ang="0">
                <a:pos x="61" y="116"/>
              </a:cxn>
              <a:cxn ang="0">
                <a:pos x="51" y="129"/>
              </a:cxn>
              <a:cxn ang="0">
                <a:pos x="47" y="138"/>
              </a:cxn>
              <a:cxn ang="0">
                <a:pos x="37" y="147"/>
              </a:cxn>
              <a:cxn ang="0">
                <a:pos x="23" y="138"/>
              </a:cxn>
              <a:cxn ang="0">
                <a:pos x="15" y="123"/>
              </a:cxn>
              <a:cxn ang="0">
                <a:pos x="8" y="81"/>
              </a:cxn>
              <a:cxn ang="0">
                <a:pos x="2" y="64"/>
              </a:cxn>
              <a:cxn ang="0">
                <a:pos x="0" y="50"/>
              </a:cxn>
              <a:cxn ang="0">
                <a:pos x="12" y="29"/>
              </a:cxn>
              <a:cxn ang="0">
                <a:pos x="14" y="15"/>
              </a:cxn>
              <a:cxn ang="0">
                <a:pos x="9" y="1"/>
              </a:cxn>
            </a:cxnLst>
            <a:rect l="0" t="0" r="r" b="b"/>
            <a:pathLst>
              <a:path w="127" h="147">
                <a:moveTo>
                  <a:pt x="9" y="1"/>
                </a:moveTo>
                <a:lnTo>
                  <a:pt x="11" y="5"/>
                </a:lnTo>
                <a:lnTo>
                  <a:pt x="11" y="0"/>
                </a:lnTo>
                <a:lnTo>
                  <a:pt x="22" y="1"/>
                </a:lnTo>
                <a:lnTo>
                  <a:pt x="32" y="9"/>
                </a:lnTo>
                <a:lnTo>
                  <a:pt x="42" y="9"/>
                </a:lnTo>
                <a:lnTo>
                  <a:pt x="78" y="23"/>
                </a:lnTo>
                <a:lnTo>
                  <a:pt x="83" y="26"/>
                </a:lnTo>
                <a:lnTo>
                  <a:pt x="96" y="46"/>
                </a:lnTo>
                <a:lnTo>
                  <a:pt x="106" y="50"/>
                </a:lnTo>
                <a:lnTo>
                  <a:pt x="116" y="66"/>
                </a:lnTo>
                <a:lnTo>
                  <a:pt x="123" y="72"/>
                </a:lnTo>
                <a:lnTo>
                  <a:pt x="127" y="84"/>
                </a:lnTo>
                <a:lnTo>
                  <a:pt x="118" y="105"/>
                </a:lnTo>
                <a:lnTo>
                  <a:pt x="91" y="101"/>
                </a:lnTo>
                <a:lnTo>
                  <a:pt x="76" y="105"/>
                </a:lnTo>
                <a:lnTo>
                  <a:pt x="61" y="116"/>
                </a:lnTo>
                <a:lnTo>
                  <a:pt x="51" y="129"/>
                </a:lnTo>
                <a:lnTo>
                  <a:pt x="47" y="138"/>
                </a:lnTo>
                <a:lnTo>
                  <a:pt x="37" y="147"/>
                </a:lnTo>
                <a:lnTo>
                  <a:pt x="23" y="138"/>
                </a:lnTo>
                <a:lnTo>
                  <a:pt x="15" y="123"/>
                </a:lnTo>
                <a:lnTo>
                  <a:pt x="8" y="81"/>
                </a:lnTo>
                <a:lnTo>
                  <a:pt x="2" y="64"/>
                </a:lnTo>
                <a:lnTo>
                  <a:pt x="0" y="50"/>
                </a:lnTo>
                <a:lnTo>
                  <a:pt x="12" y="29"/>
                </a:lnTo>
                <a:lnTo>
                  <a:pt x="14" y="15"/>
                </a:lnTo>
                <a:lnTo>
                  <a:pt x="9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6350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62" name="Freeform 36">
            <a:extLst>
              <a:ext uri="{FF2B5EF4-FFF2-40B4-BE49-F238E27FC236}">
                <a16:creationId xmlns:a16="http://schemas.microsoft.com/office/drawing/2014/main" id="{BEA9FB1F-149B-D568-EA33-5438313D70B4}"/>
              </a:ext>
            </a:extLst>
          </p:cNvPr>
          <p:cNvSpPr>
            <a:spLocks noChangeAspect="1"/>
          </p:cNvSpPr>
          <p:nvPr/>
        </p:nvSpPr>
        <p:spPr bwMode="gray">
          <a:xfrm>
            <a:off x="8198482" y="4940295"/>
            <a:ext cx="51123" cy="51123"/>
          </a:xfrm>
          <a:custGeom>
            <a:avLst/>
            <a:gdLst/>
            <a:ahLst/>
            <a:cxnLst>
              <a:cxn ang="0">
                <a:pos x="3" y="3"/>
              </a:cxn>
              <a:cxn ang="0">
                <a:pos x="0" y="0"/>
              </a:cxn>
              <a:cxn ang="0">
                <a:pos x="12" y="0"/>
              </a:cxn>
              <a:cxn ang="0">
                <a:pos x="22" y="10"/>
              </a:cxn>
              <a:cxn ang="0">
                <a:pos x="18" y="17"/>
              </a:cxn>
              <a:cxn ang="0">
                <a:pos x="12" y="18"/>
              </a:cxn>
              <a:cxn ang="0">
                <a:pos x="3" y="9"/>
              </a:cxn>
              <a:cxn ang="0">
                <a:pos x="3" y="3"/>
              </a:cxn>
              <a:cxn ang="0">
                <a:pos x="8" y="15"/>
              </a:cxn>
              <a:cxn ang="0">
                <a:pos x="3" y="9"/>
              </a:cxn>
              <a:cxn ang="0">
                <a:pos x="3" y="3"/>
              </a:cxn>
            </a:cxnLst>
            <a:rect l="0" t="0" r="r" b="b"/>
            <a:pathLst>
              <a:path w="22" h="18">
                <a:moveTo>
                  <a:pt x="3" y="3"/>
                </a:moveTo>
                <a:lnTo>
                  <a:pt x="0" y="0"/>
                </a:lnTo>
                <a:lnTo>
                  <a:pt x="12" y="0"/>
                </a:lnTo>
                <a:lnTo>
                  <a:pt x="22" y="10"/>
                </a:lnTo>
                <a:lnTo>
                  <a:pt x="18" y="17"/>
                </a:lnTo>
                <a:lnTo>
                  <a:pt x="12" y="18"/>
                </a:lnTo>
                <a:lnTo>
                  <a:pt x="3" y="9"/>
                </a:lnTo>
                <a:lnTo>
                  <a:pt x="3" y="3"/>
                </a:lnTo>
                <a:lnTo>
                  <a:pt x="8" y="15"/>
                </a:lnTo>
                <a:lnTo>
                  <a:pt x="3" y="9"/>
                </a:lnTo>
                <a:lnTo>
                  <a:pt x="3" y="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6350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xerac</dc:creator>
  <cp:keywords/>
  <dc:description>generated using python-pptx</dc:description>
  <cp:lastModifiedBy>Nima Maghame</cp:lastModifiedBy>
  <cp:revision>2</cp:revision>
  <dcterms:created xsi:type="dcterms:W3CDTF">2013-01-27T09:14:16Z</dcterms:created>
  <dcterms:modified xsi:type="dcterms:W3CDTF">2025-12-31T07:54:38Z</dcterms:modified>
  <cp:category/>
</cp:coreProperties>
</file>