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4" y="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40942476" y="3798540"/>
            <a:ext cx="182880" cy="18288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216796" y="37071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63500" tIns="0" rIns="63500" bIns="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tokyo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EAFB87C-3359-8A02-90A0-6EFD00413175}"/>
              </a:ext>
            </a:extLst>
          </p:cNvPr>
          <p:cNvGrpSpPr/>
          <p:nvPr/>
        </p:nvGrpSpPr>
        <p:grpSpPr>
          <a:xfrm>
            <a:off x="49807" y="442857"/>
            <a:ext cx="10323831" cy="6721791"/>
            <a:chOff x="6436957" y="1895983"/>
            <a:chExt cx="4786556" cy="3116501"/>
          </a:xfrm>
          <a:solidFill>
            <a:schemeClr val="bg1">
              <a:lumMod val="95000"/>
            </a:schemeClr>
          </a:solidFill>
        </p:grpSpPr>
        <p:sp>
          <p:nvSpPr>
            <p:cNvPr id="11" name="Freeform 62">
              <a:extLst>
                <a:ext uri="{FF2B5EF4-FFF2-40B4-BE49-F238E27FC236}">
                  <a16:creationId xmlns:a16="http://schemas.microsoft.com/office/drawing/2014/main" id="{F0099BFD-D21B-F7E3-6257-3501E6A51CE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974062" y="3795568"/>
              <a:ext cx="50025" cy="65851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48" y="11"/>
                </a:cxn>
                <a:cxn ang="0">
                  <a:pos x="33" y="19"/>
                </a:cxn>
                <a:cxn ang="0">
                  <a:pos x="28" y="25"/>
                </a:cxn>
                <a:cxn ang="0">
                  <a:pos x="22" y="29"/>
                </a:cxn>
                <a:cxn ang="0">
                  <a:pos x="17" y="51"/>
                </a:cxn>
                <a:cxn ang="0">
                  <a:pos x="15" y="62"/>
                </a:cxn>
                <a:cxn ang="0">
                  <a:pos x="9" y="74"/>
                </a:cxn>
                <a:cxn ang="0">
                  <a:pos x="0" y="85"/>
                </a:cxn>
                <a:cxn ang="0">
                  <a:pos x="0" y="88"/>
                </a:cxn>
                <a:cxn ang="0">
                  <a:pos x="1" y="97"/>
                </a:cxn>
                <a:cxn ang="0">
                  <a:pos x="7" y="103"/>
                </a:cxn>
                <a:cxn ang="0">
                  <a:pos x="20" y="105"/>
                </a:cxn>
                <a:cxn ang="0">
                  <a:pos x="24" y="102"/>
                </a:cxn>
                <a:cxn ang="0">
                  <a:pos x="31" y="105"/>
                </a:cxn>
                <a:cxn ang="0">
                  <a:pos x="32" y="103"/>
                </a:cxn>
                <a:cxn ang="0">
                  <a:pos x="33" y="100"/>
                </a:cxn>
                <a:cxn ang="0">
                  <a:pos x="45" y="96"/>
                </a:cxn>
                <a:cxn ang="0">
                  <a:pos x="50" y="97"/>
                </a:cxn>
                <a:cxn ang="0">
                  <a:pos x="59" y="105"/>
                </a:cxn>
                <a:cxn ang="0">
                  <a:pos x="59" y="106"/>
                </a:cxn>
                <a:cxn ang="0">
                  <a:pos x="61" y="100"/>
                </a:cxn>
                <a:cxn ang="0">
                  <a:pos x="71" y="88"/>
                </a:cxn>
                <a:cxn ang="0">
                  <a:pos x="76" y="76"/>
                </a:cxn>
                <a:cxn ang="0">
                  <a:pos x="79" y="74"/>
                </a:cxn>
                <a:cxn ang="0">
                  <a:pos x="76" y="72"/>
                </a:cxn>
                <a:cxn ang="0">
                  <a:pos x="74" y="72"/>
                </a:cxn>
                <a:cxn ang="0">
                  <a:pos x="71" y="69"/>
                </a:cxn>
                <a:cxn ang="0">
                  <a:pos x="64" y="70"/>
                </a:cxn>
                <a:cxn ang="0">
                  <a:pos x="56" y="69"/>
                </a:cxn>
                <a:cxn ang="0">
                  <a:pos x="48" y="72"/>
                </a:cxn>
                <a:cxn ang="0">
                  <a:pos x="47" y="74"/>
                </a:cxn>
                <a:cxn ang="0">
                  <a:pos x="44" y="75"/>
                </a:cxn>
                <a:cxn ang="0">
                  <a:pos x="40" y="74"/>
                </a:cxn>
                <a:cxn ang="0">
                  <a:pos x="38" y="70"/>
                </a:cxn>
                <a:cxn ang="0">
                  <a:pos x="39" y="69"/>
                </a:cxn>
                <a:cxn ang="0">
                  <a:pos x="44" y="70"/>
                </a:cxn>
                <a:cxn ang="0">
                  <a:pos x="47" y="70"/>
                </a:cxn>
                <a:cxn ang="0">
                  <a:pos x="48" y="67"/>
                </a:cxn>
                <a:cxn ang="0">
                  <a:pos x="53" y="59"/>
                </a:cxn>
                <a:cxn ang="0">
                  <a:pos x="56" y="57"/>
                </a:cxn>
                <a:cxn ang="0">
                  <a:pos x="61" y="57"/>
                </a:cxn>
                <a:cxn ang="0">
                  <a:pos x="66" y="51"/>
                </a:cxn>
                <a:cxn ang="0">
                  <a:pos x="77" y="48"/>
                </a:cxn>
                <a:cxn ang="0">
                  <a:pos x="83" y="45"/>
                </a:cxn>
                <a:cxn ang="0">
                  <a:pos x="83" y="38"/>
                </a:cxn>
                <a:cxn ang="0">
                  <a:pos x="81" y="22"/>
                </a:cxn>
                <a:cxn ang="0">
                  <a:pos x="80" y="20"/>
                </a:cxn>
                <a:cxn ang="0">
                  <a:pos x="75" y="16"/>
                </a:cxn>
                <a:cxn ang="0">
                  <a:pos x="71" y="9"/>
                </a:cxn>
                <a:cxn ang="0">
                  <a:pos x="67" y="5"/>
                </a:cxn>
                <a:cxn ang="0">
                  <a:pos x="65" y="0"/>
                </a:cxn>
              </a:cxnLst>
              <a:rect l="0" t="0" r="r" b="b"/>
              <a:pathLst>
                <a:path w="83" h="106">
                  <a:moveTo>
                    <a:pt x="65" y="0"/>
                  </a:moveTo>
                  <a:lnTo>
                    <a:pt x="48" y="11"/>
                  </a:lnTo>
                  <a:lnTo>
                    <a:pt x="33" y="19"/>
                  </a:lnTo>
                  <a:lnTo>
                    <a:pt x="28" y="25"/>
                  </a:lnTo>
                  <a:lnTo>
                    <a:pt x="22" y="29"/>
                  </a:lnTo>
                  <a:lnTo>
                    <a:pt x="17" y="51"/>
                  </a:lnTo>
                  <a:lnTo>
                    <a:pt x="15" y="62"/>
                  </a:lnTo>
                  <a:lnTo>
                    <a:pt x="9" y="74"/>
                  </a:lnTo>
                  <a:lnTo>
                    <a:pt x="0" y="85"/>
                  </a:lnTo>
                  <a:lnTo>
                    <a:pt x="0" y="88"/>
                  </a:lnTo>
                  <a:lnTo>
                    <a:pt x="1" y="97"/>
                  </a:lnTo>
                  <a:lnTo>
                    <a:pt x="7" y="103"/>
                  </a:lnTo>
                  <a:lnTo>
                    <a:pt x="20" y="105"/>
                  </a:lnTo>
                  <a:lnTo>
                    <a:pt x="24" y="102"/>
                  </a:lnTo>
                  <a:lnTo>
                    <a:pt x="31" y="105"/>
                  </a:lnTo>
                  <a:lnTo>
                    <a:pt x="32" y="103"/>
                  </a:lnTo>
                  <a:lnTo>
                    <a:pt x="33" y="100"/>
                  </a:lnTo>
                  <a:lnTo>
                    <a:pt x="45" y="96"/>
                  </a:lnTo>
                  <a:lnTo>
                    <a:pt x="50" y="97"/>
                  </a:lnTo>
                  <a:lnTo>
                    <a:pt x="59" y="105"/>
                  </a:lnTo>
                  <a:lnTo>
                    <a:pt x="59" y="106"/>
                  </a:lnTo>
                  <a:lnTo>
                    <a:pt x="61" y="100"/>
                  </a:lnTo>
                  <a:lnTo>
                    <a:pt x="71" y="88"/>
                  </a:lnTo>
                  <a:lnTo>
                    <a:pt x="76" y="76"/>
                  </a:lnTo>
                  <a:lnTo>
                    <a:pt x="79" y="74"/>
                  </a:lnTo>
                  <a:lnTo>
                    <a:pt x="76" y="72"/>
                  </a:lnTo>
                  <a:lnTo>
                    <a:pt x="74" y="72"/>
                  </a:lnTo>
                  <a:lnTo>
                    <a:pt x="71" y="69"/>
                  </a:lnTo>
                  <a:lnTo>
                    <a:pt x="64" y="70"/>
                  </a:lnTo>
                  <a:lnTo>
                    <a:pt x="56" y="69"/>
                  </a:lnTo>
                  <a:lnTo>
                    <a:pt x="48" y="72"/>
                  </a:lnTo>
                  <a:lnTo>
                    <a:pt x="47" y="74"/>
                  </a:lnTo>
                  <a:lnTo>
                    <a:pt x="44" y="75"/>
                  </a:lnTo>
                  <a:lnTo>
                    <a:pt x="40" y="74"/>
                  </a:lnTo>
                  <a:lnTo>
                    <a:pt x="38" y="70"/>
                  </a:lnTo>
                  <a:lnTo>
                    <a:pt x="39" y="69"/>
                  </a:lnTo>
                  <a:lnTo>
                    <a:pt x="44" y="70"/>
                  </a:lnTo>
                  <a:lnTo>
                    <a:pt x="47" y="70"/>
                  </a:lnTo>
                  <a:lnTo>
                    <a:pt x="48" y="67"/>
                  </a:lnTo>
                  <a:lnTo>
                    <a:pt x="53" y="59"/>
                  </a:lnTo>
                  <a:lnTo>
                    <a:pt x="56" y="57"/>
                  </a:lnTo>
                  <a:lnTo>
                    <a:pt x="61" y="57"/>
                  </a:lnTo>
                  <a:lnTo>
                    <a:pt x="66" y="51"/>
                  </a:lnTo>
                  <a:lnTo>
                    <a:pt x="77" y="48"/>
                  </a:lnTo>
                  <a:lnTo>
                    <a:pt x="83" y="45"/>
                  </a:lnTo>
                  <a:lnTo>
                    <a:pt x="83" y="38"/>
                  </a:lnTo>
                  <a:lnTo>
                    <a:pt x="81" y="22"/>
                  </a:lnTo>
                  <a:lnTo>
                    <a:pt x="80" y="20"/>
                  </a:lnTo>
                  <a:lnTo>
                    <a:pt x="75" y="16"/>
                  </a:lnTo>
                  <a:lnTo>
                    <a:pt x="71" y="9"/>
                  </a:lnTo>
                  <a:lnTo>
                    <a:pt x="67" y="5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2" name="Freeform 69">
              <a:extLst>
                <a:ext uri="{FF2B5EF4-FFF2-40B4-BE49-F238E27FC236}">
                  <a16:creationId xmlns:a16="http://schemas.microsoft.com/office/drawing/2014/main" id="{BB80E424-854D-6C0B-C54D-625A9BFC266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1123464" y="4930830"/>
              <a:ext cx="100049" cy="81654"/>
            </a:xfrm>
            <a:custGeom>
              <a:avLst/>
              <a:gdLst/>
              <a:ahLst/>
              <a:cxnLst>
                <a:cxn ang="0">
                  <a:pos x="60" y="71"/>
                </a:cxn>
                <a:cxn ang="0">
                  <a:pos x="39" y="60"/>
                </a:cxn>
                <a:cxn ang="0">
                  <a:pos x="27" y="43"/>
                </a:cxn>
                <a:cxn ang="0">
                  <a:pos x="21" y="38"/>
                </a:cxn>
                <a:cxn ang="0">
                  <a:pos x="16" y="26"/>
                </a:cxn>
                <a:cxn ang="0">
                  <a:pos x="6" y="17"/>
                </a:cxn>
                <a:cxn ang="0">
                  <a:pos x="6" y="9"/>
                </a:cxn>
                <a:cxn ang="0">
                  <a:pos x="0" y="2"/>
                </a:cxn>
                <a:cxn ang="0">
                  <a:pos x="6" y="0"/>
                </a:cxn>
                <a:cxn ang="0">
                  <a:pos x="14" y="5"/>
                </a:cxn>
                <a:cxn ang="0">
                  <a:pos x="19" y="4"/>
                </a:cxn>
                <a:cxn ang="0">
                  <a:pos x="33" y="14"/>
                </a:cxn>
                <a:cxn ang="0">
                  <a:pos x="40" y="16"/>
                </a:cxn>
                <a:cxn ang="0">
                  <a:pos x="41" y="21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9" y="29"/>
                </a:cxn>
                <a:cxn ang="0">
                  <a:pos x="67" y="43"/>
                </a:cxn>
                <a:cxn ang="0">
                  <a:pos x="72" y="47"/>
                </a:cxn>
                <a:cxn ang="0">
                  <a:pos x="75" y="57"/>
                </a:cxn>
                <a:cxn ang="0">
                  <a:pos x="78" y="58"/>
                </a:cxn>
                <a:cxn ang="0">
                  <a:pos x="82" y="63"/>
                </a:cxn>
                <a:cxn ang="0">
                  <a:pos x="89" y="68"/>
                </a:cxn>
                <a:cxn ang="0">
                  <a:pos x="94" y="74"/>
                </a:cxn>
                <a:cxn ang="0">
                  <a:pos x="98" y="75"/>
                </a:cxn>
                <a:cxn ang="0">
                  <a:pos x="100" y="81"/>
                </a:cxn>
                <a:cxn ang="0">
                  <a:pos x="109" y="82"/>
                </a:cxn>
                <a:cxn ang="0">
                  <a:pos x="123" y="86"/>
                </a:cxn>
                <a:cxn ang="0">
                  <a:pos x="141" y="103"/>
                </a:cxn>
                <a:cxn ang="0">
                  <a:pos x="143" y="109"/>
                </a:cxn>
                <a:cxn ang="0">
                  <a:pos x="150" y="108"/>
                </a:cxn>
                <a:cxn ang="0">
                  <a:pos x="157" y="114"/>
                </a:cxn>
                <a:cxn ang="0">
                  <a:pos x="159" y="123"/>
                </a:cxn>
                <a:cxn ang="0">
                  <a:pos x="158" y="125"/>
                </a:cxn>
                <a:cxn ang="0">
                  <a:pos x="153" y="125"/>
                </a:cxn>
                <a:cxn ang="0">
                  <a:pos x="152" y="133"/>
                </a:cxn>
                <a:cxn ang="0">
                  <a:pos x="150" y="131"/>
                </a:cxn>
                <a:cxn ang="0">
                  <a:pos x="147" y="127"/>
                </a:cxn>
                <a:cxn ang="0">
                  <a:pos x="141" y="122"/>
                </a:cxn>
                <a:cxn ang="0">
                  <a:pos x="138" y="119"/>
                </a:cxn>
                <a:cxn ang="0">
                  <a:pos x="130" y="119"/>
                </a:cxn>
                <a:cxn ang="0">
                  <a:pos x="124" y="115"/>
                </a:cxn>
                <a:cxn ang="0">
                  <a:pos x="116" y="115"/>
                </a:cxn>
                <a:cxn ang="0">
                  <a:pos x="114" y="112"/>
                </a:cxn>
                <a:cxn ang="0">
                  <a:pos x="113" y="104"/>
                </a:cxn>
                <a:cxn ang="0">
                  <a:pos x="108" y="104"/>
                </a:cxn>
                <a:cxn ang="0">
                  <a:pos x="104" y="102"/>
                </a:cxn>
                <a:cxn ang="0">
                  <a:pos x="99" y="102"/>
                </a:cxn>
                <a:cxn ang="0">
                  <a:pos x="98" y="97"/>
                </a:cxn>
                <a:cxn ang="0">
                  <a:pos x="93" y="97"/>
                </a:cxn>
                <a:cxn ang="0">
                  <a:pos x="91" y="95"/>
                </a:cxn>
                <a:cxn ang="0">
                  <a:pos x="84" y="93"/>
                </a:cxn>
                <a:cxn ang="0">
                  <a:pos x="77" y="86"/>
                </a:cxn>
                <a:cxn ang="0">
                  <a:pos x="71" y="86"/>
                </a:cxn>
                <a:cxn ang="0">
                  <a:pos x="66" y="84"/>
                </a:cxn>
                <a:cxn ang="0">
                  <a:pos x="65" y="76"/>
                </a:cxn>
                <a:cxn ang="0">
                  <a:pos x="60" y="71"/>
                </a:cxn>
              </a:cxnLst>
              <a:rect l="0" t="0" r="r" b="b"/>
              <a:pathLst>
                <a:path w="159" h="133">
                  <a:moveTo>
                    <a:pt x="60" y="71"/>
                  </a:moveTo>
                  <a:lnTo>
                    <a:pt x="39" y="60"/>
                  </a:lnTo>
                  <a:lnTo>
                    <a:pt x="27" y="43"/>
                  </a:lnTo>
                  <a:lnTo>
                    <a:pt x="21" y="38"/>
                  </a:lnTo>
                  <a:lnTo>
                    <a:pt x="16" y="26"/>
                  </a:lnTo>
                  <a:lnTo>
                    <a:pt x="6" y="17"/>
                  </a:lnTo>
                  <a:lnTo>
                    <a:pt x="6" y="9"/>
                  </a:lnTo>
                  <a:lnTo>
                    <a:pt x="0" y="2"/>
                  </a:lnTo>
                  <a:lnTo>
                    <a:pt x="6" y="0"/>
                  </a:lnTo>
                  <a:lnTo>
                    <a:pt x="14" y="5"/>
                  </a:lnTo>
                  <a:lnTo>
                    <a:pt x="19" y="4"/>
                  </a:lnTo>
                  <a:lnTo>
                    <a:pt x="33" y="14"/>
                  </a:lnTo>
                  <a:lnTo>
                    <a:pt x="40" y="16"/>
                  </a:lnTo>
                  <a:lnTo>
                    <a:pt x="41" y="21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9" y="29"/>
                  </a:lnTo>
                  <a:lnTo>
                    <a:pt x="67" y="43"/>
                  </a:lnTo>
                  <a:lnTo>
                    <a:pt x="72" y="47"/>
                  </a:lnTo>
                  <a:lnTo>
                    <a:pt x="75" y="57"/>
                  </a:lnTo>
                  <a:lnTo>
                    <a:pt x="78" y="58"/>
                  </a:lnTo>
                  <a:lnTo>
                    <a:pt x="82" y="63"/>
                  </a:lnTo>
                  <a:lnTo>
                    <a:pt x="89" y="68"/>
                  </a:lnTo>
                  <a:lnTo>
                    <a:pt x="94" y="74"/>
                  </a:lnTo>
                  <a:lnTo>
                    <a:pt x="98" y="75"/>
                  </a:lnTo>
                  <a:lnTo>
                    <a:pt x="100" y="81"/>
                  </a:lnTo>
                  <a:lnTo>
                    <a:pt x="109" y="82"/>
                  </a:lnTo>
                  <a:lnTo>
                    <a:pt x="123" y="86"/>
                  </a:lnTo>
                  <a:lnTo>
                    <a:pt x="141" y="103"/>
                  </a:lnTo>
                  <a:lnTo>
                    <a:pt x="143" y="109"/>
                  </a:lnTo>
                  <a:lnTo>
                    <a:pt x="150" y="108"/>
                  </a:lnTo>
                  <a:lnTo>
                    <a:pt x="157" y="114"/>
                  </a:lnTo>
                  <a:lnTo>
                    <a:pt x="159" y="123"/>
                  </a:lnTo>
                  <a:lnTo>
                    <a:pt x="158" y="125"/>
                  </a:lnTo>
                  <a:lnTo>
                    <a:pt x="153" y="125"/>
                  </a:lnTo>
                  <a:lnTo>
                    <a:pt x="152" y="133"/>
                  </a:lnTo>
                  <a:lnTo>
                    <a:pt x="150" y="131"/>
                  </a:lnTo>
                  <a:lnTo>
                    <a:pt x="147" y="127"/>
                  </a:lnTo>
                  <a:lnTo>
                    <a:pt x="141" y="122"/>
                  </a:lnTo>
                  <a:lnTo>
                    <a:pt x="138" y="119"/>
                  </a:lnTo>
                  <a:lnTo>
                    <a:pt x="130" y="119"/>
                  </a:lnTo>
                  <a:lnTo>
                    <a:pt x="124" y="115"/>
                  </a:lnTo>
                  <a:lnTo>
                    <a:pt x="116" y="115"/>
                  </a:lnTo>
                  <a:lnTo>
                    <a:pt x="114" y="112"/>
                  </a:lnTo>
                  <a:lnTo>
                    <a:pt x="113" y="104"/>
                  </a:lnTo>
                  <a:lnTo>
                    <a:pt x="108" y="104"/>
                  </a:lnTo>
                  <a:lnTo>
                    <a:pt x="104" y="102"/>
                  </a:lnTo>
                  <a:lnTo>
                    <a:pt x="99" y="102"/>
                  </a:lnTo>
                  <a:lnTo>
                    <a:pt x="98" y="97"/>
                  </a:lnTo>
                  <a:lnTo>
                    <a:pt x="93" y="97"/>
                  </a:lnTo>
                  <a:lnTo>
                    <a:pt x="91" y="95"/>
                  </a:lnTo>
                  <a:lnTo>
                    <a:pt x="84" y="93"/>
                  </a:lnTo>
                  <a:lnTo>
                    <a:pt x="77" y="86"/>
                  </a:lnTo>
                  <a:lnTo>
                    <a:pt x="71" y="86"/>
                  </a:lnTo>
                  <a:lnTo>
                    <a:pt x="66" y="84"/>
                  </a:lnTo>
                  <a:lnTo>
                    <a:pt x="65" y="76"/>
                  </a:lnTo>
                  <a:lnTo>
                    <a:pt x="60" y="7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13" name="Group 70">
              <a:extLst>
                <a:ext uri="{FF2B5EF4-FFF2-40B4-BE49-F238E27FC236}">
                  <a16:creationId xmlns:a16="http://schemas.microsoft.com/office/drawing/2014/main" id="{207F7F5C-F65F-163B-D2A4-9843B59666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36957" y="2657672"/>
              <a:ext cx="1266410" cy="1143164"/>
              <a:chOff x="2802" y="1979"/>
              <a:chExt cx="408" cy="369"/>
            </a:xfrm>
            <a:grpFill/>
          </p:grpSpPr>
          <p:sp>
            <p:nvSpPr>
              <p:cNvPr id="14" name="Freeform 71">
                <a:extLst>
                  <a:ext uri="{FF2B5EF4-FFF2-40B4-BE49-F238E27FC236}">
                    <a16:creationId xmlns:a16="http://schemas.microsoft.com/office/drawing/2014/main" id="{22FFDF6F-74F4-D1EA-FE3B-FC7AE63D657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99" y="2082"/>
                <a:ext cx="19" cy="23"/>
              </a:xfrm>
              <a:custGeom>
                <a:avLst/>
                <a:gdLst/>
                <a:ahLst/>
                <a:cxnLst>
                  <a:cxn ang="0">
                    <a:pos x="39" y="96"/>
                  </a:cxn>
                  <a:cxn ang="0">
                    <a:pos x="45" y="93"/>
                  </a:cxn>
                  <a:cxn ang="0">
                    <a:pos x="55" y="83"/>
                  </a:cxn>
                  <a:cxn ang="0">
                    <a:pos x="58" y="78"/>
                  </a:cxn>
                  <a:cxn ang="0">
                    <a:pos x="53" y="75"/>
                  </a:cxn>
                  <a:cxn ang="0">
                    <a:pos x="58" y="68"/>
                  </a:cxn>
                  <a:cxn ang="0">
                    <a:pos x="72" y="62"/>
                  </a:cxn>
                  <a:cxn ang="0">
                    <a:pos x="79" y="62"/>
                  </a:cxn>
                  <a:cxn ang="0">
                    <a:pos x="77" y="59"/>
                  </a:cxn>
                  <a:cxn ang="0">
                    <a:pos x="74" y="53"/>
                  </a:cxn>
                  <a:cxn ang="0">
                    <a:pos x="77" y="48"/>
                  </a:cxn>
                  <a:cxn ang="0">
                    <a:pos x="87" y="42"/>
                  </a:cxn>
                  <a:cxn ang="0">
                    <a:pos x="91" y="38"/>
                  </a:cxn>
                  <a:cxn ang="0">
                    <a:pos x="91" y="34"/>
                  </a:cxn>
                  <a:cxn ang="0">
                    <a:pos x="88" y="25"/>
                  </a:cxn>
                  <a:cxn ang="0">
                    <a:pos x="85" y="19"/>
                  </a:cxn>
                  <a:cxn ang="0">
                    <a:pos x="77" y="15"/>
                  </a:cxn>
                  <a:cxn ang="0">
                    <a:pos x="81" y="10"/>
                  </a:cxn>
                  <a:cxn ang="0">
                    <a:pos x="85" y="9"/>
                  </a:cxn>
                  <a:cxn ang="0">
                    <a:pos x="84" y="4"/>
                  </a:cxn>
                  <a:cxn ang="0">
                    <a:pos x="77" y="0"/>
                  </a:cxn>
                  <a:cxn ang="0">
                    <a:pos x="72" y="4"/>
                  </a:cxn>
                  <a:cxn ang="0">
                    <a:pos x="58" y="14"/>
                  </a:cxn>
                  <a:cxn ang="0">
                    <a:pos x="41" y="29"/>
                  </a:cxn>
                  <a:cxn ang="0">
                    <a:pos x="27" y="54"/>
                  </a:cxn>
                  <a:cxn ang="0">
                    <a:pos x="25" y="58"/>
                  </a:cxn>
                  <a:cxn ang="0">
                    <a:pos x="17" y="73"/>
                  </a:cxn>
                  <a:cxn ang="0">
                    <a:pos x="11" y="85"/>
                  </a:cxn>
                  <a:cxn ang="0">
                    <a:pos x="1" y="106"/>
                  </a:cxn>
                  <a:cxn ang="0">
                    <a:pos x="2" y="113"/>
                  </a:cxn>
                  <a:cxn ang="0">
                    <a:pos x="16" y="116"/>
                  </a:cxn>
                  <a:cxn ang="0">
                    <a:pos x="21" y="113"/>
                  </a:cxn>
                  <a:cxn ang="0">
                    <a:pos x="27" y="101"/>
                  </a:cxn>
                  <a:cxn ang="0">
                    <a:pos x="31" y="100"/>
                  </a:cxn>
                </a:cxnLst>
                <a:rect l="0" t="0" r="r" b="b"/>
                <a:pathLst>
                  <a:path w="95" h="116">
                    <a:moveTo>
                      <a:pt x="32" y="102"/>
                    </a:moveTo>
                    <a:lnTo>
                      <a:pt x="39" y="96"/>
                    </a:lnTo>
                    <a:lnTo>
                      <a:pt x="44" y="95"/>
                    </a:lnTo>
                    <a:lnTo>
                      <a:pt x="45" y="93"/>
                    </a:lnTo>
                    <a:lnTo>
                      <a:pt x="52" y="88"/>
                    </a:lnTo>
                    <a:lnTo>
                      <a:pt x="55" y="83"/>
                    </a:lnTo>
                    <a:lnTo>
                      <a:pt x="58" y="83"/>
                    </a:lnTo>
                    <a:lnTo>
                      <a:pt x="58" y="78"/>
                    </a:lnTo>
                    <a:lnTo>
                      <a:pt x="53" y="75"/>
                    </a:lnTo>
                    <a:lnTo>
                      <a:pt x="53" y="75"/>
                    </a:lnTo>
                    <a:lnTo>
                      <a:pt x="55" y="69"/>
                    </a:lnTo>
                    <a:lnTo>
                      <a:pt x="58" y="68"/>
                    </a:lnTo>
                    <a:lnTo>
                      <a:pt x="59" y="63"/>
                    </a:lnTo>
                    <a:lnTo>
                      <a:pt x="72" y="62"/>
                    </a:lnTo>
                    <a:lnTo>
                      <a:pt x="77" y="63"/>
                    </a:lnTo>
                    <a:lnTo>
                      <a:pt x="79" y="62"/>
                    </a:lnTo>
                    <a:lnTo>
                      <a:pt x="80" y="62"/>
                    </a:lnTo>
                    <a:lnTo>
                      <a:pt x="77" y="59"/>
                    </a:lnTo>
                    <a:lnTo>
                      <a:pt x="72" y="56"/>
                    </a:lnTo>
                    <a:lnTo>
                      <a:pt x="74" y="53"/>
                    </a:lnTo>
                    <a:lnTo>
                      <a:pt x="77" y="52"/>
                    </a:lnTo>
                    <a:lnTo>
                      <a:pt x="77" y="48"/>
                    </a:lnTo>
                    <a:lnTo>
                      <a:pt x="82" y="47"/>
                    </a:lnTo>
                    <a:lnTo>
                      <a:pt x="87" y="42"/>
                    </a:lnTo>
                    <a:lnTo>
                      <a:pt x="90" y="42"/>
                    </a:lnTo>
                    <a:lnTo>
                      <a:pt x="91" y="38"/>
                    </a:lnTo>
                    <a:lnTo>
                      <a:pt x="95" y="36"/>
                    </a:lnTo>
                    <a:lnTo>
                      <a:pt x="91" y="34"/>
                    </a:lnTo>
                    <a:lnTo>
                      <a:pt x="92" y="30"/>
                    </a:lnTo>
                    <a:lnTo>
                      <a:pt x="88" y="25"/>
                    </a:lnTo>
                    <a:lnTo>
                      <a:pt x="90" y="21"/>
                    </a:lnTo>
                    <a:lnTo>
                      <a:pt x="85" y="19"/>
                    </a:lnTo>
                    <a:lnTo>
                      <a:pt x="84" y="15"/>
                    </a:lnTo>
                    <a:lnTo>
                      <a:pt x="77" y="15"/>
                    </a:lnTo>
                    <a:lnTo>
                      <a:pt x="77" y="13"/>
                    </a:lnTo>
                    <a:lnTo>
                      <a:pt x="81" y="10"/>
                    </a:lnTo>
                    <a:lnTo>
                      <a:pt x="81" y="9"/>
                    </a:lnTo>
                    <a:lnTo>
                      <a:pt x="85" y="9"/>
                    </a:lnTo>
                    <a:lnTo>
                      <a:pt x="85" y="7"/>
                    </a:lnTo>
                    <a:lnTo>
                      <a:pt x="84" y="4"/>
                    </a:lnTo>
                    <a:lnTo>
                      <a:pt x="79" y="4"/>
                    </a:lnTo>
                    <a:lnTo>
                      <a:pt x="77" y="0"/>
                    </a:lnTo>
                    <a:lnTo>
                      <a:pt x="75" y="0"/>
                    </a:lnTo>
                    <a:lnTo>
                      <a:pt x="72" y="4"/>
                    </a:lnTo>
                    <a:lnTo>
                      <a:pt x="55" y="4"/>
                    </a:lnTo>
                    <a:lnTo>
                      <a:pt x="58" y="14"/>
                    </a:lnTo>
                    <a:lnTo>
                      <a:pt x="48" y="21"/>
                    </a:lnTo>
                    <a:lnTo>
                      <a:pt x="41" y="29"/>
                    </a:lnTo>
                    <a:lnTo>
                      <a:pt x="33" y="53"/>
                    </a:lnTo>
                    <a:lnTo>
                      <a:pt x="27" y="54"/>
                    </a:lnTo>
                    <a:lnTo>
                      <a:pt x="27" y="58"/>
                    </a:lnTo>
                    <a:lnTo>
                      <a:pt x="25" y="58"/>
                    </a:lnTo>
                    <a:lnTo>
                      <a:pt x="22" y="63"/>
                    </a:lnTo>
                    <a:lnTo>
                      <a:pt x="17" y="73"/>
                    </a:lnTo>
                    <a:lnTo>
                      <a:pt x="16" y="77"/>
                    </a:lnTo>
                    <a:lnTo>
                      <a:pt x="11" y="85"/>
                    </a:lnTo>
                    <a:lnTo>
                      <a:pt x="6" y="99"/>
                    </a:lnTo>
                    <a:lnTo>
                      <a:pt x="1" y="106"/>
                    </a:lnTo>
                    <a:lnTo>
                      <a:pt x="0" y="111"/>
                    </a:lnTo>
                    <a:lnTo>
                      <a:pt x="2" y="113"/>
                    </a:lnTo>
                    <a:lnTo>
                      <a:pt x="14" y="112"/>
                    </a:lnTo>
                    <a:lnTo>
                      <a:pt x="16" y="116"/>
                    </a:lnTo>
                    <a:lnTo>
                      <a:pt x="18" y="116"/>
                    </a:lnTo>
                    <a:lnTo>
                      <a:pt x="21" y="113"/>
                    </a:lnTo>
                    <a:lnTo>
                      <a:pt x="26" y="115"/>
                    </a:lnTo>
                    <a:lnTo>
                      <a:pt x="27" y="101"/>
                    </a:lnTo>
                    <a:lnTo>
                      <a:pt x="29" y="99"/>
                    </a:lnTo>
                    <a:lnTo>
                      <a:pt x="31" y="100"/>
                    </a:lnTo>
                    <a:lnTo>
                      <a:pt x="32" y="10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15" name="Group 72">
                <a:extLst>
                  <a:ext uri="{FF2B5EF4-FFF2-40B4-BE49-F238E27FC236}">
                    <a16:creationId xmlns:a16="http://schemas.microsoft.com/office/drawing/2014/main" id="{4CFC0A73-3CC7-D289-BC94-DB44C93A4DE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89" y="2101"/>
                <a:ext cx="17" cy="51"/>
                <a:chOff x="2889" y="2101"/>
                <a:chExt cx="17" cy="51"/>
              </a:xfrm>
              <a:grpFill/>
            </p:grpSpPr>
            <p:sp>
              <p:nvSpPr>
                <p:cNvPr id="40" name="Freeform 73">
                  <a:extLst>
                    <a:ext uri="{FF2B5EF4-FFF2-40B4-BE49-F238E27FC236}">
                      <a16:creationId xmlns:a16="http://schemas.microsoft.com/office/drawing/2014/main" id="{6BE292DA-0C47-D3B6-1DBA-9924A8F1134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7" y="2111"/>
                  <a:ext cx="8" cy="16"/>
                </a:xfrm>
                <a:custGeom>
                  <a:avLst/>
                  <a:gdLst/>
                  <a:ahLst/>
                  <a:cxnLst>
                    <a:cxn ang="0">
                      <a:pos x="30" y="66"/>
                    </a:cxn>
                    <a:cxn ang="0">
                      <a:pos x="32" y="64"/>
                    </a:cxn>
                    <a:cxn ang="0">
                      <a:pos x="33" y="55"/>
                    </a:cxn>
                    <a:cxn ang="0">
                      <a:pos x="36" y="49"/>
                    </a:cxn>
                    <a:cxn ang="0">
                      <a:pos x="33" y="40"/>
                    </a:cxn>
                    <a:cxn ang="0">
                      <a:pos x="35" y="29"/>
                    </a:cxn>
                    <a:cxn ang="0">
                      <a:pos x="36" y="21"/>
                    </a:cxn>
                    <a:cxn ang="0">
                      <a:pos x="37" y="12"/>
                    </a:cxn>
                    <a:cxn ang="0">
                      <a:pos x="37" y="10"/>
                    </a:cxn>
                    <a:cxn ang="0">
                      <a:pos x="37" y="10"/>
                    </a:cxn>
                    <a:cxn ang="0">
                      <a:pos x="33" y="10"/>
                    </a:cxn>
                    <a:cxn ang="0">
                      <a:pos x="30" y="7"/>
                    </a:cxn>
                    <a:cxn ang="0">
                      <a:pos x="28" y="0"/>
                    </a:cxn>
                    <a:cxn ang="0">
                      <a:pos x="24" y="1"/>
                    </a:cxn>
                    <a:cxn ang="0">
                      <a:pos x="16" y="0"/>
                    </a:cxn>
                    <a:cxn ang="0">
                      <a:pos x="12" y="1"/>
                    </a:cxn>
                    <a:cxn ang="0">
                      <a:pos x="10" y="3"/>
                    </a:cxn>
                    <a:cxn ang="0">
                      <a:pos x="10" y="13"/>
                    </a:cxn>
                    <a:cxn ang="0">
                      <a:pos x="4" y="19"/>
                    </a:cxn>
                    <a:cxn ang="0">
                      <a:pos x="4" y="34"/>
                    </a:cxn>
                    <a:cxn ang="0">
                      <a:pos x="6" y="39"/>
                    </a:cxn>
                    <a:cxn ang="0">
                      <a:pos x="5" y="45"/>
                    </a:cxn>
                    <a:cxn ang="0">
                      <a:pos x="15" y="44"/>
                    </a:cxn>
                    <a:cxn ang="0">
                      <a:pos x="19" y="45"/>
                    </a:cxn>
                    <a:cxn ang="0">
                      <a:pos x="19" y="48"/>
                    </a:cxn>
                    <a:cxn ang="0">
                      <a:pos x="17" y="49"/>
                    </a:cxn>
                    <a:cxn ang="0">
                      <a:pos x="11" y="50"/>
                    </a:cxn>
                    <a:cxn ang="0">
                      <a:pos x="8" y="53"/>
                    </a:cxn>
                    <a:cxn ang="0">
                      <a:pos x="6" y="56"/>
                    </a:cxn>
                    <a:cxn ang="0">
                      <a:pos x="4" y="65"/>
                    </a:cxn>
                    <a:cxn ang="0">
                      <a:pos x="0" y="69"/>
                    </a:cxn>
                    <a:cxn ang="0">
                      <a:pos x="0" y="75"/>
                    </a:cxn>
                    <a:cxn ang="0">
                      <a:pos x="4" y="80"/>
                    </a:cxn>
                    <a:cxn ang="0">
                      <a:pos x="4" y="76"/>
                    </a:cxn>
                    <a:cxn ang="0">
                      <a:pos x="16" y="75"/>
                    </a:cxn>
                    <a:cxn ang="0">
                      <a:pos x="26" y="66"/>
                    </a:cxn>
                    <a:cxn ang="0">
                      <a:pos x="30" y="66"/>
                    </a:cxn>
                  </a:cxnLst>
                  <a:rect l="0" t="0" r="r" b="b"/>
                  <a:pathLst>
                    <a:path w="37" h="80">
                      <a:moveTo>
                        <a:pt x="30" y="66"/>
                      </a:moveTo>
                      <a:lnTo>
                        <a:pt x="32" y="64"/>
                      </a:lnTo>
                      <a:lnTo>
                        <a:pt x="33" y="55"/>
                      </a:lnTo>
                      <a:lnTo>
                        <a:pt x="36" y="49"/>
                      </a:lnTo>
                      <a:lnTo>
                        <a:pt x="33" y="40"/>
                      </a:lnTo>
                      <a:lnTo>
                        <a:pt x="35" y="29"/>
                      </a:lnTo>
                      <a:lnTo>
                        <a:pt x="36" y="21"/>
                      </a:lnTo>
                      <a:lnTo>
                        <a:pt x="37" y="12"/>
                      </a:lnTo>
                      <a:lnTo>
                        <a:pt x="37" y="10"/>
                      </a:lnTo>
                      <a:lnTo>
                        <a:pt x="37" y="10"/>
                      </a:lnTo>
                      <a:lnTo>
                        <a:pt x="33" y="10"/>
                      </a:lnTo>
                      <a:lnTo>
                        <a:pt x="30" y="7"/>
                      </a:lnTo>
                      <a:lnTo>
                        <a:pt x="28" y="0"/>
                      </a:lnTo>
                      <a:lnTo>
                        <a:pt x="24" y="1"/>
                      </a:lnTo>
                      <a:lnTo>
                        <a:pt x="16" y="0"/>
                      </a:lnTo>
                      <a:lnTo>
                        <a:pt x="12" y="1"/>
                      </a:lnTo>
                      <a:lnTo>
                        <a:pt x="10" y="3"/>
                      </a:lnTo>
                      <a:lnTo>
                        <a:pt x="10" y="13"/>
                      </a:lnTo>
                      <a:lnTo>
                        <a:pt x="4" y="19"/>
                      </a:lnTo>
                      <a:lnTo>
                        <a:pt x="4" y="34"/>
                      </a:lnTo>
                      <a:lnTo>
                        <a:pt x="6" y="39"/>
                      </a:lnTo>
                      <a:lnTo>
                        <a:pt x="5" y="45"/>
                      </a:lnTo>
                      <a:lnTo>
                        <a:pt x="15" y="44"/>
                      </a:lnTo>
                      <a:lnTo>
                        <a:pt x="19" y="45"/>
                      </a:lnTo>
                      <a:lnTo>
                        <a:pt x="19" y="48"/>
                      </a:lnTo>
                      <a:lnTo>
                        <a:pt x="17" y="49"/>
                      </a:lnTo>
                      <a:lnTo>
                        <a:pt x="11" y="50"/>
                      </a:lnTo>
                      <a:lnTo>
                        <a:pt x="8" y="53"/>
                      </a:lnTo>
                      <a:lnTo>
                        <a:pt x="6" y="56"/>
                      </a:lnTo>
                      <a:lnTo>
                        <a:pt x="4" y="65"/>
                      </a:lnTo>
                      <a:lnTo>
                        <a:pt x="0" y="69"/>
                      </a:lnTo>
                      <a:lnTo>
                        <a:pt x="0" y="75"/>
                      </a:lnTo>
                      <a:lnTo>
                        <a:pt x="4" y="80"/>
                      </a:lnTo>
                      <a:lnTo>
                        <a:pt x="4" y="76"/>
                      </a:lnTo>
                      <a:lnTo>
                        <a:pt x="16" y="75"/>
                      </a:lnTo>
                      <a:lnTo>
                        <a:pt x="26" y="66"/>
                      </a:lnTo>
                      <a:lnTo>
                        <a:pt x="30" y="6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1" name="Freeform 74">
                  <a:extLst>
                    <a:ext uri="{FF2B5EF4-FFF2-40B4-BE49-F238E27FC236}">
                      <a16:creationId xmlns:a16="http://schemas.microsoft.com/office/drawing/2014/main" id="{E830F66A-C5CE-AB1C-172E-D9B886EA3D7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89" y="2124"/>
                  <a:ext cx="4" cy="5"/>
                </a:xfrm>
                <a:custGeom>
                  <a:avLst/>
                  <a:gdLst/>
                  <a:ahLst/>
                  <a:cxnLst>
                    <a:cxn ang="0">
                      <a:pos x="1" y="24"/>
                    </a:cxn>
                    <a:cxn ang="0">
                      <a:pos x="8" y="21"/>
                    </a:cxn>
                    <a:cxn ang="0">
                      <a:pos x="7" y="16"/>
                    </a:cxn>
                    <a:cxn ang="0">
                      <a:pos x="18" y="5"/>
                    </a:cxn>
                    <a:cxn ang="0">
                      <a:pos x="14" y="0"/>
                    </a:cxn>
                    <a:cxn ang="0">
                      <a:pos x="0" y="14"/>
                    </a:cxn>
                    <a:cxn ang="0">
                      <a:pos x="1" y="24"/>
                    </a:cxn>
                  </a:cxnLst>
                  <a:rect l="0" t="0" r="r" b="b"/>
                  <a:pathLst>
                    <a:path w="18" h="24">
                      <a:moveTo>
                        <a:pt x="1" y="24"/>
                      </a:moveTo>
                      <a:lnTo>
                        <a:pt x="8" y="21"/>
                      </a:lnTo>
                      <a:lnTo>
                        <a:pt x="7" y="16"/>
                      </a:lnTo>
                      <a:lnTo>
                        <a:pt x="18" y="5"/>
                      </a:lnTo>
                      <a:lnTo>
                        <a:pt x="14" y="0"/>
                      </a:lnTo>
                      <a:lnTo>
                        <a:pt x="0" y="14"/>
                      </a:lnTo>
                      <a:lnTo>
                        <a:pt x="1" y="2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42" name="Freeform 75">
                  <a:extLst>
                    <a:ext uri="{FF2B5EF4-FFF2-40B4-BE49-F238E27FC236}">
                      <a16:creationId xmlns:a16="http://schemas.microsoft.com/office/drawing/2014/main" id="{C2FAD3EB-1083-7B14-F86A-786798E2DCE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0" y="2101"/>
                  <a:ext cx="16" cy="51"/>
                </a:xfrm>
                <a:custGeom>
                  <a:avLst/>
                  <a:gdLst/>
                  <a:ahLst/>
                  <a:cxnLst>
                    <a:cxn ang="0">
                      <a:pos x="45" y="242"/>
                    </a:cxn>
                    <a:cxn ang="0">
                      <a:pos x="55" y="178"/>
                    </a:cxn>
                    <a:cxn ang="0">
                      <a:pos x="70" y="140"/>
                    </a:cxn>
                    <a:cxn ang="0">
                      <a:pos x="71" y="119"/>
                    </a:cxn>
                    <a:cxn ang="0">
                      <a:pos x="65" y="115"/>
                    </a:cxn>
                    <a:cxn ang="0">
                      <a:pos x="43" y="125"/>
                    </a:cxn>
                    <a:cxn ang="0">
                      <a:pos x="39" y="124"/>
                    </a:cxn>
                    <a:cxn ang="0">
                      <a:pos x="43" y="114"/>
                    </a:cxn>
                    <a:cxn ang="0">
                      <a:pos x="47" y="102"/>
                    </a:cxn>
                    <a:cxn ang="0">
                      <a:pos x="56" y="98"/>
                    </a:cxn>
                    <a:cxn ang="0">
                      <a:pos x="58" y="94"/>
                    </a:cxn>
                    <a:cxn ang="0">
                      <a:pos x="44" y="94"/>
                    </a:cxn>
                    <a:cxn ang="0">
                      <a:pos x="43" y="83"/>
                    </a:cxn>
                    <a:cxn ang="0">
                      <a:pos x="49" y="62"/>
                    </a:cxn>
                    <a:cxn ang="0">
                      <a:pos x="51" y="50"/>
                    </a:cxn>
                    <a:cxn ang="0">
                      <a:pos x="63" y="50"/>
                    </a:cxn>
                    <a:cxn ang="0">
                      <a:pos x="69" y="56"/>
                    </a:cxn>
                    <a:cxn ang="0">
                      <a:pos x="76" y="59"/>
                    </a:cxn>
                    <a:cxn ang="0">
                      <a:pos x="81" y="33"/>
                    </a:cxn>
                    <a:cxn ang="0">
                      <a:pos x="80" y="22"/>
                    </a:cxn>
                    <a:cxn ang="0">
                      <a:pos x="81" y="13"/>
                    </a:cxn>
                    <a:cxn ang="0">
                      <a:pos x="80" y="1"/>
                    </a:cxn>
                    <a:cxn ang="0">
                      <a:pos x="76" y="2"/>
                    </a:cxn>
                    <a:cxn ang="0">
                      <a:pos x="70" y="14"/>
                    </a:cxn>
                    <a:cxn ang="0">
                      <a:pos x="65" y="17"/>
                    </a:cxn>
                    <a:cxn ang="0">
                      <a:pos x="51" y="14"/>
                    </a:cxn>
                    <a:cxn ang="0">
                      <a:pos x="47" y="17"/>
                    </a:cxn>
                    <a:cxn ang="0">
                      <a:pos x="39" y="41"/>
                    </a:cxn>
                    <a:cxn ang="0">
                      <a:pos x="29" y="80"/>
                    </a:cxn>
                    <a:cxn ang="0">
                      <a:pos x="13" y="113"/>
                    </a:cxn>
                    <a:cxn ang="0">
                      <a:pos x="6" y="129"/>
                    </a:cxn>
                    <a:cxn ang="0">
                      <a:pos x="0" y="137"/>
                    </a:cxn>
                    <a:cxn ang="0">
                      <a:pos x="4" y="148"/>
                    </a:cxn>
                    <a:cxn ang="0">
                      <a:pos x="39" y="251"/>
                    </a:cxn>
                  </a:cxnLst>
                  <a:rect l="0" t="0" r="r" b="b"/>
                  <a:pathLst>
                    <a:path w="81" h="251">
                      <a:moveTo>
                        <a:pt x="44" y="248"/>
                      </a:moveTo>
                      <a:lnTo>
                        <a:pt x="45" y="242"/>
                      </a:lnTo>
                      <a:lnTo>
                        <a:pt x="49" y="232"/>
                      </a:lnTo>
                      <a:lnTo>
                        <a:pt x="55" y="178"/>
                      </a:lnTo>
                      <a:lnTo>
                        <a:pt x="61" y="158"/>
                      </a:lnTo>
                      <a:lnTo>
                        <a:pt x="70" y="140"/>
                      </a:lnTo>
                      <a:lnTo>
                        <a:pt x="67" y="132"/>
                      </a:lnTo>
                      <a:lnTo>
                        <a:pt x="71" y="119"/>
                      </a:lnTo>
                      <a:lnTo>
                        <a:pt x="69" y="115"/>
                      </a:lnTo>
                      <a:lnTo>
                        <a:pt x="65" y="115"/>
                      </a:lnTo>
                      <a:lnTo>
                        <a:pt x="55" y="124"/>
                      </a:lnTo>
                      <a:lnTo>
                        <a:pt x="43" y="125"/>
                      </a:lnTo>
                      <a:lnTo>
                        <a:pt x="43" y="129"/>
                      </a:lnTo>
                      <a:lnTo>
                        <a:pt x="39" y="124"/>
                      </a:lnTo>
                      <a:lnTo>
                        <a:pt x="39" y="118"/>
                      </a:lnTo>
                      <a:lnTo>
                        <a:pt x="43" y="114"/>
                      </a:lnTo>
                      <a:lnTo>
                        <a:pt x="45" y="105"/>
                      </a:lnTo>
                      <a:lnTo>
                        <a:pt x="47" y="102"/>
                      </a:lnTo>
                      <a:lnTo>
                        <a:pt x="50" y="99"/>
                      </a:lnTo>
                      <a:lnTo>
                        <a:pt x="56" y="98"/>
                      </a:lnTo>
                      <a:lnTo>
                        <a:pt x="58" y="97"/>
                      </a:lnTo>
                      <a:lnTo>
                        <a:pt x="58" y="94"/>
                      </a:lnTo>
                      <a:lnTo>
                        <a:pt x="54" y="93"/>
                      </a:lnTo>
                      <a:lnTo>
                        <a:pt x="44" y="94"/>
                      </a:lnTo>
                      <a:lnTo>
                        <a:pt x="45" y="88"/>
                      </a:lnTo>
                      <a:lnTo>
                        <a:pt x="43" y="83"/>
                      </a:lnTo>
                      <a:lnTo>
                        <a:pt x="43" y="68"/>
                      </a:lnTo>
                      <a:lnTo>
                        <a:pt x="49" y="62"/>
                      </a:lnTo>
                      <a:lnTo>
                        <a:pt x="49" y="52"/>
                      </a:lnTo>
                      <a:lnTo>
                        <a:pt x="51" y="50"/>
                      </a:lnTo>
                      <a:lnTo>
                        <a:pt x="55" y="49"/>
                      </a:lnTo>
                      <a:lnTo>
                        <a:pt x="63" y="50"/>
                      </a:lnTo>
                      <a:lnTo>
                        <a:pt x="67" y="49"/>
                      </a:lnTo>
                      <a:lnTo>
                        <a:pt x="69" y="56"/>
                      </a:lnTo>
                      <a:lnTo>
                        <a:pt x="72" y="59"/>
                      </a:lnTo>
                      <a:lnTo>
                        <a:pt x="76" y="59"/>
                      </a:lnTo>
                      <a:lnTo>
                        <a:pt x="76" y="39"/>
                      </a:lnTo>
                      <a:lnTo>
                        <a:pt x="81" y="33"/>
                      </a:lnTo>
                      <a:lnTo>
                        <a:pt x="78" y="27"/>
                      </a:lnTo>
                      <a:lnTo>
                        <a:pt x="80" y="22"/>
                      </a:lnTo>
                      <a:lnTo>
                        <a:pt x="78" y="17"/>
                      </a:lnTo>
                      <a:lnTo>
                        <a:pt x="81" y="13"/>
                      </a:lnTo>
                      <a:lnTo>
                        <a:pt x="81" y="3"/>
                      </a:lnTo>
                      <a:lnTo>
                        <a:pt x="80" y="1"/>
                      </a:lnTo>
                      <a:lnTo>
                        <a:pt x="78" y="0"/>
                      </a:lnTo>
                      <a:lnTo>
                        <a:pt x="76" y="2"/>
                      </a:lnTo>
                      <a:lnTo>
                        <a:pt x="75" y="16"/>
                      </a:lnTo>
                      <a:lnTo>
                        <a:pt x="70" y="14"/>
                      </a:lnTo>
                      <a:lnTo>
                        <a:pt x="67" y="17"/>
                      </a:lnTo>
                      <a:lnTo>
                        <a:pt x="65" y="17"/>
                      </a:lnTo>
                      <a:lnTo>
                        <a:pt x="63" y="13"/>
                      </a:lnTo>
                      <a:lnTo>
                        <a:pt x="51" y="14"/>
                      </a:lnTo>
                      <a:lnTo>
                        <a:pt x="49" y="12"/>
                      </a:lnTo>
                      <a:lnTo>
                        <a:pt x="47" y="17"/>
                      </a:lnTo>
                      <a:lnTo>
                        <a:pt x="47" y="27"/>
                      </a:lnTo>
                      <a:lnTo>
                        <a:pt x="39" y="41"/>
                      </a:lnTo>
                      <a:lnTo>
                        <a:pt x="38" y="49"/>
                      </a:lnTo>
                      <a:lnTo>
                        <a:pt x="29" y="80"/>
                      </a:lnTo>
                      <a:lnTo>
                        <a:pt x="22" y="104"/>
                      </a:lnTo>
                      <a:lnTo>
                        <a:pt x="13" y="113"/>
                      </a:lnTo>
                      <a:lnTo>
                        <a:pt x="17" y="118"/>
                      </a:lnTo>
                      <a:lnTo>
                        <a:pt x="6" y="129"/>
                      </a:lnTo>
                      <a:lnTo>
                        <a:pt x="7" y="134"/>
                      </a:lnTo>
                      <a:lnTo>
                        <a:pt x="0" y="137"/>
                      </a:lnTo>
                      <a:lnTo>
                        <a:pt x="1" y="142"/>
                      </a:lnTo>
                      <a:lnTo>
                        <a:pt x="4" y="148"/>
                      </a:lnTo>
                      <a:lnTo>
                        <a:pt x="23" y="206"/>
                      </a:lnTo>
                      <a:lnTo>
                        <a:pt x="39" y="251"/>
                      </a:lnTo>
                      <a:lnTo>
                        <a:pt x="44" y="24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16" name="Freeform 76">
                <a:extLst>
                  <a:ext uri="{FF2B5EF4-FFF2-40B4-BE49-F238E27FC236}">
                    <a16:creationId xmlns:a16="http://schemas.microsoft.com/office/drawing/2014/main" id="{DC26FD2F-C335-04A1-8D1F-E097EE6C0AC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27" y="2143"/>
                <a:ext cx="19" cy="19"/>
              </a:xfrm>
              <a:custGeom>
                <a:avLst/>
                <a:gdLst/>
                <a:ahLst/>
                <a:cxnLst>
                  <a:cxn ang="0">
                    <a:pos x="96" y="95"/>
                  </a:cxn>
                  <a:cxn ang="0">
                    <a:pos x="94" y="84"/>
                  </a:cxn>
                  <a:cxn ang="0">
                    <a:pos x="90" y="81"/>
                  </a:cxn>
                  <a:cxn ang="0">
                    <a:pos x="86" y="73"/>
                  </a:cxn>
                  <a:cxn ang="0">
                    <a:pos x="81" y="52"/>
                  </a:cxn>
                  <a:cxn ang="0">
                    <a:pos x="73" y="48"/>
                  </a:cxn>
                  <a:cxn ang="0">
                    <a:pos x="62" y="47"/>
                  </a:cxn>
                  <a:cxn ang="0">
                    <a:pos x="64" y="42"/>
                  </a:cxn>
                  <a:cxn ang="0">
                    <a:pos x="67" y="39"/>
                  </a:cxn>
                  <a:cxn ang="0">
                    <a:pos x="73" y="36"/>
                  </a:cxn>
                  <a:cxn ang="0">
                    <a:pos x="85" y="33"/>
                  </a:cxn>
                  <a:cxn ang="0">
                    <a:pos x="92" y="26"/>
                  </a:cxn>
                  <a:cxn ang="0">
                    <a:pos x="92" y="22"/>
                  </a:cxn>
                  <a:cxn ang="0">
                    <a:pos x="90" y="18"/>
                  </a:cxn>
                  <a:cxn ang="0">
                    <a:pos x="79" y="11"/>
                  </a:cxn>
                  <a:cxn ang="0">
                    <a:pos x="78" y="6"/>
                  </a:cxn>
                  <a:cxn ang="0">
                    <a:pos x="79" y="5"/>
                  </a:cxn>
                  <a:cxn ang="0">
                    <a:pos x="67" y="1"/>
                  </a:cxn>
                  <a:cxn ang="0">
                    <a:pos x="53" y="0"/>
                  </a:cxn>
                  <a:cxn ang="0">
                    <a:pos x="38" y="6"/>
                  </a:cxn>
                  <a:cxn ang="0">
                    <a:pos x="26" y="23"/>
                  </a:cxn>
                  <a:cxn ang="0">
                    <a:pos x="16" y="43"/>
                  </a:cxn>
                  <a:cxn ang="0">
                    <a:pos x="0" y="59"/>
                  </a:cxn>
                  <a:cxn ang="0">
                    <a:pos x="4" y="61"/>
                  </a:cxn>
                  <a:cxn ang="0">
                    <a:pos x="26" y="65"/>
                  </a:cxn>
                  <a:cxn ang="0">
                    <a:pos x="46" y="73"/>
                  </a:cxn>
                  <a:cxn ang="0">
                    <a:pos x="53" y="80"/>
                  </a:cxn>
                  <a:cxn ang="0">
                    <a:pos x="63" y="95"/>
                  </a:cxn>
                  <a:cxn ang="0">
                    <a:pos x="96" y="95"/>
                  </a:cxn>
                </a:cxnLst>
                <a:rect l="0" t="0" r="r" b="b"/>
                <a:pathLst>
                  <a:path w="96" h="95">
                    <a:moveTo>
                      <a:pt x="96" y="95"/>
                    </a:moveTo>
                    <a:lnTo>
                      <a:pt x="94" y="84"/>
                    </a:lnTo>
                    <a:lnTo>
                      <a:pt x="90" y="81"/>
                    </a:lnTo>
                    <a:lnTo>
                      <a:pt x="86" y="73"/>
                    </a:lnTo>
                    <a:lnTo>
                      <a:pt x="81" y="52"/>
                    </a:lnTo>
                    <a:lnTo>
                      <a:pt x="73" y="48"/>
                    </a:lnTo>
                    <a:lnTo>
                      <a:pt x="62" y="47"/>
                    </a:lnTo>
                    <a:lnTo>
                      <a:pt x="64" y="42"/>
                    </a:lnTo>
                    <a:lnTo>
                      <a:pt x="67" y="39"/>
                    </a:lnTo>
                    <a:lnTo>
                      <a:pt x="73" y="36"/>
                    </a:lnTo>
                    <a:lnTo>
                      <a:pt x="85" y="33"/>
                    </a:lnTo>
                    <a:lnTo>
                      <a:pt x="92" y="26"/>
                    </a:lnTo>
                    <a:lnTo>
                      <a:pt x="92" y="22"/>
                    </a:lnTo>
                    <a:lnTo>
                      <a:pt x="90" y="18"/>
                    </a:lnTo>
                    <a:lnTo>
                      <a:pt x="79" y="11"/>
                    </a:lnTo>
                    <a:lnTo>
                      <a:pt x="78" y="6"/>
                    </a:lnTo>
                    <a:lnTo>
                      <a:pt x="79" y="5"/>
                    </a:lnTo>
                    <a:lnTo>
                      <a:pt x="67" y="1"/>
                    </a:lnTo>
                    <a:lnTo>
                      <a:pt x="53" y="0"/>
                    </a:lnTo>
                    <a:lnTo>
                      <a:pt x="38" y="6"/>
                    </a:lnTo>
                    <a:lnTo>
                      <a:pt x="26" y="23"/>
                    </a:lnTo>
                    <a:lnTo>
                      <a:pt x="16" y="43"/>
                    </a:lnTo>
                    <a:lnTo>
                      <a:pt x="0" y="59"/>
                    </a:lnTo>
                    <a:lnTo>
                      <a:pt x="4" y="61"/>
                    </a:lnTo>
                    <a:lnTo>
                      <a:pt x="26" y="65"/>
                    </a:lnTo>
                    <a:lnTo>
                      <a:pt x="46" y="73"/>
                    </a:lnTo>
                    <a:lnTo>
                      <a:pt x="53" y="80"/>
                    </a:lnTo>
                    <a:lnTo>
                      <a:pt x="63" y="95"/>
                    </a:lnTo>
                    <a:lnTo>
                      <a:pt x="96" y="9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17" name="Group 77">
                <a:extLst>
                  <a:ext uri="{FF2B5EF4-FFF2-40B4-BE49-F238E27FC236}">
                    <a16:creationId xmlns:a16="http://schemas.microsoft.com/office/drawing/2014/main" id="{030B4BBE-3AEC-4D93-4B48-25A4C584CE8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96" y="2116"/>
                <a:ext cx="231" cy="189"/>
                <a:chOff x="2896" y="2116"/>
                <a:chExt cx="231" cy="189"/>
              </a:xfrm>
              <a:grpFill/>
            </p:grpSpPr>
            <p:sp>
              <p:nvSpPr>
                <p:cNvPr id="38" name="Freeform 78">
                  <a:extLst>
                    <a:ext uri="{FF2B5EF4-FFF2-40B4-BE49-F238E27FC236}">
                      <a16:creationId xmlns:a16="http://schemas.microsoft.com/office/drawing/2014/main" id="{91DC25A8-4EBC-5EF8-A7D7-78245137CD8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6" y="2116"/>
                  <a:ext cx="231" cy="189"/>
                </a:xfrm>
                <a:custGeom>
                  <a:avLst/>
                  <a:gdLst/>
                  <a:ahLst/>
                  <a:cxnLst>
                    <a:cxn ang="0">
                      <a:pos x="9706" y="2910"/>
                    </a:cxn>
                    <a:cxn ang="0">
                      <a:pos x="10455" y="3296"/>
                    </a:cxn>
                    <a:cxn ang="0">
                      <a:pos x="10697" y="3824"/>
                    </a:cxn>
                    <a:cxn ang="0">
                      <a:pos x="11100" y="4189"/>
                    </a:cxn>
                    <a:cxn ang="0">
                      <a:pos x="11258" y="4460"/>
                    </a:cxn>
                    <a:cxn ang="0">
                      <a:pos x="11663" y="4798"/>
                    </a:cxn>
                    <a:cxn ang="0">
                      <a:pos x="11788" y="5234"/>
                    </a:cxn>
                    <a:cxn ang="0">
                      <a:pos x="11824" y="5695"/>
                    </a:cxn>
                    <a:cxn ang="0">
                      <a:pos x="12147" y="6336"/>
                    </a:cxn>
                    <a:cxn ang="0">
                      <a:pos x="12348" y="6619"/>
                    </a:cxn>
                    <a:cxn ang="0">
                      <a:pos x="13158" y="7915"/>
                    </a:cxn>
                    <a:cxn ang="0">
                      <a:pos x="15424" y="10363"/>
                    </a:cxn>
                    <a:cxn ang="0">
                      <a:pos x="10244" y="11935"/>
                    </a:cxn>
                    <a:cxn ang="0">
                      <a:pos x="9104" y="12745"/>
                    </a:cxn>
                    <a:cxn ang="0">
                      <a:pos x="7168" y="12457"/>
                    </a:cxn>
                    <a:cxn ang="0">
                      <a:pos x="6570" y="12466"/>
                    </a:cxn>
                    <a:cxn ang="0">
                      <a:pos x="6524" y="12554"/>
                    </a:cxn>
                    <a:cxn ang="0">
                      <a:pos x="6474" y="12661"/>
                    </a:cxn>
                    <a:cxn ang="0">
                      <a:pos x="6461" y="12671"/>
                    </a:cxn>
                    <a:cxn ang="0">
                      <a:pos x="6442" y="12664"/>
                    </a:cxn>
                    <a:cxn ang="0">
                      <a:pos x="6434" y="12672"/>
                    </a:cxn>
                    <a:cxn ang="0">
                      <a:pos x="6449" y="12718"/>
                    </a:cxn>
                    <a:cxn ang="0">
                      <a:pos x="6493" y="12822"/>
                    </a:cxn>
                    <a:cxn ang="0">
                      <a:pos x="6493" y="12849"/>
                    </a:cxn>
                    <a:cxn ang="0">
                      <a:pos x="6127" y="13229"/>
                    </a:cxn>
                    <a:cxn ang="0">
                      <a:pos x="5877" y="12675"/>
                    </a:cxn>
                    <a:cxn ang="0">
                      <a:pos x="5396" y="12043"/>
                    </a:cxn>
                    <a:cxn ang="0">
                      <a:pos x="4967" y="11398"/>
                    </a:cxn>
                    <a:cxn ang="0">
                      <a:pos x="4842" y="10911"/>
                    </a:cxn>
                    <a:cxn ang="0">
                      <a:pos x="4559" y="10532"/>
                    </a:cxn>
                    <a:cxn ang="0">
                      <a:pos x="4050" y="10087"/>
                    </a:cxn>
                    <a:cxn ang="0">
                      <a:pos x="3642" y="9870"/>
                    </a:cxn>
                    <a:cxn ang="0">
                      <a:pos x="3359" y="8893"/>
                    </a:cxn>
                    <a:cxn ang="0">
                      <a:pos x="3366" y="8593"/>
                    </a:cxn>
                    <a:cxn ang="0">
                      <a:pos x="3225" y="8044"/>
                    </a:cxn>
                    <a:cxn ang="0">
                      <a:pos x="3034" y="7550"/>
                    </a:cxn>
                    <a:cxn ang="0">
                      <a:pos x="2492" y="6909"/>
                    </a:cxn>
                    <a:cxn ang="0">
                      <a:pos x="2243" y="6803"/>
                    </a:cxn>
                    <a:cxn ang="0">
                      <a:pos x="2042" y="6580"/>
                    </a:cxn>
                    <a:cxn ang="0">
                      <a:pos x="1833" y="5901"/>
                    </a:cxn>
                    <a:cxn ang="0">
                      <a:pos x="1507" y="5504"/>
                    </a:cxn>
                    <a:cxn ang="0">
                      <a:pos x="1117" y="4757"/>
                    </a:cxn>
                    <a:cxn ang="0">
                      <a:pos x="724" y="4245"/>
                    </a:cxn>
                    <a:cxn ang="0">
                      <a:pos x="242" y="3599"/>
                    </a:cxn>
                    <a:cxn ang="0">
                      <a:pos x="0" y="3649"/>
                    </a:cxn>
                    <a:cxn ang="0">
                      <a:pos x="249" y="2682"/>
                    </a:cxn>
                    <a:cxn ang="0">
                      <a:pos x="1352" y="2467"/>
                    </a:cxn>
                    <a:cxn ang="0">
                      <a:pos x="2171" y="1850"/>
                    </a:cxn>
                    <a:cxn ang="0">
                      <a:pos x="1840" y="685"/>
                    </a:cxn>
                    <a:cxn ang="0">
                      <a:pos x="3424" y="0"/>
                    </a:cxn>
                    <a:cxn ang="0">
                      <a:pos x="6284" y="1324"/>
                    </a:cxn>
                    <a:cxn ang="0">
                      <a:pos x="6826" y="2203"/>
                    </a:cxn>
                  </a:cxnLst>
                  <a:rect l="0" t="0" r="r" b="b"/>
                  <a:pathLst>
                    <a:path w="15957" h="13229">
                      <a:moveTo>
                        <a:pt x="9071" y="2723"/>
                      </a:moveTo>
                      <a:lnTo>
                        <a:pt x="9131" y="2757"/>
                      </a:lnTo>
                      <a:lnTo>
                        <a:pt x="9432" y="2810"/>
                      </a:lnTo>
                      <a:lnTo>
                        <a:pt x="9706" y="2910"/>
                      </a:lnTo>
                      <a:lnTo>
                        <a:pt x="9809" y="2999"/>
                      </a:lnTo>
                      <a:lnTo>
                        <a:pt x="9934" y="3216"/>
                      </a:lnTo>
                      <a:lnTo>
                        <a:pt x="10393" y="3219"/>
                      </a:lnTo>
                      <a:lnTo>
                        <a:pt x="10455" y="3296"/>
                      </a:lnTo>
                      <a:lnTo>
                        <a:pt x="10504" y="3434"/>
                      </a:lnTo>
                      <a:lnTo>
                        <a:pt x="10545" y="3497"/>
                      </a:lnTo>
                      <a:lnTo>
                        <a:pt x="10573" y="3599"/>
                      </a:lnTo>
                      <a:lnTo>
                        <a:pt x="10697" y="3824"/>
                      </a:lnTo>
                      <a:lnTo>
                        <a:pt x="10817" y="3869"/>
                      </a:lnTo>
                      <a:lnTo>
                        <a:pt x="10903" y="4039"/>
                      </a:lnTo>
                      <a:lnTo>
                        <a:pt x="11097" y="4175"/>
                      </a:lnTo>
                      <a:lnTo>
                        <a:pt x="11100" y="4189"/>
                      </a:lnTo>
                      <a:lnTo>
                        <a:pt x="11062" y="4232"/>
                      </a:lnTo>
                      <a:lnTo>
                        <a:pt x="11097" y="4290"/>
                      </a:lnTo>
                      <a:lnTo>
                        <a:pt x="11134" y="4426"/>
                      </a:lnTo>
                      <a:lnTo>
                        <a:pt x="11258" y="4460"/>
                      </a:lnTo>
                      <a:lnTo>
                        <a:pt x="11313" y="4512"/>
                      </a:lnTo>
                      <a:lnTo>
                        <a:pt x="11537" y="4658"/>
                      </a:lnTo>
                      <a:lnTo>
                        <a:pt x="11613" y="4723"/>
                      </a:lnTo>
                      <a:lnTo>
                        <a:pt x="11663" y="4798"/>
                      </a:lnTo>
                      <a:lnTo>
                        <a:pt x="11680" y="4839"/>
                      </a:lnTo>
                      <a:lnTo>
                        <a:pt x="11658" y="4977"/>
                      </a:lnTo>
                      <a:lnTo>
                        <a:pt x="11764" y="5127"/>
                      </a:lnTo>
                      <a:lnTo>
                        <a:pt x="11788" y="5234"/>
                      </a:lnTo>
                      <a:lnTo>
                        <a:pt x="11781" y="5294"/>
                      </a:lnTo>
                      <a:lnTo>
                        <a:pt x="11711" y="5381"/>
                      </a:lnTo>
                      <a:lnTo>
                        <a:pt x="11715" y="5546"/>
                      </a:lnTo>
                      <a:lnTo>
                        <a:pt x="11824" y="5695"/>
                      </a:lnTo>
                      <a:lnTo>
                        <a:pt x="12016" y="5908"/>
                      </a:lnTo>
                      <a:lnTo>
                        <a:pt x="12063" y="6177"/>
                      </a:lnTo>
                      <a:lnTo>
                        <a:pt x="12135" y="6264"/>
                      </a:lnTo>
                      <a:lnTo>
                        <a:pt x="12147" y="6336"/>
                      </a:lnTo>
                      <a:lnTo>
                        <a:pt x="12184" y="6371"/>
                      </a:lnTo>
                      <a:lnTo>
                        <a:pt x="12207" y="6448"/>
                      </a:lnTo>
                      <a:lnTo>
                        <a:pt x="12243" y="6448"/>
                      </a:lnTo>
                      <a:lnTo>
                        <a:pt x="12348" y="6619"/>
                      </a:lnTo>
                      <a:lnTo>
                        <a:pt x="12423" y="6638"/>
                      </a:lnTo>
                      <a:lnTo>
                        <a:pt x="12480" y="6842"/>
                      </a:lnTo>
                      <a:lnTo>
                        <a:pt x="12935" y="7241"/>
                      </a:lnTo>
                      <a:lnTo>
                        <a:pt x="13158" y="7915"/>
                      </a:lnTo>
                      <a:lnTo>
                        <a:pt x="15429" y="8331"/>
                      </a:lnTo>
                      <a:lnTo>
                        <a:pt x="15576" y="8167"/>
                      </a:lnTo>
                      <a:lnTo>
                        <a:pt x="15957" y="8740"/>
                      </a:lnTo>
                      <a:lnTo>
                        <a:pt x="15424" y="10363"/>
                      </a:lnTo>
                      <a:lnTo>
                        <a:pt x="13158" y="11166"/>
                      </a:lnTo>
                      <a:lnTo>
                        <a:pt x="11049" y="11512"/>
                      </a:lnTo>
                      <a:lnTo>
                        <a:pt x="10746" y="11729"/>
                      </a:lnTo>
                      <a:lnTo>
                        <a:pt x="10244" y="11935"/>
                      </a:lnTo>
                      <a:lnTo>
                        <a:pt x="9691" y="12918"/>
                      </a:lnTo>
                      <a:lnTo>
                        <a:pt x="9503" y="13060"/>
                      </a:lnTo>
                      <a:lnTo>
                        <a:pt x="9370" y="13076"/>
                      </a:lnTo>
                      <a:lnTo>
                        <a:pt x="9104" y="12745"/>
                      </a:lnTo>
                      <a:lnTo>
                        <a:pt x="8174" y="12657"/>
                      </a:lnTo>
                      <a:lnTo>
                        <a:pt x="8036" y="12551"/>
                      </a:lnTo>
                      <a:lnTo>
                        <a:pt x="7547" y="12502"/>
                      </a:lnTo>
                      <a:lnTo>
                        <a:pt x="7168" y="12457"/>
                      </a:lnTo>
                      <a:lnTo>
                        <a:pt x="6859" y="12543"/>
                      </a:lnTo>
                      <a:lnTo>
                        <a:pt x="6711" y="12286"/>
                      </a:lnTo>
                      <a:lnTo>
                        <a:pt x="6580" y="12452"/>
                      </a:lnTo>
                      <a:lnTo>
                        <a:pt x="6570" y="12466"/>
                      </a:lnTo>
                      <a:lnTo>
                        <a:pt x="6560" y="12481"/>
                      </a:lnTo>
                      <a:lnTo>
                        <a:pt x="6551" y="12499"/>
                      </a:lnTo>
                      <a:lnTo>
                        <a:pt x="6542" y="12517"/>
                      </a:lnTo>
                      <a:lnTo>
                        <a:pt x="6524" y="12554"/>
                      </a:lnTo>
                      <a:lnTo>
                        <a:pt x="6507" y="12592"/>
                      </a:lnTo>
                      <a:lnTo>
                        <a:pt x="6492" y="12625"/>
                      </a:lnTo>
                      <a:lnTo>
                        <a:pt x="6480" y="12652"/>
                      </a:lnTo>
                      <a:lnTo>
                        <a:pt x="6474" y="12661"/>
                      </a:lnTo>
                      <a:lnTo>
                        <a:pt x="6468" y="12668"/>
                      </a:lnTo>
                      <a:lnTo>
                        <a:pt x="6466" y="12670"/>
                      </a:lnTo>
                      <a:lnTo>
                        <a:pt x="6464" y="12671"/>
                      </a:lnTo>
                      <a:lnTo>
                        <a:pt x="6461" y="12671"/>
                      </a:lnTo>
                      <a:lnTo>
                        <a:pt x="6460" y="12670"/>
                      </a:lnTo>
                      <a:lnTo>
                        <a:pt x="6452" y="12667"/>
                      </a:lnTo>
                      <a:lnTo>
                        <a:pt x="6447" y="12665"/>
                      </a:lnTo>
                      <a:lnTo>
                        <a:pt x="6442" y="12664"/>
                      </a:lnTo>
                      <a:lnTo>
                        <a:pt x="6439" y="12665"/>
                      </a:lnTo>
                      <a:lnTo>
                        <a:pt x="6436" y="12666"/>
                      </a:lnTo>
                      <a:lnTo>
                        <a:pt x="6435" y="12669"/>
                      </a:lnTo>
                      <a:lnTo>
                        <a:pt x="6434" y="12672"/>
                      </a:lnTo>
                      <a:lnTo>
                        <a:pt x="6434" y="12676"/>
                      </a:lnTo>
                      <a:lnTo>
                        <a:pt x="6437" y="12688"/>
                      </a:lnTo>
                      <a:lnTo>
                        <a:pt x="6442" y="12702"/>
                      </a:lnTo>
                      <a:lnTo>
                        <a:pt x="6449" y="12718"/>
                      </a:lnTo>
                      <a:lnTo>
                        <a:pt x="6457" y="12735"/>
                      </a:lnTo>
                      <a:lnTo>
                        <a:pt x="6474" y="12773"/>
                      </a:lnTo>
                      <a:lnTo>
                        <a:pt x="6488" y="12807"/>
                      </a:lnTo>
                      <a:lnTo>
                        <a:pt x="6493" y="12822"/>
                      </a:lnTo>
                      <a:lnTo>
                        <a:pt x="6495" y="12835"/>
                      </a:lnTo>
                      <a:lnTo>
                        <a:pt x="6495" y="12841"/>
                      </a:lnTo>
                      <a:lnTo>
                        <a:pt x="6495" y="12845"/>
                      </a:lnTo>
                      <a:lnTo>
                        <a:pt x="6493" y="12849"/>
                      </a:lnTo>
                      <a:lnTo>
                        <a:pt x="6490" y="12851"/>
                      </a:lnTo>
                      <a:lnTo>
                        <a:pt x="6442" y="13138"/>
                      </a:lnTo>
                      <a:lnTo>
                        <a:pt x="6289" y="13180"/>
                      </a:lnTo>
                      <a:lnTo>
                        <a:pt x="6127" y="13229"/>
                      </a:lnTo>
                      <a:lnTo>
                        <a:pt x="6092" y="13137"/>
                      </a:lnTo>
                      <a:lnTo>
                        <a:pt x="6092" y="13002"/>
                      </a:lnTo>
                      <a:lnTo>
                        <a:pt x="5928" y="12707"/>
                      </a:lnTo>
                      <a:lnTo>
                        <a:pt x="5877" y="12675"/>
                      </a:lnTo>
                      <a:lnTo>
                        <a:pt x="5820" y="12590"/>
                      </a:lnTo>
                      <a:lnTo>
                        <a:pt x="5760" y="12346"/>
                      </a:lnTo>
                      <a:lnTo>
                        <a:pt x="5511" y="12104"/>
                      </a:lnTo>
                      <a:lnTo>
                        <a:pt x="5396" y="12043"/>
                      </a:lnTo>
                      <a:lnTo>
                        <a:pt x="5329" y="11966"/>
                      </a:lnTo>
                      <a:lnTo>
                        <a:pt x="5175" y="11749"/>
                      </a:lnTo>
                      <a:lnTo>
                        <a:pt x="5026" y="11439"/>
                      </a:lnTo>
                      <a:lnTo>
                        <a:pt x="4967" y="11398"/>
                      </a:lnTo>
                      <a:lnTo>
                        <a:pt x="4943" y="11357"/>
                      </a:lnTo>
                      <a:lnTo>
                        <a:pt x="4900" y="11197"/>
                      </a:lnTo>
                      <a:lnTo>
                        <a:pt x="4893" y="11035"/>
                      </a:lnTo>
                      <a:lnTo>
                        <a:pt x="4842" y="10911"/>
                      </a:lnTo>
                      <a:lnTo>
                        <a:pt x="4758" y="10766"/>
                      </a:lnTo>
                      <a:lnTo>
                        <a:pt x="4661" y="10672"/>
                      </a:lnTo>
                      <a:lnTo>
                        <a:pt x="4617" y="10581"/>
                      </a:lnTo>
                      <a:lnTo>
                        <a:pt x="4559" y="10532"/>
                      </a:lnTo>
                      <a:lnTo>
                        <a:pt x="4443" y="10363"/>
                      </a:lnTo>
                      <a:lnTo>
                        <a:pt x="4361" y="10288"/>
                      </a:lnTo>
                      <a:lnTo>
                        <a:pt x="4157" y="10146"/>
                      </a:lnTo>
                      <a:lnTo>
                        <a:pt x="4050" y="10087"/>
                      </a:lnTo>
                      <a:lnTo>
                        <a:pt x="4015" y="10102"/>
                      </a:lnTo>
                      <a:lnTo>
                        <a:pt x="3932" y="10071"/>
                      </a:lnTo>
                      <a:lnTo>
                        <a:pt x="3740" y="9952"/>
                      </a:lnTo>
                      <a:lnTo>
                        <a:pt x="3642" y="9870"/>
                      </a:lnTo>
                      <a:lnTo>
                        <a:pt x="3582" y="9793"/>
                      </a:lnTo>
                      <a:lnTo>
                        <a:pt x="3491" y="9608"/>
                      </a:lnTo>
                      <a:lnTo>
                        <a:pt x="3451" y="9466"/>
                      </a:lnTo>
                      <a:lnTo>
                        <a:pt x="3359" y="8893"/>
                      </a:lnTo>
                      <a:lnTo>
                        <a:pt x="3309" y="8803"/>
                      </a:lnTo>
                      <a:lnTo>
                        <a:pt x="3299" y="8728"/>
                      </a:lnTo>
                      <a:lnTo>
                        <a:pt x="3333" y="8694"/>
                      </a:lnTo>
                      <a:lnTo>
                        <a:pt x="3366" y="8593"/>
                      </a:lnTo>
                      <a:lnTo>
                        <a:pt x="3383" y="8406"/>
                      </a:lnTo>
                      <a:lnTo>
                        <a:pt x="3326" y="8203"/>
                      </a:lnTo>
                      <a:lnTo>
                        <a:pt x="3283" y="8114"/>
                      </a:lnTo>
                      <a:lnTo>
                        <a:pt x="3225" y="8044"/>
                      </a:lnTo>
                      <a:lnTo>
                        <a:pt x="3174" y="7927"/>
                      </a:lnTo>
                      <a:lnTo>
                        <a:pt x="3141" y="7785"/>
                      </a:lnTo>
                      <a:lnTo>
                        <a:pt x="3091" y="7700"/>
                      </a:lnTo>
                      <a:lnTo>
                        <a:pt x="3034" y="7550"/>
                      </a:lnTo>
                      <a:lnTo>
                        <a:pt x="2859" y="7241"/>
                      </a:lnTo>
                      <a:lnTo>
                        <a:pt x="2650" y="7038"/>
                      </a:lnTo>
                      <a:lnTo>
                        <a:pt x="2518" y="6946"/>
                      </a:lnTo>
                      <a:lnTo>
                        <a:pt x="2492" y="6909"/>
                      </a:lnTo>
                      <a:lnTo>
                        <a:pt x="2451" y="6902"/>
                      </a:lnTo>
                      <a:lnTo>
                        <a:pt x="2435" y="6861"/>
                      </a:lnTo>
                      <a:lnTo>
                        <a:pt x="2326" y="6803"/>
                      </a:lnTo>
                      <a:lnTo>
                        <a:pt x="2243" y="6803"/>
                      </a:lnTo>
                      <a:lnTo>
                        <a:pt x="2193" y="6818"/>
                      </a:lnTo>
                      <a:lnTo>
                        <a:pt x="2135" y="6791"/>
                      </a:lnTo>
                      <a:lnTo>
                        <a:pt x="2108" y="6692"/>
                      </a:lnTo>
                      <a:lnTo>
                        <a:pt x="2042" y="6580"/>
                      </a:lnTo>
                      <a:lnTo>
                        <a:pt x="1949" y="6472"/>
                      </a:lnTo>
                      <a:lnTo>
                        <a:pt x="1949" y="6336"/>
                      </a:lnTo>
                      <a:lnTo>
                        <a:pt x="1965" y="6312"/>
                      </a:lnTo>
                      <a:lnTo>
                        <a:pt x="1833" y="5901"/>
                      </a:lnTo>
                      <a:lnTo>
                        <a:pt x="1757" y="5789"/>
                      </a:lnTo>
                      <a:lnTo>
                        <a:pt x="1665" y="5616"/>
                      </a:lnTo>
                      <a:lnTo>
                        <a:pt x="1549" y="5562"/>
                      </a:lnTo>
                      <a:lnTo>
                        <a:pt x="1507" y="5504"/>
                      </a:lnTo>
                      <a:lnTo>
                        <a:pt x="1483" y="5405"/>
                      </a:lnTo>
                      <a:lnTo>
                        <a:pt x="1326" y="5202"/>
                      </a:lnTo>
                      <a:lnTo>
                        <a:pt x="1198" y="4866"/>
                      </a:lnTo>
                      <a:lnTo>
                        <a:pt x="1117" y="4757"/>
                      </a:lnTo>
                      <a:lnTo>
                        <a:pt x="1016" y="4682"/>
                      </a:lnTo>
                      <a:lnTo>
                        <a:pt x="841" y="4447"/>
                      </a:lnTo>
                      <a:lnTo>
                        <a:pt x="824" y="4372"/>
                      </a:lnTo>
                      <a:lnTo>
                        <a:pt x="724" y="4245"/>
                      </a:lnTo>
                      <a:lnTo>
                        <a:pt x="625" y="4019"/>
                      </a:lnTo>
                      <a:lnTo>
                        <a:pt x="434" y="3656"/>
                      </a:lnTo>
                      <a:lnTo>
                        <a:pt x="357" y="3599"/>
                      </a:lnTo>
                      <a:lnTo>
                        <a:pt x="242" y="3599"/>
                      </a:lnTo>
                      <a:lnTo>
                        <a:pt x="125" y="3581"/>
                      </a:lnTo>
                      <a:lnTo>
                        <a:pt x="101" y="3565"/>
                      </a:lnTo>
                      <a:lnTo>
                        <a:pt x="34" y="3581"/>
                      </a:lnTo>
                      <a:lnTo>
                        <a:pt x="0" y="3649"/>
                      </a:lnTo>
                      <a:lnTo>
                        <a:pt x="159" y="3246"/>
                      </a:lnTo>
                      <a:lnTo>
                        <a:pt x="168" y="2943"/>
                      </a:lnTo>
                      <a:lnTo>
                        <a:pt x="192" y="2825"/>
                      </a:lnTo>
                      <a:lnTo>
                        <a:pt x="249" y="2682"/>
                      </a:lnTo>
                      <a:lnTo>
                        <a:pt x="242" y="2477"/>
                      </a:lnTo>
                      <a:lnTo>
                        <a:pt x="276" y="2595"/>
                      </a:lnTo>
                      <a:lnTo>
                        <a:pt x="1117" y="2702"/>
                      </a:lnTo>
                      <a:lnTo>
                        <a:pt x="1352" y="2467"/>
                      </a:lnTo>
                      <a:lnTo>
                        <a:pt x="1366" y="2419"/>
                      </a:lnTo>
                      <a:lnTo>
                        <a:pt x="1567" y="2061"/>
                      </a:lnTo>
                      <a:lnTo>
                        <a:pt x="2145" y="1974"/>
                      </a:lnTo>
                      <a:lnTo>
                        <a:pt x="2171" y="1850"/>
                      </a:lnTo>
                      <a:lnTo>
                        <a:pt x="2255" y="1618"/>
                      </a:lnTo>
                      <a:lnTo>
                        <a:pt x="2560" y="1448"/>
                      </a:lnTo>
                      <a:lnTo>
                        <a:pt x="2569" y="1429"/>
                      </a:lnTo>
                      <a:lnTo>
                        <a:pt x="1840" y="685"/>
                      </a:lnTo>
                      <a:lnTo>
                        <a:pt x="1731" y="590"/>
                      </a:lnTo>
                      <a:lnTo>
                        <a:pt x="2281" y="464"/>
                      </a:lnTo>
                      <a:lnTo>
                        <a:pt x="3197" y="281"/>
                      </a:lnTo>
                      <a:lnTo>
                        <a:pt x="3424" y="0"/>
                      </a:lnTo>
                      <a:lnTo>
                        <a:pt x="4576" y="321"/>
                      </a:lnTo>
                      <a:lnTo>
                        <a:pt x="5434" y="970"/>
                      </a:lnTo>
                      <a:lnTo>
                        <a:pt x="6203" y="1265"/>
                      </a:lnTo>
                      <a:lnTo>
                        <a:pt x="6284" y="1324"/>
                      </a:lnTo>
                      <a:lnTo>
                        <a:pt x="6395" y="1591"/>
                      </a:lnTo>
                      <a:lnTo>
                        <a:pt x="6793" y="1625"/>
                      </a:lnTo>
                      <a:lnTo>
                        <a:pt x="6826" y="1659"/>
                      </a:lnTo>
                      <a:lnTo>
                        <a:pt x="6826" y="2203"/>
                      </a:lnTo>
                      <a:lnTo>
                        <a:pt x="6859" y="2247"/>
                      </a:lnTo>
                      <a:lnTo>
                        <a:pt x="7719" y="2641"/>
                      </a:lnTo>
                      <a:lnTo>
                        <a:pt x="9071" y="272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9" name="Freeform 79">
                  <a:extLst>
                    <a:ext uri="{FF2B5EF4-FFF2-40B4-BE49-F238E27FC236}">
                      <a16:creationId xmlns:a16="http://schemas.microsoft.com/office/drawing/2014/main" id="{9BC8E4DA-F910-E4D7-CB1E-B632875FBA8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6" y="2116"/>
                  <a:ext cx="231" cy="189"/>
                </a:xfrm>
                <a:custGeom>
                  <a:avLst/>
                  <a:gdLst/>
                  <a:ahLst/>
                  <a:cxnLst>
                    <a:cxn ang="0">
                      <a:pos x="9706" y="2910"/>
                    </a:cxn>
                    <a:cxn ang="0">
                      <a:pos x="10455" y="3296"/>
                    </a:cxn>
                    <a:cxn ang="0">
                      <a:pos x="10697" y="3824"/>
                    </a:cxn>
                    <a:cxn ang="0">
                      <a:pos x="11100" y="4189"/>
                    </a:cxn>
                    <a:cxn ang="0">
                      <a:pos x="11258" y="4460"/>
                    </a:cxn>
                    <a:cxn ang="0">
                      <a:pos x="11663" y="4798"/>
                    </a:cxn>
                    <a:cxn ang="0">
                      <a:pos x="11788" y="5234"/>
                    </a:cxn>
                    <a:cxn ang="0">
                      <a:pos x="11824" y="5695"/>
                    </a:cxn>
                    <a:cxn ang="0">
                      <a:pos x="12147" y="6336"/>
                    </a:cxn>
                    <a:cxn ang="0">
                      <a:pos x="12348" y="6619"/>
                    </a:cxn>
                    <a:cxn ang="0">
                      <a:pos x="13158" y="7915"/>
                    </a:cxn>
                    <a:cxn ang="0">
                      <a:pos x="15424" y="10363"/>
                    </a:cxn>
                    <a:cxn ang="0">
                      <a:pos x="10244" y="11935"/>
                    </a:cxn>
                    <a:cxn ang="0">
                      <a:pos x="9104" y="12745"/>
                    </a:cxn>
                    <a:cxn ang="0">
                      <a:pos x="7168" y="12457"/>
                    </a:cxn>
                    <a:cxn ang="0">
                      <a:pos x="6570" y="12466"/>
                    </a:cxn>
                    <a:cxn ang="0">
                      <a:pos x="6524" y="12554"/>
                    </a:cxn>
                    <a:cxn ang="0">
                      <a:pos x="6474" y="12661"/>
                    </a:cxn>
                    <a:cxn ang="0">
                      <a:pos x="6461" y="12671"/>
                    </a:cxn>
                    <a:cxn ang="0">
                      <a:pos x="6442" y="12664"/>
                    </a:cxn>
                    <a:cxn ang="0">
                      <a:pos x="6434" y="12672"/>
                    </a:cxn>
                    <a:cxn ang="0">
                      <a:pos x="6449" y="12718"/>
                    </a:cxn>
                    <a:cxn ang="0">
                      <a:pos x="6493" y="12822"/>
                    </a:cxn>
                    <a:cxn ang="0">
                      <a:pos x="6493" y="12849"/>
                    </a:cxn>
                    <a:cxn ang="0">
                      <a:pos x="6127" y="13229"/>
                    </a:cxn>
                    <a:cxn ang="0">
                      <a:pos x="5877" y="12675"/>
                    </a:cxn>
                    <a:cxn ang="0">
                      <a:pos x="5396" y="12043"/>
                    </a:cxn>
                    <a:cxn ang="0">
                      <a:pos x="4967" y="11398"/>
                    </a:cxn>
                    <a:cxn ang="0">
                      <a:pos x="4842" y="10911"/>
                    </a:cxn>
                    <a:cxn ang="0">
                      <a:pos x="4559" y="10532"/>
                    </a:cxn>
                    <a:cxn ang="0">
                      <a:pos x="4050" y="10087"/>
                    </a:cxn>
                    <a:cxn ang="0">
                      <a:pos x="3642" y="9870"/>
                    </a:cxn>
                    <a:cxn ang="0">
                      <a:pos x="3359" y="8893"/>
                    </a:cxn>
                    <a:cxn ang="0">
                      <a:pos x="3366" y="8593"/>
                    </a:cxn>
                    <a:cxn ang="0">
                      <a:pos x="3225" y="8044"/>
                    </a:cxn>
                    <a:cxn ang="0">
                      <a:pos x="3034" y="7550"/>
                    </a:cxn>
                    <a:cxn ang="0">
                      <a:pos x="2492" y="6909"/>
                    </a:cxn>
                    <a:cxn ang="0">
                      <a:pos x="2243" y="6803"/>
                    </a:cxn>
                    <a:cxn ang="0">
                      <a:pos x="2042" y="6580"/>
                    </a:cxn>
                    <a:cxn ang="0">
                      <a:pos x="1833" y="5901"/>
                    </a:cxn>
                    <a:cxn ang="0">
                      <a:pos x="1507" y="5504"/>
                    </a:cxn>
                    <a:cxn ang="0">
                      <a:pos x="1117" y="4757"/>
                    </a:cxn>
                    <a:cxn ang="0">
                      <a:pos x="724" y="4245"/>
                    </a:cxn>
                    <a:cxn ang="0">
                      <a:pos x="242" y="3599"/>
                    </a:cxn>
                    <a:cxn ang="0">
                      <a:pos x="0" y="3649"/>
                    </a:cxn>
                    <a:cxn ang="0">
                      <a:pos x="249" y="2682"/>
                    </a:cxn>
                    <a:cxn ang="0">
                      <a:pos x="1352" y="2467"/>
                    </a:cxn>
                    <a:cxn ang="0">
                      <a:pos x="2171" y="1850"/>
                    </a:cxn>
                    <a:cxn ang="0">
                      <a:pos x="1840" y="685"/>
                    </a:cxn>
                    <a:cxn ang="0">
                      <a:pos x="3424" y="0"/>
                    </a:cxn>
                    <a:cxn ang="0">
                      <a:pos x="6284" y="1324"/>
                    </a:cxn>
                    <a:cxn ang="0">
                      <a:pos x="6826" y="2203"/>
                    </a:cxn>
                  </a:cxnLst>
                  <a:rect l="0" t="0" r="r" b="b"/>
                  <a:pathLst>
                    <a:path w="15957" h="13229">
                      <a:moveTo>
                        <a:pt x="9071" y="2723"/>
                      </a:moveTo>
                      <a:lnTo>
                        <a:pt x="9131" y="2757"/>
                      </a:lnTo>
                      <a:lnTo>
                        <a:pt x="9432" y="2810"/>
                      </a:lnTo>
                      <a:lnTo>
                        <a:pt x="9706" y="2910"/>
                      </a:lnTo>
                      <a:lnTo>
                        <a:pt x="9809" y="2999"/>
                      </a:lnTo>
                      <a:lnTo>
                        <a:pt x="9934" y="3216"/>
                      </a:lnTo>
                      <a:lnTo>
                        <a:pt x="10393" y="3219"/>
                      </a:lnTo>
                      <a:lnTo>
                        <a:pt x="10455" y="3296"/>
                      </a:lnTo>
                      <a:lnTo>
                        <a:pt x="10504" y="3434"/>
                      </a:lnTo>
                      <a:lnTo>
                        <a:pt x="10545" y="3497"/>
                      </a:lnTo>
                      <a:lnTo>
                        <a:pt x="10573" y="3599"/>
                      </a:lnTo>
                      <a:lnTo>
                        <a:pt x="10697" y="3824"/>
                      </a:lnTo>
                      <a:lnTo>
                        <a:pt x="10817" y="3869"/>
                      </a:lnTo>
                      <a:lnTo>
                        <a:pt x="10903" y="4039"/>
                      </a:lnTo>
                      <a:lnTo>
                        <a:pt x="11097" y="4175"/>
                      </a:lnTo>
                      <a:lnTo>
                        <a:pt x="11100" y="4189"/>
                      </a:lnTo>
                      <a:lnTo>
                        <a:pt x="11062" y="4232"/>
                      </a:lnTo>
                      <a:lnTo>
                        <a:pt x="11097" y="4290"/>
                      </a:lnTo>
                      <a:lnTo>
                        <a:pt x="11134" y="4426"/>
                      </a:lnTo>
                      <a:lnTo>
                        <a:pt x="11258" y="4460"/>
                      </a:lnTo>
                      <a:lnTo>
                        <a:pt x="11313" y="4512"/>
                      </a:lnTo>
                      <a:lnTo>
                        <a:pt x="11537" y="4658"/>
                      </a:lnTo>
                      <a:lnTo>
                        <a:pt x="11613" y="4723"/>
                      </a:lnTo>
                      <a:lnTo>
                        <a:pt x="11663" y="4798"/>
                      </a:lnTo>
                      <a:lnTo>
                        <a:pt x="11680" y="4839"/>
                      </a:lnTo>
                      <a:lnTo>
                        <a:pt x="11658" y="4977"/>
                      </a:lnTo>
                      <a:lnTo>
                        <a:pt x="11764" y="5127"/>
                      </a:lnTo>
                      <a:lnTo>
                        <a:pt x="11788" y="5234"/>
                      </a:lnTo>
                      <a:lnTo>
                        <a:pt x="11781" y="5294"/>
                      </a:lnTo>
                      <a:lnTo>
                        <a:pt x="11711" y="5381"/>
                      </a:lnTo>
                      <a:lnTo>
                        <a:pt x="11715" y="5546"/>
                      </a:lnTo>
                      <a:lnTo>
                        <a:pt x="11824" y="5695"/>
                      </a:lnTo>
                      <a:lnTo>
                        <a:pt x="12016" y="5908"/>
                      </a:lnTo>
                      <a:lnTo>
                        <a:pt x="12063" y="6177"/>
                      </a:lnTo>
                      <a:lnTo>
                        <a:pt x="12135" y="6264"/>
                      </a:lnTo>
                      <a:lnTo>
                        <a:pt x="12147" y="6336"/>
                      </a:lnTo>
                      <a:lnTo>
                        <a:pt x="12184" y="6371"/>
                      </a:lnTo>
                      <a:lnTo>
                        <a:pt x="12207" y="6448"/>
                      </a:lnTo>
                      <a:lnTo>
                        <a:pt x="12243" y="6448"/>
                      </a:lnTo>
                      <a:lnTo>
                        <a:pt x="12348" y="6619"/>
                      </a:lnTo>
                      <a:lnTo>
                        <a:pt x="12423" y="6638"/>
                      </a:lnTo>
                      <a:lnTo>
                        <a:pt x="12480" y="6842"/>
                      </a:lnTo>
                      <a:lnTo>
                        <a:pt x="12935" y="7241"/>
                      </a:lnTo>
                      <a:lnTo>
                        <a:pt x="13158" y="7915"/>
                      </a:lnTo>
                      <a:lnTo>
                        <a:pt x="15429" y="8331"/>
                      </a:lnTo>
                      <a:lnTo>
                        <a:pt x="15576" y="8167"/>
                      </a:lnTo>
                      <a:lnTo>
                        <a:pt x="15957" y="8740"/>
                      </a:lnTo>
                      <a:lnTo>
                        <a:pt x="15424" y="10363"/>
                      </a:lnTo>
                      <a:lnTo>
                        <a:pt x="13158" y="11166"/>
                      </a:lnTo>
                      <a:lnTo>
                        <a:pt x="11049" y="11512"/>
                      </a:lnTo>
                      <a:lnTo>
                        <a:pt x="10746" y="11729"/>
                      </a:lnTo>
                      <a:lnTo>
                        <a:pt x="10244" y="11935"/>
                      </a:lnTo>
                      <a:lnTo>
                        <a:pt x="9691" y="12918"/>
                      </a:lnTo>
                      <a:lnTo>
                        <a:pt x="9503" y="13060"/>
                      </a:lnTo>
                      <a:lnTo>
                        <a:pt x="9370" y="13076"/>
                      </a:lnTo>
                      <a:lnTo>
                        <a:pt x="9104" y="12745"/>
                      </a:lnTo>
                      <a:lnTo>
                        <a:pt x="8174" y="12657"/>
                      </a:lnTo>
                      <a:lnTo>
                        <a:pt x="8036" y="12551"/>
                      </a:lnTo>
                      <a:lnTo>
                        <a:pt x="7547" y="12502"/>
                      </a:lnTo>
                      <a:lnTo>
                        <a:pt x="7168" y="12457"/>
                      </a:lnTo>
                      <a:lnTo>
                        <a:pt x="6859" y="12543"/>
                      </a:lnTo>
                      <a:lnTo>
                        <a:pt x="6711" y="12286"/>
                      </a:lnTo>
                      <a:lnTo>
                        <a:pt x="6580" y="12452"/>
                      </a:lnTo>
                      <a:lnTo>
                        <a:pt x="6570" y="12466"/>
                      </a:lnTo>
                      <a:lnTo>
                        <a:pt x="6560" y="12481"/>
                      </a:lnTo>
                      <a:lnTo>
                        <a:pt x="6551" y="12499"/>
                      </a:lnTo>
                      <a:lnTo>
                        <a:pt x="6542" y="12517"/>
                      </a:lnTo>
                      <a:lnTo>
                        <a:pt x="6524" y="12554"/>
                      </a:lnTo>
                      <a:lnTo>
                        <a:pt x="6507" y="12592"/>
                      </a:lnTo>
                      <a:lnTo>
                        <a:pt x="6492" y="12625"/>
                      </a:lnTo>
                      <a:lnTo>
                        <a:pt x="6480" y="12652"/>
                      </a:lnTo>
                      <a:lnTo>
                        <a:pt x="6474" y="12661"/>
                      </a:lnTo>
                      <a:lnTo>
                        <a:pt x="6468" y="12668"/>
                      </a:lnTo>
                      <a:lnTo>
                        <a:pt x="6466" y="12670"/>
                      </a:lnTo>
                      <a:lnTo>
                        <a:pt x="6464" y="12671"/>
                      </a:lnTo>
                      <a:lnTo>
                        <a:pt x="6461" y="12671"/>
                      </a:lnTo>
                      <a:lnTo>
                        <a:pt x="6460" y="12670"/>
                      </a:lnTo>
                      <a:lnTo>
                        <a:pt x="6452" y="12667"/>
                      </a:lnTo>
                      <a:lnTo>
                        <a:pt x="6447" y="12665"/>
                      </a:lnTo>
                      <a:lnTo>
                        <a:pt x="6442" y="12664"/>
                      </a:lnTo>
                      <a:lnTo>
                        <a:pt x="6439" y="12665"/>
                      </a:lnTo>
                      <a:lnTo>
                        <a:pt x="6436" y="12666"/>
                      </a:lnTo>
                      <a:lnTo>
                        <a:pt x="6435" y="12669"/>
                      </a:lnTo>
                      <a:lnTo>
                        <a:pt x="6434" y="12672"/>
                      </a:lnTo>
                      <a:lnTo>
                        <a:pt x="6434" y="12676"/>
                      </a:lnTo>
                      <a:lnTo>
                        <a:pt x="6437" y="12688"/>
                      </a:lnTo>
                      <a:lnTo>
                        <a:pt x="6442" y="12702"/>
                      </a:lnTo>
                      <a:lnTo>
                        <a:pt x="6449" y="12718"/>
                      </a:lnTo>
                      <a:lnTo>
                        <a:pt x="6457" y="12735"/>
                      </a:lnTo>
                      <a:lnTo>
                        <a:pt x="6474" y="12773"/>
                      </a:lnTo>
                      <a:lnTo>
                        <a:pt x="6488" y="12807"/>
                      </a:lnTo>
                      <a:lnTo>
                        <a:pt x="6493" y="12822"/>
                      </a:lnTo>
                      <a:lnTo>
                        <a:pt x="6495" y="12835"/>
                      </a:lnTo>
                      <a:lnTo>
                        <a:pt x="6495" y="12841"/>
                      </a:lnTo>
                      <a:lnTo>
                        <a:pt x="6495" y="12845"/>
                      </a:lnTo>
                      <a:lnTo>
                        <a:pt x="6493" y="12849"/>
                      </a:lnTo>
                      <a:lnTo>
                        <a:pt x="6490" y="12851"/>
                      </a:lnTo>
                      <a:lnTo>
                        <a:pt x="6442" y="13138"/>
                      </a:lnTo>
                      <a:lnTo>
                        <a:pt x="6289" y="13180"/>
                      </a:lnTo>
                      <a:lnTo>
                        <a:pt x="6127" y="13229"/>
                      </a:lnTo>
                      <a:lnTo>
                        <a:pt x="6092" y="13137"/>
                      </a:lnTo>
                      <a:lnTo>
                        <a:pt x="6092" y="13002"/>
                      </a:lnTo>
                      <a:lnTo>
                        <a:pt x="5928" y="12707"/>
                      </a:lnTo>
                      <a:lnTo>
                        <a:pt x="5877" y="12675"/>
                      </a:lnTo>
                      <a:lnTo>
                        <a:pt x="5820" y="12590"/>
                      </a:lnTo>
                      <a:lnTo>
                        <a:pt x="5760" y="12346"/>
                      </a:lnTo>
                      <a:lnTo>
                        <a:pt x="5511" y="12104"/>
                      </a:lnTo>
                      <a:lnTo>
                        <a:pt x="5396" y="12043"/>
                      </a:lnTo>
                      <a:lnTo>
                        <a:pt x="5329" y="11966"/>
                      </a:lnTo>
                      <a:lnTo>
                        <a:pt x="5175" y="11749"/>
                      </a:lnTo>
                      <a:lnTo>
                        <a:pt x="5026" y="11439"/>
                      </a:lnTo>
                      <a:lnTo>
                        <a:pt x="4967" y="11398"/>
                      </a:lnTo>
                      <a:lnTo>
                        <a:pt x="4943" y="11357"/>
                      </a:lnTo>
                      <a:lnTo>
                        <a:pt x="4900" y="11197"/>
                      </a:lnTo>
                      <a:lnTo>
                        <a:pt x="4893" y="11035"/>
                      </a:lnTo>
                      <a:lnTo>
                        <a:pt x="4842" y="10911"/>
                      </a:lnTo>
                      <a:lnTo>
                        <a:pt x="4758" y="10766"/>
                      </a:lnTo>
                      <a:lnTo>
                        <a:pt x="4661" y="10672"/>
                      </a:lnTo>
                      <a:lnTo>
                        <a:pt x="4617" y="10581"/>
                      </a:lnTo>
                      <a:lnTo>
                        <a:pt x="4559" y="10532"/>
                      </a:lnTo>
                      <a:lnTo>
                        <a:pt x="4443" y="10363"/>
                      </a:lnTo>
                      <a:lnTo>
                        <a:pt x="4361" y="10288"/>
                      </a:lnTo>
                      <a:lnTo>
                        <a:pt x="4157" y="10146"/>
                      </a:lnTo>
                      <a:lnTo>
                        <a:pt x="4050" y="10087"/>
                      </a:lnTo>
                      <a:lnTo>
                        <a:pt x="4015" y="10102"/>
                      </a:lnTo>
                      <a:lnTo>
                        <a:pt x="3932" y="10071"/>
                      </a:lnTo>
                      <a:lnTo>
                        <a:pt x="3740" y="9952"/>
                      </a:lnTo>
                      <a:lnTo>
                        <a:pt x="3642" y="9870"/>
                      </a:lnTo>
                      <a:lnTo>
                        <a:pt x="3582" y="9793"/>
                      </a:lnTo>
                      <a:lnTo>
                        <a:pt x="3491" y="9608"/>
                      </a:lnTo>
                      <a:lnTo>
                        <a:pt x="3451" y="9466"/>
                      </a:lnTo>
                      <a:lnTo>
                        <a:pt x="3359" y="8893"/>
                      </a:lnTo>
                      <a:lnTo>
                        <a:pt x="3309" y="8803"/>
                      </a:lnTo>
                      <a:lnTo>
                        <a:pt x="3299" y="8728"/>
                      </a:lnTo>
                      <a:lnTo>
                        <a:pt x="3333" y="8694"/>
                      </a:lnTo>
                      <a:lnTo>
                        <a:pt x="3366" y="8593"/>
                      </a:lnTo>
                      <a:lnTo>
                        <a:pt x="3383" y="8406"/>
                      </a:lnTo>
                      <a:lnTo>
                        <a:pt x="3326" y="8203"/>
                      </a:lnTo>
                      <a:lnTo>
                        <a:pt x="3283" y="8114"/>
                      </a:lnTo>
                      <a:lnTo>
                        <a:pt x="3225" y="8044"/>
                      </a:lnTo>
                      <a:lnTo>
                        <a:pt x="3174" y="7927"/>
                      </a:lnTo>
                      <a:lnTo>
                        <a:pt x="3141" y="7785"/>
                      </a:lnTo>
                      <a:lnTo>
                        <a:pt x="3091" y="7700"/>
                      </a:lnTo>
                      <a:lnTo>
                        <a:pt x="3034" y="7550"/>
                      </a:lnTo>
                      <a:lnTo>
                        <a:pt x="2859" y="7241"/>
                      </a:lnTo>
                      <a:lnTo>
                        <a:pt x="2650" y="7038"/>
                      </a:lnTo>
                      <a:lnTo>
                        <a:pt x="2518" y="6946"/>
                      </a:lnTo>
                      <a:lnTo>
                        <a:pt x="2492" y="6909"/>
                      </a:lnTo>
                      <a:lnTo>
                        <a:pt x="2451" y="6902"/>
                      </a:lnTo>
                      <a:lnTo>
                        <a:pt x="2435" y="6861"/>
                      </a:lnTo>
                      <a:lnTo>
                        <a:pt x="2326" y="6803"/>
                      </a:lnTo>
                      <a:lnTo>
                        <a:pt x="2243" y="6803"/>
                      </a:lnTo>
                      <a:lnTo>
                        <a:pt x="2193" y="6818"/>
                      </a:lnTo>
                      <a:lnTo>
                        <a:pt x="2135" y="6791"/>
                      </a:lnTo>
                      <a:lnTo>
                        <a:pt x="2108" y="6692"/>
                      </a:lnTo>
                      <a:lnTo>
                        <a:pt x="2042" y="6580"/>
                      </a:lnTo>
                      <a:lnTo>
                        <a:pt x="1949" y="6472"/>
                      </a:lnTo>
                      <a:lnTo>
                        <a:pt x="1949" y="6336"/>
                      </a:lnTo>
                      <a:lnTo>
                        <a:pt x="1965" y="6312"/>
                      </a:lnTo>
                      <a:lnTo>
                        <a:pt x="1833" y="5901"/>
                      </a:lnTo>
                      <a:lnTo>
                        <a:pt x="1757" y="5789"/>
                      </a:lnTo>
                      <a:lnTo>
                        <a:pt x="1665" y="5616"/>
                      </a:lnTo>
                      <a:lnTo>
                        <a:pt x="1549" y="5562"/>
                      </a:lnTo>
                      <a:lnTo>
                        <a:pt x="1507" y="5504"/>
                      </a:lnTo>
                      <a:lnTo>
                        <a:pt x="1483" y="5405"/>
                      </a:lnTo>
                      <a:lnTo>
                        <a:pt x="1326" y="5202"/>
                      </a:lnTo>
                      <a:lnTo>
                        <a:pt x="1198" y="4866"/>
                      </a:lnTo>
                      <a:lnTo>
                        <a:pt x="1117" y="4757"/>
                      </a:lnTo>
                      <a:lnTo>
                        <a:pt x="1016" y="4682"/>
                      </a:lnTo>
                      <a:lnTo>
                        <a:pt x="841" y="4447"/>
                      </a:lnTo>
                      <a:lnTo>
                        <a:pt x="824" y="4372"/>
                      </a:lnTo>
                      <a:lnTo>
                        <a:pt x="724" y="4245"/>
                      </a:lnTo>
                      <a:lnTo>
                        <a:pt x="625" y="4019"/>
                      </a:lnTo>
                      <a:lnTo>
                        <a:pt x="434" y="3656"/>
                      </a:lnTo>
                      <a:lnTo>
                        <a:pt x="357" y="3599"/>
                      </a:lnTo>
                      <a:lnTo>
                        <a:pt x="242" y="3599"/>
                      </a:lnTo>
                      <a:lnTo>
                        <a:pt x="125" y="3581"/>
                      </a:lnTo>
                      <a:lnTo>
                        <a:pt x="101" y="3565"/>
                      </a:lnTo>
                      <a:lnTo>
                        <a:pt x="34" y="3581"/>
                      </a:lnTo>
                      <a:lnTo>
                        <a:pt x="0" y="3649"/>
                      </a:lnTo>
                      <a:lnTo>
                        <a:pt x="159" y="3246"/>
                      </a:lnTo>
                      <a:lnTo>
                        <a:pt x="168" y="2943"/>
                      </a:lnTo>
                      <a:lnTo>
                        <a:pt x="192" y="2825"/>
                      </a:lnTo>
                      <a:lnTo>
                        <a:pt x="249" y="2682"/>
                      </a:lnTo>
                      <a:lnTo>
                        <a:pt x="242" y="2477"/>
                      </a:lnTo>
                      <a:lnTo>
                        <a:pt x="276" y="2595"/>
                      </a:lnTo>
                      <a:lnTo>
                        <a:pt x="1117" y="2702"/>
                      </a:lnTo>
                      <a:lnTo>
                        <a:pt x="1352" y="2467"/>
                      </a:lnTo>
                      <a:lnTo>
                        <a:pt x="1366" y="2419"/>
                      </a:lnTo>
                      <a:lnTo>
                        <a:pt x="1567" y="2061"/>
                      </a:lnTo>
                      <a:lnTo>
                        <a:pt x="2145" y="1974"/>
                      </a:lnTo>
                      <a:lnTo>
                        <a:pt x="2171" y="1850"/>
                      </a:lnTo>
                      <a:lnTo>
                        <a:pt x="2255" y="1618"/>
                      </a:lnTo>
                      <a:lnTo>
                        <a:pt x="2560" y="1448"/>
                      </a:lnTo>
                      <a:lnTo>
                        <a:pt x="2569" y="1429"/>
                      </a:lnTo>
                      <a:lnTo>
                        <a:pt x="1840" y="685"/>
                      </a:lnTo>
                      <a:lnTo>
                        <a:pt x="1731" y="590"/>
                      </a:lnTo>
                      <a:lnTo>
                        <a:pt x="2281" y="464"/>
                      </a:lnTo>
                      <a:lnTo>
                        <a:pt x="3197" y="281"/>
                      </a:lnTo>
                      <a:lnTo>
                        <a:pt x="3424" y="0"/>
                      </a:lnTo>
                      <a:lnTo>
                        <a:pt x="4576" y="321"/>
                      </a:lnTo>
                      <a:lnTo>
                        <a:pt x="5434" y="970"/>
                      </a:lnTo>
                      <a:lnTo>
                        <a:pt x="6203" y="1265"/>
                      </a:lnTo>
                      <a:lnTo>
                        <a:pt x="6284" y="1324"/>
                      </a:lnTo>
                      <a:lnTo>
                        <a:pt x="6395" y="1591"/>
                      </a:lnTo>
                      <a:lnTo>
                        <a:pt x="6793" y="1625"/>
                      </a:lnTo>
                      <a:lnTo>
                        <a:pt x="6826" y="1659"/>
                      </a:lnTo>
                      <a:lnTo>
                        <a:pt x="6826" y="2203"/>
                      </a:lnTo>
                      <a:lnTo>
                        <a:pt x="6859" y="2247"/>
                      </a:lnTo>
                      <a:lnTo>
                        <a:pt x="7719" y="2641"/>
                      </a:lnTo>
                      <a:lnTo>
                        <a:pt x="9071" y="2723"/>
                      </a:lnTo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grpSp>
            <p:nvGrpSpPr>
              <p:cNvPr id="18" name="Group 80">
                <a:extLst>
                  <a:ext uri="{FF2B5EF4-FFF2-40B4-BE49-F238E27FC236}">
                    <a16:creationId xmlns:a16="http://schemas.microsoft.com/office/drawing/2014/main" id="{7C7B6961-C068-E62C-5BAA-3ADD45D423A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84" y="2276"/>
                <a:ext cx="114" cy="72"/>
                <a:chOff x="2984" y="2276"/>
                <a:chExt cx="114" cy="72"/>
              </a:xfrm>
              <a:grpFill/>
            </p:grpSpPr>
            <p:sp>
              <p:nvSpPr>
                <p:cNvPr id="36" name="Freeform 81">
                  <a:extLst>
                    <a:ext uri="{FF2B5EF4-FFF2-40B4-BE49-F238E27FC236}">
                      <a16:creationId xmlns:a16="http://schemas.microsoft.com/office/drawing/2014/main" id="{A4421B3A-C9F7-A8A9-471D-DEA813B0E0B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84" y="2276"/>
                  <a:ext cx="114" cy="72"/>
                </a:xfrm>
                <a:custGeom>
                  <a:avLst/>
                  <a:gdLst/>
                  <a:ahLst/>
                  <a:cxnLst>
                    <a:cxn ang="0">
                      <a:pos x="14868" y="4199"/>
                    </a:cxn>
                    <a:cxn ang="0">
                      <a:pos x="14514" y="5031"/>
                    </a:cxn>
                    <a:cxn ang="0">
                      <a:pos x="14466" y="5374"/>
                    </a:cxn>
                    <a:cxn ang="0">
                      <a:pos x="14027" y="5466"/>
                    </a:cxn>
                    <a:cxn ang="0">
                      <a:pos x="13073" y="5967"/>
                    </a:cxn>
                    <a:cxn ang="0">
                      <a:pos x="12036" y="6264"/>
                    </a:cxn>
                    <a:cxn ang="0">
                      <a:pos x="10929" y="6593"/>
                    </a:cxn>
                    <a:cxn ang="0">
                      <a:pos x="9740" y="7051"/>
                    </a:cxn>
                    <a:cxn ang="0">
                      <a:pos x="9205" y="7739"/>
                    </a:cxn>
                    <a:cxn ang="0">
                      <a:pos x="8905" y="7936"/>
                    </a:cxn>
                    <a:cxn ang="0">
                      <a:pos x="7539" y="8146"/>
                    </a:cxn>
                    <a:cxn ang="0">
                      <a:pos x="6784" y="8623"/>
                    </a:cxn>
                    <a:cxn ang="0">
                      <a:pos x="5672" y="8733"/>
                    </a:cxn>
                    <a:cxn ang="0">
                      <a:pos x="4779" y="8801"/>
                    </a:cxn>
                    <a:cxn ang="0">
                      <a:pos x="3686" y="9598"/>
                    </a:cxn>
                    <a:cxn ang="0">
                      <a:pos x="2368" y="9909"/>
                    </a:cxn>
                    <a:cxn ang="0">
                      <a:pos x="1652" y="9818"/>
                    </a:cxn>
                    <a:cxn ang="0">
                      <a:pos x="898" y="9087"/>
                    </a:cxn>
                    <a:cxn ang="0">
                      <a:pos x="716" y="7955"/>
                    </a:cxn>
                    <a:cxn ang="0">
                      <a:pos x="482" y="6794"/>
                    </a:cxn>
                    <a:cxn ang="0">
                      <a:pos x="320" y="6215"/>
                    </a:cxn>
                    <a:cxn ang="0">
                      <a:pos x="67" y="5752"/>
                    </a:cxn>
                    <a:cxn ang="0">
                      <a:pos x="86" y="5552"/>
                    </a:cxn>
                    <a:cxn ang="0">
                      <a:pos x="201" y="5007"/>
                    </a:cxn>
                    <a:cxn ang="0">
                      <a:pos x="153" y="4142"/>
                    </a:cxn>
                    <a:cxn ang="0">
                      <a:pos x="850" y="3308"/>
                    </a:cxn>
                    <a:cxn ang="0">
                      <a:pos x="854" y="3271"/>
                    </a:cxn>
                    <a:cxn ang="0">
                      <a:pos x="847" y="3234"/>
                    </a:cxn>
                    <a:cxn ang="0">
                      <a:pos x="825" y="3184"/>
                    </a:cxn>
                    <a:cxn ang="0">
                      <a:pos x="777" y="3110"/>
                    </a:cxn>
                    <a:cxn ang="0">
                      <a:pos x="741" y="3050"/>
                    </a:cxn>
                    <a:cxn ang="0">
                      <a:pos x="727" y="3014"/>
                    </a:cxn>
                    <a:cxn ang="0">
                      <a:pos x="722" y="2979"/>
                    </a:cxn>
                    <a:cxn ang="0">
                      <a:pos x="730" y="2945"/>
                    </a:cxn>
                    <a:cxn ang="0">
                      <a:pos x="1266" y="2241"/>
                    </a:cxn>
                    <a:cxn ang="0">
                      <a:pos x="3858" y="2689"/>
                    </a:cxn>
                    <a:cxn ang="0">
                      <a:pos x="6615" y="3737"/>
                    </a:cxn>
                    <a:cxn ang="0">
                      <a:pos x="6718" y="3700"/>
                    </a:cxn>
                    <a:cxn ang="0">
                      <a:pos x="6894" y="3652"/>
                    </a:cxn>
                    <a:cxn ang="0">
                      <a:pos x="6943" y="3637"/>
                    </a:cxn>
                    <a:cxn ang="0">
                      <a:pos x="6990" y="3616"/>
                    </a:cxn>
                    <a:cxn ang="0">
                      <a:pos x="7033" y="3591"/>
                    </a:cxn>
                    <a:cxn ang="0">
                      <a:pos x="7072" y="3559"/>
                    </a:cxn>
                    <a:cxn ang="0">
                      <a:pos x="7105" y="3519"/>
                    </a:cxn>
                    <a:cxn ang="0">
                      <a:pos x="9312" y="1068"/>
                    </a:cxn>
                    <a:cxn ang="0">
                      <a:pos x="10014" y="620"/>
                    </a:cxn>
                    <a:cxn ang="0">
                      <a:pos x="10264" y="564"/>
                    </a:cxn>
                    <a:cxn ang="0">
                      <a:pos x="10633" y="503"/>
                    </a:cxn>
                    <a:cxn ang="0">
                      <a:pos x="11090" y="440"/>
                    </a:cxn>
                    <a:cxn ang="0">
                      <a:pos x="11961" y="328"/>
                    </a:cxn>
                    <a:cxn ang="0">
                      <a:pos x="12844" y="217"/>
                    </a:cxn>
                    <a:cxn ang="0">
                      <a:pos x="13320" y="152"/>
                    </a:cxn>
                    <a:cxn ang="0">
                      <a:pos x="13716" y="91"/>
                    </a:cxn>
                    <a:cxn ang="0">
                      <a:pos x="14003" y="35"/>
                    </a:cxn>
                    <a:cxn ang="0">
                      <a:pos x="15675" y="3780"/>
                    </a:cxn>
                  </a:cxnLst>
                  <a:rect l="0" t="0" r="r" b="b"/>
                  <a:pathLst>
                    <a:path w="15675" h="9942">
                      <a:moveTo>
                        <a:pt x="15675" y="3780"/>
                      </a:moveTo>
                      <a:lnTo>
                        <a:pt x="15169" y="3985"/>
                      </a:lnTo>
                      <a:lnTo>
                        <a:pt x="14868" y="4199"/>
                      </a:lnTo>
                      <a:lnTo>
                        <a:pt x="14648" y="4443"/>
                      </a:lnTo>
                      <a:lnTo>
                        <a:pt x="14447" y="4864"/>
                      </a:lnTo>
                      <a:lnTo>
                        <a:pt x="14514" y="5031"/>
                      </a:lnTo>
                      <a:lnTo>
                        <a:pt x="14543" y="5260"/>
                      </a:lnTo>
                      <a:lnTo>
                        <a:pt x="14538" y="5308"/>
                      </a:lnTo>
                      <a:lnTo>
                        <a:pt x="14466" y="5374"/>
                      </a:lnTo>
                      <a:lnTo>
                        <a:pt x="14385" y="5418"/>
                      </a:lnTo>
                      <a:lnTo>
                        <a:pt x="14190" y="5385"/>
                      </a:lnTo>
                      <a:lnTo>
                        <a:pt x="14027" y="5466"/>
                      </a:lnTo>
                      <a:lnTo>
                        <a:pt x="13627" y="5576"/>
                      </a:lnTo>
                      <a:lnTo>
                        <a:pt x="13364" y="5843"/>
                      </a:lnTo>
                      <a:lnTo>
                        <a:pt x="13073" y="5967"/>
                      </a:lnTo>
                      <a:lnTo>
                        <a:pt x="12652" y="6020"/>
                      </a:lnTo>
                      <a:lnTo>
                        <a:pt x="12404" y="6082"/>
                      </a:lnTo>
                      <a:lnTo>
                        <a:pt x="12036" y="6264"/>
                      </a:lnTo>
                      <a:lnTo>
                        <a:pt x="11764" y="6336"/>
                      </a:lnTo>
                      <a:lnTo>
                        <a:pt x="11211" y="6574"/>
                      </a:lnTo>
                      <a:lnTo>
                        <a:pt x="10929" y="6593"/>
                      </a:lnTo>
                      <a:lnTo>
                        <a:pt x="10470" y="6679"/>
                      </a:lnTo>
                      <a:lnTo>
                        <a:pt x="9988" y="6908"/>
                      </a:lnTo>
                      <a:lnTo>
                        <a:pt x="9740" y="7051"/>
                      </a:lnTo>
                      <a:lnTo>
                        <a:pt x="9645" y="7262"/>
                      </a:lnTo>
                      <a:lnTo>
                        <a:pt x="9521" y="7448"/>
                      </a:lnTo>
                      <a:lnTo>
                        <a:pt x="9205" y="7739"/>
                      </a:lnTo>
                      <a:lnTo>
                        <a:pt x="9072" y="7825"/>
                      </a:lnTo>
                      <a:lnTo>
                        <a:pt x="9020" y="7897"/>
                      </a:lnTo>
                      <a:lnTo>
                        <a:pt x="8905" y="7936"/>
                      </a:lnTo>
                      <a:lnTo>
                        <a:pt x="8198" y="7906"/>
                      </a:lnTo>
                      <a:lnTo>
                        <a:pt x="7845" y="7951"/>
                      </a:lnTo>
                      <a:lnTo>
                        <a:pt x="7539" y="8146"/>
                      </a:lnTo>
                      <a:lnTo>
                        <a:pt x="7391" y="8347"/>
                      </a:lnTo>
                      <a:lnTo>
                        <a:pt x="6962" y="8585"/>
                      </a:lnTo>
                      <a:lnTo>
                        <a:pt x="6784" y="8623"/>
                      </a:lnTo>
                      <a:lnTo>
                        <a:pt x="6259" y="8776"/>
                      </a:lnTo>
                      <a:lnTo>
                        <a:pt x="5978" y="8801"/>
                      </a:lnTo>
                      <a:lnTo>
                        <a:pt x="5672" y="8733"/>
                      </a:lnTo>
                      <a:lnTo>
                        <a:pt x="5353" y="8786"/>
                      </a:lnTo>
                      <a:lnTo>
                        <a:pt x="5109" y="8762"/>
                      </a:lnTo>
                      <a:lnTo>
                        <a:pt x="4779" y="8801"/>
                      </a:lnTo>
                      <a:lnTo>
                        <a:pt x="4497" y="8977"/>
                      </a:lnTo>
                      <a:lnTo>
                        <a:pt x="4292" y="9321"/>
                      </a:lnTo>
                      <a:lnTo>
                        <a:pt x="3686" y="9598"/>
                      </a:lnTo>
                      <a:lnTo>
                        <a:pt x="3405" y="9771"/>
                      </a:lnTo>
                      <a:lnTo>
                        <a:pt x="2769" y="9785"/>
                      </a:lnTo>
                      <a:lnTo>
                        <a:pt x="2368" y="9909"/>
                      </a:lnTo>
                      <a:lnTo>
                        <a:pt x="2149" y="9890"/>
                      </a:lnTo>
                      <a:lnTo>
                        <a:pt x="1934" y="9942"/>
                      </a:lnTo>
                      <a:lnTo>
                        <a:pt x="1652" y="9818"/>
                      </a:lnTo>
                      <a:lnTo>
                        <a:pt x="1309" y="9832"/>
                      </a:lnTo>
                      <a:lnTo>
                        <a:pt x="1180" y="9435"/>
                      </a:lnTo>
                      <a:lnTo>
                        <a:pt x="898" y="9087"/>
                      </a:lnTo>
                      <a:lnTo>
                        <a:pt x="898" y="8356"/>
                      </a:lnTo>
                      <a:lnTo>
                        <a:pt x="865" y="8108"/>
                      </a:lnTo>
                      <a:lnTo>
                        <a:pt x="716" y="7955"/>
                      </a:lnTo>
                      <a:lnTo>
                        <a:pt x="635" y="7758"/>
                      </a:lnTo>
                      <a:lnTo>
                        <a:pt x="535" y="7310"/>
                      </a:lnTo>
                      <a:lnTo>
                        <a:pt x="482" y="6794"/>
                      </a:lnTo>
                      <a:lnTo>
                        <a:pt x="401" y="6584"/>
                      </a:lnTo>
                      <a:lnTo>
                        <a:pt x="320" y="6450"/>
                      </a:lnTo>
                      <a:lnTo>
                        <a:pt x="320" y="6215"/>
                      </a:lnTo>
                      <a:lnTo>
                        <a:pt x="86" y="5886"/>
                      </a:lnTo>
                      <a:lnTo>
                        <a:pt x="0" y="5814"/>
                      </a:lnTo>
                      <a:lnTo>
                        <a:pt x="67" y="5752"/>
                      </a:lnTo>
                      <a:lnTo>
                        <a:pt x="134" y="5767"/>
                      </a:lnTo>
                      <a:lnTo>
                        <a:pt x="134" y="5666"/>
                      </a:lnTo>
                      <a:lnTo>
                        <a:pt x="86" y="5552"/>
                      </a:lnTo>
                      <a:lnTo>
                        <a:pt x="86" y="5303"/>
                      </a:lnTo>
                      <a:lnTo>
                        <a:pt x="34" y="5155"/>
                      </a:lnTo>
                      <a:lnTo>
                        <a:pt x="201" y="5007"/>
                      </a:lnTo>
                      <a:lnTo>
                        <a:pt x="234" y="4888"/>
                      </a:lnTo>
                      <a:lnTo>
                        <a:pt x="201" y="4438"/>
                      </a:lnTo>
                      <a:lnTo>
                        <a:pt x="153" y="4142"/>
                      </a:lnTo>
                      <a:lnTo>
                        <a:pt x="101" y="4075"/>
                      </a:lnTo>
                      <a:lnTo>
                        <a:pt x="710" y="3760"/>
                      </a:lnTo>
                      <a:lnTo>
                        <a:pt x="850" y="3308"/>
                      </a:lnTo>
                      <a:lnTo>
                        <a:pt x="853" y="3295"/>
                      </a:lnTo>
                      <a:lnTo>
                        <a:pt x="854" y="3283"/>
                      </a:lnTo>
                      <a:lnTo>
                        <a:pt x="854" y="3271"/>
                      </a:lnTo>
                      <a:lnTo>
                        <a:pt x="853" y="3258"/>
                      </a:lnTo>
                      <a:lnTo>
                        <a:pt x="850" y="3246"/>
                      </a:lnTo>
                      <a:lnTo>
                        <a:pt x="847" y="3234"/>
                      </a:lnTo>
                      <a:lnTo>
                        <a:pt x="843" y="3222"/>
                      </a:lnTo>
                      <a:lnTo>
                        <a:pt x="838" y="3209"/>
                      </a:lnTo>
                      <a:lnTo>
                        <a:pt x="825" y="3184"/>
                      </a:lnTo>
                      <a:lnTo>
                        <a:pt x="809" y="3159"/>
                      </a:lnTo>
                      <a:lnTo>
                        <a:pt x="793" y="3135"/>
                      </a:lnTo>
                      <a:lnTo>
                        <a:pt x="777" y="3110"/>
                      </a:lnTo>
                      <a:lnTo>
                        <a:pt x="761" y="3086"/>
                      </a:lnTo>
                      <a:lnTo>
                        <a:pt x="747" y="3061"/>
                      </a:lnTo>
                      <a:lnTo>
                        <a:pt x="741" y="3050"/>
                      </a:lnTo>
                      <a:lnTo>
                        <a:pt x="736" y="3038"/>
                      </a:lnTo>
                      <a:lnTo>
                        <a:pt x="731" y="3026"/>
                      </a:lnTo>
                      <a:lnTo>
                        <a:pt x="727" y="3014"/>
                      </a:lnTo>
                      <a:lnTo>
                        <a:pt x="724" y="3002"/>
                      </a:lnTo>
                      <a:lnTo>
                        <a:pt x="722" y="2991"/>
                      </a:lnTo>
                      <a:lnTo>
                        <a:pt x="722" y="2979"/>
                      </a:lnTo>
                      <a:lnTo>
                        <a:pt x="723" y="2967"/>
                      </a:lnTo>
                      <a:lnTo>
                        <a:pt x="725" y="2956"/>
                      </a:lnTo>
                      <a:lnTo>
                        <a:pt x="730" y="2945"/>
                      </a:lnTo>
                      <a:lnTo>
                        <a:pt x="735" y="2934"/>
                      </a:lnTo>
                      <a:lnTo>
                        <a:pt x="743" y="2922"/>
                      </a:lnTo>
                      <a:lnTo>
                        <a:pt x="1266" y="2241"/>
                      </a:lnTo>
                      <a:lnTo>
                        <a:pt x="1614" y="2657"/>
                      </a:lnTo>
                      <a:lnTo>
                        <a:pt x="2120" y="2602"/>
                      </a:lnTo>
                      <a:lnTo>
                        <a:pt x="3858" y="2689"/>
                      </a:lnTo>
                      <a:lnTo>
                        <a:pt x="4187" y="2967"/>
                      </a:lnTo>
                      <a:lnTo>
                        <a:pt x="6020" y="3083"/>
                      </a:lnTo>
                      <a:lnTo>
                        <a:pt x="6615" y="3737"/>
                      </a:lnTo>
                      <a:lnTo>
                        <a:pt x="6648" y="3723"/>
                      </a:lnTo>
                      <a:lnTo>
                        <a:pt x="6683" y="3710"/>
                      </a:lnTo>
                      <a:lnTo>
                        <a:pt x="6718" y="3700"/>
                      </a:lnTo>
                      <a:lnTo>
                        <a:pt x="6754" y="3690"/>
                      </a:lnTo>
                      <a:lnTo>
                        <a:pt x="6825" y="3671"/>
                      </a:lnTo>
                      <a:lnTo>
                        <a:pt x="6894" y="3652"/>
                      </a:lnTo>
                      <a:lnTo>
                        <a:pt x="6910" y="3648"/>
                      </a:lnTo>
                      <a:lnTo>
                        <a:pt x="6927" y="3642"/>
                      </a:lnTo>
                      <a:lnTo>
                        <a:pt x="6943" y="3637"/>
                      </a:lnTo>
                      <a:lnTo>
                        <a:pt x="6959" y="3630"/>
                      </a:lnTo>
                      <a:lnTo>
                        <a:pt x="6974" y="3624"/>
                      </a:lnTo>
                      <a:lnTo>
                        <a:pt x="6990" y="3616"/>
                      </a:lnTo>
                      <a:lnTo>
                        <a:pt x="7005" y="3609"/>
                      </a:lnTo>
                      <a:lnTo>
                        <a:pt x="7019" y="3600"/>
                      </a:lnTo>
                      <a:lnTo>
                        <a:pt x="7033" y="3591"/>
                      </a:lnTo>
                      <a:lnTo>
                        <a:pt x="7047" y="3582"/>
                      </a:lnTo>
                      <a:lnTo>
                        <a:pt x="7059" y="3571"/>
                      </a:lnTo>
                      <a:lnTo>
                        <a:pt x="7072" y="3559"/>
                      </a:lnTo>
                      <a:lnTo>
                        <a:pt x="7084" y="3547"/>
                      </a:lnTo>
                      <a:lnTo>
                        <a:pt x="7095" y="3534"/>
                      </a:lnTo>
                      <a:lnTo>
                        <a:pt x="7105" y="3519"/>
                      </a:lnTo>
                      <a:lnTo>
                        <a:pt x="7116" y="3504"/>
                      </a:lnTo>
                      <a:lnTo>
                        <a:pt x="8300" y="1543"/>
                      </a:lnTo>
                      <a:lnTo>
                        <a:pt x="9312" y="1068"/>
                      </a:lnTo>
                      <a:lnTo>
                        <a:pt x="9929" y="654"/>
                      </a:lnTo>
                      <a:lnTo>
                        <a:pt x="9962" y="638"/>
                      </a:lnTo>
                      <a:lnTo>
                        <a:pt x="10014" y="620"/>
                      </a:lnTo>
                      <a:lnTo>
                        <a:pt x="10082" y="602"/>
                      </a:lnTo>
                      <a:lnTo>
                        <a:pt x="10166" y="583"/>
                      </a:lnTo>
                      <a:lnTo>
                        <a:pt x="10264" y="564"/>
                      </a:lnTo>
                      <a:lnTo>
                        <a:pt x="10375" y="544"/>
                      </a:lnTo>
                      <a:lnTo>
                        <a:pt x="10498" y="524"/>
                      </a:lnTo>
                      <a:lnTo>
                        <a:pt x="10633" y="503"/>
                      </a:lnTo>
                      <a:lnTo>
                        <a:pt x="10777" y="483"/>
                      </a:lnTo>
                      <a:lnTo>
                        <a:pt x="10930" y="461"/>
                      </a:lnTo>
                      <a:lnTo>
                        <a:pt x="11090" y="440"/>
                      </a:lnTo>
                      <a:lnTo>
                        <a:pt x="11257" y="417"/>
                      </a:lnTo>
                      <a:lnTo>
                        <a:pt x="11603" y="373"/>
                      </a:lnTo>
                      <a:lnTo>
                        <a:pt x="11961" y="328"/>
                      </a:lnTo>
                      <a:lnTo>
                        <a:pt x="12321" y="284"/>
                      </a:lnTo>
                      <a:lnTo>
                        <a:pt x="12673" y="238"/>
                      </a:lnTo>
                      <a:lnTo>
                        <a:pt x="12844" y="217"/>
                      </a:lnTo>
                      <a:lnTo>
                        <a:pt x="13010" y="195"/>
                      </a:lnTo>
                      <a:lnTo>
                        <a:pt x="13168" y="174"/>
                      </a:lnTo>
                      <a:lnTo>
                        <a:pt x="13320" y="152"/>
                      </a:lnTo>
                      <a:lnTo>
                        <a:pt x="13462" y="131"/>
                      </a:lnTo>
                      <a:lnTo>
                        <a:pt x="13595" y="111"/>
                      </a:lnTo>
                      <a:lnTo>
                        <a:pt x="13716" y="91"/>
                      </a:lnTo>
                      <a:lnTo>
                        <a:pt x="13826" y="72"/>
                      </a:lnTo>
                      <a:lnTo>
                        <a:pt x="13921" y="53"/>
                      </a:lnTo>
                      <a:lnTo>
                        <a:pt x="14003" y="35"/>
                      </a:lnTo>
                      <a:lnTo>
                        <a:pt x="14069" y="17"/>
                      </a:lnTo>
                      <a:lnTo>
                        <a:pt x="14118" y="0"/>
                      </a:lnTo>
                      <a:lnTo>
                        <a:pt x="15675" y="378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D26A271A-05F8-5B81-7783-E81981414C5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84" y="2276"/>
                  <a:ext cx="114" cy="72"/>
                </a:xfrm>
                <a:custGeom>
                  <a:avLst/>
                  <a:gdLst/>
                  <a:ahLst/>
                  <a:cxnLst>
                    <a:cxn ang="0">
                      <a:pos x="14868" y="4199"/>
                    </a:cxn>
                    <a:cxn ang="0">
                      <a:pos x="14514" y="5031"/>
                    </a:cxn>
                    <a:cxn ang="0">
                      <a:pos x="14466" y="5374"/>
                    </a:cxn>
                    <a:cxn ang="0">
                      <a:pos x="14027" y="5466"/>
                    </a:cxn>
                    <a:cxn ang="0">
                      <a:pos x="13073" y="5967"/>
                    </a:cxn>
                    <a:cxn ang="0">
                      <a:pos x="12036" y="6264"/>
                    </a:cxn>
                    <a:cxn ang="0">
                      <a:pos x="10929" y="6593"/>
                    </a:cxn>
                    <a:cxn ang="0">
                      <a:pos x="9740" y="7051"/>
                    </a:cxn>
                    <a:cxn ang="0">
                      <a:pos x="9205" y="7739"/>
                    </a:cxn>
                    <a:cxn ang="0">
                      <a:pos x="8905" y="7936"/>
                    </a:cxn>
                    <a:cxn ang="0">
                      <a:pos x="7539" y="8146"/>
                    </a:cxn>
                    <a:cxn ang="0">
                      <a:pos x="6784" y="8623"/>
                    </a:cxn>
                    <a:cxn ang="0">
                      <a:pos x="5672" y="8733"/>
                    </a:cxn>
                    <a:cxn ang="0">
                      <a:pos x="4779" y="8801"/>
                    </a:cxn>
                    <a:cxn ang="0">
                      <a:pos x="3686" y="9598"/>
                    </a:cxn>
                    <a:cxn ang="0">
                      <a:pos x="2368" y="9909"/>
                    </a:cxn>
                    <a:cxn ang="0">
                      <a:pos x="1652" y="9818"/>
                    </a:cxn>
                    <a:cxn ang="0">
                      <a:pos x="898" y="9087"/>
                    </a:cxn>
                    <a:cxn ang="0">
                      <a:pos x="716" y="7955"/>
                    </a:cxn>
                    <a:cxn ang="0">
                      <a:pos x="482" y="6794"/>
                    </a:cxn>
                    <a:cxn ang="0">
                      <a:pos x="320" y="6215"/>
                    </a:cxn>
                    <a:cxn ang="0">
                      <a:pos x="67" y="5752"/>
                    </a:cxn>
                    <a:cxn ang="0">
                      <a:pos x="86" y="5552"/>
                    </a:cxn>
                    <a:cxn ang="0">
                      <a:pos x="201" y="5007"/>
                    </a:cxn>
                    <a:cxn ang="0">
                      <a:pos x="153" y="4142"/>
                    </a:cxn>
                    <a:cxn ang="0">
                      <a:pos x="850" y="3308"/>
                    </a:cxn>
                    <a:cxn ang="0">
                      <a:pos x="854" y="3271"/>
                    </a:cxn>
                    <a:cxn ang="0">
                      <a:pos x="847" y="3234"/>
                    </a:cxn>
                    <a:cxn ang="0">
                      <a:pos x="825" y="3184"/>
                    </a:cxn>
                    <a:cxn ang="0">
                      <a:pos x="777" y="3110"/>
                    </a:cxn>
                    <a:cxn ang="0">
                      <a:pos x="741" y="3050"/>
                    </a:cxn>
                    <a:cxn ang="0">
                      <a:pos x="727" y="3014"/>
                    </a:cxn>
                    <a:cxn ang="0">
                      <a:pos x="722" y="2979"/>
                    </a:cxn>
                    <a:cxn ang="0">
                      <a:pos x="730" y="2945"/>
                    </a:cxn>
                    <a:cxn ang="0">
                      <a:pos x="1266" y="2241"/>
                    </a:cxn>
                    <a:cxn ang="0">
                      <a:pos x="3858" y="2689"/>
                    </a:cxn>
                    <a:cxn ang="0">
                      <a:pos x="6615" y="3737"/>
                    </a:cxn>
                    <a:cxn ang="0">
                      <a:pos x="6718" y="3700"/>
                    </a:cxn>
                    <a:cxn ang="0">
                      <a:pos x="6894" y="3652"/>
                    </a:cxn>
                    <a:cxn ang="0">
                      <a:pos x="6943" y="3637"/>
                    </a:cxn>
                    <a:cxn ang="0">
                      <a:pos x="6990" y="3616"/>
                    </a:cxn>
                    <a:cxn ang="0">
                      <a:pos x="7033" y="3591"/>
                    </a:cxn>
                    <a:cxn ang="0">
                      <a:pos x="7072" y="3559"/>
                    </a:cxn>
                    <a:cxn ang="0">
                      <a:pos x="7105" y="3519"/>
                    </a:cxn>
                    <a:cxn ang="0">
                      <a:pos x="9312" y="1068"/>
                    </a:cxn>
                    <a:cxn ang="0">
                      <a:pos x="10014" y="620"/>
                    </a:cxn>
                    <a:cxn ang="0">
                      <a:pos x="10264" y="564"/>
                    </a:cxn>
                    <a:cxn ang="0">
                      <a:pos x="10633" y="503"/>
                    </a:cxn>
                    <a:cxn ang="0">
                      <a:pos x="11090" y="440"/>
                    </a:cxn>
                    <a:cxn ang="0">
                      <a:pos x="11961" y="328"/>
                    </a:cxn>
                    <a:cxn ang="0">
                      <a:pos x="12844" y="217"/>
                    </a:cxn>
                    <a:cxn ang="0">
                      <a:pos x="13320" y="152"/>
                    </a:cxn>
                    <a:cxn ang="0">
                      <a:pos x="13716" y="91"/>
                    </a:cxn>
                    <a:cxn ang="0">
                      <a:pos x="14003" y="35"/>
                    </a:cxn>
                    <a:cxn ang="0">
                      <a:pos x="15675" y="3780"/>
                    </a:cxn>
                  </a:cxnLst>
                  <a:rect l="0" t="0" r="r" b="b"/>
                  <a:pathLst>
                    <a:path w="15675" h="9942">
                      <a:moveTo>
                        <a:pt x="15675" y="3780"/>
                      </a:moveTo>
                      <a:lnTo>
                        <a:pt x="15169" y="3985"/>
                      </a:lnTo>
                      <a:lnTo>
                        <a:pt x="14868" y="4199"/>
                      </a:lnTo>
                      <a:lnTo>
                        <a:pt x="14648" y="4443"/>
                      </a:lnTo>
                      <a:lnTo>
                        <a:pt x="14447" y="4864"/>
                      </a:lnTo>
                      <a:lnTo>
                        <a:pt x="14514" y="5031"/>
                      </a:lnTo>
                      <a:lnTo>
                        <a:pt x="14543" y="5260"/>
                      </a:lnTo>
                      <a:lnTo>
                        <a:pt x="14538" y="5308"/>
                      </a:lnTo>
                      <a:lnTo>
                        <a:pt x="14466" y="5374"/>
                      </a:lnTo>
                      <a:lnTo>
                        <a:pt x="14385" y="5418"/>
                      </a:lnTo>
                      <a:lnTo>
                        <a:pt x="14190" y="5385"/>
                      </a:lnTo>
                      <a:lnTo>
                        <a:pt x="14027" y="5466"/>
                      </a:lnTo>
                      <a:lnTo>
                        <a:pt x="13627" y="5576"/>
                      </a:lnTo>
                      <a:lnTo>
                        <a:pt x="13364" y="5843"/>
                      </a:lnTo>
                      <a:lnTo>
                        <a:pt x="13073" y="5967"/>
                      </a:lnTo>
                      <a:lnTo>
                        <a:pt x="12652" y="6020"/>
                      </a:lnTo>
                      <a:lnTo>
                        <a:pt x="12404" y="6082"/>
                      </a:lnTo>
                      <a:lnTo>
                        <a:pt x="12036" y="6264"/>
                      </a:lnTo>
                      <a:lnTo>
                        <a:pt x="11764" y="6336"/>
                      </a:lnTo>
                      <a:lnTo>
                        <a:pt x="11211" y="6574"/>
                      </a:lnTo>
                      <a:lnTo>
                        <a:pt x="10929" y="6593"/>
                      </a:lnTo>
                      <a:lnTo>
                        <a:pt x="10470" y="6679"/>
                      </a:lnTo>
                      <a:lnTo>
                        <a:pt x="9988" y="6908"/>
                      </a:lnTo>
                      <a:lnTo>
                        <a:pt x="9740" y="7051"/>
                      </a:lnTo>
                      <a:lnTo>
                        <a:pt x="9645" y="7262"/>
                      </a:lnTo>
                      <a:lnTo>
                        <a:pt x="9521" y="7448"/>
                      </a:lnTo>
                      <a:lnTo>
                        <a:pt x="9205" y="7739"/>
                      </a:lnTo>
                      <a:lnTo>
                        <a:pt x="9072" y="7825"/>
                      </a:lnTo>
                      <a:lnTo>
                        <a:pt x="9020" y="7897"/>
                      </a:lnTo>
                      <a:lnTo>
                        <a:pt x="8905" y="7936"/>
                      </a:lnTo>
                      <a:lnTo>
                        <a:pt x="8198" y="7906"/>
                      </a:lnTo>
                      <a:lnTo>
                        <a:pt x="7845" y="7951"/>
                      </a:lnTo>
                      <a:lnTo>
                        <a:pt x="7539" y="8146"/>
                      </a:lnTo>
                      <a:lnTo>
                        <a:pt x="7391" y="8347"/>
                      </a:lnTo>
                      <a:lnTo>
                        <a:pt x="6962" y="8585"/>
                      </a:lnTo>
                      <a:lnTo>
                        <a:pt x="6784" y="8623"/>
                      </a:lnTo>
                      <a:lnTo>
                        <a:pt x="6259" y="8776"/>
                      </a:lnTo>
                      <a:lnTo>
                        <a:pt x="5978" y="8801"/>
                      </a:lnTo>
                      <a:lnTo>
                        <a:pt x="5672" y="8733"/>
                      </a:lnTo>
                      <a:lnTo>
                        <a:pt x="5353" y="8786"/>
                      </a:lnTo>
                      <a:lnTo>
                        <a:pt x="5109" y="8762"/>
                      </a:lnTo>
                      <a:lnTo>
                        <a:pt x="4779" y="8801"/>
                      </a:lnTo>
                      <a:lnTo>
                        <a:pt x="4497" y="8977"/>
                      </a:lnTo>
                      <a:lnTo>
                        <a:pt x="4292" y="9321"/>
                      </a:lnTo>
                      <a:lnTo>
                        <a:pt x="3686" y="9598"/>
                      </a:lnTo>
                      <a:lnTo>
                        <a:pt x="3405" y="9771"/>
                      </a:lnTo>
                      <a:lnTo>
                        <a:pt x="2769" y="9785"/>
                      </a:lnTo>
                      <a:lnTo>
                        <a:pt x="2368" y="9909"/>
                      </a:lnTo>
                      <a:lnTo>
                        <a:pt x="2149" y="9890"/>
                      </a:lnTo>
                      <a:lnTo>
                        <a:pt x="1934" y="9942"/>
                      </a:lnTo>
                      <a:lnTo>
                        <a:pt x="1652" y="9818"/>
                      </a:lnTo>
                      <a:lnTo>
                        <a:pt x="1309" y="9832"/>
                      </a:lnTo>
                      <a:lnTo>
                        <a:pt x="1180" y="9435"/>
                      </a:lnTo>
                      <a:lnTo>
                        <a:pt x="898" y="9087"/>
                      </a:lnTo>
                      <a:lnTo>
                        <a:pt x="898" y="8356"/>
                      </a:lnTo>
                      <a:lnTo>
                        <a:pt x="865" y="8108"/>
                      </a:lnTo>
                      <a:lnTo>
                        <a:pt x="716" y="7955"/>
                      </a:lnTo>
                      <a:lnTo>
                        <a:pt x="635" y="7758"/>
                      </a:lnTo>
                      <a:lnTo>
                        <a:pt x="535" y="7310"/>
                      </a:lnTo>
                      <a:lnTo>
                        <a:pt x="482" y="6794"/>
                      </a:lnTo>
                      <a:lnTo>
                        <a:pt x="401" y="6584"/>
                      </a:lnTo>
                      <a:lnTo>
                        <a:pt x="320" y="6450"/>
                      </a:lnTo>
                      <a:lnTo>
                        <a:pt x="320" y="6215"/>
                      </a:lnTo>
                      <a:lnTo>
                        <a:pt x="86" y="5886"/>
                      </a:lnTo>
                      <a:lnTo>
                        <a:pt x="0" y="5814"/>
                      </a:lnTo>
                      <a:lnTo>
                        <a:pt x="67" y="5752"/>
                      </a:lnTo>
                      <a:lnTo>
                        <a:pt x="134" y="5767"/>
                      </a:lnTo>
                      <a:lnTo>
                        <a:pt x="134" y="5666"/>
                      </a:lnTo>
                      <a:lnTo>
                        <a:pt x="86" y="5552"/>
                      </a:lnTo>
                      <a:lnTo>
                        <a:pt x="86" y="5303"/>
                      </a:lnTo>
                      <a:lnTo>
                        <a:pt x="34" y="5155"/>
                      </a:lnTo>
                      <a:lnTo>
                        <a:pt x="201" y="5007"/>
                      </a:lnTo>
                      <a:lnTo>
                        <a:pt x="234" y="4888"/>
                      </a:lnTo>
                      <a:lnTo>
                        <a:pt x="201" y="4438"/>
                      </a:lnTo>
                      <a:lnTo>
                        <a:pt x="153" y="4142"/>
                      </a:lnTo>
                      <a:lnTo>
                        <a:pt x="101" y="4075"/>
                      </a:lnTo>
                      <a:lnTo>
                        <a:pt x="710" y="3760"/>
                      </a:lnTo>
                      <a:lnTo>
                        <a:pt x="850" y="3308"/>
                      </a:lnTo>
                      <a:lnTo>
                        <a:pt x="853" y="3295"/>
                      </a:lnTo>
                      <a:lnTo>
                        <a:pt x="854" y="3283"/>
                      </a:lnTo>
                      <a:lnTo>
                        <a:pt x="854" y="3271"/>
                      </a:lnTo>
                      <a:lnTo>
                        <a:pt x="853" y="3258"/>
                      </a:lnTo>
                      <a:lnTo>
                        <a:pt x="850" y="3246"/>
                      </a:lnTo>
                      <a:lnTo>
                        <a:pt x="847" y="3234"/>
                      </a:lnTo>
                      <a:lnTo>
                        <a:pt x="843" y="3222"/>
                      </a:lnTo>
                      <a:lnTo>
                        <a:pt x="838" y="3209"/>
                      </a:lnTo>
                      <a:lnTo>
                        <a:pt x="825" y="3184"/>
                      </a:lnTo>
                      <a:lnTo>
                        <a:pt x="809" y="3159"/>
                      </a:lnTo>
                      <a:lnTo>
                        <a:pt x="793" y="3135"/>
                      </a:lnTo>
                      <a:lnTo>
                        <a:pt x="777" y="3110"/>
                      </a:lnTo>
                      <a:lnTo>
                        <a:pt x="761" y="3086"/>
                      </a:lnTo>
                      <a:lnTo>
                        <a:pt x="747" y="3061"/>
                      </a:lnTo>
                      <a:lnTo>
                        <a:pt x="741" y="3050"/>
                      </a:lnTo>
                      <a:lnTo>
                        <a:pt x="736" y="3038"/>
                      </a:lnTo>
                      <a:lnTo>
                        <a:pt x="731" y="3026"/>
                      </a:lnTo>
                      <a:lnTo>
                        <a:pt x="727" y="3014"/>
                      </a:lnTo>
                      <a:lnTo>
                        <a:pt x="724" y="3002"/>
                      </a:lnTo>
                      <a:lnTo>
                        <a:pt x="722" y="2991"/>
                      </a:lnTo>
                      <a:lnTo>
                        <a:pt x="722" y="2979"/>
                      </a:lnTo>
                      <a:lnTo>
                        <a:pt x="723" y="2967"/>
                      </a:lnTo>
                      <a:lnTo>
                        <a:pt x="725" y="2956"/>
                      </a:lnTo>
                      <a:lnTo>
                        <a:pt x="730" y="2945"/>
                      </a:lnTo>
                      <a:lnTo>
                        <a:pt x="735" y="2934"/>
                      </a:lnTo>
                      <a:lnTo>
                        <a:pt x="743" y="2922"/>
                      </a:lnTo>
                      <a:lnTo>
                        <a:pt x="1266" y="2241"/>
                      </a:lnTo>
                      <a:lnTo>
                        <a:pt x="1614" y="2657"/>
                      </a:lnTo>
                      <a:lnTo>
                        <a:pt x="2120" y="2602"/>
                      </a:lnTo>
                      <a:lnTo>
                        <a:pt x="3858" y="2689"/>
                      </a:lnTo>
                      <a:lnTo>
                        <a:pt x="4187" y="2967"/>
                      </a:lnTo>
                      <a:lnTo>
                        <a:pt x="6020" y="3083"/>
                      </a:lnTo>
                      <a:lnTo>
                        <a:pt x="6615" y="3737"/>
                      </a:lnTo>
                      <a:lnTo>
                        <a:pt x="6648" y="3723"/>
                      </a:lnTo>
                      <a:lnTo>
                        <a:pt x="6683" y="3710"/>
                      </a:lnTo>
                      <a:lnTo>
                        <a:pt x="6718" y="3700"/>
                      </a:lnTo>
                      <a:lnTo>
                        <a:pt x="6754" y="3690"/>
                      </a:lnTo>
                      <a:lnTo>
                        <a:pt x="6825" y="3671"/>
                      </a:lnTo>
                      <a:lnTo>
                        <a:pt x="6894" y="3652"/>
                      </a:lnTo>
                      <a:lnTo>
                        <a:pt x="6910" y="3648"/>
                      </a:lnTo>
                      <a:lnTo>
                        <a:pt x="6927" y="3642"/>
                      </a:lnTo>
                      <a:lnTo>
                        <a:pt x="6943" y="3637"/>
                      </a:lnTo>
                      <a:lnTo>
                        <a:pt x="6959" y="3630"/>
                      </a:lnTo>
                      <a:lnTo>
                        <a:pt x="6974" y="3624"/>
                      </a:lnTo>
                      <a:lnTo>
                        <a:pt x="6990" y="3616"/>
                      </a:lnTo>
                      <a:lnTo>
                        <a:pt x="7005" y="3609"/>
                      </a:lnTo>
                      <a:lnTo>
                        <a:pt x="7019" y="3600"/>
                      </a:lnTo>
                      <a:lnTo>
                        <a:pt x="7033" y="3591"/>
                      </a:lnTo>
                      <a:lnTo>
                        <a:pt x="7047" y="3582"/>
                      </a:lnTo>
                      <a:lnTo>
                        <a:pt x="7059" y="3571"/>
                      </a:lnTo>
                      <a:lnTo>
                        <a:pt x="7072" y="3559"/>
                      </a:lnTo>
                      <a:lnTo>
                        <a:pt x="7084" y="3547"/>
                      </a:lnTo>
                      <a:lnTo>
                        <a:pt x="7095" y="3534"/>
                      </a:lnTo>
                      <a:lnTo>
                        <a:pt x="7105" y="3519"/>
                      </a:lnTo>
                      <a:lnTo>
                        <a:pt x="7116" y="3504"/>
                      </a:lnTo>
                      <a:lnTo>
                        <a:pt x="8300" y="1543"/>
                      </a:lnTo>
                      <a:lnTo>
                        <a:pt x="9312" y="1068"/>
                      </a:lnTo>
                      <a:lnTo>
                        <a:pt x="9929" y="654"/>
                      </a:lnTo>
                      <a:lnTo>
                        <a:pt x="9962" y="638"/>
                      </a:lnTo>
                      <a:lnTo>
                        <a:pt x="10014" y="620"/>
                      </a:lnTo>
                      <a:lnTo>
                        <a:pt x="10082" y="602"/>
                      </a:lnTo>
                      <a:lnTo>
                        <a:pt x="10166" y="583"/>
                      </a:lnTo>
                      <a:lnTo>
                        <a:pt x="10264" y="564"/>
                      </a:lnTo>
                      <a:lnTo>
                        <a:pt x="10375" y="544"/>
                      </a:lnTo>
                      <a:lnTo>
                        <a:pt x="10498" y="524"/>
                      </a:lnTo>
                      <a:lnTo>
                        <a:pt x="10633" y="503"/>
                      </a:lnTo>
                      <a:lnTo>
                        <a:pt x="10777" y="483"/>
                      </a:lnTo>
                      <a:lnTo>
                        <a:pt x="10930" y="461"/>
                      </a:lnTo>
                      <a:lnTo>
                        <a:pt x="11090" y="440"/>
                      </a:lnTo>
                      <a:lnTo>
                        <a:pt x="11257" y="417"/>
                      </a:lnTo>
                      <a:lnTo>
                        <a:pt x="11603" y="373"/>
                      </a:lnTo>
                      <a:lnTo>
                        <a:pt x="11961" y="328"/>
                      </a:lnTo>
                      <a:lnTo>
                        <a:pt x="12321" y="284"/>
                      </a:lnTo>
                      <a:lnTo>
                        <a:pt x="12673" y="238"/>
                      </a:lnTo>
                      <a:lnTo>
                        <a:pt x="12844" y="217"/>
                      </a:lnTo>
                      <a:lnTo>
                        <a:pt x="13010" y="195"/>
                      </a:lnTo>
                      <a:lnTo>
                        <a:pt x="13168" y="174"/>
                      </a:lnTo>
                      <a:lnTo>
                        <a:pt x="13320" y="152"/>
                      </a:lnTo>
                      <a:lnTo>
                        <a:pt x="13462" y="131"/>
                      </a:lnTo>
                      <a:lnTo>
                        <a:pt x="13595" y="111"/>
                      </a:lnTo>
                      <a:lnTo>
                        <a:pt x="13716" y="91"/>
                      </a:lnTo>
                      <a:lnTo>
                        <a:pt x="13826" y="72"/>
                      </a:lnTo>
                      <a:lnTo>
                        <a:pt x="13921" y="53"/>
                      </a:lnTo>
                      <a:lnTo>
                        <a:pt x="14003" y="35"/>
                      </a:lnTo>
                      <a:lnTo>
                        <a:pt x="14069" y="17"/>
                      </a:lnTo>
                      <a:lnTo>
                        <a:pt x="14118" y="0"/>
                      </a:lnTo>
                      <a:lnTo>
                        <a:pt x="15675" y="3780"/>
                      </a:lnTo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19" name="Freeform 83">
                <a:extLst>
                  <a:ext uri="{FF2B5EF4-FFF2-40B4-BE49-F238E27FC236}">
                    <a16:creationId xmlns:a16="http://schemas.microsoft.com/office/drawing/2014/main" id="{5A3D9DB0-BF76-DAD7-C664-CE66F86A838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04" y="2214"/>
                <a:ext cx="3" cy="2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7" y="9"/>
                  </a:cxn>
                  <a:cxn ang="0">
                    <a:pos x="10" y="6"/>
                  </a:cxn>
                  <a:cxn ang="0">
                    <a:pos x="12" y="9"/>
                  </a:cxn>
                  <a:cxn ang="0">
                    <a:pos x="16" y="5"/>
                  </a:cxn>
                  <a:cxn ang="0">
                    <a:pos x="14" y="4"/>
                  </a:cxn>
                  <a:cxn ang="0">
                    <a:pos x="11" y="4"/>
                  </a:cxn>
                  <a:cxn ang="0">
                    <a:pos x="10" y="1"/>
                  </a:cxn>
                  <a:cxn ang="0">
                    <a:pos x="7" y="0"/>
                  </a:cxn>
                  <a:cxn ang="0">
                    <a:pos x="3" y="1"/>
                  </a:cxn>
                  <a:cxn ang="0">
                    <a:pos x="0" y="8"/>
                  </a:cxn>
                </a:cxnLst>
                <a:rect l="0" t="0" r="r" b="b"/>
                <a:pathLst>
                  <a:path w="16" h="9">
                    <a:moveTo>
                      <a:pt x="0" y="8"/>
                    </a:moveTo>
                    <a:lnTo>
                      <a:pt x="7" y="9"/>
                    </a:lnTo>
                    <a:lnTo>
                      <a:pt x="10" y="6"/>
                    </a:lnTo>
                    <a:lnTo>
                      <a:pt x="12" y="9"/>
                    </a:lnTo>
                    <a:lnTo>
                      <a:pt x="16" y="5"/>
                    </a:lnTo>
                    <a:lnTo>
                      <a:pt x="14" y="4"/>
                    </a:lnTo>
                    <a:lnTo>
                      <a:pt x="11" y="4"/>
                    </a:lnTo>
                    <a:lnTo>
                      <a:pt x="10" y="1"/>
                    </a:lnTo>
                    <a:lnTo>
                      <a:pt x="7" y="0"/>
                    </a:lnTo>
                    <a:lnTo>
                      <a:pt x="3" y="1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20" name="Group 84">
                <a:extLst>
                  <a:ext uri="{FF2B5EF4-FFF2-40B4-BE49-F238E27FC236}">
                    <a16:creationId xmlns:a16="http://schemas.microsoft.com/office/drawing/2014/main" id="{0BB6E993-16F3-97D9-2AFD-84CECFCE7A8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86" y="2189"/>
                <a:ext cx="85" cy="114"/>
                <a:chOff x="3086" y="2189"/>
                <a:chExt cx="85" cy="114"/>
              </a:xfrm>
              <a:grpFill/>
            </p:grpSpPr>
            <p:sp>
              <p:nvSpPr>
                <p:cNvPr id="34" name="Freeform 85">
                  <a:extLst>
                    <a:ext uri="{FF2B5EF4-FFF2-40B4-BE49-F238E27FC236}">
                      <a16:creationId xmlns:a16="http://schemas.microsoft.com/office/drawing/2014/main" id="{17C840E8-3166-5656-33F0-1B491754174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30" y="2189"/>
                  <a:ext cx="4" cy="8"/>
                </a:xfrm>
                <a:custGeom>
                  <a:avLst/>
                  <a:gdLst/>
                  <a:ahLst/>
                  <a:cxnLst>
                    <a:cxn ang="0">
                      <a:pos x="0" y="15"/>
                    </a:cxn>
                    <a:cxn ang="0">
                      <a:pos x="1" y="19"/>
                    </a:cxn>
                    <a:cxn ang="0">
                      <a:pos x="3" y="25"/>
                    </a:cxn>
                    <a:cxn ang="0">
                      <a:pos x="2" y="27"/>
                    </a:cxn>
                    <a:cxn ang="0">
                      <a:pos x="3" y="31"/>
                    </a:cxn>
                    <a:cxn ang="0">
                      <a:pos x="1" y="36"/>
                    </a:cxn>
                    <a:cxn ang="0">
                      <a:pos x="3" y="37"/>
                    </a:cxn>
                    <a:cxn ang="0">
                      <a:pos x="11" y="40"/>
                    </a:cxn>
                    <a:cxn ang="0">
                      <a:pos x="12" y="36"/>
                    </a:cxn>
                    <a:cxn ang="0">
                      <a:pos x="17" y="27"/>
                    </a:cxn>
                    <a:cxn ang="0">
                      <a:pos x="17" y="18"/>
                    </a:cxn>
                    <a:cxn ang="0">
                      <a:pos x="15" y="15"/>
                    </a:cxn>
                    <a:cxn ang="0">
                      <a:pos x="15" y="11"/>
                    </a:cxn>
                    <a:cxn ang="0">
                      <a:pos x="18" y="9"/>
                    </a:cxn>
                    <a:cxn ang="0">
                      <a:pos x="19" y="4"/>
                    </a:cxn>
                    <a:cxn ang="0">
                      <a:pos x="15" y="0"/>
                    </a:cxn>
                    <a:cxn ang="0">
                      <a:pos x="9" y="4"/>
                    </a:cxn>
                    <a:cxn ang="0">
                      <a:pos x="7" y="4"/>
                    </a:cxn>
                    <a:cxn ang="0">
                      <a:pos x="0" y="15"/>
                    </a:cxn>
                  </a:cxnLst>
                  <a:rect l="0" t="0" r="r" b="b"/>
                  <a:pathLst>
                    <a:path w="19" h="40">
                      <a:moveTo>
                        <a:pt x="0" y="15"/>
                      </a:moveTo>
                      <a:lnTo>
                        <a:pt x="1" y="19"/>
                      </a:lnTo>
                      <a:lnTo>
                        <a:pt x="3" y="25"/>
                      </a:lnTo>
                      <a:lnTo>
                        <a:pt x="2" y="27"/>
                      </a:lnTo>
                      <a:lnTo>
                        <a:pt x="3" y="31"/>
                      </a:lnTo>
                      <a:lnTo>
                        <a:pt x="1" y="36"/>
                      </a:lnTo>
                      <a:lnTo>
                        <a:pt x="3" y="37"/>
                      </a:lnTo>
                      <a:lnTo>
                        <a:pt x="11" y="40"/>
                      </a:lnTo>
                      <a:lnTo>
                        <a:pt x="12" y="36"/>
                      </a:lnTo>
                      <a:lnTo>
                        <a:pt x="17" y="27"/>
                      </a:lnTo>
                      <a:lnTo>
                        <a:pt x="17" y="18"/>
                      </a:lnTo>
                      <a:lnTo>
                        <a:pt x="15" y="15"/>
                      </a:lnTo>
                      <a:lnTo>
                        <a:pt x="15" y="11"/>
                      </a:lnTo>
                      <a:lnTo>
                        <a:pt x="18" y="9"/>
                      </a:lnTo>
                      <a:lnTo>
                        <a:pt x="19" y="4"/>
                      </a:lnTo>
                      <a:lnTo>
                        <a:pt x="15" y="0"/>
                      </a:lnTo>
                      <a:lnTo>
                        <a:pt x="9" y="4"/>
                      </a:lnTo>
                      <a:lnTo>
                        <a:pt x="7" y="4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5" name="Freeform 86">
                  <a:extLst>
                    <a:ext uri="{FF2B5EF4-FFF2-40B4-BE49-F238E27FC236}">
                      <a16:creationId xmlns:a16="http://schemas.microsoft.com/office/drawing/2014/main" id="{68664B7F-DD1F-2611-48C2-59FA22F3942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86" y="2207"/>
                  <a:ext cx="85" cy="96"/>
                </a:xfrm>
                <a:custGeom>
                  <a:avLst/>
                  <a:gdLst/>
                  <a:ahLst/>
                  <a:cxnLst>
                    <a:cxn ang="0">
                      <a:pos x="203" y="0"/>
                    </a:cxn>
                    <a:cxn ang="0">
                      <a:pos x="187" y="59"/>
                    </a:cxn>
                    <a:cxn ang="0">
                      <a:pos x="203" y="170"/>
                    </a:cxn>
                    <a:cxn ang="0">
                      <a:pos x="0" y="345"/>
                    </a:cxn>
                    <a:cxn ang="0">
                      <a:pos x="83" y="474"/>
                    </a:cxn>
                    <a:cxn ang="0">
                      <a:pos x="107" y="466"/>
                    </a:cxn>
                    <a:cxn ang="0">
                      <a:pos x="137" y="459"/>
                    </a:cxn>
                    <a:cxn ang="0">
                      <a:pos x="154" y="464"/>
                    </a:cxn>
                    <a:cxn ang="0">
                      <a:pos x="165" y="460"/>
                    </a:cxn>
                    <a:cxn ang="0">
                      <a:pos x="179" y="447"/>
                    </a:cxn>
                    <a:cxn ang="0">
                      <a:pos x="180" y="436"/>
                    </a:cxn>
                    <a:cxn ang="0">
                      <a:pos x="186" y="425"/>
                    </a:cxn>
                    <a:cxn ang="0">
                      <a:pos x="224" y="407"/>
                    </a:cxn>
                    <a:cxn ang="0">
                      <a:pos x="241" y="404"/>
                    </a:cxn>
                    <a:cxn ang="0">
                      <a:pos x="253" y="382"/>
                    </a:cxn>
                    <a:cxn ang="0">
                      <a:pos x="262" y="361"/>
                    </a:cxn>
                    <a:cxn ang="0">
                      <a:pos x="278" y="352"/>
                    </a:cxn>
                    <a:cxn ang="0">
                      <a:pos x="289" y="348"/>
                    </a:cxn>
                    <a:cxn ang="0">
                      <a:pos x="309" y="346"/>
                    </a:cxn>
                    <a:cxn ang="0">
                      <a:pos x="319" y="337"/>
                    </a:cxn>
                    <a:cxn ang="0">
                      <a:pos x="314" y="325"/>
                    </a:cxn>
                    <a:cxn ang="0">
                      <a:pos x="312" y="303"/>
                    </a:cxn>
                    <a:cxn ang="0">
                      <a:pos x="314" y="285"/>
                    </a:cxn>
                    <a:cxn ang="0">
                      <a:pos x="335" y="256"/>
                    </a:cxn>
                    <a:cxn ang="0">
                      <a:pos x="342" y="255"/>
                    </a:cxn>
                    <a:cxn ang="0">
                      <a:pos x="347" y="262"/>
                    </a:cxn>
                    <a:cxn ang="0">
                      <a:pos x="355" y="261"/>
                    </a:cxn>
                    <a:cxn ang="0">
                      <a:pos x="369" y="239"/>
                    </a:cxn>
                    <a:cxn ang="0">
                      <a:pos x="382" y="216"/>
                    </a:cxn>
                    <a:cxn ang="0">
                      <a:pos x="416" y="178"/>
                    </a:cxn>
                    <a:cxn ang="0">
                      <a:pos x="422" y="161"/>
                    </a:cxn>
                    <a:cxn ang="0">
                      <a:pos x="427" y="143"/>
                    </a:cxn>
                    <a:cxn ang="0">
                      <a:pos x="419" y="137"/>
                    </a:cxn>
                    <a:cxn ang="0">
                      <a:pos x="406" y="131"/>
                    </a:cxn>
                    <a:cxn ang="0">
                      <a:pos x="391" y="111"/>
                    </a:cxn>
                    <a:cxn ang="0">
                      <a:pos x="382" y="103"/>
                    </a:cxn>
                    <a:cxn ang="0">
                      <a:pos x="375" y="92"/>
                    </a:cxn>
                    <a:cxn ang="0">
                      <a:pos x="366" y="79"/>
                    </a:cxn>
                    <a:cxn ang="0">
                      <a:pos x="347" y="73"/>
                    </a:cxn>
                    <a:cxn ang="0">
                      <a:pos x="315" y="63"/>
                    </a:cxn>
                    <a:cxn ang="0">
                      <a:pos x="285" y="51"/>
                    </a:cxn>
                    <a:cxn ang="0">
                      <a:pos x="266" y="40"/>
                    </a:cxn>
                    <a:cxn ang="0">
                      <a:pos x="252" y="23"/>
                    </a:cxn>
                    <a:cxn ang="0">
                      <a:pos x="241" y="12"/>
                    </a:cxn>
                  </a:cxnLst>
                  <a:rect l="0" t="0" r="r" b="b"/>
                  <a:pathLst>
                    <a:path w="427" h="482">
                      <a:moveTo>
                        <a:pt x="236" y="0"/>
                      </a:moveTo>
                      <a:lnTo>
                        <a:pt x="203" y="0"/>
                      </a:lnTo>
                      <a:lnTo>
                        <a:pt x="220" y="46"/>
                      </a:lnTo>
                      <a:lnTo>
                        <a:pt x="187" y="59"/>
                      </a:lnTo>
                      <a:lnTo>
                        <a:pt x="176" y="130"/>
                      </a:lnTo>
                      <a:lnTo>
                        <a:pt x="203" y="170"/>
                      </a:lnTo>
                      <a:lnTo>
                        <a:pt x="165" y="287"/>
                      </a:lnTo>
                      <a:lnTo>
                        <a:pt x="0" y="345"/>
                      </a:lnTo>
                      <a:lnTo>
                        <a:pt x="57" y="482"/>
                      </a:lnTo>
                      <a:lnTo>
                        <a:pt x="83" y="474"/>
                      </a:lnTo>
                      <a:lnTo>
                        <a:pt x="94" y="473"/>
                      </a:lnTo>
                      <a:lnTo>
                        <a:pt x="107" y="466"/>
                      </a:lnTo>
                      <a:lnTo>
                        <a:pt x="117" y="460"/>
                      </a:lnTo>
                      <a:lnTo>
                        <a:pt x="137" y="459"/>
                      </a:lnTo>
                      <a:lnTo>
                        <a:pt x="150" y="461"/>
                      </a:lnTo>
                      <a:lnTo>
                        <a:pt x="154" y="464"/>
                      </a:lnTo>
                      <a:lnTo>
                        <a:pt x="161" y="464"/>
                      </a:lnTo>
                      <a:lnTo>
                        <a:pt x="165" y="460"/>
                      </a:lnTo>
                      <a:lnTo>
                        <a:pt x="172" y="455"/>
                      </a:lnTo>
                      <a:lnTo>
                        <a:pt x="179" y="447"/>
                      </a:lnTo>
                      <a:lnTo>
                        <a:pt x="180" y="443"/>
                      </a:lnTo>
                      <a:lnTo>
                        <a:pt x="180" y="436"/>
                      </a:lnTo>
                      <a:lnTo>
                        <a:pt x="180" y="430"/>
                      </a:lnTo>
                      <a:lnTo>
                        <a:pt x="186" y="425"/>
                      </a:lnTo>
                      <a:lnTo>
                        <a:pt x="194" y="414"/>
                      </a:lnTo>
                      <a:lnTo>
                        <a:pt x="224" y="407"/>
                      </a:lnTo>
                      <a:lnTo>
                        <a:pt x="234" y="407"/>
                      </a:lnTo>
                      <a:lnTo>
                        <a:pt x="241" y="404"/>
                      </a:lnTo>
                      <a:lnTo>
                        <a:pt x="250" y="394"/>
                      </a:lnTo>
                      <a:lnTo>
                        <a:pt x="253" y="382"/>
                      </a:lnTo>
                      <a:lnTo>
                        <a:pt x="256" y="371"/>
                      </a:lnTo>
                      <a:lnTo>
                        <a:pt x="262" y="361"/>
                      </a:lnTo>
                      <a:lnTo>
                        <a:pt x="269" y="355"/>
                      </a:lnTo>
                      <a:lnTo>
                        <a:pt x="278" y="352"/>
                      </a:lnTo>
                      <a:lnTo>
                        <a:pt x="282" y="347"/>
                      </a:lnTo>
                      <a:lnTo>
                        <a:pt x="289" y="348"/>
                      </a:lnTo>
                      <a:lnTo>
                        <a:pt x="301" y="346"/>
                      </a:lnTo>
                      <a:lnTo>
                        <a:pt x="309" y="346"/>
                      </a:lnTo>
                      <a:lnTo>
                        <a:pt x="316" y="342"/>
                      </a:lnTo>
                      <a:lnTo>
                        <a:pt x="319" y="337"/>
                      </a:lnTo>
                      <a:lnTo>
                        <a:pt x="316" y="328"/>
                      </a:lnTo>
                      <a:lnTo>
                        <a:pt x="314" y="325"/>
                      </a:lnTo>
                      <a:lnTo>
                        <a:pt x="312" y="312"/>
                      </a:lnTo>
                      <a:lnTo>
                        <a:pt x="312" y="303"/>
                      </a:lnTo>
                      <a:lnTo>
                        <a:pt x="315" y="293"/>
                      </a:lnTo>
                      <a:lnTo>
                        <a:pt x="314" y="285"/>
                      </a:lnTo>
                      <a:lnTo>
                        <a:pt x="327" y="265"/>
                      </a:lnTo>
                      <a:lnTo>
                        <a:pt x="335" y="256"/>
                      </a:lnTo>
                      <a:lnTo>
                        <a:pt x="339" y="253"/>
                      </a:lnTo>
                      <a:lnTo>
                        <a:pt x="342" y="255"/>
                      </a:lnTo>
                      <a:lnTo>
                        <a:pt x="344" y="260"/>
                      </a:lnTo>
                      <a:lnTo>
                        <a:pt x="347" y="262"/>
                      </a:lnTo>
                      <a:lnTo>
                        <a:pt x="353" y="264"/>
                      </a:lnTo>
                      <a:lnTo>
                        <a:pt x="355" y="261"/>
                      </a:lnTo>
                      <a:lnTo>
                        <a:pt x="365" y="244"/>
                      </a:lnTo>
                      <a:lnTo>
                        <a:pt x="369" y="239"/>
                      </a:lnTo>
                      <a:lnTo>
                        <a:pt x="376" y="224"/>
                      </a:lnTo>
                      <a:lnTo>
                        <a:pt x="382" y="216"/>
                      </a:lnTo>
                      <a:lnTo>
                        <a:pt x="396" y="206"/>
                      </a:lnTo>
                      <a:lnTo>
                        <a:pt x="416" y="178"/>
                      </a:lnTo>
                      <a:lnTo>
                        <a:pt x="421" y="167"/>
                      </a:lnTo>
                      <a:lnTo>
                        <a:pt x="422" y="161"/>
                      </a:lnTo>
                      <a:lnTo>
                        <a:pt x="427" y="147"/>
                      </a:lnTo>
                      <a:lnTo>
                        <a:pt x="427" y="143"/>
                      </a:lnTo>
                      <a:lnTo>
                        <a:pt x="423" y="140"/>
                      </a:lnTo>
                      <a:lnTo>
                        <a:pt x="419" y="137"/>
                      </a:lnTo>
                      <a:lnTo>
                        <a:pt x="418" y="134"/>
                      </a:lnTo>
                      <a:lnTo>
                        <a:pt x="406" y="131"/>
                      </a:lnTo>
                      <a:lnTo>
                        <a:pt x="396" y="124"/>
                      </a:lnTo>
                      <a:lnTo>
                        <a:pt x="391" y="111"/>
                      </a:lnTo>
                      <a:lnTo>
                        <a:pt x="386" y="108"/>
                      </a:lnTo>
                      <a:lnTo>
                        <a:pt x="382" y="103"/>
                      </a:lnTo>
                      <a:lnTo>
                        <a:pt x="381" y="98"/>
                      </a:lnTo>
                      <a:lnTo>
                        <a:pt x="375" y="92"/>
                      </a:lnTo>
                      <a:lnTo>
                        <a:pt x="373" y="88"/>
                      </a:lnTo>
                      <a:lnTo>
                        <a:pt x="366" y="79"/>
                      </a:lnTo>
                      <a:lnTo>
                        <a:pt x="354" y="73"/>
                      </a:lnTo>
                      <a:lnTo>
                        <a:pt x="347" y="73"/>
                      </a:lnTo>
                      <a:lnTo>
                        <a:pt x="332" y="66"/>
                      </a:lnTo>
                      <a:lnTo>
                        <a:pt x="315" y="63"/>
                      </a:lnTo>
                      <a:lnTo>
                        <a:pt x="309" y="61"/>
                      </a:lnTo>
                      <a:lnTo>
                        <a:pt x="285" y="51"/>
                      </a:lnTo>
                      <a:lnTo>
                        <a:pt x="274" y="43"/>
                      </a:lnTo>
                      <a:lnTo>
                        <a:pt x="266" y="40"/>
                      </a:lnTo>
                      <a:lnTo>
                        <a:pt x="260" y="30"/>
                      </a:lnTo>
                      <a:lnTo>
                        <a:pt x="252" y="23"/>
                      </a:lnTo>
                      <a:lnTo>
                        <a:pt x="250" y="19"/>
                      </a:lnTo>
                      <a:lnTo>
                        <a:pt x="241" y="12"/>
                      </a:lnTo>
                      <a:lnTo>
                        <a:pt x="236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21" name="Freeform 87">
                <a:extLst>
                  <a:ext uri="{FF2B5EF4-FFF2-40B4-BE49-F238E27FC236}">
                    <a16:creationId xmlns:a16="http://schemas.microsoft.com/office/drawing/2014/main" id="{CC2FD10D-89CC-9287-57FE-010DDC6BF56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69" y="2190"/>
                <a:ext cx="1" cy="3"/>
              </a:xfrm>
              <a:custGeom>
                <a:avLst/>
                <a:gdLst/>
                <a:ahLst/>
                <a:cxnLst>
                  <a:cxn ang="0">
                    <a:pos x="8" y="3"/>
                  </a:cxn>
                  <a:cxn ang="0">
                    <a:pos x="0" y="0"/>
                  </a:cxn>
                  <a:cxn ang="0">
                    <a:pos x="0" y="11"/>
                  </a:cxn>
                  <a:cxn ang="0">
                    <a:pos x="3" y="19"/>
                  </a:cxn>
                  <a:cxn ang="0">
                    <a:pos x="8" y="17"/>
                  </a:cxn>
                  <a:cxn ang="0">
                    <a:pos x="8" y="3"/>
                  </a:cxn>
                </a:cxnLst>
                <a:rect l="0" t="0" r="r" b="b"/>
                <a:pathLst>
                  <a:path w="8" h="19">
                    <a:moveTo>
                      <a:pt x="8" y="3"/>
                    </a:moveTo>
                    <a:lnTo>
                      <a:pt x="0" y="0"/>
                    </a:lnTo>
                    <a:lnTo>
                      <a:pt x="0" y="11"/>
                    </a:lnTo>
                    <a:lnTo>
                      <a:pt x="3" y="19"/>
                    </a:lnTo>
                    <a:lnTo>
                      <a:pt x="8" y="17"/>
                    </a:lnTo>
                    <a:lnTo>
                      <a:pt x="8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22" name="Group 88">
                <a:extLst>
                  <a:ext uri="{FF2B5EF4-FFF2-40B4-BE49-F238E27FC236}">
                    <a16:creationId xmlns:a16="http://schemas.microsoft.com/office/drawing/2014/main" id="{62142EB1-6815-89D1-2321-2E71E345F91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00" y="2012"/>
                <a:ext cx="210" cy="192"/>
                <a:chOff x="3000" y="2012"/>
                <a:chExt cx="210" cy="192"/>
              </a:xfrm>
              <a:grpFill/>
            </p:grpSpPr>
            <p:sp>
              <p:nvSpPr>
                <p:cNvPr id="32" name="Freeform 89">
                  <a:extLst>
                    <a:ext uri="{FF2B5EF4-FFF2-40B4-BE49-F238E27FC236}">
                      <a16:creationId xmlns:a16="http://schemas.microsoft.com/office/drawing/2014/main" id="{1613B02B-2983-9218-CF2B-D4BF5FDEBCD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22" y="2182"/>
                  <a:ext cx="10" cy="5"/>
                </a:xfrm>
                <a:custGeom>
                  <a:avLst/>
                  <a:gdLst/>
                  <a:ahLst/>
                  <a:cxnLst>
                    <a:cxn ang="0">
                      <a:pos x="50" y="2"/>
                    </a:cxn>
                    <a:cxn ang="0">
                      <a:pos x="45" y="0"/>
                    </a:cxn>
                    <a:cxn ang="0">
                      <a:pos x="27" y="2"/>
                    </a:cxn>
                    <a:cxn ang="0">
                      <a:pos x="23" y="10"/>
                    </a:cxn>
                    <a:cxn ang="0">
                      <a:pos x="12" y="18"/>
                    </a:cxn>
                    <a:cxn ang="0">
                      <a:pos x="0" y="22"/>
                    </a:cxn>
                    <a:cxn ang="0">
                      <a:pos x="1" y="26"/>
                    </a:cxn>
                    <a:cxn ang="0">
                      <a:pos x="27" y="19"/>
                    </a:cxn>
                    <a:cxn ang="0">
                      <a:pos x="50" y="2"/>
                    </a:cxn>
                  </a:cxnLst>
                  <a:rect l="0" t="0" r="r" b="b"/>
                  <a:pathLst>
                    <a:path w="50" h="26">
                      <a:moveTo>
                        <a:pt x="50" y="2"/>
                      </a:moveTo>
                      <a:lnTo>
                        <a:pt x="45" y="0"/>
                      </a:lnTo>
                      <a:lnTo>
                        <a:pt x="27" y="2"/>
                      </a:lnTo>
                      <a:lnTo>
                        <a:pt x="23" y="10"/>
                      </a:lnTo>
                      <a:lnTo>
                        <a:pt x="12" y="18"/>
                      </a:lnTo>
                      <a:lnTo>
                        <a:pt x="0" y="22"/>
                      </a:lnTo>
                      <a:lnTo>
                        <a:pt x="1" y="26"/>
                      </a:lnTo>
                      <a:lnTo>
                        <a:pt x="27" y="19"/>
                      </a:lnTo>
                      <a:lnTo>
                        <a:pt x="50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3" name="Freeform 90">
                  <a:extLst>
                    <a:ext uri="{FF2B5EF4-FFF2-40B4-BE49-F238E27FC236}">
                      <a16:creationId xmlns:a16="http://schemas.microsoft.com/office/drawing/2014/main" id="{EA97B06E-CF3D-D275-B94B-19E36F308CD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00" y="2012"/>
                  <a:ext cx="210" cy="192"/>
                </a:xfrm>
                <a:custGeom>
                  <a:avLst/>
                  <a:gdLst/>
                  <a:ahLst/>
                  <a:cxnLst>
                    <a:cxn ang="0">
                      <a:pos x="920" y="957"/>
                    </a:cxn>
                    <a:cxn ang="0">
                      <a:pos x="836" y="944"/>
                    </a:cxn>
                    <a:cxn ang="0">
                      <a:pos x="792" y="933"/>
                    </a:cxn>
                    <a:cxn ang="0">
                      <a:pos x="717" y="912"/>
                    </a:cxn>
                    <a:cxn ang="0">
                      <a:pos x="673" y="839"/>
                    </a:cxn>
                    <a:cxn ang="0">
                      <a:pos x="610" y="865"/>
                    </a:cxn>
                    <a:cxn ang="0">
                      <a:pos x="551" y="868"/>
                    </a:cxn>
                    <a:cxn ang="0">
                      <a:pos x="511" y="859"/>
                    </a:cxn>
                    <a:cxn ang="0">
                      <a:pos x="462" y="822"/>
                    </a:cxn>
                    <a:cxn ang="0">
                      <a:pos x="400" y="794"/>
                    </a:cxn>
                    <a:cxn ang="0">
                      <a:pos x="351" y="713"/>
                    </a:cxn>
                    <a:cxn ang="0">
                      <a:pos x="323" y="661"/>
                    </a:cxn>
                    <a:cxn ang="0">
                      <a:pos x="292" y="661"/>
                    </a:cxn>
                    <a:cxn ang="0">
                      <a:pos x="270" y="632"/>
                    </a:cxn>
                    <a:cxn ang="0">
                      <a:pos x="252" y="640"/>
                    </a:cxn>
                    <a:cxn ang="0">
                      <a:pos x="237" y="653"/>
                    </a:cxn>
                    <a:cxn ang="0">
                      <a:pos x="188" y="595"/>
                    </a:cxn>
                    <a:cxn ang="0">
                      <a:pos x="172" y="506"/>
                    </a:cxn>
                    <a:cxn ang="0">
                      <a:pos x="111" y="466"/>
                    </a:cxn>
                    <a:cxn ang="0">
                      <a:pos x="82" y="422"/>
                    </a:cxn>
                    <a:cxn ang="0">
                      <a:pos x="72" y="393"/>
                    </a:cxn>
                    <a:cxn ang="0">
                      <a:pos x="100" y="328"/>
                    </a:cxn>
                    <a:cxn ang="0">
                      <a:pos x="102" y="278"/>
                    </a:cxn>
                    <a:cxn ang="0">
                      <a:pos x="40" y="213"/>
                    </a:cxn>
                    <a:cxn ang="0">
                      <a:pos x="12" y="118"/>
                    </a:cxn>
                    <a:cxn ang="0">
                      <a:pos x="0" y="34"/>
                    </a:cxn>
                    <a:cxn ang="0">
                      <a:pos x="38" y="16"/>
                    </a:cxn>
                    <a:cxn ang="0">
                      <a:pos x="121" y="68"/>
                    </a:cxn>
                    <a:cxn ang="0">
                      <a:pos x="166" y="27"/>
                    </a:cxn>
                    <a:cxn ang="0">
                      <a:pos x="227" y="57"/>
                    </a:cxn>
                    <a:cxn ang="0">
                      <a:pos x="232" y="85"/>
                    </a:cxn>
                    <a:cxn ang="0">
                      <a:pos x="260" y="123"/>
                    </a:cxn>
                    <a:cxn ang="0">
                      <a:pos x="303" y="171"/>
                    </a:cxn>
                    <a:cxn ang="0">
                      <a:pos x="357" y="203"/>
                    </a:cxn>
                    <a:cxn ang="0">
                      <a:pos x="497" y="207"/>
                    </a:cxn>
                    <a:cxn ang="0">
                      <a:pos x="543" y="207"/>
                    </a:cxn>
                    <a:cxn ang="0">
                      <a:pos x="600" y="135"/>
                    </a:cxn>
                    <a:cxn ang="0">
                      <a:pos x="664" y="121"/>
                    </a:cxn>
                    <a:cxn ang="0">
                      <a:pos x="722" y="119"/>
                    </a:cxn>
                    <a:cxn ang="0">
                      <a:pos x="804" y="150"/>
                    </a:cxn>
                    <a:cxn ang="0">
                      <a:pos x="851" y="187"/>
                    </a:cxn>
                    <a:cxn ang="0">
                      <a:pos x="936" y="230"/>
                    </a:cxn>
                    <a:cxn ang="0">
                      <a:pos x="935" y="321"/>
                    </a:cxn>
                    <a:cxn ang="0">
                      <a:pos x="895" y="398"/>
                    </a:cxn>
                    <a:cxn ang="0">
                      <a:pos x="899" y="470"/>
                    </a:cxn>
                    <a:cxn ang="0">
                      <a:pos x="909" y="546"/>
                    </a:cxn>
                    <a:cxn ang="0">
                      <a:pos x="960" y="586"/>
                    </a:cxn>
                    <a:cxn ang="0">
                      <a:pos x="915" y="676"/>
                    </a:cxn>
                    <a:cxn ang="0">
                      <a:pos x="986" y="759"/>
                    </a:cxn>
                    <a:cxn ang="0">
                      <a:pos x="1023" y="829"/>
                    </a:cxn>
                    <a:cxn ang="0">
                      <a:pos x="1033" y="866"/>
                    </a:cxn>
                    <a:cxn ang="0">
                      <a:pos x="970" y="902"/>
                    </a:cxn>
                  </a:cxnLst>
                  <a:rect l="0" t="0" r="r" b="b"/>
                  <a:pathLst>
                    <a:path w="1049" h="961">
                      <a:moveTo>
                        <a:pt x="957" y="958"/>
                      </a:moveTo>
                      <a:lnTo>
                        <a:pt x="954" y="957"/>
                      </a:lnTo>
                      <a:lnTo>
                        <a:pt x="947" y="961"/>
                      </a:lnTo>
                      <a:lnTo>
                        <a:pt x="932" y="960"/>
                      </a:lnTo>
                      <a:lnTo>
                        <a:pt x="920" y="957"/>
                      </a:lnTo>
                      <a:lnTo>
                        <a:pt x="903" y="951"/>
                      </a:lnTo>
                      <a:lnTo>
                        <a:pt x="895" y="944"/>
                      </a:lnTo>
                      <a:lnTo>
                        <a:pt x="889" y="949"/>
                      </a:lnTo>
                      <a:lnTo>
                        <a:pt x="855" y="947"/>
                      </a:lnTo>
                      <a:lnTo>
                        <a:pt x="836" y="944"/>
                      </a:lnTo>
                      <a:lnTo>
                        <a:pt x="825" y="939"/>
                      </a:lnTo>
                      <a:lnTo>
                        <a:pt x="820" y="941"/>
                      </a:lnTo>
                      <a:lnTo>
                        <a:pt x="818" y="945"/>
                      </a:lnTo>
                      <a:lnTo>
                        <a:pt x="806" y="938"/>
                      </a:lnTo>
                      <a:lnTo>
                        <a:pt x="792" y="933"/>
                      </a:lnTo>
                      <a:lnTo>
                        <a:pt x="775" y="933"/>
                      </a:lnTo>
                      <a:lnTo>
                        <a:pt x="755" y="930"/>
                      </a:lnTo>
                      <a:lnTo>
                        <a:pt x="744" y="926"/>
                      </a:lnTo>
                      <a:lnTo>
                        <a:pt x="726" y="925"/>
                      </a:lnTo>
                      <a:lnTo>
                        <a:pt x="717" y="912"/>
                      </a:lnTo>
                      <a:lnTo>
                        <a:pt x="710" y="893"/>
                      </a:lnTo>
                      <a:lnTo>
                        <a:pt x="705" y="869"/>
                      </a:lnTo>
                      <a:lnTo>
                        <a:pt x="697" y="852"/>
                      </a:lnTo>
                      <a:lnTo>
                        <a:pt x="683" y="843"/>
                      </a:lnTo>
                      <a:lnTo>
                        <a:pt x="673" y="839"/>
                      </a:lnTo>
                      <a:lnTo>
                        <a:pt x="665" y="838"/>
                      </a:lnTo>
                      <a:lnTo>
                        <a:pt x="645" y="847"/>
                      </a:lnTo>
                      <a:lnTo>
                        <a:pt x="625" y="853"/>
                      </a:lnTo>
                      <a:lnTo>
                        <a:pt x="619" y="860"/>
                      </a:lnTo>
                      <a:lnTo>
                        <a:pt x="610" y="865"/>
                      </a:lnTo>
                      <a:lnTo>
                        <a:pt x="600" y="865"/>
                      </a:lnTo>
                      <a:lnTo>
                        <a:pt x="584" y="875"/>
                      </a:lnTo>
                      <a:lnTo>
                        <a:pt x="573" y="877"/>
                      </a:lnTo>
                      <a:lnTo>
                        <a:pt x="559" y="874"/>
                      </a:lnTo>
                      <a:lnTo>
                        <a:pt x="551" y="868"/>
                      </a:lnTo>
                      <a:lnTo>
                        <a:pt x="537" y="865"/>
                      </a:lnTo>
                      <a:lnTo>
                        <a:pt x="523" y="868"/>
                      </a:lnTo>
                      <a:lnTo>
                        <a:pt x="516" y="868"/>
                      </a:lnTo>
                      <a:lnTo>
                        <a:pt x="507" y="856"/>
                      </a:lnTo>
                      <a:lnTo>
                        <a:pt x="511" y="859"/>
                      </a:lnTo>
                      <a:lnTo>
                        <a:pt x="509" y="854"/>
                      </a:lnTo>
                      <a:lnTo>
                        <a:pt x="502" y="849"/>
                      </a:lnTo>
                      <a:lnTo>
                        <a:pt x="470" y="838"/>
                      </a:lnTo>
                      <a:lnTo>
                        <a:pt x="462" y="826"/>
                      </a:lnTo>
                      <a:lnTo>
                        <a:pt x="462" y="822"/>
                      </a:lnTo>
                      <a:lnTo>
                        <a:pt x="453" y="812"/>
                      </a:lnTo>
                      <a:lnTo>
                        <a:pt x="438" y="805"/>
                      </a:lnTo>
                      <a:lnTo>
                        <a:pt x="425" y="800"/>
                      </a:lnTo>
                      <a:lnTo>
                        <a:pt x="409" y="799"/>
                      </a:lnTo>
                      <a:lnTo>
                        <a:pt x="400" y="794"/>
                      </a:lnTo>
                      <a:lnTo>
                        <a:pt x="392" y="785"/>
                      </a:lnTo>
                      <a:lnTo>
                        <a:pt x="384" y="762"/>
                      </a:lnTo>
                      <a:lnTo>
                        <a:pt x="374" y="745"/>
                      </a:lnTo>
                      <a:lnTo>
                        <a:pt x="371" y="730"/>
                      </a:lnTo>
                      <a:lnTo>
                        <a:pt x="351" y="713"/>
                      </a:lnTo>
                      <a:lnTo>
                        <a:pt x="347" y="699"/>
                      </a:lnTo>
                      <a:lnTo>
                        <a:pt x="342" y="689"/>
                      </a:lnTo>
                      <a:lnTo>
                        <a:pt x="334" y="685"/>
                      </a:lnTo>
                      <a:lnTo>
                        <a:pt x="324" y="669"/>
                      </a:lnTo>
                      <a:lnTo>
                        <a:pt x="323" y="661"/>
                      </a:lnTo>
                      <a:lnTo>
                        <a:pt x="319" y="655"/>
                      </a:lnTo>
                      <a:lnTo>
                        <a:pt x="313" y="651"/>
                      </a:lnTo>
                      <a:lnTo>
                        <a:pt x="301" y="656"/>
                      </a:lnTo>
                      <a:lnTo>
                        <a:pt x="293" y="664"/>
                      </a:lnTo>
                      <a:lnTo>
                        <a:pt x="292" y="661"/>
                      </a:lnTo>
                      <a:lnTo>
                        <a:pt x="286" y="659"/>
                      </a:lnTo>
                      <a:lnTo>
                        <a:pt x="283" y="654"/>
                      </a:lnTo>
                      <a:lnTo>
                        <a:pt x="276" y="649"/>
                      </a:lnTo>
                      <a:lnTo>
                        <a:pt x="271" y="642"/>
                      </a:lnTo>
                      <a:lnTo>
                        <a:pt x="270" y="632"/>
                      </a:lnTo>
                      <a:lnTo>
                        <a:pt x="265" y="627"/>
                      </a:lnTo>
                      <a:lnTo>
                        <a:pt x="256" y="624"/>
                      </a:lnTo>
                      <a:lnTo>
                        <a:pt x="252" y="628"/>
                      </a:lnTo>
                      <a:lnTo>
                        <a:pt x="254" y="634"/>
                      </a:lnTo>
                      <a:lnTo>
                        <a:pt x="252" y="640"/>
                      </a:lnTo>
                      <a:lnTo>
                        <a:pt x="253" y="646"/>
                      </a:lnTo>
                      <a:lnTo>
                        <a:pt x="244" y="646"/>
                      </a:lnTo>
                      <a:lnTo>
                        <a:pt x="243" y="656"/>
                      </a:lnTo>
                      <a:lnTo>
                        <a:pt x="240" y="655"/>
                      </a:lnTo>
                      <a:lnTo>
                        <a:pt x="237" y="653"/>
                      </a:lnTo>
                      <a:lnTo>
                        <a:pt x="217" y="638"/>
                      </a:lnTo>
                      <a:lnTo>
                        <a:pt x="210" y="630"/>
                      </a:lnTo>
                      <a:lnTo>
                        <a:pt x="205" y="622"/>
                      </a:lnTo>
                      <a:lnTo>
                        <a:pt x="201" y="602"/>
                      </a:lnTo>
                      <a:lnTo>
                        <a:pt x="188" y="595"/>
                      </a:lnTo>
                      <a:lnTo>
                        <a:pt x="189" y="574"/>
                      </a:lnTo>
                      <a:lnTo>
                        <a:pt x="193" y="547"/>
                      </a:lnTo>
                      <a:lnTo>
                        <a:pt x="186" y="533"/>
                      </a:lnTo>
                      <a:lnTo>
                        <a:pt x="179" y="521"/>
                      </a:lnTo>
                      <a:lnTo>
                        <a:pt x="172" y="506"/>
                      </a:lnTo>
                      <a:lnTo>
                        <a:pt x="163" y="497"/>
                      </a:lnTo>
                      <a:lnTo>
                        <a:pt x="150" y="493"/>
                      </a:lnTo>
                      <a:lnTo>
                        <a:pt x="140" y="488"/>
                      </a:lnTo>
                      <a:lnTo>
                        <a:pt x="126" y="477"/>
                      </a:lnTo>
                      <a:lnTo>
                        <a:pt x="111" y="466"/>
                      </a:lnTo>
                      <a:lnTo>
                        <a:pt x="99" y="460"/>
                      </a:lnTo>
                      <a:lnTo>
                        <a:pt x="99" y="449"/>
                      </a:lnTo>
                      <a:lnTo>
                        <a:pt x="93" y="435"/>
                      </a:lnTo>
                      <a:lnTo>
                        <a:pt x="86" y="429"/>
                      </a:lnTo>
                      <a:lnTo>
                        <a:pt x="82" y="422"/>
                      </a:lnTo>
                      <a:lnTo>
                        <a:pt x="73" y="422"/>
                      </a:lnTo>
                      <a:lnTo>
                        <a:pt x="67" y="417"/>
                      </a:lnTo>
                      <a:lnTo>
                        <a:pt x="65" y="401"/>
                      </a:lnTo>
                      <a:lnTo>
                        <a:pt x="68" y="400"/>
                      </a:lnTo>
                      <a:lnTo>
                        <a:pt x="72" y="393"/>
                      </a:lnTo>
                      <a:lnTo>
                        <a:pt x="76" y="368"/>
                      </a:lnTo>
                      <a:lnTo>
                        <a:pt x="80" y="360"/>
                      </a:lnTo>
                      <a:lnTo>
                        <a:pt x="88" y="358"/>
                      </a:lnTo>
                      <a:lnTo>
                        <a:pt x="87" y="349"/>
                      </a:lnTo>
                      <a:lnTo>
                        <a:pt x="100" y="328"/>
                      </a:lnTo>
                      <a:lnTo>
                        <a:pt x="109" y="317"/>
                      </a:lnTo>
                      <a:lnTo>
                        <a:pt x="104" y="299"/>
                      </a:lnTo>
                      <a:lnTo>
                        <a:pt x="110" y="285"/>
                      </a:lnTo>
                      <a:lnTo>
                        <a:pt x="116" y="278"/>
                      </a:lnTo>
                      <a:lnTo>
                        <a:pt x="102" y="278"/>
                      </a:lnTo>
                      <a:lnTo>
                        <a:pt x="80" y="273"/>
                      </a:lnTo>
                      <a:lnTo>
                        <a:pt x="68" y="262"/>
                      </a:lnTo>
                      <a:lnTo>
                        <a:pt x="62" y="240"/>
                      </a:lnTo>
                      <a:lnTo>
                        <a:pt x="50" y="230"/>
                      </a:lnTo>
                      <a:lnTo>
                        <a:pt x="40" y="213"/>
                      </a:lnTo>
                      <a:lnTo>
                        <a:pt x="35" y="180"/>
                      </a:lnTo>
                      <a:lnTo>
                        <a:pt x="34" y="164"/>
                      </a:lnTo>
                      <a:lnTo>
                        <a:pt x="22" y="147"/>
                      </a:lnTo>
                      <a:lnTo>
                        <a:pt x="8" y="139"/>
                      </a:lnTo>
                      <a:lnTo>
                        <a:pt x="12" y="118"/>
                      </a:lnTo>
                      <a:lnTo>
                        <a:pt x="10" y="102"/>
                      </a:lnTo>
                      <a:lnTo>
                        <a:pt x="10" y="85"/>
                      </a:lnTo>
                      <a:lnTo>
                        <a:pt x="8" y="58"/>
                      </a:lnTo>
                      <a:lnTo>
                        <a:pt x="1" y="41"/>
                      </a:lnTo>
                      <a:lnTo>
                        <a:pt x="0" y="34"/>
                      </a:lnTo>
                      <a:lnTo>
                        <a:pt x="14" y="25"/>
                      </a:lnTo>
                      <a:lnTo>
                        <a:pt x="16" y="18"/>
                      </a:lnTo>
                      <a:lnTo>
                        <a:pt x="25" y="0"/>
                      </a:lnTo>
                      <a:lnTo>
                        <a:pt x="34" y="11"/>
                      </a:lnTo>
                      <a:lnTo>
                        <a:pt x="38" y="16"/>
                      </a:lnTo>
                      <a:lnTo>
                        <a:pt x="70" y="62"/>
                      </a:lnTo>
                      <a:lnTo>
                        <a:pt x="86" y="65"/>
                      </a:lnTo>
                      <a:lnTo>
                        <a:pt x="99" y="68"/>
                      </a:lnTo>
                      <a:lnTo>
                        <a:pt x="104" y="68"/>
                      </a:lnTo>
                      <a:lnTo>
                        <a:pt x="121" y="68"/>
                      </a:lnTo>
                      <a:lnTo>
                        <a:pt x="127" y="68"/>
                      </a:lnTo>
                      <a:lnTo>
                        <a:pt x="138" y="65"/>
                      </a:lnTo>
                      <a:lnTo>
                        <a:pt x="150" y="53"/>
                      </a:lnTo>
                      <a:lnTo>
                        <a:pt x="156" y="37"/>
                      </a:lnTo>
                      <a:lnTo>
                        <a:pt x="166" y="27"/>
                      </a:lnTo>
                      <a:lnTo>
                        <a:pt x="178" y="19"/>
                      </a:lnTo>
                      <a:lnTo>
                        <a:pt x="204" y="13"/>
                      </a:lnTo>
                      <a:lnTo>
                        <a:pt x="221" y="22"/>
                      </a:lnTo>
                      <a:lnTo>
                        <a:pt x="220" y="36"/>
                      </a:lnTo>
                      <a:lnTo>
                        <a:pt x="227" y="57"/>
                      </a:lnTo>
                      <a:lnTo>
                        <a:pt x="212" y="65"/>
                      </a:lnTo>
                      <a:lnTo>
                        <a:pt x="209" y="70"/>
                      </a:lnTo>
                      <a:lnTo>
                        <a:pt x="220" y="77"/>
                      </a:lnTo>
                      <a:lnTo>
                        <a:pt x="224" y="81"/>
                      </a:lnTo>
                      <a:lnTo>
                        <a:pt x="232" y="85"/>
                      </a:lnTo>
                      <a:lnTo>
                        <a:pt x="240" y="92"/>
                      </a:lnTo>
                      <a:lnTo>
                        <a:pt x="247" y="95"/>
                      </a:lnTo>
                      <a:lnTo>
                        <a:pt x="254" y="95"/>
                      </a:lnTo>
                      <a:lnTo>
                        <a:pt x="258" y="94"/>
                      </a:lnTo>
                      <a:lnTo>
                        <a:pt x="260" y="123"/>
                      </a:lnTo>
                      <a:lnTo>
                        <a:pt x="265" y="142"/>
                      </a:lnTo>
                      <a:lnTo>
                        <a:pt x="270" y="155"/>
                      </a:lnTo>
                      <a:lnTo>
                        <a:pt x="282" y="165"/>
                      </a:lnTo>
                      <a:lnTo>
                        <a:pt x="293" y="167"/>
                      </a:lnTo>
                      <a:lnTo>
                        <a:pt x="303" y="171"/>
                      </a:lnTo>
                      <a:lnTo>
                        <a:pt x="318" y="170"/>
                      </a:lnTo>
                      <a:lnTo>
                        <a:pt x="329" y="171"/>
                      </a:lnTo>
                      <a:lnTo>
                        <a:pt x="336" y="176"/>
                      </a:lnTo>
                      <a:lnTo>
                        <a:pt x="344" y="192"/>
                      </a:lnTo>
                      <a:lnTo>
                        <a:pt x="357" y="203"/>
                      </a:lnTo>
                      <a:lnTo>
                        <a:pt x="377" y="214"/>
                      </a:lnTo>
                      <a:lnTo>
                        <a:pt x="411" y="225"/>
                      </a:lnTo>
                      <a:lnTo>
                        <a:pt x="423" y="226"/>
                      </a:lnTo>
                      <a:lnTo>
                        <a:pt x="479" y="209"/>
                      </a:lnTo>
                      <a:lnTo>
                        <a:pt x="497" y="207"/>
                      </a:lnTo>
                      <a:lnTo>
                        <a:pt x="519" y="202"/>
                      </a:lnTo>
                      <a:lnTo>
                        <a:pt x="516" y="205"/>
                      </a:lnTo>
                      <a:lnTo>
                        <a:pt x="502" y="208"/>
                      </a:lnTo>
                      <a:lnTo>
                        <a:pt x="519" y="210"/>
                      </a:lnTo>
                      <a:lnTo>
                        <a:pt x="543" y="207"/>
                      </a:lnTo>
                      <a:lnTo>
                        <a:pt x="543" y="187"/>
                      </a:lnTo>
                      <a:lnTo>
                        <a:pt x="534" y="166"/>
                      </a:lnTo>
                      <a:lnTo>
                        <a:pt x="548" y="166"/>
                      </a:lnTo>
                      <a:lnTo>
                        <a:pt x="566" y="162"/>
                      </a:lnTo>
                      <a:lnTo>
                        <a:pt x="600" y="135"/>
                      </a:lnTo>
                      <a:lnTo>
                        <a:pt x="615" y="121"/>
                      </a:lnTo>
                      <a:lnTo>
                        <a:pt x="631" y="117"/>
                      </a:lnTo>
                      <a:lnTo>
                        <a:pt x="642" y="117"/>
                      </a:lnTo>
                      <a:lnTo>
                        <a:pt x="653" y="121"/>
                      </a:lnTo>
                      <a:lnTo>
                        <a:pt x="664" y="121"/>
                      </a:lnTo>
                      <a:lnTo>
                        <a:pt x="669" y="116"/>
                      </a:lnTo>
                      <a:lnTo>
                        <a:pt x="672" y="107"/>
                      </a:lnTo>
                      <a:lnTo>
                        <a:pt x="686" y="105"/>
                      </a:lnTo>
                      <a:lnTo>
                        <a:pt x="707" y="107"/>
                      </a:lnTo>
                      <a:lnTo>
                        <a:pt x="722" y="119"/>
                      </a:lnTo>
                      <a:lnTo>
                        <a:pt x="731" y="131"/>
                      </a:lnTo>
                      <a:lnTo>
                        <a:pt x="769" y="143"/>
                      </a:lnTo>
                      <a:lnTo>
                        <a:pt x="782" y="150"/>
                      </a:lnTo>
                      <a:lnTo>
                        <a:pt x="793" y="153"/>
                      </a:lnTo>
                      <a:lnTo>
                        <a:pt x="804" y="150"/>
                      </a:lnTo>
                      <a:lnTo>
                        <a:pt x="819" y="153"/>
                      </a:lnTo>
                      <a:lnTo>
                        <a:pt x="828" y="158"/>
                      </a:lnTo>
                      <a:lnTo>
                        <a:pt x="837" y="171"/>
                      </a:lnTo>
                      <a:lnTo>
                        <a:pt x="841" y="183"/>
                      </a:lnTo>
                      <a:lnTo>
                        <a:pt x="851" y="187"/>
                      </a:lnTo>
                      <a:lnTo>
                        <a:pt x="867" y="197"/>
                      </a:lnTo>
                      <a:lnTo>
                        <a:pt x="889" y="215"/>
                      </a:lnTo>
                      <a:lnTo>
                        <a:pt x="905" y="225"/>
                      </a:lnTo>
                      <a:lnTo>
                        <a:pt x="931" y="225"/>
                      </a:lnTo>
                      <a:lnTo>
                        <a:pt x="936" y="230"/>
                      </a:lnTo>
                      <a:lnTo>
                        <a:pt x="936" y="267"/>
                      </a:lnTo>
                      <a:lnTo>
                        <a:pt x="939" y="278"/>
                      </a:lnTo>
                      <a:lnTo>
                        <a:pt x="937" y="291"/>
                      </a:lnTo>
                      <a:lnTo>
                        <a:pt x="935" y="305"/>
                      </a:lnTo>
                      <a:lnTo>
                        <a:pt x="935" y="321"/>
                      </a:lnTo>
                      <a:lnTo>
                        <a:pt x="930" y="343"/>
                      </a:lnTo>
                      <a:lnTo>
                        <a:pt x="916" y="365"/>
                      </a:lnTo>
                      <a:lnTo>
                        <a:pt x="916" y="380"/>
                      </a:lnTo>
                      <a:lnTo>
                        <a:pt x="895" y="388"/>
                      </a:lnTo>
                      <a:lnTo>
                        <a:pt x="895" y="398"/>
                      </a:lnTo>
                      <a:lnTo>
                        <a:pt x="895" y="418"/>
                      </a:lnTo>
                      <a:lnTo>
                        <a:pt x="909" y="423"/>
                      </a:lnTo>
                      <a:lnTo>
                        <a:pt x="910" y="434"/>
                      </a:lnTo>
                      <a:lnTo>
                        <a:pt x="903" y="452"/>
                      </a:lnTo>
                      <a:lnTo>
                        <a:pt x="899" y="470"/>
                      </a:lnTo>
                      <a:lnTo>
                        <a:pt x="901" y="482"/>
                      </a:lnTo>
                      <a:lnTo>
                        <a:pt x="907" y="498"/>
                      </a:lnTo>
                      <a:lnTo>
                        <a:pt x="910" y="516"/>
                      </a:lnTo>
                      <a:lnTo>
                        <a:pt x="907" y="533"/>
                      </a:lnTo>
                      <a:lnTo>
                        <a:pt x="909" y="546"/>
                      </a:lnTo>
                      <a:lnTo>
                        <a:pt x="919" y="557"/>
                      </a:lnTo>
                      <a:lnTo>
                        <a:pt x="931" y="560"/>
                      </a:lnTo>
                      <a:lnTo>
                        <a:pt x="943" y="560"/>
                      </a:lnTo>
                      <a:lnTo>
                        <a:pt x="954" y="570"/>
                      </a:lnTo>
                      <a:lnTo>
                        <a:pt x="960" y="586"/>
                      </a:lnTo>
                      <a:lnTo>
                        <a:pt x="960" y="601"/>
                      </a:lnTo>
                      <a:lnTo>
                        <a:pt x="954" y="618"/>
                      </a:lnTo>
                      <a:lnTo>
                        <a:pt x="931" y="646"/>
                      </a:lnTo>
                      <a:lnTo>
                        <a:pt x="919" y="671"/>
                      </a:lnTo>
                      <a:lnTo>
                        <a:pt x="915" y="676"/>
                      </a:lnTo>
                      <a:lnTo>
                        <a:pt x="923" y="686"/>
                      </a:lnTo>
                      <a:lnTo>
                        <a:pt x="937" y="698"/>
                      </a:lnTo>
                      <a:lnTo>
                        <a:pt x="958" y="741"/>
                      </a:lnTo>
                      <a:lnTo>
                        <a:pt x="970" y="751"/>
                      </a:lnTo>
                      <a:lnTo>
                        <a:pt x="986" y="759"/>
                      </a:lnTo>
                      <a:lnTo>
                        <a:pt x="1013" y="768"/>
                      </a:lnTo>
                      <a:lnTo>
                        <a:pt x="1018" y="774"/>
                      </a:lnTo>
                      <a:lnTo>
                        <a:pt x="1023" y="800"/>
                      </a:lnTo>
                      <a:lnTo>
                        <a:pt x="1024" y="815"/>
                      </a:lnTo>
                      <a:lnTo>
                        <a:pt x="1023" y="829"/>
                      </a:lnTo>
                      <a:lnTo>
                        <a:pt x="1043" y="833"/>
                      </a:lnTo>
                      <a:lnTo>
                        <a:pt x="1048" y="838"/>
                      </a:lnTo>
                      <a:lnTo>
                        <a:pt x="1049" y="848"/>
                      </a:lnTo>
                      <a:lnTo>
                        <a:pt x="1046" y="854"/>
                      </a:lnTo>
                      <a:lnTo>
                        <a:pt x="1033" y="866"/>
                      </a:lnTo>
                      <a:lnTo>
                        <a:pt x="1021" y="869"/>
                      </a:lnTo>
                      <a:lnTo>
                        <a:pt x="1006" y="875"/>
                      </a:lnTo>
                      <a:lnTo>
                        <a:pt x="992" y="880"/>
                      </a:lnTo>
                      <a:lnTo>
                        <a:pt x="979" y="890"/>
                      </a:lnTo>
                      <a:lnTo>
                        <a:pt x="970" y="902"/>
                      </a:lnTo>
                      <a:lnTo>
                        <a:pt x="959" y="931"/>
                      </a:lnTo>
                      <a:lnTo>
                        <a:pt x="957" y="944"/>
                      </a:lnTo>
                      <a:lnTo>
                        <a:pt x="957" y="95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23" name="Freeform 91">
                <a:extLst>
                  <a:ext uri="{FF2B5EF4-FFF2-40B4-BE49-F238E27FC236}">
                    <a16:creationId xmlns:a16="http://schemas.microsoft.com/office/drawing/2014/main" id="{D9E8E3F8-3066-40D8-E47F-B972A6CCA74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41" y="2045"/>
                <a:ext cx="107" cy="109"/>
              </a:xfrm>
              <a:custGeom>
                <a:avLst/>
                <a:gdLst/>
                <a:ahLst/>
                <a:cxnLst>
                  <a:cxn ang="0">
                    <a:pos x="527" y="500"/>
                  </a:cxn>
                  <a:cxn ang="0">
                    <a:pos x="510" y="490"/>
                  </a:cxn>
                  <a:cxn ang="0">
                    <a:pos x="505" y="494"/>
                  </a:cxn>
                  <a:cxn ang="0">
                    <a:pos x="479" y="489"/>
                  </a:cxn>
                  <a:cxn ang="0">
                    <a:pos x="452" y="512"/>
                  </a:cxn>
                  <a:cxn ang="0">
                    <a:pos x="426" y="548"/>
                  </a:cxn>
                  <a:cxn ang="0">
                    <a:pos x="265" y="515"/>
                  </a:cxn>
                  <a:cxn ang="0">
                    <a:pos x="263" y="472"/>
                  </a:cxn>
                  <a:cxn ang="0">
                    <a:pos x="232" y="467"/>
                  </a:cxn>
                  <a:cxn ang="0">
                    <a:pos x="218" y="444"/>
                  </a:cxn>
                  <a:cxn ang="0">
                    <a:pos x="100" y="376"/>
                  </a:cxn>
                  <a:cxn ang="0">
                    <a:pos x="0" y="278"/>
                  </a:cxn>
                  <a:cxn ang="0">
                    <a:pos x="58" y="237"/>
                  </a:cxn>
                  <a:cxn ang="0">
                    <a:pos x="95" y="220"/>
                  </a:cxn>
                  <a:cxn ang="0">
                    <a:pos x="111" y="209"/>
                  </a:cxn>
                  <a:cxn ang="0">
                    <a:pos x="133" y="180"/>
                  </a:cxn>
                  <a:cxn ang="0">
                    <a:pos x="140" y="73"/>
                  </a:cxn>
                  <a:cxn ang="0">
                    <a:pos x="189" y="31"/>
                  </a:cxn>
                  <a:cxn ang="0">
                    <a:pos x="229" y="0"/>
                  </a:cxn>
                  <a:cxn ang="0">
                    <a:pos x="279" y="10"/>
                  </a:cxn>
                  <a:cxn ang="0">
                    <a:pos x="306" y="20"/>
                  </a:cxn>
                  <a:cxn ang="0">
                    <a:pos x="329" y="14"/>
                  </a:cxn>
                  <a:cxn ang="0">
                    <a:pos x="344" y="64"/>
                  </a:cxn>
                  <a:cxn ang="0">
                    <a:pos x="362" y="96"/>
                  </a:cxn>
                  <a:cxn ang="0">
                    <a:pos x="396" y="112"/>
                  </a:cxn>
                  <a:cxn ang="0">
                    <a:pos x="404" y="119"/>
                  </a:cxn>
                  <a:cxn ang="0">
                    <a:pos x="403" y="152"/>
                  </a:cxn>
                  <a:cxn ang="0">
                    <a:pos x="381" y="184"/>
                  </a:cxn>
                  <a:cxn ang="0">
                    <a:pos x="374" y="195"/>
                  </a:cxn>
                  <a:cxn ang="0">
                    <a:pos x="366" y="227"/>
                  </a:cxn>
                  <a:cxn ang="0">
                    <a:pos x="359" y="236"/>
                  </a:cxn>
                  <a:cxn ang="0">
                    <a:pos x="367" y="256"/>
                  </a:cxn>
                  <a:cxn ang="0">
                    <a:pos x="380" y="264"/>
                  </a:cxn>
                  <a:cxn ang="0">
                    <a:pos x="393" y="283"/>
                  </a:cxn>
                  <a:cxn ang="0">
                    <a:pos x="405" y="301"/>
                  </a:cxn>
                  <a:cxn ang="0">
                    <a:pos x="432" y="322"/>
                  </a:cxn>
                  <a:cxn ang="0">
                    <a:pos x="457" y="331"/>
                  </a:cxn>
                  <a:cxn ang="0">
                    <a:pos x="473" y="355"/>
                  </a:cxn>
                  <a:cxn ang="0">
                    <a:pos x="487" y="381"/>
                  </a:cxn>
                  <a:cxn ang="0">
                    <a:pos x="482" y="429"/>
                  </a:cxn>
                  <a:cxn ang="0">
                    <a:pos x="499" y="456"/>
                  </a:cxn>
                  <a:cxn ang="0">
                    <a:pos x="511" y="472"/>
                  </a:cxn>
                  <a:cxn ang="0">
                    <a:pos x="534" y="489"/>
                  </a:cxn>
                </a:cxnLst>
                <a:rect l="0" t="0" r="r" b="b"/>
                <a:pathLst>
                  <a:path w="534" h="548">
                    <a:moveTo>
                      <a:pt x="534" y="489"/>
                    </a:moveTo>
                    <a:lnTo>
                      <a:pt x="527" y="500"/>
                    </a:lnTo>
                    <a:lnTo>
                      <a:pt x="520" y="495"/>
                    </a:lnTo>
                    <a:lnTo>
                      <a:pt x="510" y="490"/>
                    </a:lnTo>
                    <a:lnTo>
                      <a:pt x="507" y="491"/>
                    </a:lnTo>
                    <a:lnTo>
                      <a:pt x="505" y="494"/>
                    </a:lnTo>
                    <a:lnTo>
                      <a:pt x="493" y="490"/>
                    </a:lnTo>
                    <a:lnTo>
                      <a:pt x="479" y="489"/>
                    </a:lnTo>
                    <a:lnTo>
                      <a:pt x="463" y="495"/>
                    </a:lnTo>
                    <a:lnTo>
                      <a:pt x="452" y="512"/>
                    </a:lnTo>
                    <a:lnTo>
                      <a:pt x="442" y="532"/>
                    </a:lnTo>
                    <a:lnTo>
                      <a:pt x="426" y="548"/>
                    </a:lnTo>
                    <a:lnTo>
                      <a:pt x="328" y="543"/>
                    </a:lnTo>
                    <a:lnTo>
                      <a:pt x="265" y="515"/>
                    </a:lnTo>
                    <a:lnTo>
                      <a:pt x="263" y="511"/>
                    </a:lnTo>
                    <a:lnTo>
                      <a:pt x="263" y="472"/>
                    </a:lnTo>
                    <a:lnTo>
                      <a:pt x="261" y="469"/>
                    </a:lnTo>
                    <a:lnTo>
                      <a:pt x="232" y="467"/>
                    </a:lnTo>
                    <a:lnTo>
                      <a:pt x="224" y="449"/>
                    </a:lnTo>
                    <a:lnTo>
                      <a:pt x="218" y="444"/>
                    </a:lnTo>
                    <a:lnTo>
                      <a:pt x="162" y="423"/>
                    </a:lnTo>
                    <a:lnTo>
                      <a:pt x="100" y="376"/>
                    </a:lnTo>
                    <a:lnTo>
                      <a:pt x="16" y="353"/>
                    </a:lnTo>
                    <a:lnTo>
                      <a:pt x="0" y="278"/>
                    </a:lnTo>
                    <a:lnTo>
                      <a:pt x="43" y="248"/>
                    </a:lnTo>
                    <a:lnTo>
                      <a:pt x="58" y="237"/>
                    </a:lnTo>
                    <a:lnTo>
                      <a:pt x="73" y="232"/>
                    </a:lnTo>
                    <a:lnTo>
                      <a:pt x="95" y="220"/>
                    </a:lnTo>
                    <a:lnTo>
                      <a:pt x="107" y="213"/>
                    </a:lnTo>
                    <a:lnTo>
                      <a:pt x="111" y="209"/>
                    </a:lnTo>
                    <a:lnTo>
                      <a:pt x="123" y="204"/>
                    </a:lnTo>
                    <a:lnTo>
                      <a:pt x="133" y="180"/>
                    </a:lnTo>
                    <a:lnTo>
                      <a:pt x="136" y="143"/>
                    </a:lnTo>
                    <a:lnTo>
                      <a:pt x="140" y="73"/>
                    </a:lnTo>
                    <a:lnTo>
                      <a:pt x="171" y="60"/>
                    </a:lnTo>
                    <a:lnTo>
                      <a:pt x="189" y="31"/>
                    </a:lnTo>
                    <a:lnTo>
                      <a:pt x="204" y="22"/>
                    </a:lnTo>
                    <a:lnTo>
                      <a:pt x="229" y="0"/>
                    </a:lnTo>
                    <a:lnTo>
                      <a:pt x="249" y="9"/>
                    </a:lnTo>
                    <a:lnTo>
                      <a:pt x="279" y="10"/>
                    </a:lnTo>
                    <a:lnTo>
                      <a:pt x="297" y="9"/>
                    </a:lnTo>
                    <a:lnTo>
                      <a:pt x="306" y="20"/>
                    </a:lnTo>
                    <a:lnTo>
                      <a:pt x="322" y="22"/>
                    </a:lnTo>
                    <a:lnTo>
                      <a:pt x="329" y="14"/>
                    </a:lnTo>
                    <a:lnTo>
                      <a:pt x="334" y="47"/>
                    </a:lnTo>
                    <a:lnTo>
                      <a:pt x="344" y="64"/>
                    </a:lnTo>
                    <a:lnTo>
                      <a:pt x="356" y="74"/>
                    </a:lnTo>
                    <a:lnTo>
                      <a:pt x="362" y="96"/>
                    </a:lnTo>
                    <a:lnTo>
                      <a:pt x="374" y="107"/>
                    </a:lnTo>
                    <a:lnTo>
                      <a:pt x="396" y="112"/>
                    </a:lnTo>
                    <a:lnTo>
                      <a:pt x="410" y="112"/>
                    </a:lnTo>
                    <a:lnTo>
                      <a:pt x="404" y="119"/>
                    </a:lnTo>
                    <a:lnTo>
                      <a:pt x="398" y="133"/>
                    </a:lnTo>
                    <a:lnTo>
                      <a:pt x="403" y="152"/>
                    </a:lnTo>
                    <a:lnTo>
                      <a:pt x="394" y="162"/>
                    </a:lnTo>
                    <a:lnTo>
                      <a:pt x="381" y="184"/>
                    </a:lnTo>
                    <a:lnTo>
                      <a:pt x="382" y="192"/>
                    </a:lnTo>
                    <a:lnTo>
                      <a:pt x="374" y="195"/>
                    </a:lnTo>
                    <a:lnTo>
                      <a:pt x="370" y="202"/>
                    </a:lnTo>
                    <a:lnTo>
                      <a:pt x="366" y="227"/>
                    </a:lnTo>
                    <a:lnTo>
                      <a:pt x="362" y="234"/>
                    </a:lnTo>
                    <a:lnTo>
                      <a:pt x="359" y="236"/>
                    </a:lnTo>
                    <a:lnTo>
                      <a:pt x="361" y="251"/>
                    </a:lnTo>
                    <a:lnTo>
                      <a:pt x="367" y="256"/>
                    </a:lnTo>
                    <a:lnTo>
                      <a:pt x="376" y="256"/>
                    </a:lnTo>
                    <a:lnTo>
                      <a:pt x="380" y="264"/>
                    </a:lnTo>
                    <a:lnTo>
                      <a:pt x="387" y="269"/>
                    </a:lnTo>
                    <a:lnTo>
                      <a:pt x="393" y="283"/>
                    </a:lnTo>
                    <a:lnTo>
                      <a:pt x="393" y="294"/>
                    </a:lnTo>
                    <a:lnTo>
                      <a:pt x="405" y="301"/>
                    </a:lnTo>
                    <a:lnTo>
                      <a:pt x="420" y="311"/>
                    </a:lnTo>
                    <a:lnTo>
                      <a:pt x="432" y="322"/>
                    </a:lnTo>
                    <a:lnTo>
                      <a:pt x="444" y="327"/>
                    </a:lnTo>
                    <a:lnTo>
                      <a:pt x="457" y="331"/>
                    </a:lnTo>
                    <a:lnTo>
                      <a:pt x="466" y="340"/>
                    </a:lnTo>
                    <a:lnTo>
                      <a:pt x="473" y="355"/>
                    </a:lnTo>
                    <a:lnTo>
                      <a:pt x="480" y="367"/>
                    </a:lnTo>
                    <a:lnTo>
                      <a:pt x="487" y="381"/>
                    </a:lnTo>
                    <a:lnTo>
                      <a:pt x="483" y="408"/>
                    </a:lnTo>
                    <a:lnTo>
                      <a:pt x="482" y="429"/>
                    </a:lnTo>
                    <a:lnTo>
                      <a:pt x="495" y="436"/>
                    </a:lnTo>
                    <a:lnTo>
                      <a:pt x="499" y="456"/>
                    </a:lnTo>
                    <a:lnTo>
                      <a:pt x="504" y="464"/>
                    </a:lnTo>
                    <a:lnTo>
                      <a:pt x="511" y="472"/>
                    </a:lnTo>
                    <a:lnTo>
                      <a:pt x="531" y="487"/>
                    </a:lnTo>
                    <a:lnTo>
                      <a:pt x="534" y="48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4" name="Freeform 92">
                <a:extLst>
                  <a:ext uri="{FF2B5EF4-FFF2-40B4-BE49-F238E27FC236}">
                    <a16:creationId xmlns:a16="http://schemas.microsoft.com/office/drawing/2014/main" id="{759AC871-76AE-ECBA-9CD2-C8397A47A23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72" y="2191"/>
                <a:ext cx="9" cy="20"/>
              </a:xfrm>
              <a:custGeom>
                <a:avLst/>
                <a:gdLst/>
                <a:ahLst/>
                <a:cxnLst>
                  <a:cxn ang="0">
                    <a:pos x="16" y="98"/>
                  </a:cxn>
                  <a:cxn ang="0">
                    <a:pos x="35" y="90"/>
                  </a:cxn>
                  <a:cxn ang="0">
                    <a:pos x="38" y="87"/>
                  </a:cxn>
                  <a:cxn ang="0">
                    <a:pos x="39" y="81"/>
                  </a:cxn>
                  <a:cxn ang="0">
                    <a:pos x="43" y="74"/>
                  </a:cxn>
                  <a:cxn ang="0">
                    <a:pos x="44" y="70"/>
                  </a:cxn>
                  <a:cxn ang="0">
                    <a:pos x="44" y="55"/>
                  </a:cxn>
                  <a:cxn ang="0">
                    <a:pos x="40" y="50"/>
                  </a:cxn>
                  <a:cxn ang="0">
                    <a:pos x="40" y="42"/>
                  </a:cxn>
                  <a:cxn ang="0">
                    <a:pos x="40" y="33"/>
                  </a:cxn>
                  <a:cxn ang="0">
                    <a:pos x="43" y="32"/>
                  </a:cxn>
                  <a:cxn ang="0">
                    <a:pos x="41" y="29"/>
                  </a:cxn>
                  <a:cxn ang="0">
                    <a:pos x="44" y="25"/>
                  </a:cxn>
                  <a:cxn ang="0">
                    <a:pos x="44" y="21"/>
                  </a:cxn>
                  <a:cxn ang="0">
                    <a:pos x="45" y="16"/>
                  </a:cxn>
                  <a:cxn ang="0">
                    <a:pos x="43" y="15"/>
                  </a:cxn>
                  <a:cxn ang="0">
                    <a:pos x="36" y="12"/>
                  </a:cxn>
                  <a:cxn ang="0">
                    <a:pos x="34" y="10"/>
                  </a:cxn>
                  <a:cxn ang="0">
                    <a:pos x="34" y="6"/>
                  </a:cxn>
                  <a:cxn ang="0">
                    <a:pos x="30" y="4"/>
                  </a:cxn>
                  <a:cxn ang="0">
                    <a:pos x="24" y="0"/>
                  </a:cxn>
                  <a:cxn ang="0">
                    <a:pos x="18" y="4"/>
                  </a:cxn>
                  <a:cxn ang="0">
                    <a:pos x="13" y="12"/>
                  </a:cxn>
                  <a:cxn ang="0">
                    <a:pos x="11" y="26"/>
                  </a:cxn>
                  <a:cxn ang="0">
                    <a:pos x="7" y="36"/>
                  </a:cxn>
                  <a:cxn ang="0">
                    <a:pos x="1" y="43"/>
                  </a:cxn>
                  <a:cxn ang="0">
                    <a:pos x="1" y="50"/>
                  </a:cxn>
                  <a:cxn ang="0">
                    <a:pos x="0" y="55"/>
                  </a:cxn>
                  <a:cxn ang="0">
                    <a:pos x="2" y="58"/>
                  </a:cxn>
                  <a:cxn ang="0">
                    <a:pos x="0" y="63"/>
                  </a:cxn>
                  <a:cxn ang="0">
                    <a:pos x="1" y="66"/>
                  </a:cxn>
                  <a:cxn ang="0">
                    <a:pos x="5" y="74"/>
                  </a:cxn>
                  <a:cxn ang="0">
                    <a:pos x="2" y="77"/>
                  </a:cxn>
                  <a:cxn ang="0">
                    <a:pos x="5" y="80"/>
                  </a:cxn>
                  <a:cxn ang="0">
                    <a:pos x="3" y="84"/>
                  </a:cxn>
                  <a:cxn ang="0">
                    <a:pos x="2" y="85"/>
                  </a:cxn>
                  <a:cxn ang="0">
                    <a:pos x="9" y="97"/>
                  </a:cxn>
                  <a:cxn ang="0">
                    <a:pos x="16" y="98"/>
                  </a:cxn>
                </a:cxnLst>
                <a:rect l="0" t="0" r="r" b="b"/>
                <a:pathLst>
                  <a:path w="45" h="98">
                    <a:moveTo>
                      <a:pt x="16" y="98"/>
                    </a:moveTo>
                    <a:lnTo>
                      <a:pt x="35" y="90"/>
                    </a:lnTo>
                    <a:lnTo>
                      <a:pt x="38" y="87"/>
                    </a:lnTo>
                    <a:lnTo>
                      <a:pt x="39" y="81"/>
                    </a:lnTo>
                    <a:lnTo>
                      <a:pt x="43" y="74"/>
                    </a:lnTo>
                    <a:lnTo>
                      <a:pt x="44" y="70"/>
                    </a:lnTo>
                    <a:lnTo>
                      <a:pt x="44" y="55"/>
                    </a:lnTo>
                    <a:lnTo>
                      <a:pt x="40" y="50"/>
                    </a:lnTo>
                    <a:lnTo>
                      <a:pt x="40" y="42"/>
                    </a:lnTo>
                    <a:lnTo>
                      <a:pt x="40" y="33"/>
                    </a:lnTo>
                    <a:lnTo>
                      <a:pt x="43" y="32"/>
                    </a:lnTo>
                    <a:lnTo>
                      <a:pt x="41" y="29"/>
                    </a:lnTo>
                    <a:lnTo>
                      <a:pt x="44" y="25"/>
                    </a:lnTo>
                    <a:lnTo>
                      <a:pt x="44" y="21"/>
                    </a:lnTo>
                    <a:lnTo>
                      <a:pt x="45" y="16"/>
                    </a:lnTo>
                    <a:lnTo>
                      <a:pt x="43" y="15"/>
                    </a:lnTo>
                    <a:lnTo>
                      <a:pt x="36" y="12"/>
                    </a:lnTo>
                    <a:lnTo>
                      <a:pt x="34" y="10"/>
                    </a:lnTo>
                    <a:lnTo>
                      <a:pt x="34" y="6"/>
                    </a:lnTo>
                    <a:lnTo>
                      <a:pt x="30" y="4"/>
                    </a:lnTo>
                    <a:lnTo>
                      <a:pt x="24" y="0"/>
                    </a:lnTo>
                    <a:lnTo>
                      <a:pt x="18" y="4"/>
                    </a:lnTo>
                    <a:lnTo>
                      <a:pt x="13" y="12"/>
                    </a:lnTo>
                    <a:lnTo>
                      <a:pt x="11" y="26"/>
                    </a:lnTo>
                    <a:lnTo>
                      <a:pt x="7" y="36"/>
                    </a:lnTo>
                    <a:lnTo>
                      <a:pt x="1" y="43"/>
                    </a:lnTo>
                    <a:lnTo>
                      <a:pt x="1" y="50"/>
                    </a:lnTo>
                    <a:lnTo>
                      <a:pt x="0" y="55"/>
                    </a:lnTo>
                    <a:lnTo>
                      <a:pt x="2" y="58"/>
                    </a:lnTo>
                    <a:lnTo>
                      <a:pt x="0" y="63"/>
                    </a:lnTo>
                    <a:lnTo>
                      <a:pt x="1" y="66"/>
                    </a:lnTo>
                    <a:lnTo>
                      <a:pt x="5" y="74"/>
                    </a:lnTo>
                    <a:lnTo>
                      <a:pt x="2" y="77"/>
                    </a:lnTo>
                    <a:lnTo>
                      <a:pt x="5" y="80"/>
                    </a:lnTo>
                    <a:lnTo>
                      <a:pt x="3" y="84"/>
                    </a:lnTo>
                    <a:lnTo>
                      <a:pt x="2" y="85"/>
                    </a:lnTo>
                    <a:lnTo>
                      <a:pt x="9" y="97"/>
                    </a:lnTo>
                    <a:lnTo>
                      <a:pt x="16" y="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5" name="Freeform 93">
                <a:extLst>
                  <a:ext uri="{FF2B5EF4-FFF2-40B4-BE49-F238E27FC236}">
                    <a16:creationId xmlns:a16="http://schemas.microsoft.com/office/drawing/2014/main" id="{C62D8286-CA0F-588D-C5A1-1699092018E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75" y="2192"/>
                <a:ext cx="58" cy="43"/>
              </a:xfrm>
              <a:custGeom>
                <a:avLst/>
                <a:gdLst/>
                <a:ahLst/>
                <a:cxnLst>
                  <a:cxn ang="0">
                    <a:pos x="217" y="215"/>
                  </a:cxn>
                  <a:cxn ang="0">
                    <a:pos x="36" y="136"/>
                  </a:cxn>
                  <a:cxn ang="0">
                    <a:pos x="0" y="92"/>
                  </a:cxn>
                  <a:cxn ang="0">
                    <a:pos x="17" y="89"/>
                  </a:cxn>
                  <a:cxn ang="0">
                    <a:pos x="20" y="95"/>
                  </a:cxn>
                  <a:cxn ang="0">
                    <a:pos x="17" y="107"/>
                  </a:cxn>
                  <a:cxn ang="0">
                    <a:pos x="30" y="109"/>
                  </a:cxn>
                  <a:cxn ang="0">
                    <a:pos x="35" y="107"/>
                  </a:cxn>
                  <a:cxn ang="0">
                    <a:pos x="41" y="122"/>
                  </a:cxn>
                  <a:cxn ang="0">
                    <a:pos x="70" y="124"/>
                  </a:cxn>
                  <a:cxn ang="0">
                    <a:pos x="79" y="118"/>
                  </a:cxn>
                  <a:cxn ang="0">
                    <a:pos x="110" y="114"/>
                  </a:cxn>
                  <a:cxn ang="0">
                    <a:pos x="125" y="118"/>
                  </a:cxn>
                  <a:cxn ang="0">
                    <a:pos x="159" y="119"/>
                  </a:cxn>
                  <a:cxn ang="0">
                    <a:pos x="169" y="109"/>
                  </a:cxn>
                  <a:cxn ang="0">
                    <a:pos x="180" y="106"/>
                  </a:cxn>
                  <a:cxn ang="0">
                    <a:pos x="186" y="102"/>
                  </a:cxn>
                  <a:cxn ang="0">
                    <a:pos x="184" y="97"/>
                  </a:cxn>
                  <a:cxn ang="0">
                    <a:pos x="192" y="95"/>
                  </a:cxn>
                  <a:cxn ang="0">
                    <a:pos x="195" y="91"/>
                  </a:cxn>
                  <a:cxn ang="0">
                    <a:pos x="197" y="84"/>
                  </a:cxn>
                  <a:cxn ang="0">
                    <a:pos x="201" y="76"/>
                  </a:cxn>
                  <a:cxn ang="0">
                    <a:pos x="213" y="65"/>
                  </a:cxn>
                  <a:cxn ang="0">
                    <a:pos x="219" y="59"/>
                  </a:cxn>
                  <a:cxn ang="0">
                    <a:pos x="233" y="48"/>
                  </a:cxn>
                  <a:cxn ang="0">
                    <a:pos x="238" y="43"/>
                  </a:cxn>
                  <a:cxn ang="0">
                    <a:pos x="240" y="39"/>
                  </a:cxn>
                  <a:cxn ang="0">
                    <a:pos x="245" y="32"/>
                  </a:cxn>
                  <a:cxn ang="0">
                    <a:pos x="249" y="27"/>
                  </a:cxn>
                  <a:cxn ang="0">
                    <a:pos x="270" y="10"/>
                  </a:cxn>
                  <a:cxn ang="0">
                    <a:pos x="275" y="4"/>
                  </a:cxn>
                  <a:cxn ang="0">
                    <a:pos x="276" y="12"/>
                  </a:cxn>
                  <a:cxn ang="0">
                    <a:pos x="275" y="21"/>
                  </a:cxn>
                  <a:cxn ang="0">
                    <a:pos x="285" y="25"/>
                  </a:cxn>
                  <a:cxn ang="0">
                    <a:pos x="287" y="64"/>
                  </a:cxn>
                  <a:cxn ang="0">
                    <a:pos x="255" y="73"/>
                  </a:cxn>
                  <a:cxn ang="0">
                    <a:pos x="239" y="132"/>
                  </a:cxn>
                </a:cxnLst>
                <a:rect l="0" t="0" r="r" b="b"/>
                <a:pathLst>
                  <a:path w="288" h="215">
                    <a:moveTo>
                      <a:pt x="228" y="203"/>
                    </a:moveTo>
                    <a:lnTo>
                      <a:pt x="217" y="215"/>
                    </a:lnTo>
                    <a:lnTo>
                      <a:pt x="52" y="184"/>
                    </a:lnTo>
                    <a:lnTo>
                      <a:pt x="36" y="136"/>
                    </a:lnTo>
                    <a:lnTo>
                      <a:pt x="3" y="107"/>
                    </a:lnTo>
                    <a:lnTo>
                      <a:pt x="0" y="92"/>
                    </a:lnTo>
                    <a:lnTo>
                      <a:pt x="19" y="84"/>
                    </a:lnTo>
                    <a:lnTo>
                      <a:pt x="17" y="89"/>
                    </a:lnTo>
                    <a:lnTo>
                      <a:pt x="17" y="92"/>
                    </a:lnTo>
                    <a:lnTo>
                      <a:pt x="20" y="95"/>
                    </a:lnTo>
                    <a:lnTo>
                      <a:pt x="17" y="100"/>
                    </a:lnTo>
                    <a:lnTo>
                      <a:pt x="17" y="107"/>
                    </a:lnTo>
                    <a:lnTo>
                      <a:pt x="24" y="107"/>
                    </a:lnTo>
                    <a:lnTo>
                      <a:pt x="30" y="109"/>
                    </a:lnTo>
                    <a:lnTo>
                      <a:pt x="34" y="107"/>
                    </a:lnTo>
                    <a:lnTo>
                      <a:pt x="35" y="107"/>
                    </a:lnTo>
                    <a:lnTo>
                      <a:pt x="36" y="118"/>
                    </a:lnTo>
                    <a:lnTo>
                      <a:pt x="41" y="122"/>
                    </a:lnTo>
                    <a:lnTo>
                      <a:pt x="55" y="124"/>
                    </a:lnTo>
                    <a:lnTo>
                      <a:pt x="70" y="124"/>
                    </a:lnTo>
                    <a:lnTo>
                      <a:pt x="73" y="123"/>
                    </a:lnTo>
                    <a:lnTo>
                      <a:pt x="79" y="118"/>
                    </a:lnTo>
                    <a:lnTo>
                      <a:pt x="88" y="112"/>
                    </a:lnTo>
                    <a:lnTo>
                      <a:pt x="110" y="114"/>
                    </a:lnTo>
                    <a:lnTo>
                      <a:pt x="119" y="118"/>
                    </a:lnTo>
                    <a:lnTo>
                      <a:pt x="125" y="118"/>
                    </a:lnTo>
                    <a:lnTo>
                      <a:pt x="135" y="121"/>
                    </a:lnTo>
                    <a:lnTo>
                      <a:pt x="159" y="119"/>
                    </a:lnTo>
                    <a:lnTo>
                      <a:pt x="164" y="116"/>
                    </a:lnTo>
                    <a:lnTo>
                      <a:pt x="169" y="109"/>
                    </a:lnTo>
                    <a:lnTo>
                      <a:pt x="178" y="107"/>
                    </a:lnTo>
                    <a:lnTo>
                      <a:pt x="180" y="106"/>
                    </a:lnTo>
                    <a:lnTo>
                      <a:pt x="185" y="103"/>
                    </a:lnTo>
                    <a:lnTo>
                      <a:pt x="186" y="102"/>
                    </a:lnTo>
                    <a:lnTo>
                      <a:pt x="184" y="98"/>
                    </a:lnTo>
                    <a:lnTo>
                      <a:pt x="184" y="97"/>
                    </a:lnTo>
                    <a:lnTo>
                      <a:pt x="184" y="96"/>
                    </a:lnTo>
                    <a:lnTo>
                      <a:pt x="192" y="95"/>
                    </a:lnTo>
                    <a:lnTo>
                      <a:pt x="191" y="92"/>
                    </a:lnTo>
                    <a:lnTo>
                      <a:pt x="195" y="91"/>
                    </a:lnTo>
                    <a:lnTo>
                      <a:pt x="194" y="87"/>
                    </a:lnTo>
                    <a:lnTo>
                      <a:pt x="197" y="84"/>
                    </a:lnTo>
                    <a:lnTo>
                      <a:pt x="197" y="80"/>
                    </a:lnTo>
                    <a:lnTo>
                      <a:pt x="201" y="76"/>
                    </a:lnTo>
                    <a:lnTo>
                      <a:pt x="211" y="73"/>
                    </a:lnTo>
                    <a:lnTo>
                      <a:pt x="213" y="65"/>
                    </a:lnTo>
                    <a:lnTo>
                      <a:pt x="217" y="63"/>
                    </a:lnTo>
                    <a:lnTo>
                      <a:pt x="219" y="59"/>
                    </a:lnTo>
                    <a:lnTo>
                      <a:pt x="228" y="53"/>
                    </a:lnTo>
                    <a:lnTo>
                      <a:pt x="233" y="48"/>
                    </a:lnTo>
                    <a:lnTo>
                      <a:pt x="237" y="46"/>
                    </a:lnTo>
                    <a:lnTo>
                      <a:pt x="238" y="43"/>
                    </a:lnTo>
                    <a:lnTo>
                      <a:pt x="239" y="42"/>
                    </a:lnTo>
                    <a:lnTo>
                      <a:pt x="240" y="39"/>
                    </a:lnTo>
                    <a:lnTo>
                      <a:pt x="245" y="35"/>
                    </a:lnTo>
                    <a:lnTo>
                      <a:pt x="245" y="32"/>
                    </a:lnTo>
                    <a:lnTo>
                      <a:pt x="248" y="31"/>
                    </a:lnTo>
                    <a:lnTo>
                      <a:pt x="249" y="27"/>
                    </a:lnTo>
                    <a:lnTo>
                      <a:pt x="259" y="21"/>
                    </a:lnTo>
                    <a:lnTo>
                      <a:pt x="270" y="10"/>
                    </a:lnTo>
                    <a:lnTo>
                      <a:pt x="274" y="0"/>
                    </a:lnTo>
                    <a:lnTo>
                      <a:pt x="275" y="4"/>
                    </a:lnTo>
                    <a:lnTo>
                      <a:pt x="277" y="10"/>
                    </a:lnTo>
                    <a:lnTo>
                      <a:pt x="276" y="12"/>
                    </a:lnTo>
                    <a:lnTo>
                      <a:pt x="277" y="16"/>
                    </a:lnTo>
                    <a:lnTo>
                      <a:pt x="275" y="21"/>
                    </a:lnTo>
                    <a:lnTo>
                      <a:pt x="277" y="22"/>
                    </a:lnTo>
                    <a:lnTo>
                      <a:pt x="285" y="25"/>
                    </a:lnTo>
                    <a:lnTo>
                      <a:pt x="288" y="31"/>
                    </a:lnTo>
                    <a:lnTo>
                      <a:pt x="287" y="64"/>
                    </a:lnTo>
                    <a:lnTo>
                      <a:pt x="288" y="73"/>
                    </a:lnTo>
                    <a:lnTo>
                      <a:pt x="255" y="73"/>
                    </a:lnTo>
                    <a:lnTo>
                      <a:pt x="272" y="119"/>
                    </a:lnTo>
                    <a:lnTo>
                      <a:pt x="239" y="132"/>
                    </a:lnTo>
                    <a:lnTo>
                      <a:pt x="228" y="20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grpSp>
            <p:nvGrpSpPr>
              <p:cNvPr id="26" name="Group 94">
                <a:extLst>
                  <a:ext uri="{FF2B5EF4-FFF2-40B4-BE49-F238E27FC236}">
                    <a16:creationId xmlns:a16="http://schemas.microsoft.com/office/drawing/2014/main" id="{D614B595-F502-0DB8-485F-F0E92A2BC50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802" y="1979"/>
                <a:ext cx="205" cy="88"/>
                <a:chOff x="2802" y="1979"/>
                <a:chExt cx="205" cy="88"/>
              </a:xfrm>
              <a:grpFill/>
            </p:grpSpPr>
            <p:sp>
              <p:nvSpPr>
                <p:cNvPr id="30" name="Freeform 95">
                  <a:extLst>
                    <a:ext uri="{FF2B5EF4-FFF2-40B4-BE49-F238E27FC236}">
                      <a16:creationId xmlns:a16="http://schemas.microsoft.com/office/drawing/2014/main" id="{6DA9328B-3019-9E62-8817-44855600B9D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03" y="1979"/>
                  <a:ext cx="204" cy="88"/>
                </a:xfrm>
                <a:custGeom>
                  <a:avLst/>
                  <a:gdLst/>
                  <a:ahLst/>
                  <a:cxnLst>
                    <a:cxn ang="0">
                      <a:pos x="552" y="379"/>
                    </a:cxn>
                    <a:cxn ang="0">
                      <a:pos x="503" y="390"/>
                    </a:cxn>
                    <a:cxn ang="0">
                      <a:pos x="460" y="379"/>
                    </a:cxn>
                    <a:cxn ang="0">
                      <a:pos x="408" y="418"/>
                    </a:cxn>
                    <a:cxn ang="0">
                      <a:pos x="341" y="409"/>
                    </a:cxn>
                    <a:cxn ang="0">
                      <a:pos x="283" y="370"/>
                    </a:cxn>
                    <a:cxn ang="0">
                      <a:pos x="245" y="391"/>
                    </a:cxn>
                    <a:cxn ang="0">
                      <a:pos x="196" y="417"/>
                    </a:cxn>
                    <a:cxn ang="0">
                      <a:pos x="164" y="381"/>
                    </a:cxn>
                    <a:cxn ang="0">
                      <a:pos x="143" y="380"/>
                    </a:cxn>
                    <a:cxn ang="0">
                      <a:pos x="107" y="386"/>
                    </a:cxn>
                    <a:cxn ang="0">
                      <a:pos x="79" y="378"/>
                    </a:cxn>
                    <a:cxn ang="0">
                      <a:pos x="118" y="362"/>
                    </a:cxn>
                    <a:cxn ang="0">
                      <a:pos x="67" y="355"/>
                    </a:cxn>
                    <a:cxn ang="0">
                      <a:pos x="64" y="325"/>
                    </a:cxn>
                    <a:cxn ang="0">
                      <a:pos x="52" y="312"/>
                    </a:cxn>
                    <a:cxn ang="0">
                      <a:pos x="37" y="283"/>
                    </a:cxn>
                    <a:cxn ang="0">
                      <a:pos x="10" y="268"/>
                    </a:cxn>
                    <a:cxn ang="0">
                      <a:pos x="22" y="246"/>
                    </a:cxn>
                    <a:cxn ang="0">
                      <a:pos x="52" y="260"/>
                    </a:cxn>
                    <a:cxn ang="0">
                      <a:pos x="44" y="226"/>
                    </a:cxn>
                    <a:cxn ang="0">
                      <a:pos x="43" y="186"/>
                    </a:cxn>
                    <a:cxn ang="0">
                      <a:pos x="3" y="160"/>
                    </a:cxn>
                    <a:cxn ang="0">
                      <a:pos x="35" y="122"/>
                    </a:cxn>
                    <a:cxn ang="0">
                      <a:pos x="91" y="126"/>
                    </a:cxn>
                    <a:cxn ang="0">
                      <a:pos x="108" y="123"/>
                    </a:cxn>
                    <a:cxn ang="0">
                      <a:pos x="151" y="111"/>
                    </a:cxn>
                    <a:cxn ang="0">
                      <a:pos x="196" y="94"/>
                    </a:cxn>
                    <a:cxn ang="0">
                      <a:pos x="167" y="83"/>
                    </a:cxn>
                    <a:cxn ang="0">
                      <a:pos x="180" y="66"/>
                    </a:cxn>
                    <a:cxn ang="0">
                      <a:pos x="253" y="74"/>
                    </a:cxn>
                    <a:cxn ang="0">
                      <a:pos x="318" y="41"/>
                    </a:cxn>
                    <a:cxn ang="0">
                      <a:pos x="398" y="7"/>
                    </a:cxn>
                    <a:cxn ang="0">
                      <a:pos x="493" y="0"/>
                    </a:cxn>
                    <a:cxn ang="0">
                      <a:pos x="533" y="35"/>
                    </a:cxn>
                    <a:cxn ang="0">
                      <a:pos x="623" y="80"/>
                    </a:cxn>
                    <a:cxn ang="0">
                      <a:pos x="693" y="77"/>
                    </a:cxn>
                    <a:cxn ang="0">
                      <a:pos x="838" y="40"/>
                    </a:cxn>
                    <a:cxn ang="0">
                      <a:pos x="887" y="43"/>
                    </a:cxn>
                    <a:cxn ang="0">
                      <a:pos x="919" y="42"/>
                    </a:cxn>
                    <a:cxn ang="0">
                      <a:pos x="958" y="89"/>
                    </a:cxn>
                    <a:cxn ang="0">
                      <a:pos x="990" y="143"/>
                    </a:cxn>
                    <a:cxn ang="0">
                      <a:pos x="1001" y="186"/>
                    </a:cxn>
                    <a:cxn ang="0">
                      <a:pos x="997" y="263"/>
                    </a:cxn>
                    <a:cxn ang="0">
                      <a:pos x="1022" y="341"/>
                    </a:cxn>
                    <a:cxn ang="0">
                      <a:pos x="942" y="336"/>
                    </a:cxn>
                    <a:cxn ang="0">
                      <a:pos x="887" y="342"/>
                    </a:cxn>
                    <a:cxn ang="0">
                      <a:pos x="820" y="354"/>
                    </a:cxn>
                    <a:cxn ang="0">
                      <a:pos x="767" y="368"/>
                    </a:cxn>
                    <a:cxn ang="0">
                      <a:pos x="678" y="366"/>
                    </a:cxn>
                    <a:cxn ang="0">
                      <a:pos x="626" y="380"/>
                    </a:cxn>
                    <a:cxn ang="0">
                      <a:pos x="597" y="379"/>
                    </a:cxn>
                    <a:cxn ang="0">
                      <a:pos x="578" y="370"/>
                    </a:cxn>
                    <a:cxn ang="0">
                      <a:pos x="579" y="408"/>
                    </a:cxn>
                    <a:cxn ang="0">
                      <a:pos x="560" y="418"/>
                    </a:cxn>
                    <a:cxn ang="0">
                      <a:pos x="542" y="435"/>
                    </a:cxn>
                  </a:cxnLst>
                  <a:rect l="0" t="0" r="r" b="b"/>
                  <a:pathLst>
                    <a:path w="1022" h="439">
                      <a:moveTo>
                        <a:pt x="538" y="424"/>
                      </a:moveTo>
                      <a:lnTo>
                        <a:pt x="535" y="411"/>
                      </a:lnTo>
                      <a:lnTo>
                        <a:pt x="538" y="395"/>
                      </a:lnTo>
                      <a:lnTo>
                        <a:pt x="548" y="389"/>
                      </a:lnTo>
                      <a:lnTo>
                        <a:pt x="552" y="379"/>
                      </a:lnTo>
                      <a:lnTo>
                        <a:pt x="543" y="370"/>
                      </a:lnTo>
                      <a:lnTo>
                        <a:pt x="526" y="378"/>
                      </a:lnTo>
                      <a:lnTo>
                        <a:pt x="524" y="389"/>
                      </a:lnTo>
                      <a:lnTo>
                        <a:pt x="516" y="391"/>
                      </a:lnTo>
                      <a:lnTo>
                        <a:pt x="503" y="390"/>
                      </a:lnTo>
                      <a:lnTo>
                        <a:pt x="493" y="381"/>
                      </a:lnTo>
                      <a:lnTo>
                        <a:pt x="484" y="376"/>
                      </a:lnTo>
                      <a:lnTo>
                        <a:pt x="477" y="374"/>
                      </a:lnTo>
                      <a:lnTo>
                        <a:pt x="471" y="374"/>
                      </a:lnTo>
                      <a:lnTo>
                        <a:pt x="460" y="379"/>
                      </a:lnTo>
                      <a:lnTo>
                        <a:pt x="441" y="397"/>
                      </a:lnTo>
                      <a:lnTo>
                        <a:pt x="436" y="406"/>
                      </a:lnTo>
                      <a:lnTo>
                        <a:pt x="427" y="407"/>
                      </a:lnTo>
                      <a:lnTo>
                        <a:pt x="419" y="414"/>
                      </a:lnTo>
                      <a:lnTo>
                        <a:pt x="408" y="418"/>
                      </a:lnTo>
                      <a:lnTo>
                        <a:pt x="397" y="417"/>
                      </a:lnTo>
                      <a:lnTo>
                        <a:pt x="379" y="422"/>
                      </a:lnTo>
                      <a:lnTo>
                        <a:pt x="369" y="427"/>
                      </a:lnTo>
                      <a:lnTo>
                        <a:pt x="350" y="421"/>
                      </a:lnTo>
                      <a:lnTo>
                        <a:pt x="341" y="409"/>
                      </a:lnTo>
                      <a:lnTo>
                        <a:pt x="337" y="402"/>
                      </a:lnTo>
                      <a:lnTo>
                        <a:pt x="331" y="397"/>
                      </a:lnTo>
                      <a:lnTo>
                        <a:pt x="321" y="391"/>
                      </a:lnTo>
                      <a:lnTo>
                        <a:pt x="295" y="379"/>
                      </a:lnTo>
                      <a:lnTo>
                        <a:pt x="283" y="370"/>
                      </a:lnTo>
                      <a:lnTo>
                        <a:pt x="267" y="368"/>
                      </a:lnTo>
                      <a:lnTo>
                        <a:pt x="257" y="370"/>
                      </a:lnTo>
                      <a:lnTo>
                        <a:pt x="248" y="370"/>
                      </a:lnTo>
                      <a:lnTo>
                        <a:pt x="245" y="379"/>
                      </a:lnTo>
                      <a:lnTo>
                        <a:pt x="245" y="391"/>
                      </a:lnTo>
                      <a:lnTo>
                        <a:pt x="242" y="396"/>
                      </a:lnTo>
                      <a:lnTo>
                        <a:pt x="240" y="407"/>
                      </a:lnTo>
                      <a:lnTo>
                        <a:pt x="220" y="412"/>
                      </a:lnTo>
                      <a:lnTo>
                        <a:pt x="207" y="417"/>
                      </a:lnTo>
                      <a:lnTo>
                        <a:pt x="196" y="417"/>
                      </a:lnTo>
                      <a:lnTo>
                        <a:pt x="186" y="414"/>
                      </a:lnTo>
                      <a:lnTo>
                        <a:pt x="176" y="409"/>
                      </a:lnTo>
                      <a:lnTo>
                        <a:pt x="167" y="401"/>
                      </a:lnTo>
                      <a:lnTo>
                        <a:pt x="164" y="386"/>
                      </a:lnTo>
                      <a:lnTo>
                        <a:pt x="164" y="381"/>
                      </a:lnTo>
                      <a:lnTo>
                        <a:pt x="156" y="378"/>
                      </a:lnTo>
                      <a:lnTo>
                        <a:pt x="154" y="382"/>
                      </a:lnTo>
                      <a:lnTo>
                        <a:pt x="155" y="386"/>
                      </a:lnTo>
                      <a:lnTo>
                        <a:pt x="151" y="386"/>
                      </a:lnTo>
                      <a:lnTo>
                        <a:pt x="143" y="380"/>
                      </a:lnTo>
                      <a:lnTo>
                        <a:pt x="137" y="374"/>
                      </a:lnTo>
                      <a:lnTo>
                        <a:pt x="134" y="373"/>
                      </a:lnTo>
                      <a:lnTo>
                        <a:pt x="119" y="374"/>
                      </a:lnTo>
                      <a:lnTo>
                        <a:pt x="117" y="380"/>
                      </a:lnTo>
                      <a:lnTo>
                        <a:pt x="107" y="386"/>
                      </a:lnTo>
                      <a:lnTo>
                        <a:pt x="105" y="386"/>
                      </a:lnTo>
                      <a:lnTo>
                        <a:pt x="108" y="379"/>
                      </a:lnTo>
                      <a:lnTo>
                        <a:pt x="107" y="375"/>
                      </a:lnTo>
                      <a:lnTo>
                        <a:pt x="73" y="385"/>
                      </a:lnTo>
                      <a:lnTo>
                        <a:pt x="79" y="378"/>
                      </a:lnTo>
                      <a:lnTo>
                        <a:pt x="87" y="371"/>
                      </a:lnTo>
                      <a:lnTo>
                        <a:pt x="101" y="371"/>
                      </a:lnTo>
                      <a:lnTo>
                        <a:pt x="108" y="368"/>
                      </a:lnTo>
                      <a:lnTo>
                        <a:pt x="110" y="366"/>
                      </a:lnTo>
                      <a:lnTo>
                        <a:pt x="118" y="362"/>
                      </a:lnTo>
                      <a:lnTo>
                        <a:pt x="122" y="357"/>
                      </a:lnTo>
                      <a:lnTo>
                        <a:pt x="113" y="355"/>
                      </a:lnTo>
                      <a:lnTo>
                        <a:pt x="92" y="360"/>
                      </a:lnTo>
                      <a:lnTo>
                        <a:pt x="69" y="360"/>
                      </a:lnTo>
                      <a:lnTo>
                        <a:pt x="67" y="355"/>
                      </a:lnTo>
                      <a:lnTo>
                        <a:pt x="79" y="344"/>
                      </a:lnTo>
                      <a:lnTo>
                        <a:pt x="71" y="336"/>
                      </a:lnTo>
                      <a:lnTo>
                        <a:pt x="68" y="333"/>
                      </a:lnTo>
                      <a:lnTo>
                        <a:pt x="63" y="333"/>
                      </a:lnTo>
                      <a:lnTo>
                        <a:pt x="64" y="325"/>
                      </a:lnTo>
                      <a:lnTo>
                        <a:pt x="69" y="321"/>
                      </a:lnTo>
                      <a:lnTo>
                        <a:pt x="71" y="316"/>
                      </a:lnTo>
                      <a:lnTo>
                        <a:pt x="64" y="317"/>
                      </a:lnTo>
                      <a:lnTo>
                        <a:pt x="57" y="320"/>
                      </a:lnTo>
                      <a:lnTo>
                        <a:pt x="52" y="312"/>
                      </a:lnTo>
                      <a:lnTo>
                        <a:pt x="59" y="309"/>
                      </a:lnTo>
                      <a:lnTo>
                        <a:pt x="60" y="300"/>
                      </a:lnTo>
                      <a:lnTo>
                        <a:pt x="56" y="290"/>
                      </a:lnTo>
                      <a:lnTo>
                        <a:pt x="51" y="287"/>
                      </a:lnTo>
                      <a:lnTo>
                        <a:pt x="37" y="283"/>
                      </a:lnTo>
                      <a:lnTo>
                        <a:pt x="30" y="277"/>
                      </a:lnTo>
                      <a:lnTo>
                        <a:pt x="20" y="279"/>
                      </a:lnTo>
                      <a:lnTo>
                        <a:pt x="16" y="277"/>
                      </a:lnTo>
                      <a:lnTo>
                        <a:pt x="10" y="271"/>
                      </a:lnTo>
                      <a:lnTo>
                        <a:pt x="10" y="268"/>
                      </a:lnTo>
                      <a:lnTo>
                        <a:pt x="16" y="266"/>
                      </a:lnTo>
                      <a:lnTo>
                        <a:pt x="17" y="256"/>
                      </a:lnTo>
                      <a:lnTo>
                        <a:pt x="16" y="251"/>
                      </a:lnTo>
                      <a:lnTo>
                        <a:pt x="19" y="245"/>
                      </a:lnTo>
                      <a:lnTo>
                        <a:pt x="22" y="246"/>
                      </a:lnTo>
                      <a:lnTo>
                        <a:pt x="28" y="262"/>
                      </a:lnTo>
                      <a:lnTo>
                        <a:pt x="35" y="263"/>
                      </a:lnTo>
                      <a:lnTo>
                        <a:pt x="43" y="262"/>
                      </a:lnTo>
                      <a:lnTo>
                        <a:pt x="54" y="262"/>
                      </a:lnTo>
                      <a:lnTo>
                        <a:pt x="52" y="260"/>
                      </a:lnTo>
                      <a:lnTo>
                        <a:pt x="42" y="255"/>
                      </a:lnTo>
                      <a:lnTo>
                        <a:pt x="37" y="246"/>
                      </a:lnTo>
                      <a:lnTo>
                        <a:pt x="38" y="239"/>
                      </a:lnTo>
                      <a:lnTo>
                        <a:pt x="47" y="231"/>
                      </a:lnTo>
                      <a:lnTo>
                        <a:pt x="44" y="226"/>
                      </a:lnTo>
                      <a:lnTo>
                        <a:pt x="38" y="220"/>
                      </a:lnTo>
                      <a:lnTo>
                        <a:pt x="38" y="214"/>
                      </a:lnTo>
                      <a:lnTo>
                        <a:pt x="32" y="206"/>
                      </a:lnTo>
                      <a:lnTo>
                        <a:pt x="33" y="195"/>
                      </a:lnTo>
                      <a:lnTo>
                        <a:pt x="43" y="186"/>
                      </a:lnTo>
                      <a:lnTo>
                        <a:pt x="41" y="182"/>
                      </a:lnTo>
                      <a:lnTo>
                        <a:pt x="25" y="186"/>
                      </a:lnTo>
                      <a:lnTo>
                        <a:pt x="0" y="186"/>
                      </a:lnTo>
                      <a:lnTo>
                        <a:pt x="0" y="181"/>
                      </a:lnTo>
                      <a:lnTo>
                        <a:pt x="3" y="160"/>
                      </a:lnTo>
                      <a:lnTo>
                        <a:pt x="8" y="150"/>
                      </a:lnTo>
                      <a:lnTo>
                        <a:pt x="14" y="149"/>
                      </a:lnTo>
                      <a:lnTo>
                        <a:pt x="20" y="138"/>
                      </a:lnTo>
                      <a:lnTo>
                        <a:pt x="27" y="132"/>
                      </a:lnTo>
                      <a:lnTo>
                        <a:pt x="35" y="122"/>
                      </a:lnTo>
                      <a:lnTo>
                        <a:pt x="48" y="123"/>
                      </a:lnTo>
                      <a:lnTo>
                        <a:pt x="63" y="118"/>
                      </a:lnTo>
                      <a:lnTo>
                        <a:pt x="68" y="123"/>
                      </a:lnTo>
                      <a:lnTo>
                        <a:pt x="80" y="127"/>
                      </a:lnTo>
                      <a:lnTo>
                        <a:pt x="91" y="126"/>
                      </a:lnTo>
                      <a:lnTo>
                        <a:pt x="87" y="112"/>
                      </a:lnTo>
                      <a:lnTo>
                        <a:pt x="96" y="113"/>
                      </a:lnTo>
                      <a:lnTo>
                        <a:pt x="102" y="117"/>
                      </a:lnTo>
                      <a:lnTo>
                        <a:pt x="101" y="122"/>
                      </a:lnTo>
                      <a:lnTo>
                        <a:pt x="108" y="123"/>
                      </a:lnTo>
                      <a:lnTo>
                        <a:pt x="122" y="121"/>
                      </a:lnTo>
                      <a:lnTo>
                        <a:pt x="149" y="121"/>
                      </a:lnTo>
                      <a:lnTo>
                        <a:pt x="161" y="120"/>
                      </a:lnTo>
                      <a:lnTo>
                        <a:pt x="160" y="113"/>
                      </a:lnTo>
                      <a:lnTo>
                        <a:pt x="151" y="111"/>
                      </a:lnTo>
                      <a:lnTo>
                        <a:pt x="150" y="107"/>
                      </a:lnTo>
                      <a:lnTo>
                        <a:pt x="160" y="104"/>
                      </a:lnTo>
                      <a:lnTo>
                        <a:pt x="204" y="100"/>
                      </a:lnTo>
                      <a:lnTo>
                        <a:pt x="204" y="96"/>
                      </a:lnTo>
                      <a:lnTo>
                        <a:pt x="196" y="94"/>
                      </a:lnTo>
                      <a:lnTo>
                        <a:pt x="189" y="96"/>
                      </a:lnTo>
                      <a:lnTo>
                        <a:pt x="176" y="94"/>
                      </a:lnTo>
                      <a:lnTo>
                        <a:pt x="173" y="90"/>
                      </a:lnTo>
                      <a:lnTo>
                        <a:pt x="170" y="89"/>
                      </a:lnTo>
                      <a:lnTo>
                        <a:pt x="167" y="83"/>
                      </a:lnTo>
                      <a:lnTo>
                        <a:pt x="161" y="79"/>
                      </a:lnTo>
                      <a:lnTo>
                        <a:pt x="164" y="73"/>
                      </a:lnTo>
                      <a:lnTo>
                        <a:pt x="170" y="62"/>
                      </a:lnTo>
                      <a:lnTo>
                        <a:pt x="171" y="66"/>
                      </a:lnTo>
                      <a:lnTo>
                        <a:pt x="180" y="66"/>
                      </a:lnTo>
                      <a:lnTo>
                        <a:pt x="193" y="69"/>
                      </a:lnTo>
                      <a:lnTo>
                        <a:pt x="231" y="68"/>
                      </a:lnTo>
                      <a:lnTo>
                        <a:pt x="242" y="72"/>
                      </a:lnTo>
                      <a:lnTo>
                        <a:pt x="248" y="75"/>
                      </a:lnTo>
                      <a:lnTo>
                        <a:pt x="253" y="74"/>
                      </a:lnTo>
                      <a:lnTo>
                        <a:pt x="274" y="77"/>
                      </a:lnTo>
                      <a:lnTo>
                        <a:pt x="288" y="70"/>
                      </a:lnTo>
                      <a:lnTo>
                        <a:pt x="295" y="57"/>
                      </a:lnTo>
                      <a:lnTo>
                        <a:pt x="307" y="51"/>
                      </a:lnTo>
                      <a:lnTo>
                        <a:pt x="318" y="41"/>
                      </a:lnTo>
                      <a:lnTo>
                        <a:pt x="332" y="36"/>
                      </a:lnTo>
                      <a:lnTo>
                        <a:pt x="343" y="26"/>
                      </a:lnTo>
                      <a:lnTo>
                        <a:pt x="355" y="19"/>
                      </a:lnTo>
                      <a:lnTo>
                        <a:pt x="381" y="9"/>
                      </a:lnTo>
                      <a:lnTo>
                        <a:pt x="398" y="7"/>
                      </a:lnTo>
                      <a:lnTo>
                        <a:pt x="414" y="5"/>
                      </a:lnTo>
                      <a:lnTo>
                        <a:pt x="436" y="8"/>
                      </a:lnTo>
                      <a:lnTo>
                        <a:pt x="473" y="8"/>
                      </a:lnTo>
                      <a:lnTo>
                        <a:pt x="485" y="2"/>
                      </a:lnTo>
                      <a:lnTo>
                        <a:pt x="493" y="0"/>
                      </a:lnTo>
                      <a:lnTo>
                        <a:pt x="499" y="3"/>
                      </a:lnTo>
                      <a:lnTo>
                        <a:pt x="499" y="10"/>
                      </a:lnTo>
                      <a:lnTo>
                        <a:pt x="506" y="21"/>
                      </a:lnTo>
                      <a:lnTo>
                        <a:pt x="520" y="29"/>
                      </a:lnTo>
                      <a:lnTo>
                        <a:pt x="533" y="35"/>
                      </a:lnTo>
                      <a:lnTo>
                        <a:pt x="546" y="26"/>
                      </a:lnTo>
                      <a:lnTo>
                        <a:pt x="553" y="37"/>
                      </a:lnTo>
                      <a:lnTo>
                        <a:pt x="560" y="58"/>
                      </a:lnTo>
                      <a:lnTo>
                        <a:pt x="587" y="61"/>
                      </a:lnTo>
                      <a:lnTo>
                        <a:pt x="623" y="80"/>
                      </a:lnTo>
                      <a:lnTo>
                        <a:pt x="629" y="77"/>
                      </a:lnTo>
                      <a:lnTo>
                        <a:pt x="635" y="74"/>
                      </a:lnTo>
                      <a:lnTo>
                        <a:pt x="656" y="84"/>
                      </a:lnTo>
                      <a:lnTo>
                        <a:pt x="677" y="83"/>
                      </a:lnTo>
                      <a:lnTo>
                        <a:pt x="693" y="77"/>
                      </a:lnTo>
                      <a:lnTo>
                        <a:pt x="724" y="72"/>
                      </a:lnTo>
                      <a:lnTo>
                        <a:pt x="758" y="80"/>
                      </a:lnTo>
                      <a:lnTo>
                        <a:pt x="779" y="79"/>
                      </a:lnTo>
                      <a:lnTo>
                        <a:pt x="820" y="51"/>
                      </a:lnTo>
                      <a:lnTo>
                        <a:pt x="838" y="40"/>
                      </a:lnTo>
                      <a:lnTo>
                        <a:pt x="840" y="35"/>
                      </a:lnTo>
                      <a:lnTo>
                        <a:pt x="847" y="41"/>
                      </a:lnTo>
                      <a:lnTo>
                        <a:pt x="855" y="41"/>
                      </a:lnTo>
                      <a:lnTo>
                        <a:pt x="868" y="37"/>
                      </a:lnTo>
                      <a:lnTo>
                        <a:pt x="887" y="43"/>
                      </a:lnTo>
                      <a:lnTo>
                        <a:pt x="893" y="43"/>
                      </a:lnTo>
                      <a:lnTo>
                        <a:pt x="898" y="36"/>
                      </a:lnTo>
                      <a:lnTo>
                        <a:pt x="903" y="32"/>
                      </a:lnTo>
                      <a:lnTo>
                        <a:pt x="911" y="35"/>
                      </a:lnTo>
                      <a:lnTo>
                        <a:pt x="919" y="42"/>
                      </a:lnTo>
                      <a:lnTo>
                        <a:pt x="930" y="58"/>
                      </a:lnTo>
                      <a:lnTo>
                        <a:pt x="935" y="59"/>
                      </a:lnTo>
                      <a:lnTo>
                        <a:pt x="944" y="69"/>
                      </a:lnTo>
                      <a:lnTo>
                        <a:pt x="951" y="75"/>
                      </a:lnTo>
                      <a:lnTo>
                        <a:pt x="958" y="89"/>
                      </a:lnTo>
                      <a:lnTo>
                        <a:pt x="960" y="109"/>
                      </a:lnTo>
                      <a:lnTo>
                        <a:pt x="963" y="123"/>
                      </a:lnTo>
                      <a:lnTo>
                        <a:pt x="971" y="133"/>
                      </a:lnTo>
                      <a:lnTo>
                        <a:pt x="982" y="137"/>
                      </a:lnTo>
                      <a:lnTo>
                        <a:pt x="990" y="143"/>
                      </a:lnTo>
                      <a:lnTo>
                        <a:pt x="1000" y="153"/>
                      </a:lnTo>
                      <a:lnTo>
                        <a:pt x="1008" y="156"/>
                      </a:lnTo>
                      <a:lnTo>
                        <a:pt x="1012" y="161"/>
                      </a:lnTo>
                      <a:lnTo>
                        <a:pt x="1003" y="179"/>
                      </a:lnTo>
                      <a:lnTo>
                        <a:pt x="1001" y="186"/>
                      </a:lnTo>
                      <a:lnTo>
                        <a:pt x="987" y="195"/>
                      </a:lnTo>
                      <a:lnTo>
                        <a:pt x="988" y="202"/>
                      </a:lnTo>
                      <a:lnTo>
                        <a:pt x="995" y="219"/>
                      </a:lnTo>
                      <a:lnTo>
                        <a:pt x="997" y="246"/>
                      </a:lnTo>
                      <a:lnTo>
                        <a:pt x="997" y="263"/>
                      </a:lnTo>
                      <a:lnTo>
                        <a:pt x="999" y="279"/>
                      </a:lnTo>
                      <a:lnTo>
                        <a:pt x="995" y="300"/>
                      </a:lnTo>
                      <a:lnTo>
                        <a:pt x="1009" y="308"/>
                      </a:lnTo>
                      <a:lnTo>
                        <a:pt x="1021" y="325"/>
                      </a:lnTo>
                      <a:lnTo>
                        <a:pt x="1022" y="341"/>
                      </a:lnTo>
                      <a:lnTo>
                        <a:pt x="1015" y="348"/>
                      </a:lnTo>
                      <a:lnTo>
                        <a:pt x="1000" y="347"/>
                      </a:lnTo>
                      <a:lnTo>
                        <a:pt x="990" y="336"/>
                      </a:lnTo>
                      <a:lnTo>
                        <a:pt x="973" y="337"/>
                      </a:lnTo>
                      <a:lnTo>
                        <a:pt x="942" y="336"/>
                      </a:lnTo>
                      <a:lnTo>
                        <a:pt x="922" y="327"/>
                      </a:lnTo>
                      <a:lnTo>
                        <a:pt x="897" y="348"/>
                      </a:lnTo>
                      <a:lnTo>
                        <a:pt x="888" y="349"/>
                      </a:lnTo>
                      <a:lnTo>
                        <a:pt x="887" y="347"/>
                      </a:lnTo>
                      <a:lnTo>
                        <a:pt x="887" y="342"/>
                      </a:lnTo>
                      <a:lnTo>
                        <a:pt x="883" y="339"/>
                      </a:lnTo>
                      <a:lnTo>
                        <a:pt x="881" y="337"/>
                      </a:lnTo>
                      <a:lnTo>
                        <a:pt x="872" y="344"/>
                      </a:lnTo>
                      <a:lnTo>
                        <a:pt x="855" y="352"/>
                      </a:lnTo>
                      <a:lnTo>
                        <a:pt x="820" y="354"/>
                      </a:lnTo>
                      <a:lnTo>
                        <a:pt x="810" y="351"/>
                      </a:lnTo>
                      <a:lnTo>
                        <a:pt x="801" y="351"/>
                      </a:lnTo>
                      <a:lnTo>
                        <a:pt x="785" y="355"/>
                      </a:lnTo>
                      <a:lnTo>
                        <a:pt x="775" y="364"/>
                      </a:lnTo>
                      <a:lnTo>
                        <a:pt x="767" y="368"/>
                      </a:lnTo>
                      <a:lnTo>
                        <a:pt x="754" y="371"/>
                      </a:lnTo>
                      <a:lnTo>
                        <a:pt x="750" y="375"/>
                      </a:lnTo>
                      <a:lnTo>
                        <a:pt x="716" y="381"/>
                      </a:lnTo>
                      <a:lnTo>
                        <a:pt x="689" y="378"/>
                      </a:lnTo>
                      <a:lnTo>
                        <a:pt x="678" y="366"/>
                      </a:lnTo>
                      <a:lnTo>
                        <a:pt x="671" y="365"/>
                      </a:lnTo>
                      <a:lnTo>
                        <a:pt x="657" y="366"/>
                      </a:lnTo>
                      <a:lnTo>
                        <a:pt x="648" y="373"/>
                      </a:lnTo>
                      <a:lnTo>
                        <a:pt x="634" y="378"/>
                      </a:lnTo>
                      <a:lnTo>
                        <a:pt x="626" y="380"/>
                      </a:lnTo>
                      <a:lnTo>
                        <a:pt x="622" y="384"/>
                      </a:lnTo>
                      <a:lnTo>
                        <a:pt x="607" y="381"/>
                      </a:lnTo>
                      <a:lnTo>
                        <a:pt x="598" y="384"/>
                      </a:lnTo>
                      <a:lnTo>
                        <a:pt x="597" y="381"/>
                      </a:lnTo>
                      <a:lnTo>
                        <a:pt x="597" y="379"/>
                      </a:lnTo>
                      <a:lnTo>
                        <a:pt x="597" y="378"/>
                      </a:lnTo>
                      <a:lnTo>
                        <a:pt x="597" y="378"/>
                      </a:lnTo>
                      <a:lnTo>
                        <a:pt x="592" y="374"/>
                      </a:lnTo>
                      <a:lnTo>
                        <a:pt x="583" y="373"/>
                      </a:lnTo>
                      <a:lnTo>
                        <a:pt x="578" y="370"/>
                      </a:lnTo>
                      <a:lnTo>
                        <a:pt x="573" y="381"/>
                      </a:lnTo>
                      <a:lnTo>
                        <a:pt x="571" y="382"/>
                      </a:lnTo>
                      <a:lnTo>
                        <a:pt x="571" y="387"/>
                      </a:lnTo>
                      <a:lnTo>
                        <a:pt x="569" y="396"/>
                      </a:lnTo>
                      <a:lnTo>
                        <a:pt x="579" y="408"/>
                      </a:lnTo>
                      <a:lnTo>
                        <a:pt x="579" y="411"/>
                      </a:lnTo>
                      <a:lnTo>
                        <a:pt x="576" y="412"/>
                      </a:lnTo>
                      <a:lnTo>
                        <a:pt x="569" y="412"/>
                      </a:lnTo>
                      <a:lnTo>
                        <a:pt x="560" y="414"/>
                      </a:lnTo>
                      <a:lnTo>
                        <a:pt x="560" y="418"/>
                      </a:lnTo>
                      <a:lnTo>
                        <a:pt x="560" y="427"/>
                      </a:lnTo>
                      <a:lnTo>
                        <a:pt x="554" y="432"/>
                      </a:lnTo>
                      <a:lnTo>
                        <a:pt x="551" y="433"/>
                      </a:lnTo>
                      <a:lnTo>
                        <a:pt x="548" y="439"/>
                      </a:lnTo>
                      <a:lnTo>
                        <a:pt x="542" y="435"/>
                      </a:lnTo>
                      <a:lnTo>
                        <a:pt x="540" y="432"/>
                      </a:lnTo>
                      <a:lnTo>
                        <a:pt x="536" y="432"/>
                      </a:lnTo>
                      <a:lnTo>
                        <a:pt x="538" y="42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  <p:sp>
              <p:nvSpPr>
                <p:cNvPr id="31" name="Freeform 96">
                  <a:extLst>
                    <a:ext uri="{FF2B5EF4-FFF2-40B4-BE49-F238E27FC236}">
                      <a16:creationId xmlns:a16="http://schemas.microsoft.com/office/drawing/2014/main" id="{4DC151AE-CB4E-29DF-FC80-AEEA80605C6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02" y="1980"/>
                  <a:ext cx="33" cy="28"/>
                </a:xfrm>
                <a:custGeom>
                  <a:avLst/>
                  <a:gdLst/>
                  <a:ahLst/>
                  <a:cxnLst>
                    <a:cxn ang="0">
                      <a:pos x="108" y="8"/>
                    </a:cxn>
                    <a:cxn ang="0">
                      <a:pos x="100" y="6"/>
                    </a:cxn>
                    <a:cxn ang="0">
                      <a:pos x="77" y="10"/>
                    </a:cxn>
                    <a:cxn ang="0">
                      <a:pos x="59" y="0"/>
                    </a:cxn>
                    <a:cxn ang="0">
                      <a:pos x="39" y="8"/>
                    </a:cxn>
                    <a:cxn ang="0">
                      <a:pos x="25" y="10"/>
                    </a:cxn>
                    <a:cxn ang="0">
                      <a:pos x="16" y="18"/>
                    </a:cxn>
                    <a:cxn ang="0">
                      <a:pos x="19" y="24"/>
                    </a:cxn>
                    <a:cxn ang="0">
                      <a:pos x="28" y="31"/>
                    </a:cxn>
                    <a:cxn ang="0">
                      <a:pos x="27" y="42"/>
                    </a:cxn>
                    <a:cxn ang="0">
                      <a:pos x="16" y="51"/>
                    </a:cxn>
                    <a:cxn ang="0">
                      <a:pos x="14" y="67"/>
                    </a:cxn>
                    <a:cxn ang="0">
                      <a:pos x="10" y="81"/>
                    </a:cxn>
                    <a:cxn ang="0">
                      <a:pos x="0" y="96"/>
                    </a:cxn>
                    <a:cxn ang="0">
                      <a:pos x="3" y="100"/>
                    </a:cxn>
                    <a:cxn ang="0">
                      <a:pos x="10" y="104"/>
                    </a:cxn>
                    <a:cxn ang="0">
                      <a:pos x="43" y="100"/>
                    </a:cxn>
                    <a:cxn ang="0">
                      <a:pos x="36" y="107"/>
                    </a:cxn>
                    <a:cxn ang="0">
                      <a:pos x="21" y="113"/>
                    </a:cxn>
                    <a:cxn ang="0">
                      <a:pos x="10" y="120"/>
                    </a:cxn>
                    <a:cxn ang="0">
                      <a:pos x="9" y="127"/>
                    </a:cxn>
                    <a:cxn ang="0">
                      <a:pos x="9" y="140"/>
                    </a:cxn>
                    <a:cxn ang="0">
                      <a:pos x="17" y="137"/>
                    </a:cxn>
                    <a:cxn ang="0">
                      <a:pos x="23" y="127"/>
                    </a:cxn>
                    <a:cxn ang="0">
                      <a:pos x="33" y="118"/>
                    </a:cxn>
                    <a:cxn ang="0">
                      <a:pos x="58" y="101"/>
                    </a:cxn>
                    <a:cxn ang="0">
                      <a:pos x="76" y="86"/>
                    </a:cxn>
                    <a:cxn ang="0">
                      <a:pos x="85" y="75"/>
                    </a:cxn>
                    <a:cxn ang="0">
                      <a:pos x="97" y="75"/>
                    </a:cxn>
                    <a:cxn ang="0">
                      <a:pos x="108" y="73"/>
                    </a:cxn>
                    <a:cxn ang="0">
                      <a:pos x="124" y="73"/>
                    </a:cxn>
                    <a:cxn ang="0">
                      <a:pos x="138" y="74"/>
                    </a:cxn>
                    <a:cxn ang="0">
                      <a:pos x="145" y="78"/>
                    </a:cxn>
                    <a:cxn ang="0">
                      <a:pos x="160" y="73"/>
                    </a:cxn>
                    <a:cxn ang="0">
                      <a:pos x="166" y="64"/>
                    </a:cxn>
                    <a:cxn ang="0">
                      <a:pos x="166" y="56"/>
                    </a:cxn>
                    <a:cxn ang="0">
                      <a:pos x="156" y="54"/>
                    </a:cxn>
                    <a:cxn ang="0">
                      <a:pos x="139" y="48"/>
                    </a:cxn>
                    <a:cxn ang="0">
                      <a:pos x="125" y="42"/>
                    </a:cxn>
                    <a:cxn ang="0">
                      <a:pos x="117" y="36"/>
                    </a:cxn>
                    <a:cxn ang="0">
                      <a:pos x="109" y="27"/>
                    </a:cxn>
                    <a:cxn ang="0">
                      <a:pos x="107" y="16"/>
                    </a:cxn>
                    <a:cxn ang="0">
                      <a:pos x="108" y="8"/>
                    </a:cxn>
                  </a:cxnLst>
                  <a:rect l="0" t="0" r="r" b="b"/>
                  <a:pathLst>
                    <a:path w="166" h="140">
                      <a:moveTo>
                        <a:pt x="108" y="8"/>
                      </a:moveTo>
                      <a:lnTo>
                        <a:pt x="100" y="6"/>
                      </a:lnTo>
                      <a:lnTo>
                        <a:pt x="77" y="10"/>
                      </a:lnTo>
                      <a:lnTo>
                        <a:pt x="59" y="0"/>
                      </a:lnTo>
                      <a:lnTo>
                        <a:pt x="39" y="8"/>
                      </a:lnTo>
                      <a:lnTo>
                        <a:pt x="25" y="10"/>
                      </a:lnTo>
                      <a:lnTo>
                        <a:pt x="16" y="18"/>
                      </a:lnTo>
                      <a:lnTo>
                        <a:pt x="19" y="24"/>
                      </a:lnTo>
                      <a:lnTo>
                        <a:pt x="28" y="31"/>
                      </a:lnTo>
                      <a:lnTo>
                        <a:pt x="27" y="42"/>
                      </a:lnTo>
                      <a:lnTo>
                        <a:pt x="16" y="51"/>
                      </a:lnTo>
                      <a:lnTo>
                        <a:pt x="14" y="67"/>
                      </a:lnTo>
                      <a:lnTo>
                        <a:pt x="10" y="81"/>
                      </a:lnTo>
                      <a:lnTo>
                        <a:pt x="0" y="96"/>
                      </a:lnTo>
                      <a:lnTo>
                        <a:pt x="3" y="100"/>
                      </a:lnTo>
                      <a:lnTo>
                        <a:pt x="10" y="104"/>
                      </a:lnTo>
                      <a:lnTo>
                        <a:pt x="43" y="100"/>
                      </a:lnTo>
                      <a:lnTo>
                        <a:pt x="36" y="107"/>
                      </a:lnTo>
                      <a:lnTo>
                        <a:pt x="21" y="113"/>
                      </a:lnTo>
                      <a:lnTo>
                        <a:pt x="10" y="120"/>
                      </a:lnTo>
                      <a:lnTo>
                        <a:pt x="9" y="127"/>
                      </a:lnTo>
                      <a:lnTo>
                        <a:pt x="9" y="140"/>
                      </a:lnTo>
                      <a:lnTo>
                        <a:pt x="17" y="137"/>
                      </a:lnTo>
                      <a:lnTo>
                        <a:pt x="23" y="127"/>
                      </a:lnTo>
                      <a:lnTo>
                        <a:pt x="33" y="118"/>
                      </a:lnTo>
                      <a:lnTo>
                        <a:pt x="58" y="101"/>
                      </a:lnTo>
                      <a:lnTo>
                        <a:pt x="76" y="86"/>
                      </a:lnTo>
                      <a:lnTo>
                        <a:pt x="85" y="75"/>
                      </a:lnTo>
                      <a:lnTo>
                        <a:pt x="97" y="75"/>
                      </a:lnTo>
                      <a:lnTo>
                        <a:pt x="108" y="73"/>
                      </a:lnTo>
                      <a:lnTo>
                        <a:pt x="124" y="73"/>
                      </a:lnTo>
                      <a:lnTo>
                        <a:pt x="138" y="74"/>
                      </a:lnTo>
                      <a:lnTo>
                        <a:pt x="145" y="78"/>
                      </a:lnTo>
                      <a:lnTo>
                        <a:pt x="160" y="73"/>
                      </a:lnTo>
                      <a:lnTo>
                        <a:pt x="166" y="64"/>
                      </a:lnTo>
                      <a:lnTo>
                        <a:pt x="166" y="56"/>
                      </a:lnTo>
                      <a:lnTo>
                        <a:pt x="156" y="54"/>
                      </a:lnTo>
                      <a:lnTo>
                        <a:pt x="139" y="48"/>
                      </a:lnTo>
                      <a:lnTo>
                        <a:pt x="125" y="42"/>
                      </a:lnTo>
                      <a:lnTo>
                        <a:pt x="117" y="36"/>
                      </a:lnTo>
                      <a:lnTo>
                        <a:pt x="109" y="27"/>
                      </a:lnTo>
                      <a:lnTo>
                        <a:pt x="107" y="16"/>
                      </a:lnTo>
                      <a:lnTo>
                        <a:pt x="108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662" dirty="0">
                    <a:latin typeface="Trade Gothic LT Std" pitchFamily="50" charset="0"/>
                  </a:endParaRPr>
                </a:p>
              </p:txBody>
            </p:sp>
          </p:grpSp>
          <p:sp>
            <p:nvSpPr>
              <p:cNvPr id="27" name="Freeform 97">
                <a:extLst>
                  <a:ext uri="{FF2B5EF4-FFF2-40B4-BE49-F238E27FC236}">
                    <a16:creationId xmlns:a16="http://schemas.microsoft.com/office/drawing/2014/main" id="{BDC109CF-03E5-7DDF-43F1-0EC96EC56A2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98" y="2100"/>
                <a:ext cx="47" cy="54"/>
              </a:xfrm>
              <a:custGeom>
                <a:avLst/>
                <a:gdLst/>
                <a:ahLst/>
                <a:cxnLst>
                  <a:cxn ang="0">
                    <a:pos x="215" y="94"/>
                  </a:cxn>
                  <a:cxn ang="0">
                    <a:pos x="231" y="75"/>
                  </a:cxn>
                  <a:cxn ang="0">
                    <a:pos x="215" y="0"/>
                  </a:cxn>
                  <a:cxn ang="0">
                    <a:pos x="165" y="26"/>
                  </a:cxn>
                  <a:cxn ang="0">
                    <a:pos x="141" y="39"/>
                  </a:cxn>
                  <a:cxn ang="0">
                    <a:pos x="96" y="67"/>
                  </a:cxn>
                  <a:cxn ang="0">
                    <a:pos x="87" y="69"/>
                  </a:cxn>
                  <a:cxn ang="0">
                    <a:pos x="75" y="67"/>
                  </a:cxn>
                  <a:cxn ang="0">
                    <a:pos x="70" y="65"/>
                  </a:cxn>
                  <a:cxn ang="0">
                    <a:pos x="62" y="55"/>
                  </a:cxn>
                  <a:cxn ang="0">
                    <a:pos x="54" y="51"/>
                  </a:cxn>
                  <a:cxn ang="0">
                    <a:pos x="48" y="43"/>
                  </a:cxn>
                  <a:cxn ang="0">
                    <a:pos x="44" y="42"/>
                  </a:cxn>
                  <a:cxn ang="0">
                    <a:pos x="32" y="44"/>
                  </a:cxn>
                  <a:cxn ang="0">
                    <a:pos x="32" y="64"/>
                  </a:cxn>
                  <a:cxn ang="0">
                    <a:pos x="32" y="66"/>
                  </a:cxn>
                  <a:cxn ang="0">
                    <a:pos x="31" y="75"/>
                  </a:cxn>
                  <a:cxn ang="0">
                    <a:pos x="30" y="82"/>
                  </a:cxn>
                  <a:cxn ang="0">
                    <a:pos x="28" y="94"/>
                  </a:cxn>
                  <a:cxn ang="0">
                    <a:pos x="31" y="103"/>
                  </a:cxn>
                  <a:cxn ang="0">
                    <a:pos x="28" y="109"/>
                  </a:cxn>
                  <a:cxn ang="0">
                    <a:pos x="27" y="118"/>
                  </a:cxn>
                  <a:cxn ang="0">
                    <a:pos x="25" y="120"/>
                  </a:cxn>
                  <a:cxn ang="0">
                    <a:pos x="27" y="124"/>
                  </a:cxn>
                  <a:cxn ang="0">
                    <a:pos x="23" y="137"/>
                  </a:cxn>
                  <a:cxn ang="0">
                    <a:pos x="26" y="145"/>
                  </a:cxn>
                  <a:cxn ang="0">
                    <a:pos x="17" y="163"/>
                  </a:cxn>
                  <a:cxn ang="0">
                    <a:pos x="11" y="183"/>
                  </a:cxn>
                  <a:cxn ang="0">
                    <a:pos x="5" y="236"/>
                  </a:cxn>
                  <a:cxn ang="0">
                    <a:pos x="1" y="247"/>
                  </a:cxn>
                  <a:cxn ang="0">
                    <a:pos x="0" y="253"/>
                  </a:cxn>
                  <a:cxn ang="0">
                    <a:pos x="0" y="253"/>
                  </a:cxn>
                  <a:cxn ang="0">
                    <a:pos x="3" y="261"/>
                  </a:cxn>
                  <a:cxn ang="0">
                    <a:pos x="64" y="269"/>
                  </a:cxn>
                  <a:cxn ang="0">
                    <a:pos x="81" y="252"/>
                  </a:cxn>
                  <a:cxn ang="0">
                    <a:pos x="82" y="248"/>
                  </a:cxn>
                  <a:cxn ang="0">
                    <a:pos x="97" y="223"/>
                  </a:cxn>
                  <a:cxn ang="0">
                    <a:pos x="139" y="217"/>
                  </a:cxn>
                  <a:cxn ang="0">
                    <a:pos x="140" y="207"/>
                  </a:cxn>
                  <a:cxn ang="0">
                    <a:pos x="146" y="191"/>
                  </a:cxn>
                  <a:cxn ang="0">
                    <a:pos x="168" y="179"/>
                  </a:cxn>
                  <a:cxn ang="0">
                    <a:pos x="170" y="178"/>
                  </a:cxn>
                  <a:cxn ang="0">
                    <a:pos x="117" y="124"/>
                  </a:cxn>
                  <a:cxn ang="0">
                    <a:pos x="108" y="118"/>
                  </a:cxn>
                  <a:cxn ang="0">
                    <a:pos x="149" y="108"/>
                  </a:cxn>
                  <a:cxn ang="0">
                    <a:pos x="215" y="94"/>
                  </a:cxn>
                </a:cxnLst>
                <a:rect l="0" t="0" r="r" b="b"/>
                <a:pathLst>
                  <a:path w="231" h="269">
                    <a:moveTo>
                      <a:pt x="215" y="94"/>
                    </a:moveTo>
                    <a:lnTo>
                      <a:pt x="231" y="75"/>
                    </a:lnTo>
                    <a:lnTo>
                      <a:pt x="215" y="0"/>
                    </a:lnTo>
                    <a:lnTo>
                      <a:pt x="165" y="26"/>
                    </a:lnTo>
                    <a:lnTo>
                      <a:pt x="141" y="39"/>
                    </a:lnTo>
                    <a:lnTo>
                      <a:pt x="96" y="67"/>
                    </a:lnTo>
                    <a:lnTo>
                      <a:pt x="87" y="69"/>
                    </a:lnTo>
                    <a:lnTo>
                      <a:pt x="75" y="67"/>
                    </a:lnTo>
                    <a:lnTo>
                      <a:pt x="70" y="65"/>
                    </a:lnTo>
                    <a:lnTo>
                      <a:pt x="62" y="55"/>
                    </a:lnTo>
                    <a:lnTo>
                      <a:pt x="54" y="51"/>
                    </a:lnTo>
                    <a:lnTo>
                      <a:pt x="48" y="43"/>
                    </a:lnTo>
                    <a:lnTo>
                      <a:pt x="44" y="42"/>
                    </a:lnTo>
                    <a:lnTo>
                      <a:pt x="32" y="44"/>
                    </a:lnTo>
                    <a:lnTo>
                      <a:pt x="32" y="64"/>
                    </a:lnTo>
                    <a:lnTo>
                      <a:pt x="32" y="66"/>
                    </a:lnTo>
                    <a:lnTo>
                      <a:pt x="31" y="75"/>
                    </a:lnTo>
                    <a:lnTo>
                      <a:pt x="30" y="82"/>
                    </a:lnTo>
                    <a:lnTo>
                      <a:pt x="28" y="94"/>
                    </a:lnTo>
                    <a:lnTo>
                      <a:pt x="31" y="103"/>
                    </a:lnTo>
                    <a:lnTo>
                      <a:pt x="28" y="109"/>
                    </a:lnTo>
                    <a:lnTo>
                      <a:pt x="27" y="118"/>
                    </a:lnTo>
                    <a:lnTo>
                      <a:pt x="25" y="120"/>
                    </a:lnTo>
                    <a:lnTo>
                      <a:pt x="27" y="124"/>
                    </a:lnTo>
                    <a:lnTo>
                      <a:pt x="23" y="137"/>
                    </a:lnTo>
                    <a:lnTo>
                      <a:pt x="26" y="145"/>
                    </a:lnTo>
                    <a:lnTo>
                      <a:pt x="17" y="163"/>
                    </a:lnTo>
                    <a:lnTo>
                      <a:pt x="11" y="183"/>
                    </a:lnTo>
                    <a:lnTo>
                      <a:pt x="5" y="236"/>
                    </a:lnTo>
                    <a:lnTo>
                      <a:pt x="1" y="247"/>
                    </a:lnTo>
                    <a:lnTo>
                      <a:pt x="0" y="253"/>
                    </a:lnTo>
                    <a:lnTo>
                      <a:pt x="0" y="253"/>
                    </a:lnTo>
                    <a:lnTo>
                      <a:pt x="3" y="261"/>
                    </a:lnTo>
                    <a:lnTo>
                      <a:pt x="64" y="269"/>
                    </a:lnTo>
                    <a:lnTo>
                      <a:pt x="81" y="252"/>
                    </a:lnTo>
                    <a:lnTo>
                      <a:pt x="82" y="248"/>
                    </a:lnTo>
                    <a:lnTo>
                      <a:pt x="97" y="223"/>
                    </a:lnTo>
                    <a:lnTo>
                      <a:pt x="139" y="217"/>
                    </a:lnTo>
                    <a:lnTo>
                      <a:pt x="140" y="207"/>
                    </a:lnTo>
                    <a:lnTo>
                      <a:pt x="146" y="191"/>
                    </a:lnTo>
                    <a:lnTo>
                      <a:pt x="168" y="179"/>
                    </a:lnTo>
                    <a:lnTo>
                      <a:pt x="170" y="178"/>
                    </a:lnTo>
                    <a:lnTo>
                      <a:pt x="117" y="124"/>
                    </a:lnTo>
                    <a:lnTo>
                      <a:pt x="108" y="118"/>
                    </a:lnTo>
                    <a:lnTo>
                      <a:pt x="149" y="108"/>
                    </a:lnTo>
                    <a:lnTo>
                      <a:pt x="215" y="9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8" name="Freeform 98">
                <a:extLst>
                  <a:ext uri="{FF2B5EF4-FFF2-40B4-BE49-F238E27FC236}">
                    <a16:creationId xmlns:a16="http://schemas.microsoft.com/office/drawing/2014/main" id="{E53A894C-BB0C-C32E-A2B8-542D4DF1FDA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05" y="2047"/>
                <a:ext cx="77" cy="67"/>
              </a:xfrm>
              <a:custGeom>
                <a:avLst/>
                <a:gdLst/>
                <a:ahLst/>
                <a:cxnLst>
                  <a:cxn ang="0">
                    <a:pos x="241" y="227"/>
                  </a:cxn>
                  <a:cxn ang="0">
                    <a:pos x="290" y="203"/>
                  </a:cxn>
                  <a:cxn ang="0">
                    <a:pos x="316" y="170"/>
                  </a:cxn>
                  <a:cxn ang="0">
                    <a:pos x="354" y="50"/>
                  </a:cxn>
                  <a:cxn ang="0">
                    <a:pos x="378" y="12"/>
                  </a:cxn>
                  <a:cxn ang="0">
                    <a:pos x="373" y="2"/>
                  </a:cxn>
                  <a:cxn ang="0">
                    <a:pos x="345" y="15"/>
                  </a:cxn>
                  <a:cxn ang="0">
                    <a:pos x="291" y="14"/>
                  </a:cxn>
                  <a:cxn ang="0">
                    <a:pos x="257" y="31"/>
                  </a:cxn>
                  <a:cxn ang="0">
                    <a:pos x="206" y="45"/>
                  </a:cxn>
                  <a:cxn ang="0">
                    <a:pos x="161" y="28"/>
                  </a:cxn>
                  <a:cxn ang="0">
                    <a:pos x="124" y="41"/>
                  </a:cxn>
                  <a:cxn ang="0">
                    <a:pos x="97" y="44"/>
                  </a:cxn>
                  <a:cxn ang="0">
                    <a:pos x="87" y="42"/>
                  </a:cxn>
                  <a:cxn ang="0">
                    <a:pos x="73" y="36"/>
                  </a:cxn>
                  <a:cxn ang="0">
                    <a:pos x="61" y="45"/>
                  </a:cxn>
                  <a:cxn ang="0">
                    <a:pos x="68" y="71"/>
                  </a:cxn>
                  <a:cxn ang="0">
                    <a:pos x="59" y="75"/>
                  </a:cxn>
                  <a:cxn ang="0">
                    <a:pos x="50" y="90"/>
                  </a:cxn>
                  <a:cxn ang="0">
                    <a:pos x="38" y="102"/>
                  </a:cxn>
                  <a:cxn ang="0">
                    <a:pos x="26" y="95"/>
                  </a:cxn>
                  <a:cxn ang="0">
                    <a:pos x="23" y="123"/>
                  </a:cxn>
                  <a:cxn ang="0">
                    <a:pos x="26" y="167"/>
                  </a:cxn>
                  <a:cxn ang="0">
                    <a:pos x="48" y="174"/>
                  </a:cxn>
                  <a:cxn ang="0">
                    <a:pos x="57" y="179"/>
                  </a:cxn>
                  <a:cxn ang="0">
                    <a:pos x="53" y="183"/>
                  </a:cxn>
                  <a:cxn ang="0">
                    <a:pos x="50" y="189"/>
                  </a:cxn>
                  <a:cxn ang="0">
                    <a:pos x="63" y="195"/>
                  </a:cxn>
                  <a:cxn ang="0">
                    <a:pos x="64" y="208"/>
                  </a:cxn>
                  <a:cxn ang="0">
                    <a:pos x="63" y="216"/>
                  </a:cxn>
                  <a:cxn ang="0">
                    <a:pos x="50" y="222"/>
                  </a:cxn>
                  <a:cxn ang="0">
                    <a:pos x="45" y="230"/>
                  </a:cxn>
                  <a:cxn ang="0">
                    <a:pos x="52" y="236"/>
                  </a:cxn>
                  <a:cxn ang="0">
                    <a:pos x="32" y="237"/>
                  </a:cxn>
                  <a:cxn ang="0">
                    <a:pos x="26" y="249"/>
                  </a:cxn>
                  <a:cxn ang="0">
                    <a:pos x="31" y="257"/>
                  </a:cxn>
                  <a:cxn ang="0">
                    <a:pos x="18" y="267"/>
                  </a:cxn>
                  <a:cxn ang="0">
                    <a:pos x="5" y="276"/>
                  </a:cxn>
                  <a:cxn ang="0">
                    <a:pos x="4" y="295"/>
                  </a:cxn>
                  <a:cxn ang="0">
                    <a:pos x="0" y="312"/>
                  </a:cxn>
                  <a:cxn ang="0">
                    <a:pos x="22" y="319"/>
                  </a:cxn>
                  <a:cxn ang="0">
                    <a:pos x="43" y="335"/>
                  </a:cxn>
                  <a:cxn ang="0">
                    <a:pos x="109" y="307"/>
                  </a:cxn>
                </a:cxnLst>
                <a:rect l="0" t="0" r="r" b="b"/>
                <a:pathLst>
                  <a:path w="387" h="337">
                    <a:moveTo>
                      <a:pt x="183" y="268"/>
                    </a:moveTo>
                    <a:lnTo>
                      <a:pt x="226" y="238"/>
                    </a:lnTo>
                    <a:lnTo>
                      <a:pt x="241" y="227"/>
                    </a:lnTo>
                    <a:lnTo>
                      <a:pt x="256" y="222"/>
                    </a:lnTo>
                    <a:lnTo>
                      <a:pt x="278" y="210"/>
                    </a:lnTo>
                    <a:lnTo>
                      <a:pt x="290" y="203"/>
                    </a:lnTo>
                    <a:lnTo>
                      <a:pt x="294" y="199"/>
                    </a:lnTo>
                    <a:lnTo>
                      <a:pt x="306" y="194"/>
                    </a:lnTo>
                    <a:lnTo>
                      <a:pt x="316" y="170"/>
                    </a:lnTo>
                    <a:lnTo>
                      <a:pt x="319" y="133"/>
                    </a:lnTo>
                    <a:lnTo>
                      <a:pt x="323" y="63"/>
                    </a:lnTo>
                    <a:lnTo>
                      <a:pt x="354" y="50"/>
                    </a:lnTo>
                    <a:lnTo>
                      <a:pt x="372" y="21"/>
                    </a:lnTo>
                    <a:lnTo>
                      <a:pt x="387" y="12"/>
                    </a:lnTo>
                    <a:lnTo>
                      <a:pt x="378" y="12"/>
                    </a:lnTo>
                    <a:lnTo>
                      <a:pt x="377" y="10"/>
                    </a:lnTo>
                    <a:lnTo>
                      <a:pt x="377" y="5"/>
                    </a:lnTo>
                    <a:lnTo>
                      <a:pt x="373" y="2"/>
                    </a:lnTo>
                    <a:lnTo>
                      <a:pt x="371" y="0"/>
                    </a:lnTo>
                    <a:lnTo>
                      <a:pt x="362" y="7"/>
                    </a:lnTo>
                    <a:lnTo>
                      <a:pt x="345" y="15"/>
                    </a:lnTo>
                    <a:lnTo>
                      <a:pt x="310" y="17"/>
                    </a:lnTo>
                    <a:lnTo>
                      <a:pt x="300" y="14"/>
                    </a:lnTo>
                    <a:lnTo>
                      <a:pt x="291" y="14"/>
                    </a:lnTo>
                    <a:lnTo>
                      <a:pt x="275" y="18"/>
                    </a:lnTo>
                    <a:lnTo>
                      <a:pt x="265" y="27"/>
                    </a:lnTo>
                    <a:lnTo>
                      <a:pt x="257" y="31"/>
                    </a:lnTo>
                    <a:lnTo>
                      <a:pt x="244" y="34"/>
                    </a:lnTo>
                    <a:lnTo>
                      <a:pt x="238" y="38"/>
                    </a:lnTo>
                    <a:lnTo>
                      <a:pt x="206" y="45"/>
                    </a:lnTo>
                    <a:lnTo>
                      <a:pt x="179" y="41"/>
                    </a:lnTo>
                    <a:lnTo>
                      <a:pt x="168" y="31"/>
                    </a:lnTo>
                    <a:lnTo>
                      <a:pt x="161" y="28"/>
                    </a:lnTo>
                    <a:lnTo>
                      <a:pt x="147" y="29"/>
                    </a:lnTo>
                    <a:lnTo>
                      <a:pt x="138" y="36"/>
                    </a:lnTo>
                    <a:lnTo>
                      <a:pt x="124" y="41"/>
                    </a:lnTo>
                    <a:lnTo>
                      <a:pt x="116" y="43"/>
                    </a:lnTo>
                    <a:lnTo>
                      <a:pt x="112" y="47"/>
                    </a:lnTo>
                    <a:lnTo>
                      <a:pt x="97" y="44"/>
                    </a:lnTo>
                    <a:lnTo>
                      <a:pt x="88" y="47"/>
                    </a:lnTo>
                    <a:lnTo>
                      <a:pt x="87" y="44"/>
                    </a:lnTo>
                    <a:lnTo>
                      <a:pt x="87" y="42"/>
                    </a:lnTo>
                    <a:lnTo>
                      <a:pt x="87" y="41"/>
                    </a:lnTo>
                    <a:lnTo>
                      <a:pt x="82" y="37"/>
                    </a:lnTo>
                    <a:lnTo>
                      <a:pt x="73" y="36"/>
                    </a:lnTo>
                    <a:lnTo>
                      <a:pt x="68" y="33"/>
                    </a:lnTo>
                    <a:lnTo>
                      <a:pt x="63" y="44"/>
                    </a:lnTo>
                    <a:lnTo>
                      <a:pt x="61" y="45"/>
                    </a:lnTo>
                    <a:lnTo>
                      <a:pt x="61" y="50"/>
                    </a:lnTo>
                    <a:lnTo>
                      <a:pt x="59" y="59"/>
                    </a:lnTo>
                    <a:lnTo>
                      <a:pt x="68" y="71"/>
                    </a:lnTo>
                    <a:lnTo>
                      <a:pt x="69" y="74"/>
                    </a:lnTo>
                    <a:lnTo>
                      <a:pt x="66" y="75"/>
                    </a:lnTo>
                    <a:lnTo>
                      <a:pt x="59" y="75"/>
                    </a:lnTo>
                    <a:lnTo>
                      <a:pt x="50" y="77"/>
                    </a:lnTo>
                    <a:lnTo>
                      <a:pt x="50" y="81"/>
                    </a:lnTo>
                    <a:lnTo>
                      <a:pt x="50" y="90"/>
                    </a:lnTo>
                    <a:lnTo>
                      <a:pt x="44" y="95"/>
                    </a:lnTo>
                    <a:lnTo>
                      <a:pt x="41" y="96"/>
                    </a:lnTo>
                    <a:lnTo>
                      <a:pt x="38" y="102"/>
                    </a:lnTo>
                    <a:lnTo>
                      <a:pt x="32" y="98"/>
                    </a:lnTo>
                    <a:lnTo>
                      <a:pt x="30" y="95"/>
                    </a:lnTo>
                    <a:lnTo>
                      <a:pt x="26" y="95"/>
                    </a:lnTo>
                    <a:lnTo>
                      <a:pt x="26" y="106"/>
                    </a:lnTo>
                    <a:lnTo>
                      <a:pt x="21" y="119"/>
                    </a:lnTo>
                    <a:lnTo>
                      <a:pt x="23" y="123"/>
                    </a:lnTo>
                    <a:lnTo>
                      <a:pt x="28" y="136"/>
                    </a:lnTo>
                    <a:lnTo>
                      <a:pt x="28" y="155"/>
                    </a:lnTo>
                    <a:lnTo>
                      <a:pt x="26" y="167"/>
                    </a:lnTo>
                    <a:lnTo>
                      <a:pt x="28" y="178"/>
                    </a:lnTo>
                    <a:lnTo>
                      <a:pt x="45" y="178"/>
                    </a:lnTo>
                    <a:lnTo>
                      <a:pt x="48" y="174"/>
                    </a:lnTo>
                    <a:lnTo>
                      <a:pt x="50" y="174"/>
                    </a:lnTo>
                    <a:lnTo>
                      <a:pt x="52" y="179"/>
                    </a:lnTo>
                    <a:lnTo>
                      <a:pt x="57" y="179"/>
                    </a:lnTo>
                    <a:lnTo>
                      <a:pt x="58" y="181"/>
                    </a:lnTo>
                    <a:lnTo>
                      <a:pt x="58" y="183"/>
                    </a:lnTo>
                    <a:lnTo>
                      <a:pt x="53" y="183"/>
                    </a:lnTo>
                    <a:lnTo>
                      <a:pt x="53" y="185"/>
                    </a:lnTo>
                    <a:lnTo>
                      <a:pt x="50" y="187"/>
                    </a:lnTo>
                    <a:lnTo>
                      <a:pt x="50" y="189"/>
                    </a:lnTo>
                    <a:lnTo>
                      <a:pt x="57" y="189"/>
                    </a:lnTo>
                    <a:lnTo>
                      <a:pt x="58" y="193"/>
                    </a:lnTo>
                    <a:lnTo>
                      <a:pt x="63" y="195"/>
                    </a:lnTo>
                    <a:lnTo>
                      <a:pt x="61" y="199"/>
                    </a:lnTo>
                    <a:lnTo>
                      <a:pt x="65" y="204"/>
                    </a:lnTo>
                    <a:lnTo>
                      <a:pt x="64" y="208"/>
                    </a:lnTo>
                    <a:lnTo>
                      <a:pt x="66" y="210"/>
                    </a:lnTo>
                    <a:lnTo>
                      <a:pt x="64" y="212"/>
                    </a:lnTo>
                    <a:lnTo>
                      <a:pt x="63" y="216"/>
                    </a:lnTo>
                    <a:lnTo>
                      <a:pt x="60" y="216"/>
                    </a:lnTo>
                    <a:lnTo>
                      <a:pt x="55" y="221"/>
                    </a:lnTo>
                    <a:lnTo>
                      <a:pt x="50" y="222"/>
                    </a:lnTo>
                    <a:lnTo>
                      <a:pt x="50" y="226"/>
                    </a:lnTo>
                    <a:lnTo>
                      <a:pt x="47" y="227"/>
                    </a:lnTo>
                    <a:lnTo>
                      <a:pt x="45" y="230"/>
                    </a:lnTo>
                    <a:lnTo>
                      <a:pt x="50" y="233"/>
                    </a:lnTo>
                    <a:lnTo>
                      <a:pt x="52" y="236"/>
                    </a:lnTo>
                    <a:lnTo>
                      <a:pt x="52" y="236"/>
                    </a:lnTo>
                    <a:lnTo>
                      <a:pt x="50" y="237"/>
                    </a:lnTo>
                    <a:lnTo>
                      <a:pt x="45" y="236"/>
                    </a:lnTo>
                    <a:lnTo>
                      <a:pt x="32" y="237"/>
                    </a:lnTo>
                    <a:lnTo>
                      <a:pt x="31" y="242"/>
                    </a:lnTo>
                    <a:lnTo>
                      <a:pt x="28" y="243"/>
                    </a:lnTo>
                    <a:lnTo>
                      <a:pt x="26" y="249"/>
                    </a:lnTo>
                    <a:lnTo>
                      <a:pt x="26" y="249"/>
                    </a:lnTo>
                    <a:lnTo>
                      <a:pt x="31" y="252"/>
                    </a:lnTo>
                    <a:lnTo>
                      <a:pt x="31" y="257"/>
                    </a:lnTo>
                    <a:lnTo>
                      <a:pt x="28" y="257"/>
                    </a:lnTo>
                    <a:lnTo>
                      <a:pt x="25" y="263"/>
                    </a:lnTo>
                    <a:lnTo>
                      <a:pt x="18" y="267"/>
                    </a:lnTo>
                    <a:lnTo>
                      <a:pt x="17" y="270"/>
                    </a:lnTo>
                    <a:lnTo>
                      <a:pt x="12" y="270"/>
                    </a:lnTo>
                    <a:lnTo>
                      <a:pt x="5" y="276"/>
                    </a:lnTo>
                    <a:lnTo>
                      <a:pt x="5" y="286"/>
                    </a:lnTo>
                    <a:lnTo>
                      <a:pt x="2" y="290"/>
                    </a:lnTo>
                    <a:lnTo>
                      <a:pt x="4" y="295"/>
                    </a:lnTo>
                    <a:lnTo>
                      <a:pt x="2" y="300"/>
                    </a:lnTo>
                    <a:lnTo>
                      <a:pt x="5" y="306"/>
                    </a:lnTo>
                    <a:lnTo>
                      <a:pt x="0" y="312"/>
                    </a:lnTo>
                    <a:lnTo>
                      <a:pt x="12" y="310"/>
                    </a:lnTo>
                    <a:lnTo>
                      <a:pt x="16" y="311"/>
                    </a:lnTo>
                    <a:lnTo>
                      <a:pt x="22" y="319"/>
                    </a:lnTo>
                    <a:lnTo>
                      <a:pt x="30" y="324"/>
                    </a:lnTo>
                    <a:lnTo>
                      <a:pt x="38" y="333"/>
                    </a:lnTo>
                    <a:lnTo>
                      <a:pt x="43" y="335"/>
                    </a:lnTo>
                    <a:lnTo>
                      <a:pt x="55" y="337"/>
                    </a:lnTo>
                    <a:lnTo>
                      <a:pt x="63" y="335"/>
                    </a:lnTo>
                    <a:lnTo>
                      <a:pt x="109" y="307"/>
                    </a:lnTo>
                    <a:lnTo>
                      <a:pt x="133" y="294"/>
                    </a:lnTo>
                    <a:lnTo>
                      <a:pt x="183" y="26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29" name="Freeform 99">
                <a:extLst>
                  <a:ext uri="{FF2B5EF4-FFF2-40B4-BE49-F238E27FC236}">
                    <a16:creationId xmlns:a16="http://schemas.microsoft.com/office/drawing/2014/main" id="{E7C0AF63-D71E-1332-1E75-3F825777FBA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71" y="2069"/>
                <a:ext cx="25" cy="15"/>
              </a:xfrm>
              <a:custGeom>
                <a:avLst/>
                <a:gdLst/>
                <a:ahLst/>
                <a:cxnLst>
                  <a:cxn ang="0">
                    <a:pos x="92" y="16"/>
                  </a:cxn>
                  <a:cxn ang="0">
                    <a:pos x="106" y="11"/>
                  </a:cxn>
                  <a:cxn ang="0">
                    <a:pos x="112" y="5"/>
                  </a:cxn>
                  <a:cxn ang="0">
                    <a:pos x="122" y="0"/>
                  </a:cxn>
                  <a:cxn ang="0">
                    <a:pos x="126" y="0"/>
                  </a:cxn>
                  <a:cxn ang="0">
                    <a:pos x="123" y="9"/>
                  </a:cxn>
                  <a:cxn ang="0">
                    <a:pos x="115" y="17"/>
                  </a:cxn>
                  <a:cxn ang="0">
                    <a:pos x="107" y="21"/>
                  </a:cxn>
                  <a:cxn ang="0">
                    <a:pos x="96" y="37"/>
                  </a:cxn>
                  <a:cxn ang="0">
                    <a:pos x="99" y="43"/>
                  </a:cxn>
                  <a:cxn ang="0">
                    <a:pos x="92" y="52"/>
                  </a:cxn>
                  <a:cxn ang="0">
                    <a:pos x="80" y="54"/>
                  </a:cxn>
                  <a:cxn ang="0">
                    <a:pos x="69" y="64"/>
                  </a:cxn>
                  <a:cxn ang="0">
                    <a:pos x="53" y="68"/>
                  </a:cxn>
                  <a:cxn ang="0">
                    <a:pos x="43" y="75"/>
                  </a:cxn>
                  <a:cxn ang="0">
                    <a:pos x="25" y="72"/>
                  </a:cxn>
                  <a:cxn ang="0">
                    <a:pos x="13" y="66"/>
                  </a:cxn>
                  <a:cxn ang="0">
                    <a:pos x="5" y="57"/>
                  </a:cxn>
                  <a:cxn ang="0">
                    <a:pos x="0" y="45"/>
                  </a:cxn>
                  <a:cxn ang="0">
                    <a:pos x="13" y="42"/>
                  </a:cxn>
                  <a:cxn ang="0">
                    <a:pos x="21" y="37"/>
                  </a:cxn>
                  <a:cxn ang="0">
                    <a:pos x="31" y="36"/>
                  </a:cxn>
                  <a:cxn ang="0">
                    <a:pos x="38" y="33"/>
                  </a:cxn>
                  <a:cxn ang="0">
                    <a:pos x="40" y="25"/>
                  </a:cxn>
                  <a:cxn ang="0">
                    <a:pos x="43" y="26"/>
                  </a:cxn>
                  <a:cxn ang="0">
                    <a:pos x="63" y="25"/>
                  </a:cxn>
                  <a:cxn ang="0">
                    <a:pos x="92" y="16"/>
                  </a:cxn>
                </a:cxnLst>
                <a:rect l="0" t="0" r="r" b="b"/>
                <a:pathLst>
                  <a:path w="126" h="75">
                    <a:moveTo>
                      <a:pt x="92" y="16"/>
                    </a:moveTo>
                    <a:lnTo>
                      <a:pt x="106" y="11"/>
                    </a:lnTo>
                    <a:lnTo>
                      <a:pt x="112" y="5"/>
                    </a:lnTo>
                    <a:lnTo>
                      <a:pt x="122" y="0"/>
                    </a:lnTo>
                    <a:lnTo>
                      <a:pt x="126" y="0"/>
                    </a:lnTo>
                    <a:lnTo>
                      <a:pt x="123" y="9"/>
                    </a:lnTo>
                    <a:lnTo>
                      <a:pt x="115" y="17"/>
                    </a:lnTo>
                    <a:lnTo>
                      <a:pt x="107" y="21"/>
                    </a:lnTo>
                    <a:lnTo>
                      <a:pt x="96" y="37"/>
                    </a:lnTo>
                    <a:lnTo>
                      <a:pt x="99" y="43"/>
                    </a:lnTo>
                    <a:lnTo>
                      <a:pt x="92" y="52"/>
                    </a:lnTo>
                    <a:lnTo>
                      <a:pt x="80" y="54"/>
                    </a:lnTo>
                    <a:lnTo>
                      <a:pt x="69" y="64"/>
                    </a:lnTo>
                    <a:lnTo>
                      <a:pt x="53" y="68"/>
                    </a:lnTo>
                    <a:lnTo>
                      <a:pt x="43" y="75"/>
                    </a:lnTo>
                    <a:lnTo>
                      <a:pt x="25" y="72"/>
                    </a:lnTo>
                    <a:lnTo>
                      <a:pt x="13" y="66"/>
                    </a:lnTo>
                    <a:lnTo>
                      <a:pt x="5" y="57"/>
                    </a:lnTo>
                    <a:lnTo>
                      <a:pt x="0" y="45"/>
                    </a:lnTo>
                    <a:lnTo>
                      <a:pt x="13" y="42"/>
                    </a:lnTo>
                    <a:lnTo>
                      <a:pt x="21" y="37"/>
                    </a:lnTo>
                    <a:lnTo>
                      <a:pt x="31" y="36"/>
                    </a:lnTo>
                    <a:lnTo>
                      <a:pt x="38" y="33"/>
                    </a:lnTo>
                    <a:lnTo>
                      <a:pt x="40" y="25"/>
                    </a:lnTo>
                    <a:lnTo>
                      <a:pt x="43" y="26"/>
                    </a:lnTo>
                    <a:lnTo>
                      <a:pt x="63" y="25"/>
                    </a:lnTo>
                    <a:lnTo>
                      <a:pt x="92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43" name="Freeform 100">
              <a:extLst>
                <a:ext uri="{FF2B5EF4-FFF2-40B4-BE49-F238E27FC236}">
                  <a16:creationId xmlns:a16="http://schemas.microsoft.com/office/drawing/2014/main" id="{EA8C04B3-D3BD-BC1B-696D-AB127831D6D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026719" y="2691914"/>
              <a:ext cx="105314" cy="107994"/>
            </a:xfrm>
            <a:custGeom>
              <a:avLst/>
              <a:gdLst/>
              <a:ahLst/>
              <a:cxnLst>
                <a:cxn ang="0">
                  <a:pos x="77" y="118"/>
                </a:cxn>
                <a:cxn ang="0">
                  <a:pos x="68" y="107"/>
                </a:cxn>
                <a:cxn ang="0">
                  <a:pos x="64" y="102"/>
                </a:cxn>
                <a:cxn ang="0">
                  <a:pos x="56" y="99"/>
                </a:cxn>
                <a:cxn ang="0">
                  <a:pos x="46" y="89"/>
                </a:cxn>
                <a:cxn ang="0">
                  <a:pos x="38" y="83"/>
                </a:cxn>
                <a:cxn ang="0">
                  <a:pos x="27" y="79"/>
                </a:cxn>
                <a:cxn ang="0">
                  <a:pos x="19" y="69"/>
                </a:cxn>
                <a:cxn ang="0">
                  <a:pos x="16" y="55"/>
                </a:cxn>
                <a:cxn ang="0">
                  <a:pos x="14" y="35"/>
                </a:cxn>
                <a:cxn ang="0">
                  <a:pos x="7" y="21"/>
                </a:cxn>
                <a:cxn ang="0">
                  <a:pos x="0" y="15"/>
                </a:cxn>
                <a:cxn ang="0">
                  <a:pos x="21" y="14"/>
                </a:cxn>
                <a:cxn ang="0">
                  <a:pos x="28" y="9"/>
                </a:cxn>
                <a:cxn ang="0">
                  <a:pos x="44" y="8"/>
                </a:cxn>
                <a:cxn ang="0">
                  <a:pos x="51" y="4"/>
                </a:cxn>
                <a:cxn ang="0">
                  <a:pos x="67" y="7"/>
                </a:cxn>
                <a:cxn ang="0">
                  <a:pos x="76" y="5"/>
                </a:cxn>
                <a:cxn ang="0">
                  <a:pos x="86" y="0"/>
                </a:cxn>
                <a:cxn ang="0">
                  <a:pos x="87" y="0"/>
                </a:cxn>
                <a:cxn ang="0">
                  <a:pos x="89" y="8"/>
                </a:cxn>
                <a:cxn ang="0">
                  <a:pos x="99" y="20"/>
                </a:cxn>
                <a:cxn ang="0">
                  <a:pos x="107" y="21"/>
                </a:cxn>
                <a:cxn ang="0">
                  <a:pos x="114" y="26"/>
                </a:cxn>
                <a:cxn ang="0">
                  <a:pos x="115" y="34"/>
                </a:cxn>
                <a:cxn ang="0">
                  <a:pos x="110" y="40"/>
                </a:cxn>
                <a:cxn ang="0">
                  <a:pos x="110" y="48"/>
                </a:cxn>
                <a:cxn ang="0">
                  <a:pos x="113" y="56"/>
                </a:cxn>
                <a:cxn ang="0">
                  <a:pos x="118" y="63"/>
                </a:cxn>
                <a:cxn ang="0">
                  <a:pos x="123" y="68"/>
                </a:cxn>
                <a:cxn ang="0">
                  <a:pos x="137" y="77"/>
                </a:cxn>
                <a:cxn ang="0">
                  <a:pos x="138" y="84"/>
                </a:cxn>
                <a:cxn ang="0">
                  <a:pos x="135" y="93"/>
                </a:cxn>
                <a:cxn ang="0">
                  <a:pos x="126" y="94"/>
                </a:cxn>
                <a:cxn ang="0">
                  <a:pos x="129" y="101"/>
                </a:cxn>
                <a:cxn ang="0">
                  <a:pos x="138" y="113"/>
                </a:cxn>
                <a:cxn ang="0">
                  <a:pos x="153" y="122"/>
                </a:cxn>
                <a:cxn ang="0">
                  <a:pos x="161" y="122"/>
                </a:cxn>
                <a:cxn ang="0">
                  <a:pos x="168" y="123"/>
                </a:cxn>
                <a:cxn ang="0">
                  <a:pos x="164" y="131"/>
                </a:cxn>
                <a:cxn ang="0">
                  <a:pos x="163" y="139"/>
                </a:cxn>
                <a:cxn ang="0">
                  <a:pos x="169" y="144"/>
                </a:cxn>
                <a:cxn ang="0">
                  <a:pos x="168" y="152"/>
                </a:cxn>
                <a:cxn ang="0">
                  <a:pos x="161" y="154"/>
                </a:cxn>
                <a:cxn ang="0">
                  <a:pos x="166" y="160"/>
                </a:cxn>
                <a:cxn ang="0">
                  <a:pos x="169" y="168"/>
                </a:cxn>
                <a:cxn ang="0">
                  <a:pos x="170" y="175"/>
                </a:cxn>
                <a:cxn ang="0">
                  <a:pos x="164" y="175"/>
                </a:cxn>
                <a:cxn ang="0">
                  <a:pos x="147" y="175"/>
                </a:cxn>
                <a:cxn ang="0">
                  <a:pos x="142" y="175"/>
                </a:cxn>
                <a:cxn ang="0">
                  <a:pos x="141" y="150"/>
                </a:cxn>
                <a:cxn ang="0">
                  <a:pos x="137" y="143"/>
                </a:cxn>
                <a:cxn ang="0">
                  <a:pos x="132" y="136"/>
                </a:cxn>
                <a:cxn ang="0">
                  <a:pos x="129" y="128"/>
                </a:cxn>
                <a:cxn ang="0">
                  <a:pos x="121" y="126"/>
                </a:cxn>
                <a:cxn ang="0">
                  <a:pos x="114" y="128"/>
                </a:cxn>
                <a:cxn ang="0">
                  <a:pos x="107" y="128"/>
                </a:cxn>
                <a:cxn ang="0">
                  <a:pos x="99" y="125"/>
                </a:cxn>
                <a:cxn ang="0">
                  <a:pos x="94" y="117"/>
                </a:cxn>
                <a:cxn ang="0">
                  <a:pos x="87" y="116"/>
                </a:cxn>
                <a:cxn ang="0">
                  <a:pos x="77" y="118"/>
                </a:cxn>
              </a:cxnLst>
              <a:rect l="0" t="0" r="r" b="b"/>
              <a:pathLst>
                <a:path w="170" h="175">
                  <a:moveTo>
                    <a:pt x="77" y="118"/>
                  </a:moveTo>
                  <a:lnTo>
                    <a:pt x="68" y="107"/>
                  </a:lnTo>
                  <a:lnTo>
                    <a:pt x="64" y="102"/>
                  </a:lnTo>
                  <a:lnTo>
                    <a:pt x="56" y="99"/>
                  </a:lnTo>
                  <a:lnTo>
                    <a:pt x="46" y="89"/>
                  </a:lnTo>
                  <a:lnTo>
                    <a:pt x="38" y="83"/>
                  </a:lnTo>
                  <a:lnTo>
                    <a:pt x="27" y="79"/>
                  </a:lnTo>
                  <a:lnTo>
                    <a:pt x="19" y="69"/>
                  </a:lnTo>
                  <a:lnTo>
                    <a:pt x="16" y="55"/>
                  </a:lnTo>
                  <a:lnTo>
                    <a:pt x="14" y="35"/>
                  </a:lnTo>
                  <a:lnTo>
                    <a:pt x="7" y="21"/>
                  </a:lnTo>
                  <a:lnTo>
                    <a:pt x="0" y="15"/>
                  </a:lnTo>
                  <a:lnTo>
                    <a:pt x="21" y="14"/>
                  </a:lnTo>
                  <a:lnTo>
                    <a:pt x="28" y="9"/>
                  </a:lnTo>
                  <a:lnTo>
                    <a:pt x="44" y="8"/>
                  </a:lnTo>
                  <a:lnTo>
                    <a:pt x="51" y="4"/>
                  </a:lnTo>
                  <a:lnTo>
                    <a:pt x="67" y="7"/>
                  </a:lnTo>
                  <a:lnTo>
                    <a:pt x="76" y="5"/>
                  </a:lnTo>
                  <a:lnTo>
                    <a:pt x="86" y="0"/>
                  </a:lnTo>
                  <a:lnTo>
                    <a:pt x="87" y="0"/>
                  </a:lnTo>
                  <a:lnTo>
                    <a:pt x="89" y="8"/>
                  </a:lnTo>
                  <a:lnTo>
                    <a:pt x="99" y="20"/>
                  </a:lnTo>
                  <a:lnTo>
                    <a:pt x="107" y="21"/>
                  </a:lnTo>
                  <a:lnTo>
                    <a:pt x="114" y="26"/>
                  </a:lnTo>
                  <a:lnTo>
                    <a:pt x="115" y="34"/>
                  </a:lnTo>
                  <a:lnTo>
                    <a:pt x="110" y="40"/>
                  </a:lnTo>
                  <a:lnTo>
                    <a:pt x="110" y="48"/>
                  </a:lnTo>
                  <a:lnTo>
                    <a:pt x="113" y="56"/>
                  </a:lnTo>
                  <a:lnTo>
                    <a:pt x="118" y="63"/>
                  </a:lnTo>
                  <a:lnTo>
                    <a:pt x="123" y="68"/>
                  </a:lnTo>
                  <a:lnTo>
                    <a:pt x="137" y="77"/>
                  </a:lnTo>
                  <a:lnTo>
                    <a:pt x="138" y="84"/>
                  </a:lnTo>
                  <a:lnTo>
                    <a:pt x="135" y="93"/>
                  </a:lnTo>
                  <a:lnTo>
                    <a:pt x="126" y="94"/>
                  </a:lnTo>
                  <a:lnTo>
                    <a:pt x="129" y="101"/>
                  </a:lnTo>
                  <a:lnTo>
                    <a:pt x="138" y="113"/>
                  </a:lnTo>
                  <a:lnTo>
                    <a:pt x="153" y="122"/>
                  </a:lnTo>
                  <a:lnTo>
                    <a:pt x="161" y="122"/>
                  </a:lnTo>
                  <a:lnTo>
                    <a:pt x="168" y="123"/>
                  </a:lnTo>
                  <a:lnTo>
                    <a:pt x="164" y="131"/>
                  </a:lnTo>
                  <a:lnTo>
                    <a:pt x="163" y="139"/>
                  </a:lnTo>
                  <a:lnTo>
                    <a:pt x="169" y="144"/>
                  </a:lnTo>
                  <a:lnTo>
                    <a:pt x="168" y="152"/>
                  </a:lnTo>
                  <a:lnTo>
                    <a:pt x="161" y="154"/>
                  </a:lnTo>
                  <a:lnTo>
                    <a:pt x="166" y="160"/>
                  </a:lnTo>
                  <a:lnTo>
                    <a:pt x="169" y="168"/>
                  </a:lnTo>
                  <a:lnTo>
                    <a:pt x="170" y="175"/>
                  </a:lnTo>
                  <a:lnTo>
                    <a:pt x="164" y="175"/>
                  </a:lnTo>
                  <a:lnTo>
                    <a:pt x="147" y="175"/>
                  </a:lnTo>
                  <a:lnTo>
                    <a:pt x="142" y="175"/>
                  </a:lnTo>
                  <a:lnTo>
                    <a:pt x="141" y="150"/>
                  </a:lnTo>
                  <a:lnTo>
                    <a:pt x="137" y="143"/>
                  </a:lnTo>
                  <a:lnTo>
                    <a:pt x="132" y="136"/>
                  </a:lnTo>
                  <a:lnTo>
                    <a:pt x="129" y="128"/>
                  </a:lnTo>
                  <a:lnTo>
                    <a:pt x="121" y="126"/>
                  </a:lnTo>
                  <a:lnTo>
                    <a:pt x="114" y="128"/>
                  </a:lnTo>
                  <a:lnTo>
                    <a:pt x="107" y="128"/>
                  </a:lnTo>
                  <a:lnTo>
                    <a:pt x="99" y="125"/>
                  </a:lnTo>
                  <a:lnTo>
                    <a:pt x="94" y="117"/>
                  </a:lnTo>
                  <a:lnTo>
                    <a:pt x="87" y="116"/>
                  </a:lnTo>
                  <a:lnTo>
                    <a:pt x="77" y="1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4" name="Freeform 101">
              <a:extLst>
                <a:ext uri="{FF2B5EF4-FFF2-40B4-BE49-F238E27FC236}">
                  <a16:creationId xmlns:a16="http://schemas.microsoft.com/office/drawing/2014/main" id="{0AA5B9C9-6385-EFAF-C52E-A27232A847B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132034" y="1964924"/>
              <a:ext cx="1382257" cy="737526"/>
            </a:xfrm>
            <a:custGeom>
              <a:avLst/>
              <a:gdLst/>
              <a:ahLst/>
              <a:cxnLst>
                <a:cxn ang="0">
                  <a:pos x="464" y="1136"/>
                </a:cxn>
                <a:cxn ang="0">
                  <a:pos x="355" y="1109"/>
                </a:cxn>
                <a:cxn ang="0">
                  <a:pos x="262" y="1035"/>
                </a:cxn>
                <a:cxn ang="0">
                  <a:pos x="250" y="932"/>
                </a:cxn>
                <a:cxn ang="0">
                  <a:pos x="298" y="882"/>
                </a:cxn>
                <a:cxn ang="0">
                  <a:pos x="413" y="881"/>
                </a:cxn>
                <a:cxn ang="0">
                  <a:pos x="420" y="823"/>
                </a:cxn>
                <a:cxn ang="0">
                  <a:pos x="336" y="731"/>
                </a:cxn>
                <a:cxn ang="0">
                  <a:pos x="242" y="718"/>
                </a:cxn>
                <a:cxn ang="0">
                  <a:pos x="102" y="781"/>
                </a:cxn>
                <a:cxn ang="0">
                  <a:pos x="103" y="699"/>
                </a:cxn>
                <a:cxn ang="0">
                  <a:pos x="33" y="660"/>
                </a:cxn>
                <a:cxn ang="0">
                  <a:pos x="16" y="544"/>
                </a:cxn>
                <a:cxn ang="0">
                  <a:pos x="64" y="458"/>
                </a:cxn>
                <a:cxn ang="0">
                  <a:pos x="126" y="435"/>
                </a:cxn>
                <a:cxn ang="0">
                  <a:pos x="193" y="379"/>
                </a:cxn>
                <a:cxn ang="0">
                  <a:pos x="263" y="359"/>
                </a:cxn>
                <a:cxn ang="0">
                  <a:pos x="329" y="359"/>
                </a:cxn>
                <a:cxn ang="0">
                  <a:pos x="421" y="398"/>
                </a:cxn>
                <a:cxn ang="0">
                  <a:pos x="442" y="408"/>
                </a:cxn>
                <a:cxn ang="0">
                  <a:pos x="531" y="424"/>
                </a:cxn>
                <a:cxn ang="0">
                  <a:pos x="590" y="402"/>
                </a:cxn>
                <a:cxn ang="0">
                  <a:pos x="674" y="434"/>
                </a:cxn>
                <a:cxn ang="0">
                  <a:pos x="760" y="434"/>
                </a:cxn>
                <a:cxn ang="0">
                  <a:pos x="793" y="363"/>
                </a:cxn>
                <a:cxn ang="0">
                  <a:pos x="760" y="306"/>
                </a:cxn>
                <a:cxn ang="0">
                  <a:pos x="807" y="226"/>
                </a:cxn>
                <a:cxn ang="0">
                  <a:pos x="803" y="192"/>
                </a:cxn>
                <a:cxn ang="0">
                  <a:pos x="802" y="150"/>
                </a:cxn>
                <a:cxn ang="0">
                  <a:pos x="878" y="142"/>
                </a:cxn>
                <a:cxn ang="0">
                  <a:pos x="963" y="110"/>
                </a:cxn>
                <a:cxn ang="0">
                  <a:pos x="1034" y="74"/>
                </a:cxn>
                <a:cxn ang="0">
                  <a:pos x="1187" y="42"/>
                </a:cxn>
                <a:cxn ang="0">
                  <a:pos x="1239" y="0"/>
                </a:cxn>
                <a:cxn ang="0">
                  <a:pos x="1324" y="12"/>
                </a:cxn>
                <a:cxn ang="0">
                  <a:pos x="1349" y="102"/>
                </a:cxn>
                <a:cxn ang="0">
                  <a:pos x="1402" y="107"/>
                </a:cxn>
                <a:cxn ang="0">
                  <a:pos x="1425" y="125"/>
                </a:cxn>
                <a:cxn ang="0">
                  <a:pos x="1490" y="145"/>
                </a:cxn>
                <a:cxn ang="0">
                  <a:pos x="1508" y="173"/>
                </a:cxn>
                <a:cxn ang="0">
                  <a:pos x="1586" y="123"/>
                </a:cxn>
                <a:cxn ang="0">
                  <a:pos x="1657" y="118"/>
                </a:cxn>
                <a:cxn ang="0">
                  <a:pos x="1857" y="397"/>
                </a:cxn>
                <a:cxn ang="0">
                  <a:pos x="1938" y="425"/>
                </a:cxn>
                <a:cxn ang="0">
                  <a:pos x="2028" y="408"/>
                </a:cxn>
                <a:cxn ang="0">
                  <a:pos x="2078" y="470"/>
                </a:cxn>
                <a:cxn ang="0">
                  <a:pos x="2159" y="533"/>
                </a:cxn>
                <a:cxn ang="0">
                  <a:pos x="2226" y="554"/>
                </a:cxn>
                <a:cxn ang="0">
                  <a:pos x="2139" y="733"/>
                </a:cxn>
                <a:cxn ang="0">
                  <a:pos x="1978" y="773"/>
                </a:cxn>
                <a:cxn ang="0">
                  <a:pos x="1841" y="901"/>
                </a:cxn>
                <a:cxn ang="0">
                  <a:pos x="1860" y="1061"/>
                </a:cxn>
                <a:cxn ang="0">
                  <a:pos x="1768" y="1061"/>
                </a:cxn>
                <a:cxn ang="0">
                  <a:pos x="1620" y="1050"/>
                </a:cxn>
                <a:cxn ang="0">
                  <a:pos x="1506" y="1034"/>
                </a:cxn>
                <a:cxn ang="0">
                  <a:pos x="1421" y="1070"/>
                </a:cxn>
                <a:cxn ang="0">
                  <a:pos x="1343" y="1081"/>
                </a:cxn>
                <a:cxn ang="0">
                  <a:pos x="1257" y="1153"/>
                </a:cxn>
                <a:cxn ang="0">
                  <a:pos x="1185" y="1180"/>
                </a:cxn>
                <a:cxn ang="0">
                  <a:pos x="1048" y="1021"/>
                </a:cxn>
                <a:cxn ang="0">
                  <a:pos x="742" y="899"/>
                </a:cxn>
              </a:cxnLst>
              <a:rect l="0" t="0" r="r" b="b"/>
              <a:pathLst>
                <a:path w="2230" h="1190">
                  <a:moveTo>
                    <a:pt x="518" y="898"/>
                  </a:moveTo>
                  <a:lnTo>
                    <a:pt x="518" y="968"/>
                  </a:lnTo>
                  <a:lnTo>
                    <a:pt x="518" y="1042"/>
                  </a:lnTo>
                  <a:lnTo>
                    <a:pt x="518" y="1107"/>
                  </a:lnTo>
                  <a:lnTo>
                    <a:pt x="518" y="1168"/>
                  </a:lnTo>
                  <a:lnTo>
                    <a:pt x="506" y="1174"/>
                  </a:lnTo>
                  <a:lnTo>
                    <a:pt x="486" y="1173"/>
                  </a:lnTo>
                  <a:lnTo>
                    <a:pt x="477" y="1166"/>
                  </a:lnTo>
                  <a:lnTo>
                    <a:pt x="468" y="1143"/>
                  </a:lnTo>
                  <a:lnTo>
                    <a:pt x="464" y="1136"/>
                  </a:lnTo>
                  <a:lnTo>
                    <a:pt x="458" y="1130"/>
                  </a:lnTo>
                  <a:lnTo>
                    <a:pt x="452" y="1115"/>
                  </a:lnTo>
                  <a:lnTo>
                    <a:pt x="447" y="1108"/>
                  </a:lnTo>
                  <a:lnTo>
                    <a:pt x="432" y="1102"/>
                  </a:lnTo>
                  <a:lnTo>
                    <a:pt x="425" y="1097"/>
                  </a:lnTo>
                  <a:lnTo>
                    <a:pt x="418" y="1092"/>
                  </a:lnTo>
                  <a:lnTo>
                    <a:pt x="410" y="1092"/>
                  </a:lnTo>
                  <a:lnTo>
                    <a:pt x="402" y="1093"/>
                  </a:lnTo>
                  <a:lnTo>
                    <a:pt x="378" y="1100"/>
                  </a:lnTo>
                  <a:lnTo>
                    <a:pt x="355" y="1109"/>
                  </a:lnTo>
                  <a:lnTo>
                    <a:pt x="325" y="1135"/>
                  </a:lnTo>
                  <a:lnTo>
                    <a:pt x="324" y="1096"/>
                  </a:lnTo>
                  <a:lnTo>
                    <a:pt x="333" y="1085"/>
                  </a:lnTo>
                  <a:lnTo>
                    <a:pt x="335" y="1065"/>
                  </a:lnTo>
                  <a:lnTo>
                    <a:pt x="323" y="1060"/>
                  </a:lnTo>
                  <a:lnTo>
                    <a:pt x="311" y="1059"/>
                  </a:lnTo>
                  <a:lnTo>
                    <a:pt x="291" y="1050"/>
                  </a:lnTo>
                  <a:lnTo>
                    <a:pt x="281" y="1037"/>
                  </a:lnTo>
                  <a:lnTo>
                    <a:pt x="274" y="1037"/>
                  </a:lnTo>
                  <a:lnTo>
                    <a:pt x="262" y="1035"/>
                  </a:lnTo>
                  <a:lnTo>
                    <a:pt x="259" y="996"/>
                  </a:lnTo>
                  <a:lnTo>
                    <a:pt x="247" y="976"/>
                  </a:lnTo>
                  <a:lnTo>
                    <a:pt x="239" y="970"/>
                  </a:lnTo>
                  <a:lnTo>
                    <a:pt x="232" y="956"/>
                  </a:lnTo>
                  <a:lnTo>
                    <a:pt x="209" y="947"/>
                  </a:lnTo>
                  <a:lnTo>
                    <a:pt x="198" y="930"/>
                  </a:lnTo>
                  <a:lnTo>
                    <a:pt x="205" y="924"/>
                  </a:lnTo>
                  <a:lnTo>
                    <a:pt x="223" y="924"/>
                  </a:lnTo>
                  <a:lnTo>
                    <a:pt x="241" y="927"/>
                  </a:lnTo>
                  <a:lnTo>
                    <a:pt x="250" y="932"/>
                  </a:lnTo>
                  <a:lnTo>
                    <a:pt x="258" y="930"/>
                  </a:lnTo>
                  <a:lnTo>
                    <a:pt x="271" y="931"/>
                  </a:lnTo>
                  <a:lnTo>
                    <a:pt x="268" y="924"/>
                  </a:lnTo>
                  <a:lnTo>
                    <a:pt x="264" y="913"/>
                  </a:lnTo>
                  <a:lnTo>
                    <a:pt x="262" y="894"/>
                  </a:lnTo>
                  <a:lnTo>
                    <a:pt x="266" y="883"/>
                  </a:lnTo>
                  <a:lnTo>
                    <a:pt x="276" y="878"/>
                  </a:lnTo>
                  <a:lnTo>
                    <a:pt x="276" y="886"/>
                  </a:lnTo>
                  <a:lnTo>
                    <a:pt x="287" y="887"/>
                  </a:lnTo>
                  <a:lnTo>
                    <a:pt x="298" y="882"/>
                  </a:lnTo>
                  <a:lnTo>
                    <a:pt x="301" y="873"/>
                  </a:lnTo>
                  <a:lnTo>
                    <a:pt x="311" y="865"/>
                  </a:lnTo>
                  <a:lnTo>
                    <a:pt x="328" y="863"/>
                  </a:lnTo>
                  <a:lnTo>
                    <a:pt x="344" y="873"/>
                  </a:lnTo>
                  <a:lnTo>
                    <a:pt x="360" y="879"/>
                  </a:lnTo>
                  <a:lnTo>
                    <a:pt x="376" y="876"/>
                  </a:lnTo>
                  <a:lnTo>
                    <a:pt x="386" y="868"/>
                  </a:lnTo>
                  <a:lnTo>
                    <a:pt x="389" y="870"/>
                  </a:lnTo>
                  <a:lnTo>
                    <a:pt x="394" y="874"/>
                  </a:lnTo>
                  <a:lnTo>
                    <a:pt x="413" y="881"/>
                  </a:lnTo>
                  <a:lnTo>
                    <a:pt x="424" y="887"/>
                  </a:lnTo>
                  <a:lnTo>
                    <a:pt x="435" y="884"/>
                  </a:lnTo>
                  <a:lnTo>
                    <a:pt x="447" y="887"/>
                  </a:lnTo>
                  <a:lnTo>
                    <a:pt x="451" y="879"/>
                  </a:lnTo>
                  <a:lnTo>
                    <a:pt x="443" y="867"/>
                  </a:lnTo>
                  <a:lnTo>
                    <a:pt x="453" y="867"/>
                  </a:lnTo>
                  <a:lnTo>
                    <a:pt x="446" y="855"/>
                  </a:lnTo>
                  <a:lnTo>
                    <a:pt x="435" y="841"/>
                  </a:lnTo>
                  <a:lnTo>
                    <a:pt x="425" y="834"/>
                  </a:lnTo>
                  <a:lnTo>
                    <a:pt x="420" y="823"/>
                  </a:lnTo>
                  <a:lnTo>
                    <a:pt x="409" y="823"/>
                  </a:lnTo>
                  <a:lnTo>
                    <a:pt x="398" y="806"/>
                  </a:lnTo>
                  <a:lnTo>
                    <a:pt x="392" y="782"/>
                  </a:lnTo>
                  <a:lnTo>
                    <a:pt x="384" y="771"/>
                  </a:lnTo>
                  <a:lnTo>
                    <a:pt x="382" y="777"/>
                  </a:lnTo>
                  <a:lnTo>
                    <a:pt x="375" y="760"/>
                  </a:lnTo>
                  <a:lnTo>
                    <a:pt x="370" y="760"/>
                  </a:lnTo>
                  <a:lnTo>
                    <a:pt x="367" y="749"/>
                  </a:lnTo>
                  <a:lnTo>
                    <a:pt x="348" y="732"/>
                  </a:lnTo>
                  <a:lnTo>
                    <a:pt x="336" y="731"/>
                  </a:lnTo>
                  <a:lnTo>
                    <a:pt x="336" y="725"/>
                  </a:lnTo>
                  <a:lnTo>
                    <a:pt x="323" y="723"/>
                  </a:lnTo>
                  <a:lnTo>
                    <a:pt x="312" y="728"/>
                  </a:lnTo>
                  <a:lnTo>
                    <a:pt x="303" y="730"/>
                  </a:lnTo>
                  <a:lnTo>
                    <a:pt x="292" y="736"/>
                  </a:lnTo>
                  <a:lnTo>
                    <a:pt x="289" y="725"/>
                  </a:lnTo>
                  <a:lnTo>
                    <a:pt x="274" y="725"/>
                  </a:lnTo>
                  <a:lnTo>
                    <a:pt x="270" y="722"/>
                  </a:lnTo>
                  <a:lnTo>
                    <a:pt x="257" y="720"/>
                  </a:lnTo>
                  <a:lnTo>
                    <a:pt x="242" y="718"/>
                  </a:lnTo>
                  <a:lnTo>
                    <a:pt x="207" y="752"/>
                  </a:lnTo>
                  <a:lnTo>
                    <a:pt x="188" y="753"/>
                  </a:lnTo>
                  <a:lnTo>
                    <a:pt x="162" y="761"/>
                  </a:lnTo>
                  <a:lnTo>
                    <a:pt x="136" y="765"/>
                  </a:lnTo>
                  <a:lnTo>
                    <a:pt x="114" y="771"/>
                  </a:lnTo>
                  <a:lnTo>
                    <a:pt x="136" y="786"/>
                  </a:lnTo>
                  <a:lnTo>
                    <a:pt x="119" y="793"/>
                  </a:lnTo>
                  <a:lnTo>
                    <a:pt x="112" y="791"/>
                  </a:lnTo>
                  <a:lnTo>
                    <a:pt x="108" y="785"/>
                  </a:lnTo>
                  <a:lnTo>
                    <a:pt x="102" y="781"/>
                  </a:lnTo>
                  <a:lnTo>
                    <a:pt x="93" y="781"/>
                  </a:lnTo>
                  <a:lnTo>
                    <a:pt x="86" y="779"/>
                  </a:lnTo>
                  <a:lnTo>
                    <a:pt x="83" y="773"/>
                  </a:lnTo>
                  <a:lnTo>
                    <a:pt x="90" y="766"/>
                  </a:lnTo>
                  <a:lnTo>
                    <a:pt x="91" y="758"/>
                  </a:lnTo>
                  <a:lnTo>
                    <a:pt x="98" y="755"/>
                  </a:lnTo>
                  <a:lnTo>
                    <a:pt x="107" y="761"/>
                  </a:lnTo>
                  <a:lnTo>
                    <a:pt x="119" y="758"/>
                  </a:lnTo>
                  <a:lnTo>
                    <a:pt x="110" y="701"/>
                  </a:lnTo>
                  <a:lnTo>
                    <a:pt x="103" y="699"/>
                  </a:lnTo>
                  <a:lnTo>
                    <a:pt x="98" y="693"/>
                  </a:lnTo>
                  <a:lnTo>
                    <a:pt x="96" y="684"/>
                  </a:lnTo>
                  <a:lnTo>
                    <a:pt x="92" y="678"/>
                  </a:lnTo>
                  <a:lnTo>
                    <a:pt x="86" y="672"/>
                  </a:lnTo>
                  <a:lnTo>
                    <a:pt x="79" y="672"/>
                  </a:lnTo>
                  <a:lnTo>
                    <a:pt x="61" y="674"/>
                  </a:lnTo>
                  <a:lnTo>
                    <a:pt x="48" y="671"/>
                  </a:lnTo>
                  <a:lnTo>
                    <a:pt x="47" y="679"/>
                  </a:lnTo>
                  <a:lnTo>
                    <a:pt x="34" y="667"/>
                  </a:lnTo>
                  <a:lnTo>
                    <a:pt x="33" y="660"/>
                  </a:lnTo>
                  <a:lnTo>
                    <a:pt x="29" y="652"/>
                  </a:lnTo>
                  <a:lnTo>
                    <a:pt x="34" y="646"/>
                  </a:lnTo>
                  <a:lnTo>
                    <a:pt x="29" y="639"/>
                  </a:lnTo>
                  <a:lnTo>
                    <a:pt x="28" y="631"/>
                  </a:lnTo>
                  <a:lnTo>
                    <a:pt x="0" y="621"/>
                  </a:lnTo>
                  <a:lnTo>
                    <a:pt x="11" y="577"/>
                  </a:lnTo>
                  <a:lnTo>
                    <a:pt x="24" y="570"/>
                  </a:lnTo>
                  <a:lnTo>
                    <a:pt x="29" y="562"/>
                  </a:lnTo>
                  <a:lnTo>
                    <a:pt x="27" y="555"/>
                  </a:lnTo>
                  <a:lnTo>
                    <a:pt x="16" y="544"/>
                  </a:lnTo>
                  <a:lnTo>
                    <a:pt x="26" y="499"/>
                  </a:lnTo>
                  <a:lnTo>
                    <a:pt x="39" y="490"/>
                  </a:lnTo>
                  <a:lnTo>
                    <a:pt x="44" y="484"/>
                  </a:lnTo>
                  <a:lnTo>
                    <a:pt x="42" y="475"/>
                  </a:lnTo>
                  <a:lnTo>
                    <a:pt x="45" y="468"/>
                  </a:lnTo>
                  <a:lnTo>
                    <a:pt x="45" y="461"/>
                  </a:lnTo>
                  <a:lnTo>
                    <a:pt x="49" y="452"/>
                  </a:lnTo>
                  <a:lnTo>
                    <a:pt x="54" y="446"/>
                  </a:lnTo>
                  <a:lnTo>
                    <a:pt x="60" y="451"/>
                  </a:lnTo>
                  <a:lnTo>
                    <a:pt x="64" y="458"/>
                  </a:lnTo>
                  <a:lnTo>
                    <a:pt x="76" y="468"/>
                  </a:lnTo>
                  <a:lnTo>
                    <a:pt x="93" y="505"/>
                  </a:lnTo>
                  <a:lnTo>
                    <a:pt x="102" y="507"/>
                  </a:lnTo>
                  <a:lnTo>
                    <a:pt x="128" y="490"/>
                  </a:lnTo>
                  <a:lnTo>
                    <a:pt x="125" y="481"/>
                  </a:lnTo>
                  <a:lnTo>
                    <a:pt x="122" y="474"/>
                  </a:lnTo>
                  <a:lnTo>
                    <a:pt x="118" y="449"/>
                  </a:lnTo>
                  <a:lnTo>
                    <a:pt x="110" y="436"/>
                  </a:lnTo>
                  <a:lnTo>
                    <a:pt x="119" y="437"/>
                  </a:lnTo>
                  <a:lnTo>
                    <a:pt x="126" y="435"/>
                  </a:lnTo>
                  <a:lnTo>
                    <a:pt x="146" y="420"/>
                  </a:lnTo>
                  <a:lnTo>
                    <a:pt x="153" y="416"/>
                  </a:lnTo>
                  <a:lnTo>
                    <a:pt x="158" y="410"/>
                  </a:lnTo>
                  <a:lnTo>
                    <a:pt x="158" y="402"/>
                  </a:lnTo>
                  <a:lnTo>
                    <a:pt x="158" y="393"/>
                  </a:lnTo>
                  <a:lnTo>
                    <a:pt x="166" y="392"/>
                  </a:lnTo>
                  <a:lnTo>
                    <a:pt x="174" y="393"/>
                  </a:lnTo>
                  <a:lnTo>
                    <a:pt x="182" y="391"/>
                  </a:lnTo>
                  <a:lnTo>
                    <a:pt x="187" y="383"/>
                  </a:lnTo>
                  <a:lnTo>
                    <a:pt x="193" y="379"/>
                  </a:lnTo>
                  <a:lnTo>
                    <a:pt x="201" y="377"/>
                  </a:lnTo>
                  <a:lnTo>
                    <a:pt x="206" y="371"/>
                  </a:lnTo>
                  <a:lnTo>
                    <a:pt x="214" y="366"/>
                  </a:lnTo>
                  <a:lnTo>
                    <a:pt x="219" y="360"/>
                  </a:lnTo>
                  <a:lnTo>
                    <a:pt x="220" y="352"/>
                  </a:lnTo>
                  <a:lnTo>
                    <a:pt x="227" y="348"/>
                  </a:lnTo>
                  <a:lnTo>
                    <a:pt x="242" y="343"/>
                  </a:lnTo>
                  <a:lnTo>
                    <a:pt x="258" y="343"/>
                  </a:lnTo>
                  <a:lnTo>
                    <a:pt x="259" y="351"/>
                  </a:lnTo>
                  <a:lnTo>
                    <a:pt x="263" y="359"/>
                  </a:lnTo>
                  <a:lnTo>
                    <a:pt x="279" y="355"/>
                  </a:lnTo>
                  <a:lnTo>
                    <a:pt x="284" y="361"/>
                  </a:lnTo>
                  <a:lnTo>
                    <a:pt x="289" y="354"/>
                  </a:lnTo>
                  <a:lnTo>
                    <a:pt x="291" y="345"/>
                  </a:lnTo>
                  <a:lnTo>
                    <a:pt x="296" y="339"/>
                  </a:lnTo>
                  <a:lnTo>
                    <a:pt x="303" y="340"/>
                  </a:lnTo>
                  <a:lnTo>
                    <a:pt x="311" y="336"/>
                  </a:lnTo>
                  <a:lnTo>
                    <a:pt x="318" y="336"/>
                  </a:lnTo>
                  <a:lnTo>
                    <a:pt x="324" y="352"/>
                  </a:lnTo>
                  <a:lnTo>
                    <a:pt x="329" y="359"/>
                  </a:lnTo>
                  <a:lnTo>
                    <a:pt x="338" y="355"/>
                  </a:lnTo>
                  <a:lnTo>
                    <a:pt x="345" y="355"/>
                  </a:lnTo>
                  <a:lnTo>
                    <a:pt x="352" y="357"/>
                  </a:lnTo>
                  <a:lnTo>
                    <a:pt x="368" y="354"/>
                  </a:lnTo>
                  <a:lnTo>
                    <a:pt x="376" y="355"/>
                  </a:lnTo>
                  <a:lnTo>
                    <a:pt x="383" y="360"/>
                  </a:lnTo>
                  <a:lnTo>
                    <a:pt x="389" y="365"/>
                  </a:lnTo>
                  <a:lnTo>
                    <a:pt x="395" y="379"/>
                  </a:lnTo>
                  <a:lnTo>
                    <a:pt x="416" y="392"/>
                  </a:lnTo>
                  <a:lnTo>
                    <a:pt x="421" y="398"/>
                  </a:lnTo>
                  <a:lnTo>
                    <a:pt x="424" y="406"/>
                  </a:lnTo>
                  <a:lnTo>
                    <a:pt x="435" y="419"/>
                  </a:lnTo>
                  <a:lnTo>
                    <a:pt x="434" y="426"/>
                  </a:lnTo>
                  <a:lnTo>
                    <a:pt x="435" y="435"/>
                  </a:lnTo>
                  <a:lnTo>
                    <a:pt x="440" y="441"/>
                  </a:lnTo>
                  <a:lnTo>
                    <a:pt x="447" y="438"/>
                  </a:lnTo>
                  <a:lnTo>
                    <a:pt x="447" y="431"/>
                  </a:lnTo>
                  <a:lnTo>
                    <a:pt x="446" y="422"/>
                  </a:lnTo>
                  <a:lnTo>
                    <a:pt x="447" y="415"/>
                  </a:lnTo>
                  <a:lnTo>
                    <a:pt x="442" y="408"/>
                  </a:lnTo>
                  <a:lnTo>
                    <a:pt x="447" y="402"/>
                  </a:lnTo>
                  <a:lnTo>
                    <a:pt x="456" y="400"/>
                  </a:lnTo>
                  <a:lnTo>
                    <a:pt x="458" y="408"/>
                  </a:lnTo>
                  <a:lnTo>
                    <a:pt x="464" y="414"/>
                  </a:lnTo>
                  <a:lnTo>
                    <a:pt x="467" y="421"/>
                  </a:lnTo>
                  <a:lnTo>
                    <a:pt x="473" y="426"/>
                  </a:lnTo>
                  <a:lnTo>
                    <a:pt x="488" y="432"/>
                  </a:lnTo>
                  <a:lnTo>
                    <a:pt x="502" y="440"/>
                  </a:lnTo>
                  <a:lnTo>
                    <a:pt x="511" y="437"/>
                  </a:lnTo>
                  <a:lnTo>
                    <a:pt x="531" y="424"/>
                  </a:lnTo>
                  <a:lnTo>
                    <a:pt x="531" y="415"/>
                  </a:lnTo>
                  <a:lnTo>
                    <a:pt x="537" y="411"/>
                  </a:lnTo>
                  <a:lnTo>
                    <a:pt x="543" y="406"/>
                  </a:lnTo>
                  <a:lnTo>
                    <a:pt x="551" y="405"/>
                  </a:lnTo>
                  <a:lnTo>
                    <a:pt x="559" y="408"/>
                  </a:lnTo>
                  <a:lnTo>
                    <a:pt x="559" y="400"/>
                  </a:lnTo>
                  <a:lnTo>
                    <a:pt x="567" y="399"/>
                  </a:lnTo>
                  <a:lnTo>
                    <a:pt x="575" y="402"/>
                  </a:lnTo>
                  <a:lnTo>
                    <a:pt x="582" y="397"/>
                  </a:lnTo>
                  <a:lnTo>
                    <a:pt x="590" y="402"/>
                  </a:lnTo>
                  <a:lnTo>
                    <a:pt x="601" y="413"/>
                  </a:lnTo>
                  <a:lnTo>
                    <a:pt x="615" y="404"/>
                  </a:lnTo>
                  <a:lnTo>
                    <a:pt x="619" y="397"/>
                  </a:lnTo>
                  <a:lnTo>
                    <a:pt x="634" y="397"/>
                  </a:lnTo>
                  <a:lnTo>
                    <a:pt x="641" y="393"/>
                  </a:lnTo>
                  <a:lnTo>
                    <a:pt x="657" y="399"/>
                  </a:lnTo>
                  <a:lnTo>
                    <a:pt x="662" y="405"/>
                  </a:lnTo>
                  <a:lnTo>
                    <a:pt x="663" y="421"/>
                  </a:lnTo>
                  <a:lnTo>
                    <a:pt x="669" y="427"/>
                  </a:lnTo>
                  <a:lnTo>
                    <a:pt x="674" y="434"/>
                  </a:lnTo>
                  <a:lnTo>
                    <a:pt x="690" y="432"/>
                  </a:lnTo>
                  <a:lnTo>
                    <a:pt x="705" y="435"/>
                  </a:lnTo>
                  <a:lnTo>
                    <a:pt x="705" y="435"/>
                  </a:lnTo>
                  <a:lnTo>
                    <a:pt x="707" y="446"/>
                  </a:lnTo>
                  <a:lnTo>
                    <a:pt x="725" y="445"/>
                  </a:lnTo>
                  <a:lnTo>
                    <a:pt x="731" y="440"/>
                  </a:lnTo>
                  <a:lnTo>
                    <a:pt x="738" y="425"/>
                  </a:lnTo>
                  <a:lnTo>
                    <a:pt x="743" y="419"/>
                  </a:lnTo>
                  <a:lnTo>
                    <a:pt x="749" y="421"/>
                  </a:lnTo>
                  <a:lnTo>
                    <a:pt x="760" y="434"/>
                  </a:lnTo>
                  <a:lnTo>
                    <a:pt x="776" y="435"/>
                  </a:lnTo>
                  <a:lnTo>
                    <a:pt x="792" y="432"/>
                  </a:lnTo>
                  <a:lnTo>
                    <a:pt x="800" y="426"/>
                  </a:lnTo>
                  <a:lnTo>
                    <a:pt x="814" y="421"/>
                  </a:lnTo>
                  <a:lnTo>
                    <a:pt x="827" y="383"/>
                  </a:lnTo>
                  <a:lnTo>
                    <a:pt x="830" y="376"/>
                  </a:lnTo>
                  <a:lnTo>
                    <a:pt x="824" y="370"/>
                  </a:lnTo>
                  <a:lnTo>
                    <a:pt x="823" y="366"/>
                  </a:lnTo>
                  <a:lnTo>
                    <a:pt x="809" y="365"/>
                  </a:lnTo>
                  <a:lnTo>
                    <a:pt x="793" y="363"/>
                  </a:lnTo>
                  <a:lnTo>
                    <a:pt x="787" y="356"/>
                  </a:lnTo>
                  <a:lnTo>
                    <a:pt x="784" y="351"/>
                  </a:lnTo>
                  <a:lnTo>
                    <a:pt x="766" y="348"/>
                  </a:lnTo>
                  <a:lnTo>
                    <a:pt x="759" y="345"/>
                  </a:lnTo>
                  <a:lnTo>
                    <a:pt x="760" y="336"/>
                  </a:lnTo>
                  <a:lnTo>
                    <a:pt x="755" y="329"/>
                  </a:lnTo>
                  <a:lnTo>
                    <a:pt x="739" y="327"/>
                  </a:lnTo>
                  <a:lnTo>
                    <a:pt x="741" y="318"/>
                  </a:lnTo>
                  <a:lnTo>
                    <a:pt x="748" y="316"/>
                  </a:lnTo>
                  <a:lnTo>
                    <a:pt x="760" y="306"/>
                  </a:lnTo>
                  <a:lnTo>
                    <a:pt x="776" y="301"/>
                  </a:lnTo>
                  <a:lnTo>
                    <a:pt x="790" y="291"/>
                  </a:lnTo>
                  <a:lnTo>
                    <a:pt x="793" y="285"/>
                  </a:lnTo>
                  <a:lnTo>
                    <a:pt x="795" y="276"/>
                  </a:lnTo>
                  <a:lnTo>
                    <a:pt x="776" y="249"/>
                  </a:lnTo>
                  <a:lnTo>
                    <a:pt x="784" y="246"/>
                  </a:lnTo>
                  <a:lnTo>
                    <a:pt x="790" y="241"/>
                  </a:lnTo>
                  <a:lnTo>
                    <a:pt x="792" y="232"/>
                  </a:lnTo>
                  <a:lnTo>
                    <a:pt x="798" y="227"/>
                  </a:lnTo>
                  <a:lnTo>
                    <a:pt x="807" y="226"/>
                  </a:lnTo>
                  <a:lnTo>
                    <a:pt x="814" y="227"/>
                  </a:lnTo>
                  <a:lnTo>
                    <a:pt x="823" y="226"/>
                  </a:lnTo>
                  <a:lnTo>
                    <a:pt x="830" y="228"/>
                  </a:lnTo>
                  <a:lnTo>
                    <a:pt x="846" y="228"/>
                  </a:lnTo>
                  <a:lnTo>
                    <a:pt x="855" y="226"/>
                  </a:lnTo>
                  <a:lnTo>
                    <a:pt x="857" y="217"/>
                  </a:lnTo>
                  <a:lnTo>
                    <a:pt x="854" y="211"/>
                  </a:lnTo>
                  <a:lnTo>
                    <a:pt x="839" y="203"/>
                  </a:lnTo>
                  <a:lnTo>
                    <a:pt x="807" y="199"/>
                  </a:lnTo>
                  <a:lnTo>
                    <a:pt x="803" y="192"/>
                  </a:lnTo>
                  <a:lnTo>
                    <a:pt x="805" y="183"/>
                  </a:lnTo>
                  <a:lnTo>
                    <a:pt x="812" y="183"/>
                  </a:lnTo>
                  <a:lnTo>
                    <a:pt x="819" y="180"/>
                  </a:lnTo>
                  <a:lnTo>
                    <a:pt x="823" y="173"/>
                  </a:lnTo>
                  <a:lnTo>
                    <a:pt x="818" y="168"/>
                  </a:lnTo>
                  <a:lnTo>
                    <a:pt x="811" y="172"/>
                  </a:lnTo>
                  <a:lnTo>
                    <a:pt x="795" y="172"/>
                  </a:lnTo>
                  <a:lnTo>
                    <a:pt x="795" y="163"/>
                  </a:lnTo>
                  <a:lnTo>
                    <a:pt x="797" y="156"/>
                  </a:lnTo>
                  <a:lnTo>
                    <a:pt x="802" y="150"/>
                  </a:lnTo>
                  <a:lnTo>
                    <a:pt x="791" y="139"/>
                  </a:lnTo>
                  <a:lnTo>
                    <a:pt x="807" y="137"/>
                  </a:lnTo>
                  <a:lnTo>
                    <a:pt x="811" y="131"/>
                  </a:lnTo>
                  <a:lnTo>
                    <a:pt x="820" y="131"/>
                  </a:lnTo>
                  <a:lnTo>
                    <a:pt x="825" y="137"/>
                  </a:lnTo>
                  <a:lnTo>
                    <a:pt x="833" y="136"/>
                  </a:lnTo>
                  <a:lnTo>
                    <a:pt x="841" y="137"/>
                  </a:lnTo>
                  <a:lnTo>
                    <a:pt x="849" y="135"/>
                  </a:lnTo>
                  <a:lnTo>
                    <a:pt x="873" y="136"/>
                  </a:lnTo>
                  <a:lnTo>
                    <a:pt x="878" y="142"/>
                  </a:lnTo>
                  <a:lnTo>
                    <a:pt x="888" y="130"/>
                  </a:lnTo>
                  <a:lnTo>
                    <a:pt x="895" y="128"/>
                  </a:lnTo>
                  <a:lnTo>
                    <a:pt x="911" y="128"/>
                  </a:lnTo>
                  <a:lnTo>
                    <a:pt x="918" y="123"/>
                  </a:lnTo>
                  <a:lnTo>
                    <a:pt x="926" y="120"/>
                  </a:lnTo>
                  <a:lnTo>
                    <a:pt x="938" y="110"/>
                  </a:lnTo>
                  <a:lnTo>
                    <a:pt x="947" y="113"/>
                  </a:lnTo>
                  <a:lnTo>
                    <a:pt x="952" y="118"/>
                  </a:lnTo>
                  <a:lnTo>
                    <a:pt x="961" y="118"/>
                  </a:lnTo>
                  <a:lnTo>
                    <a:pt x="963" y="110"/>
                  </a:lnTo>
                  <a:lnTo>
                    <a:pt x="980" y="107"/>
                  </a:lnTo>
                  <a:lnTo>
                    <a:pt x="986" y="102"/>
                  </a:lnTo>
                  <a:lnTo>
                    <a:pt x="995" y="102"/>
                  </a:lnTo>
                  <a:lnTo>
                    <a:pt x="1002" y="98"/>
                  </a:lnTo>
                  <a:lnTo>
                    <a:pt x="1010" y="98"/>
                  </a:lnTo>
                  <a:lnTo>
                    <a:pt x="1017" y="101"/>
                  </a:lnTo>
                  <a:lnTo>
                    <a:pt x="1022" y="93"/>
                  </a:lnTo>
                  <a:lnTo>
                    <a:pt x="1023" y="86"/>
                  </a:lnTo>
                  <a:lnTo>
                    <a:pt x="1027" y="79"/>
                  </a:lnTo>
                  <a:lnTo>
                    <a:pt x="1034" y="74"/>
                  </a:lnTo>
                  <a:lnTo>
                    <a:pt x="1042" y="72"/>
                  </a:lnTo>
                  <a:lnTo>
                    <a:pt x="1049" y="76"/>
                  </a:lnTo>
                  <a:lnTo>
                    <a:pt x="1067" y="70"/>
                  </a:lnTo>
                  <a:lnTo>
                    <a:pt x="1067" y="71"/>
                  </a:lnTo>
                  <a:lnTo>
                    <a:pt x="1104" y="61"/>
                  </a:lnTo>
                  <a:lnTo>
                    <a:pt x="1136" y="58"/>
                  </a:lnTo>
                  <a:lnTo>
                    <a:pt x="1164" y="49"/>
                  </a:lnTo>
                  <a:lnTo>
                    <a:pt x="1171" y="44"/>
                  </a:lnTo>
                  <a:lnTo>
                    <a:pt x="1179" y="44"/>
                  </a:lnTo>
                  <a:lnTo>
                    <a:pt x="1187" y="42"/>
                  </a:lnTo>
                  <a:lnTo>
                    <a:pt x="1191" y="36"/>
                  </a:lnTo>
                  <a:lnTo>
                    <a:pt x="1191" y="28"/>
                  </a:lnTo>
                  <a:lnTo>
                    <a:pt x="1191" y="20"/>
                  </a:lnTo>
                  <a:lnTo>
                    <a:pt x="1200" y="21"/>
                  </a:lnTo>
                  <a:lnTo>
                    <a:pt x="1207" y="20"/>
                  </a:lnTo>
                  <a:lnTo>
                    <a:pt x="1212" y="12"/>
                  </a:lnTo>
                  <a:lnTo>
                    <a:pt x="1218" y="7"/>
                  </a:lnTo>
                  <a:lnTo>
                    <a:pt x="1227" y="7"/>
                  </a:lnTo>
                  <a:lnTo>
                    <a:pt x="1232" y="1"/>
                  </a:lnTo>
                  <a:lnTo>
                    <a:pt x="1239" y="0"/>
                  </a:lnTo>
                  <a:lnTo>
                    <a:pt x="1244" y="6"/>
                  </a:lnTo>
                  <a:lnTo>
                    <a:pt x="1253" y="4"/>
                  </a:lnTo>
                  <a:lnTo>
                    <a:pt x="1260" y="7"/>
                  </a:lnTo>
                  <a:lnTo>
                    <a:pt x="1269" y="5"/>
                  </a:lnTo>
                  <a:lnTo>
                    <a:pt x="1276" y="9"/>
                  </a:lnTo>
                  <a:lnTo>
                    <a:pt x="1281" y="15"/>
                  </a:lnTo>
                  <a:lnTo>
                    <a:pt x="1295" y="23"/>
                  </a:lnTo>
                  <a:lnTo>
                    <a:pt x="1302" y="20"/>
                  </a:lnTo>
                  <a:lnTo>
                    <a:pt x="1308" y="15"/>
                  </a:lnTo>
                  <a:lnTo>
                    <a:pt x="1324" y="12"/>
                  </a:lnTo>
                  <a:lnTo>
                    <a:pt x="1332" y="15"/>
                  </a:lnTo>
                  <a:lnTo>
                    <a:pt x="1338" y="21"/>
                  </a:lnTo>
                  <a:lnTo>
                    <a:pt x="1341" y="28"/>
                  </a:lnTo>
                  <a:lnTo>
                    <a:pt x="1343" y="44"/>
                  </a:lnTo>
                  <a:lnTo>
                    <a:pt x="1341" y="53"/>
                  </a:lnTo>
                  <a:lnTo>
                    <a:pt x="1344" y="60"/>
                  </a:lnTo>
                  <a:lnTo>
                    <a:pt x="1356" y="71"/>
                  </a:lnTo>
                  <a:lnTo>
                    <a:pt x="1352" y="79"/>
                  </a:lnTo>
                  <a:lnTo>
                    <a:pt x="1354" y="94"/>
                  </a:lnTo>
                  <a:lnTo>
                    <a:pt x="1349" y="102"/>
                  </a:lnTo>
                  <a:lnTo>
                    <a:pt x="1344" y="107"/>
                  </a:lnTo>
                  <a:lnTo>
                    <a:pt x="1347" y="114"/>
                  </a:lnTo>
                  <a:lnTo>
                    <a:pt x="1350" y="123"/>
                  </a:lnTo>
                  <a:lnTo>
                    <a:pt x="1366" y="118"/>
                  </a:lnTo>
                  <a:lnTo>
                    <a:pt x="1373" y="123"/>
                  </a:lnTo>
                  <a:lnTo>
                    <a:pt x="1381" y="122"/>
                  </a:lnTo>
                  <a:lnTo>
                    <a:pt x="1384" y="113"/>
                  </a:lnTo>
                  <a:lnTo>
                    <a:pt x="1392" y="113"/>
                  </a:lnTo>
                  <a:lnTo>
                    <a:pt x="1399" y="115"/>
                  </a:lnTo>
                  <a:lnTo>
                    <a:pt x="1402" y="107"/>
                  </a:lnTo>
                  <a:lnTo>
                    <a:pt x="1402" y="99"/>
                  </a:lnTo>
                  <a:lnTo>
                    <a:pt x="1409" y="101"/>
                  </a:lnTo>
                  <a:lnTo>
                    <a:pt x="1413" y="108"/>
                  </a:lnTo>
                  <a:lnTo>
                    <a:pt x="1415" y="117"/>
                  </a:lnTo>
                  <a:lnTo>
                    <a:pt x="1420" y="122"/>
                  </a:lnTo>
                  <a:lnTo>
                    <a:pt x="1418" y="129"/>
                  </a:lnTo>
                  <a:lnTo>
                    <a:pt x="1416" y="137"/>
                  </a:lnTo>
                  <a:lnTo>
                    <a:pt x="1432" y="139"/>
                  </a:lnTo>
                  <a:lnTo>
                    <a:pt x="1430" y="131"/>
                  </a:lnTo>
                  <a:lnTo>
                    <a:pt x="1425" y="125"/>
                  </a:lnTo>
                  <a:lnTo>
                    <a:pt x="1432" y="123"/>
                  </a:lnTo>
                  <a:lnTo>
                    <a:pt x="1448" y="125"/>
                  </a:lnTo>
                  <a:lnTo>
                    <a:pt x="1456" y="130"/>
                  </a:lnTo>
                  <a:lnTo>
                    <a:pt x="1461" y="136"/>
                  </a:lnTo>
                  <a:lnTo>
                    <a:pt x="1469" y="140"/>
                  </a:lnTo>
                  <a:lnTo>
                    <a:pt x="1476" y="140"/>
                  </a:lnTo>
                  <a:lnTo>
                    <a:pt x="1480" y="133"/>
                  </a:lnTo>
                  <a:lnTo>
                    <a:pt x="1488" y="129"/>
                  </a:lnTo>
                  <a:lnTo>
                    <a:pt x="1490" y="137"/>
                  </a:lnTo>
                  <a:lnTo>
                    <a:pt x="1490" y="145"/>
                  </a:lnTo>
                  <a:lnTo>
                    <a:pt x="1481" y="147"/>
                  </a:lnTo>
                  <a:lnTo>
                    <a:pt x="1475" y="152"/>
                  </a:lnTo>
                  <a:lnTo>
                    <a:pt x="1470" y="160"/>
                  </a:lnTo>
                  <a:lnTo>
                    <a:pt x="1468" y="167"/>
                  </a:lnTo>
                  <a:lnTo>
                    <a:pt x="1469" y="176"/>
                  </a:lnTo>
                  <a:lnTo>
                    <a:pt x="1474" y="183"/>
                  </a:lnTo>
                  <a:lnTo>
                    <a:pt x="1481" y="182"/>
                  </a:lnTo>
                  <a:lnTo>
                    <a:pt x="1486" y="176"/>
                  </a:lnTo>
                  <a:lnTo>
                    <a:pt x="1501" y="169"/>
                  </a:lnTo>
                  <a:lnTo>
                    <a:pt x="1508" y="173"/>
                  </a:lnTo>
                  <a:lnTo>
                    <a:pt x="1517" y="172"/>
                  </a:lnTo>
                  <a:lnTo>
                    <a:pt x="1522" y="177"/>
                  </a:lnTo>
                  <a:lnTo>
                    <a:pt x="1531" y="177"/>
                  </a:lnTo>
                  <a:lnTo>
                    <a:pt x="1528" y="169"/>
                  </a:lnTo>
                  <a:lnTo>
                    <a:pt x="1533" y="163"/>
                  </a:lnTo>
                  <a:lnTo>
                    <a:pt x="1542" y="163"/>
                  </a:lnTo>
                  <a:lnTo>
                    <a:pt x="1551" y="151"/>
                  </a:lnTo>
                  <a:lnTo>
                    <a:pt x="1567" y="149"/>
                  </a:lnTo>
                  <a:lnTo>
                    <a:pt x="1580" y="137"/>
                  </a:lnTo>
                  <a:lnTo>
                    <a:pt x="1586" y="123"/>
                  </a:lnTo>
                  <a:lnTo>
                    <a:pt x="1592" y="118"/>
                  </a:lnTo>
                  <a:lnTo>
                    <a:pt x="1601" y="119"/>
                  </a:lnTo>
                  <a:lnTo>
                    <a:pt x="1617" y="115"/>
                  </a:lnTo>
                  <a:lnTo>
                    <a:pt x="1624" y="113"/>
                  </a:lnTo>
                  <a:lnTo>
                    <a:pt x="1628" y="106"/>
                  </a:lnTo>
                  <a:lnTo>
                    <a:pt x="1644" y="104"/>
                  </a:lnTo>
                  <a:lnTo>
                    <a:pt x="1657" y="96"/>
                  </a:lnTo>
                  <a:lnTo>
                    <a:pt x="1661" y="103"/>
                  </a:lnTo>
                  <a:lnTo>
                    <a:pt x="1662" y="110"/>
                  </a:lnTo>
                  <a:lnTo>
                    <a:pt x="1657" y="118"/>
                  </a:lnTo>
                  <a:lnTo>
                    <a:pt x="1650" y="122"/>
                  </a:lnTo>
                  <a:lnTo>
                    <a:pt x="1642" y="120"/>
                  </a:lnTo>
                  <a:lnTo>
                    <a:pt x="1641" y="128"/>
                  </a:lnTo>
                  <a:lnTo>
                    <a:pt x="1644" y="135"/>
                  </a:lnTo>
                  <a:lnTo>
                    <a:pt x="1648" y="137"/>
                  </a:lnTo>
                  <a:lnTo>
                    <a:pt x="1720" y="204"/>
                  </a:lnTo>
                  <a:lnTo>
                    <a:pt x="1840" y="422"/>
                  </a:lnTo>
                  <a:lnTo>
                    <a:pt x="1854" y="411"/>
                  </a:lnTo>
                  <a:lnTo>
                    <a:pt x="1857" y="404"/>
                  </a:lnTo>
                  <a:lnTo>
                    <a:pt x="1857" y="397"/>
                  </a:lnTo>
                  <a:lnTo>
                    <a:pt x="1868" y="383"/>
                  </a:lnTo>
                  <a:lnTo>
                    <a:pt x="1876" y="382"/>
                  </a:lnTo>
                  <a:lnTo>
                    <a:pt x="1881" y="388"/>
                  </a:lnTo>
                  <a:lnTo>
                    <a:pt x="1889" y="391"/>
                  </a:lnTo>
                  <a:lnTo>
                    <a:pt x="1903" y="399"/>
                  </a:lnTo>
                  <a:lnTo>
                    <a:pt x="1899" y="406"/>
                  </a:lnTo>
                  <a:lnTo>
                    <a:pt x="1903" y="413"/>
                  </a:lnTo>
                  <a:lnTo>
                    <a:pt x="1909" y="414"/>
                  </a:lnTo>
                  <a:lnTo>
                    <a:pt x="1914" y="427"/>
                  </a:lnTo>
                  <a:lnTo>
                    <a:pt x="1938" y="425"/>
                  </a:lnTo>
                  <a:lnTo>
                    <a:pt x="1956" y="430"/>
                  </a:lnTo>
                  <a:lnTo>
                    <a:pt x="1963" y="427"/>
                  </a:lnTo>
                  <a:lnTo>
                    <a:pt x="1979" y="427"/>
                  </a:lnTo>
                  <a:lnTo>
                    <a:pt x="1981" y="420"/>
                  </a:lnTo>
                  <a:lnTo>
                    <a:pt x="1986" y="414"/>
                  </a:lnTo>
                  <a:lnTo>
                    <a:pt x="1995" y="415"/>
                  </a:lnTo>
                  <a:lnTo>
                    <a:pt x="2002" y="415"/>
                  </a:lnTo>
                  <a:lnTo>
                    <a:pt x="2006" y="408"/>
                  </a:lnTo>
                  <a:lnTo>
                    <a:pt x="2012" y="403"/>
                  </a:lnTo>
                  <a:lnTo>
                    <a:pt x="2028" y="408"/>
                  </a:lnTo>
                  <a:lnTo>
                    <a:pt x="2035" y="411"/>
                  </a:lnTo>
                  <a:lnTo>
                    <a:pt x="2039" y="419"/>
                  </a:lnTo>
                  <a:lnTo>
                    <a:pt x="2046" y="422"/>
                  </a:lnTo>
                  <a:lnTo>
                    <a:pt x="2056" y="435"/>
                  </a:lnTo>
                  <a:lnTo>
                    <a:pt x="2064" y="438"/>
                  </a:lnTo>
                  <a:lnTo>
                    <a:pt x="2067" y="446"/>
                  </a:lnTo>
                  <a:lnTo>
                    <a:pt x="2065" y="454"/>
                  </a:lnTo>
                  <a:lnTo>
                    <a:pt x="2066" y="462"/>
                  </a:lnTo>
                  <a:lnTo>
                    <a:pt x="2070" y="469"/>
                  </a:lnTo>
                  <a:lnTo>
                    <a:pt x="2078" y="470"/>
                  </a:lnTo>
                  <a:lnTo>
                    <a:pt x="2099" y="481"/>
                  </a:lnTo>
                  <a:lnTo>
                    <a:pt x="2103" y="489"/>
                  </a:lnTo>
                  <a:lnTo>
                    <a:pt x="2103" y="496"/>
                  </a:lnTo>
                  <a:lnTo>
                    <a:pt x="2110" y="500"/>
                  </a:lnTo>
                  <a:lnTo>
                    <a:pt x="2115" y="505"/>
                  </a:lnTo>
                  <a:lnTo>
                    <a:pt x="2123" y="519"/>
                  </a:lnTo>
                  <a:lnTo>
                    <a:pt x="2129" y="524"/>
                  </a:lnTo>
                  <a:lnTo>
                    <a:pt x="2145" y="526"/>
                  </a:lnTo>
                  <a:lnTo>
                    <a:pt x="2152" y="531"/>
                  </a:lnTo>
                  <a:lnTo>
                    <a:pt x="2159" y="533"/>
                  </a:lnTo>
                  <a:lnTo>
                    <a:pt x="2168" y="534"/>
                  </a:lnTo>
                  <a:lnTo>
                    <a:pt x="2177" y="534"/>
                  </a:lnTo>
                  <a:lnTo>
                    <a:pt x="2179" y="527"/>
                  </a:lnTo>
                  <a:lnTo>
                    <a:pt x="2184" y="521"/>
                  </a:lnTo>
                  <a:lnTo>
                    <a:pt x="2199" y="515"/>
                  </a:lnTo>
                  <a:lnTo>
                    <a:pt x="2201" y="523"/>
                  </a:lnTo>
                  <a:lnTo>
                    <a:pt x="2205" y="531"/>
                  </a:lnTo>
                  <a:lnTo>
                    <a:pt x="2212" y="535"/>
                  </a:lnTo>
                  <a:lnTo>
                    <a:pt x="2218" y="549"/>
                  </a:lnTo>
                  <a:lnTo>
                    <a:pt x="2226" y="554"/>
                  </a:lnTo>
                  <a:lnTo>
                    <a:pt x="2230" y="561"/>
                  </a:lnTo>
                  <a:lnTo>
                    <a:pt x="2217" y="587"/>
                  </a:lnTo>
                  <a:lnTo>
                    <a:pt x="2207" y="607"/>
                  </a:lnTo>
                  <a:lnTo>
                    <a:pt x="2191" y="623"/>
                  </a:lnTo>
                  <a:lnTo>
                    <a:pt x="2171" y="629"/>
                  </a:lnTo>
                  <a:lnTo>
                    <a:pt x="2156" y="628"/>
                  </a:lnTo>
                  <a:lnTo>
                    <a:pt x="2145" y="648"/>
                  </a:lnTo>
                  <a:lnTo>
                    <a:pt x="2140" y="673"/>
                  </a:lnTo>
                  <a:lnTo>
                    <a:pt x="2142" y="696"/>
                  </a:lnTo>
                  <a:lnTo>
                    <a:pt x="2139" y="733"/>
                  </a:lnTo>
                  <a:lnTo>
                    <a:pt x="2116" y="741"/>
                  </a:lnTo>
                  <a:lnTo>
                    <a:pt x="2102" y="753"/>
                  </a:lnTo>
                  <a:lnTo>
                    <a:pt x="2092" y="745"/>
                  </a:lnTo>
                  <a:lnTo>
                    <a:pt x="2082" y="736"/>
                  </a:lnTo>
                  <a:lnTo>
                    <a:pt x="2048" y="739"/>
                  </a:lnTo>
                  <a:lnTo>
                    <a:pt x="2030" y="733"/>
                  </a:lnTo>
                  <a:lnTo>
                    <a:pt x="2021" y="726"/>
                  </a:lnTo>
                  <a:lnTo>
                    <a:pt x="1996" y="726"/>
                  </a:lnTo>
                  <a:lnTo>
                    <a:pt x="1986" y="747"/>
                  </a:lnTo>
                  <a:lnTo>
                    <a:pt x="1978" y="773"/>
                  </a:lnTo>
                  <a:lnTo>
                    <a:pt x="1965" y="800"/>
                  </a:lnTo>
                  <a:lnTo>
                    <a:pt x="1959" y="824"/>
                  </a:lnTo>
                  <a:lnTo>
                    <a:pt x="1956" y="844"/>
                  </a:lnTo>
                  <a:lnTo>
                    <a:pt x="1958" y="859"/>
                  </a:lnTo>
                  <a:lnTo>
                    <a:pt x="1964" y="877"/>
                  </a:lnTo>
                  <a:lnTo>
                    <a:pt x="1957" y="882"/>
                  </a:lnTo>
                  <a:lnTo>
                    <a:pt x="1902" y="884"/>
                  </a:lnTo>
                  <a:lnTo>
                    <a:pt x="1879" y="892"/>
                  </a:lnTo>
                  <a:lnTo>
                    <a:pt x="1861" y="894"/>
                  </a:lnTo>
                  <a:lnTo>
                    <a:pt x="1841" y="901"/>
                  </a:lnTo>
                  <a:lnTo>
                    <a:pt x="1831" y="909"/>
                  </a:lnTo>
                  <a:lnTo>
                    <a:pt x="1840" y="916"/>
                  </a:lnTo>
                  <a:lnTo>
                    <a:pt x="1847" y="931"/>
                  </a:lnTo>
                  <a:lnTo>
                    <a:pt x="1852" y="969"/>
                  </a:lnTo>
                  <a:lnTo>
                    <a:pt x="1856" y="984"/>
                  </a:lnTo>
                  <a:lnTo>
                    <a:pt x="1863" y="996"/>
                  </a:lnTo>
                  <a:lnTo>
                    <a:pt x="1872" y="1023"/>
                  </a:lnTo>
                  <a:lnTo>
                    <a:pt x="1872" y="1038"/>
                  </a:lnTo>
                  <a:lnTo>
                    <a:pt x="1859" y="1048"/>
                  </a:lnTo>
                  <a:lnTo>
                    <a:pt x="1860" y="1061"/>
                  </a:lnTo>
                  <a:lnTo>
                    <a:pt x="1852" y="1070"/>
                  </a:lnTo>
                  <a:lnTo>
                    <a:pt x="1850" y="1081"/>
                  </a:lnTo>
                  <a:lnTo>
                    <a:pt x="1850" y="1099"/>
                  </a:lnTo>
                  <a:lnTo>
                    <a:pt x="1850" y="1099"/>
                  </a:lnTo>
                  <a:lnTo>
                    <a:pt x="1843" y="1099"/>
                  </a:lnTo>
                  <a:lnTo>
                    <a:pt x="1823" y="1086"/>
                  </a:lnTo>
                  <a:lnTo>
                    <a:pt x="1807" y="1083"/>
                  </a:lnTo>
                  <a:lnTo>
                    <a:pt x="1792" y="1065"/>
                  </a:lnTo>
                  <a:lnTo>
                    <a:pt x="1776" y="1064"/>
                  </a:lnTo>
                  <a:lnTo>
                    <a:pt x="1768" y="1061"/>
                  </a:lnTo>
                  <a:lnTo>
                    <a:pt x="1760" y="1061"/>
                  </a:lnTo>
                  <a:lnTo>
                    <a:pt x="1753" y="1057"/>
                  </a:lnTo>
                  <a:lnTo>
                    <a:pt x="1745" y="1056"/>
                  </a:lnTo>
                  <a:lnTo>
                    <a:pt x="1721" y="1057"/>
                  </a:lnTo>
                  <a:lnTo>
                    <a:pt x="1698" y="1054"/>
                  </a:lnTo>
                  <a:lnTo>
                    <a:pt x="1689" y="1055"/>
                  </a:lnTo>
                  <a:lnTo>
                    <a:pt x="1674" y="1048"/>
                  </a:lnTo>
                  <a:lnTo>
                    <a:pt x="1667" y="1048"/>
                  </a:lnTo>
                  <a:lnTo>
                    <a:pt x="1652" y="1054"/>
                  </a:lnTo>
                  <a:lnTo>
                    <a:pt x="1620" y="1050"/>
                  </a:lnTo>
                  <a:lnTo>
                    <a:pt x="1612" y="1050"/>
                  </a:lnTo>
                  <a:lnTo>
                    <a:pt x="1596" y="1054"/>
                  </a:lnTo>
                  <a:lnTo>
                    <a:pt x="1580" y="1054"/>
                  </a:lnTo>
                  <a:lnTo>
                    <a:pt x="1571" y="1053"/>
                  </a:lnTo>
                  <a:lnTo>
                    <a:pt x="1565" y="1048"/>
                  </a:lnTo>
                  <a:lnTo>
                    <a:pt x="1556" y="1046"/>
                  </a:lnTo>
                  <a:lnTo>
                    <a:pt x="1540" y="1048"/>
                  </a:lnTo>
                  <a:lnTo>
                    <a:pt x="1534" y="1043"/>
                  </a:lnTo>
                  <a:lnTo>
                    <a:pt x="1513" y="1030"/>
                  </a:lnTo>
                  <a:lnTo>
                    <a:pt x="1506" y="1034"/>
                  </a:lnTo>
                  <a:lnTo>
                    <a:pt x="1499" y="1035"/>
                  </a:lnTo>
                  <a:lnTo>
                    <a:pt x="1491" y="1038"/>
                  </a:lnTo>
                  <a:lnTo>
                    <a:pt x="1479" y="1048"/>
                  </a:lnTo>
                  <a:lnTo>
                    <a:pt x="1478" y="1056"/>
                  </a:lnTo>
                  <a:lnTo>
                    <a:pt x="1473" y="1064"/>
                  </a:lnTo>
                  <a:lnTo>
                    <a:pt x="1470" y="1080"/>
                  </a:lnTo>
                  <a:lnTo>
                    <a:pt x="1467" y="1086"/>
                  </a:lnTo>
                  <a:lnTo>
                    <a:pt x="1451" y="1082"/>
                  </a:lnTo>
                  <a:lnTo>
                    <a:pt x="1437" y="1075"/>
                  </a:lnTo>
                  <a:lnTo>
                    <a:pt x="1421" y="1070"/>
                  </a:lnTo>
                  <a:lnTo>
                    <a:pt x="1414" y="1066"/>
                  </a:lnTo>
                  <a:lnTo>
                    <a:pt x="1406" y="1064"/>
                  </a:lnTo>
                  <a:lnTo>
                    <a:pt x="1398" y="1064"/>
                  </a:lnTo>
                  <a:lnTo>
                    <a:pt x="1383" y="1061"/>
                  </a:lnTo>
                  <a:lnTo>
                    <a:pt x="1375" y="1062"/>
                  </a:lnTo>
                  <a:lnTo>
                    <a:pt x="1367" y="1060"/>
                  </a:lnTo>
                  <a:lnTo>
                    <a:pt x="1351" y="1062"/>
                  </a:lnTo>
                  <a:lnTo>
                    <a:pt x="1344" y="1066"/>
                  </a:lnTo>
                  <a:lnTo>
                    <a:pt x="1341" y="1073"/>
                  </a:lnTo>
                  <a:lnTo>
                    <a:pt x="1343" y="1081"/>
                  </a:lnTo>
                  <a:lnTo>
                    <a:pt x="1338" y="1088"/>
                  </a:lnTo>
                  <a:lnTo>
                    <a:pt x="1334" y="1096"/>
                  </a:lnTo>
                  <a:lnTo>
                    <a:pt x="1332" y="1103"/>
                  </a:lnTo>
                  <a:lnTo>
                    <a:pt x="1320" y="1115"/>
                  </a:lnTo>
                  <a:lnTo>
                    <a:pt x="1313" y="1118"/>
                  </a:lnTo>
                  <a:lnTo>
                    <a:pt x="1306" y="1115"/>
                  </a:lnTo>
                  <a:lnTo>
                    <a:pt x="1300" y="1130"/>
                  </a:lnTo>
                  <a:lnTo>
                    <a:pt x="1293" y="1135"/>
                  </a:lnTo>
                  <a:lnTo>
                    <a:pt x="1271" y="1145"/>
                  </a:lnTo>
                  <a:lnTo>
                    <a:pt x="1257" y="1153"/>
                  </a:lnTo>
                  <a:lnTo>
                    <a:pt x="1252" y="1159"/>
                  </a:lnTo>
                  <a:lnTo>
                    <a:pt x="1244" y="1162"/>
                  </a:lnTo>
                  <a:lnTo>
                    <a:pt x="1237" y="1167"/>
                  </a:lnTo>
                  <a:lnTo>
                    <a:pt x="1233" y="1174"/>
                  </a:lnTo>
                  <a:lnTo>
                    <a:pt x="1231" y="1182"/>
                  </a:lnTo>
                  <a:lnTo>
                    <a:pt x="1225" y="1186"/>
                  </a:lnTo>
                  <a:lnTo>
                    <a:pt x="1217" y="1190"/>
                  </a:lnTo>
                  <a:lnTo>
                    <a:pt x="1209" y="1189"/>
                  </a:lnTo>
                  <a:lnTo>
                    <a:pt x="1194" y="1183"/>
                  </a:lnTo>
                  <a:lnTo>
                    <a:pt x="1185" y="1180"/>
                  </a:lnTo>
                  <a:lnTo>
                    <a:pt x="1172" y="1172"/>
                  </a:lnTo>
                  <a:lnTo>
                    <a:pt x="1115" y="1178"/>
                  </a:lnTo>
                  <a:lnTo>
                    <a:pt x="1105" y="1132"/>
                  </a:lnTo>
                  <a:lnTo>
                    <a:pt x="1072" y="1126"/>
                  </a:lnTo>
                  <a:lnTo>
                    <a:pt x="1071" y="1113"/>
                  </a:lnTo>
                  <a:lnTo>
                    <a:pt x="1071" y="1097"/>
                  </a:lnTo>
                  <a:lnTo>
                    <a:pt x="1080" y="1096"/>
                  </a:lnTo>
                  <a:lnTo>
                    <a:pt x="1078" y="1053"/>
                  </a:lnTo>
                  <a:lnTo>
                    <a:pt x="1065" y="1054"/>
                  </a:lnTo>
                  <a:lnTo>
                    <a:pt x="1048" y="1021"/>
                  </a:lnTo>
                  <a:lnTo>
                    <a:pt x="1035" y="1011"/>
                  </a:lnTo>
                  <a:lnTo>
                    <a:pt x="1028" y="1007"/>
                  </a:lnTo>
                  <a:lnTo>
                    <a:pt x="1016" y="997"/>
                  </a:lnTo>
                  <a:lnTo>
                    <a:pt x="1010" y="991"/>
                  </a:lnTo>
                  <a:lnTo>
                    <a:pt x="996" y="997"/>
                  </a:lnTo>
                  <a:lnTo>
                    <a:pt x="920" y="996"/>
                  </a:lnTo>
                  <a:lnTo>
                    <a:pt x="849" y="1008"/>
                  </a:lnTo>
                  <a:lnTo>
                    <a:pt x="820" y="980"/>
                  </a:lnTo>
                  <a:lnTo>
                    <a:pt x="777" y="932"/>
                  </a:lnTo>
                  <a:lnTo>
                    <a:pt x="742" y="899"/>
                  </a:lnTo>
                  <a:lnTo>
                    <a:pt x="728" y="889"/>
                  </a:lnTo>
                  <a:lnTo>
                    <a:pt x="709" y="874"/>
                  </a:lnTo>
                  <a:lnTo>
                    <a:pt x="689" y="860"/>
                  </a:lnTo>
                  <a:lnTo>
                    <a:pt x="658" y="847"/>
                  </a:lnTo>
                  <a:lnTo>
                    <a:pt x="518" y="89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5" name="Freeform 102">
              <a:extLst>
                <a:ext uri="{FF2B5EF4-FFF2-40B4-BE49-F238E27FC236}">
                  <a16:creationId xmlns:a16="http://schemas.microsoft.com/office/drawing/2014/main" id="{7C3DD69C-2D34-7DB7-0FD9-228AC94E235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905607" y="2589187"/>
              <a:ext cx="229059" cy="110629"/>
            </a:xfrm>
            <a:custGeom>
              <a:avLst/>
              <a:gdLst/>
              <a:ahLst/>
              <a:cxnLst>
                <a:cxn ang="0">
                  <a:pos x="94" y="154"/>
                </a:cxn>
                <a:cxn ang="0">
                  <a:pos x="115" y="150"/>
                </a:cxn>
                <a:cxn ang="0">
                  <a:pos x="140" y="156"/>
                </a:cxn>
                <a:cxn ang="0">
                  <a:pos x="150" y="145"/>
                </a:cxn>
                <a:cxn ang="0">
                  <a:pos x="166" y="155"/>
                </a:cxn>
                <a:cxn ang="0">
                  <a:pos x="182" y="172"/>
                </a:cxn>
                <a:cxn ang="0">
                  <a:pos x="212" y="181"/>
                </a:cxn>
                <a:cxn ang="0">
                  <a:pos x="235" y="175"/>
                </a:cxn>
                <a:cxn ang="0">
                  <a:pos x="258" y="174"/>
                </a:cxn>
                <a:cxn ang="0">
                  <a:pos x="277" y="167"/>
                </a:cxn>
                <a:cxn ang="0">
                  <a:pos x="296" y="156"/>
                </a:cxn>
                <a:cxn ang="0">
                  <a:pos x="311" y="160"/>
                </a:cxn>
                <a:cxn ang="0">
                  <a:pos x="332" y="174"/>
                </a:cxn>
                <a:cxn ang="0">
                  <a:pos x="355" y="179"/>
                </a:cxn>
                <a:cxn ang="0">
                  <a:pos x="368" y="174"/>
                </a:cxn>
                <a:cxn ang="0">
                  <a:pos x="352" y="156"/>
                </a:cxn>
                <a:cxn ang="0">
                  <a:pos x="343" y="143"/>
                </a:cxn>
                <a:cxn ang="0">
                  <a:pos x="355" y="124"/>
                </a:cxn>
                <a:cxn ang="0">
                  <a:pos x="352" y="121"/>
                </a:cxn>
                <a:cxn ang="0">
                  <a:pos x="329" y="111"/>
                </a:cxn>
                <a:cxn ang="0">
                  <a:pos x="321" y="86"/>
                </a:cxn>
                <a:cxn ang="0">
                  <a:pos x="310" y="75"/>
                </a:cxn>
                <a:cxn ang="0">
                  <a:pos x="295" y="72"/>
                </a:cxn>
                <a:cxn ang="0">
                  <a:pos x="274" y="63"/>
                </a:cxn>
                <a:cxn ang="0">
                  <a:pos x="261" y="59"/>
                </a:cxn>
                <a:cxn ang="0">
                  <a:pos x="237" y="66"/>
                </a:cxn>
                <a:cxn ang="0">
                  <a:pos x="223" y="73"/>
                </a:cxn>
                <a:cxn ang="0">
                  <a:pos x="213" y="61"/>
                </a:cxn>
                <a:cxn ang="0">
                  <a:pos x="171" y="34"/>
                </a:cxn>
                <a:cxn ang="0">
                  <a:pos x="148" y="29"/>
                </a:cxn>
                <a:cxn ang="0">
                  <a:pos x="108" y="26"/>
                </a:cxn>
                <a:cxn ang="0">
                  <a:pos x="76" y="15"/>
                </a:cxn>
                <a:cxn ang="0">
                  <a:pos x="54" y="7"/>
                </a:cxn>
                <a:cxn ang="0">
                  <a:pos x="31" y="3"/>
                </a:cxn>
                <a:cxn ang="0">
                  <a:pos x="15" y="2"/>
                </a:cxn>
                <a:cxn ang="0">
                  <a:pos x="5" y="11"/>
                </a:cxn>
                <a:cxn ang="0">
                  <a:pos x="21" y="27"/>
                </a:cxn>
                <a:cxn ang="0">
                  <a:pos x="56" y="39"/>
                </a:cxn>
                <a:cxn ang="0">
                  <a:pos x="78" y="57"/>
                </a:cxn>
                <a:cxn ang="0">
                  <a:pos x="87" y="82"/>
                </a:cxn>
                <a:cxn ang="0">
                  <a:pos x="100" y="113"/>
                </a:cxn>
                <a:cxn ang="0">
                  <a:pos x="99" y="138"/>
                </a:cxn>
                <a:cxn ang="0">
                  <a:pos x="87" y="148"/>
                </a:cxn>
              </a:cxnLst>
              <a:rect l="0" t="0" r="r" b="b"/>
              <a:pathLst>
                <a:path w="368" h="182">
                  <a:moveTo>
                    <a:pt x="87" y="148"/>
                  </a:moveTo>
                  <a:lnTo>
                    <a:pt x="94" y="154"/>
                  </a:lnTo>
                  <a:lnTo>
                    <a:pt x="102" y="154"/>
                  </a:lnTo>
                  <a:lnTo>
                    <a:pt x="115" y="150"/>
                  </a:lnTo>
                  <a:lnTo>
                    <a:pt x="134" y="156"/>
                  </a:lnTo>
                  <a:lnTo>
                    <a:pt x="140" y="156"/>
                  </a:lnTo>
                  <a:lnTo>
                    <a:pt x="145" y="149"/>
                  </a:lnTo>
                  <a:lnTo>
                    <a:pt x="150" y="145"/>
                  </a:lnTo>
                  <a:lnTo>
                    <a:pt x="158" y="148"/>
                  </a:lnTo>
                  <a:lnTo>
                    <a:pt x="166" y="155"/>
                  </a:lnTo>
                  <a:lnTo>
                    <a:pt x="177" y="171"/>
                  </a:lnTo>
                  <a:lnTo>
                    <a:pt x="182" y="172"/>
                  </a:lnTo>
                  <a:lnTo>
                    <a:pt x="191" y="182"/>
                  </a:lnTo>
                  <a:lnTo>
                    <a:pt x="212" y="181"/>
                  </a:lnTo>
                  <a:lnTo>
                    <a:pt x="219" y="176"/>
                  </a:lnTo>
                  <a:lnTo>
                    <a:pt x="235" y="175"/>
                  </a:lnTo>
                  <a:lnTo>
                    <a:pt x="242" y="171"/>
                  </a:lnTo>
                  <a:lnTo>
                    <a:pt x="258" y="174"/>
                  </a:lnTo>
                  <a:lnTo>
                    <a:pt x="267" y="172"/>
                  </a:lnTo>
                  <a:lnTo>
                    <a:pt x="277" y="167"/>
                  </a:lnTo>
                  <a:lnTo>
                    <a:pt x="282" y="166"/>
                  </a:lnTo>
                  <a:lnTo>
                    <a:pt x="296" y="156"/>
                  </a:lnTo>
                  <a:lnTo>
                    <a:pt x="304" y="158"/>
                  </a:lnTo>
                  <a:lnTo>
                    <a:pt x="311" y="160"/>
                  </a:lnTo>
                  <a:lnTo>
                    <a:pt x="317" y="166"/>
                  </a:lnTo>
                  <a:lnTo>
                    <a:pt x="332" y="174"/>
                  </a:lnTo>
                  <a:lnTo>
                    <a:pt x="341" y="172"/>
                  </a:lnTo>
                  <a:lnTo>
                    <a:pt x="355" y="179"/>
                  </a:lnTo>
                  <a:lnTo>
                    <a:pt x="364" y="180"/>
                  </a:lnTo>
                  <a:lnTo>
                    <a:pt x="368" y="174"/>
                  </a:lnTo>
                  <a:lnTo>
                    <a:pt x="365" y="166"/>
                  </a:lnTo>
                  <a:lnTo>
                    <a:pt x="352" y="156"/>
                  </a:lnTo>
                  <a:lnTo>
                    <a:pt x="349" y="149"/>
                  </a:lnTo>
                  <a:lnTo>
                    <a:pt x="343" y="143"/>
                  </a:lnTo>
                  <a:lnTo>
                    <a:pt x="344" y="134"/>
                  </a:lnTo>
                  <a:lnTo>
                    <a:pt x="355" y="124"/>
                  </a:lnTo>
                  <a:lnTo>
                    <a:pt x="357" y="124"/>
                  </a:lnTo>
                  <a:lnTo>
                    <a:pt x="352" y="121"/>
                  </a:lnTo>
                  <a:lnTo>
                    <a:pt x="345" y="116"/>
                  </a:lnTo>
                  <a:lnTo>
                    <a:pt x="329" y="111"/>
                  </a:lnTo>
                  <a:lnTo>
                    <a:pt x="317" y="101"/>
                  </a:lnTo>
                  <a:lnTo>
                    <a:pt x="321" y="86"/>
                  </a:lnTo>
                  <a:lnTo>
                    <a:pt x="317" y="79"/>
                  </a:lnTo>
                  <a:lnTo>
                    <a:pt x="310" y="75"/>
                  </a:lnTo>
                  <a:lnTo>
                    <a:pt x="302" y="75"/>
                  </a:lnTo>
                  <a:lnTo>
                    <a:pt x="295" y="72"/>
                  </a:lnTo>
                  <a:lnTo>
                    <a:pt x="290" y="66"/>
                  </a:lnTo>
                  <a:lnTo>
                    <a:pt x="274" y="63"/>
                  </a:lnTo>
                  <a:lnTo>
                    <a:pt x="267" y="64"/>
                  </a:lnTo>
                  <a:lnTo>
                    <a:pt x="261" y="59"/>
                  </a:lnTo>
                  <a:lnTo>
                    <a:pt x="252" y="59"/>
                  </a:lnTo>
                  <a:lnTo>
                    <a:pt x="237" y="66"/>
                  </a:lnTo>
                  <a:lnTo>
                    <a:pt x="231" y="70"/>
                  </a:lnTo>
                  <a:lnTo>
                    <a:pt x="223" y="73"/>
                  </a:lnTo>
                  <a:lnTo>
                    <a:pt x="215" y="69"/>
                  </a:lnTo>
                  <a:lnTo>
                    <a:pt x="213" y="61"/>
                  </a:lnTo>
                  <a:lnTo>
                    <a:pt x="175" y="39"/>
                  </a:lnTo>
                  <a:lnTo>
                    <a:pt x="171" y="34"/>
                  </a:lnTo>
                  <a:lnTo>
                    <a:pt x="164" y="29"/>
                  </a:lnTo>
                  <a:lnTo>
                    <a:pt x="148" y="29"/>
                  </a:lnTo>
                  <a:lnTo>
                    <a:pt x="132" y="24"/>
                  </a:lnTo>
                  <a:lnTo>
                    <a:pt x="108" y="26"/>
                  </a:lnTo>
                  <a:lnTo>
                    <a:pt x="99" y="25"/>
                  </a:lnTo>
                  <a:lnTo>
                    <a:pt x="76" y="15"/>
                  </a:lnTo>
                  <a:lnTo>
                    <a:pt x="60" y="13"/>
                  </a:lnTo>
                  <a:lnTo>
                    <a:pt x="54" y="7"/>
                  </a:lnTo>
                  <a:lnTo>
                    <a:pt x="40" y="2"/>
                  </a:lnTo>
                  <a:lnTo>
                    <a:pt x="31" y="3"/>
                  </a:lnTo>
                  <a:lnTo>
                    <a:pt x="24" y="0"/>
                  </a:lnTo>
                  <a:lnTo>
                    <a:pt x="15" y="2"/>
                  </a:lnTo>
                  <a:lnTo>
                    <a:pt x="0" y="7"/>
                  </a:lnTo>
                  <a:lnTo>
                    <a:pt x="5" y="11"/>
                  </a:lnTo>
                  <a:lnTo>
                    <a:pt x="14" y="18"/>
                  </a:lnTo>
                  <a:lnTo>
                    <a:pt x="21" y="27"/>
                  </a:lnTo>
                  <a:lnTo>
                    <a:pt x="31" y="32"/>
                  </a:lnTo>
                  <a:lnTo>
                    <a:pt x="56" y="39"/>
                  </a:lnTo>
                  <a:lnTo>
                    <a:pt x="67" y="51"/>
                  </a:lnTo>
                  <a:lnTo>
                    <a:pt x="78" y="57"/>
                  </a:lnTo>
                  <a:lnTo>
                    <a:pt x="84" y="68"/>
                  </a:lnTo>
                  <a:lnTo>
                    <a:pt x="87" y="82"/>
                  </a:lnTo>
                  <a:lnTo>
                    <a:pt x="91" y="104"/>
                  </a:lnTo>
                  <a:lnTo>
                    <a:pt x="100" y="113"/>
                  </a:lnTo>
                  <a:lnTo>
                    <a:pt x="100" y="124"/>
                  </a:lnTo>
                  <a:lnTo>
                    <a:pt x="99" y="138"/>
                  </a:lnTo>
                  <a:lnTo>
                    <a:pt x="92" y="145"/>
                  </a:lnTo>
                  <a:lnTo>
                    <a:pt x="87" y="14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6" name="Freeform 103">
              <a:extLst>
                <a:ext uri="{FF2B5EF4-FFF2-40B4-BE49-F238E27FC236}">
                  <a16:creationId xmlns:a16="http://schemas.microsoft.com/office/drawing/2014/main" id="{FB5AB677-28A1-16B8-CAE9-2836F491FFE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453243" y="2491728"/>
              <a:ext cx="584497" cy="379299"/>
            </a:xfrm>
            <a:custGeom>
              <a:avLst/>
              <a:gdLst/>
              <a:ahLst/>
              <a:cxnLst>
                <a:cxn ang="0">
                  <a:pos x="0" y="260"/>
                </a:cxn>
                <a:cxn ang="0">
                  <a:pos x="56" y="310"/>
                </a:cxn>
                <a:cxn ang="0">
                  <a:pos x="63" y="274"/>
                </a:cxn>
                <a:cxn ang="0">
                  <a:pos x="96" y="260"/>
                </a:cxn>
                <a:cxn ang="0">
                  <a:pos x="115" y="238"/>
                </a:cxn>
                <a:cxn ang="0">
                  <a:pos x="127" y="234"/>
                </a:cxn>
                <a:cxn ang="0">
                  <a:pos x="143" y="220"/>
                </a:cxn>
                <a:cxn ang="0">
                  <a:pos x="183" y="250"/>
                </a:cxn>
                <a:cxn ang="0">
                  <a:pos x="220" y="262"/>
                </a:cxn>
                <a:cxn ang="0">
                  <a:pos x="231" y="287"/>
                </a:cxn>
                <a:cxn ang="0">
                  <a:pos x="223" y="314"/>
                </a:cxn>
                <a:cxn ang="0">
                  <a:pos x="267" y="330"/>
                </a:cxn>
                <a:cxn ang="0">
                  <a:pos x="306" y="321"/>
                </a:cxn>
                <a:cxn ang="0">
                  <a:pos x="333" y="351"/>
                </a:cxn>
                <a:cxn ang="0">
                  <a:pos x="350" y="384"/>
                </a:cxn>
                <a:cxn ang="0">
                  <a:pos x="365" y="429"/>
                </a:cxn>
                <a:cxn ang="0">
                  <a:pos x="460" y="489"/>
                </a:cxn>
                <a:cxn ang="0">
                  <a:pos x="521" y="542"/>
                </a:cxn>
                <a:cxn ang="0">
                  <a:pos x="567" y="547"/>
                </a:cxn>
                <a:cxn ang="0">
                  <a:pos x="581" y="569"/>
                </a:cxn>
                <a:cxn ang="0">
                  <a:pos x="578" y="606"/>
                </a:cxn>
                <a:cxn ang="0">
                  <a:pos x="630" y="610"/>
                </a:cxn>
                <a:cxn ang="0">
                  <a:pos x="646" y="595"/>
                </a:cxn>
                <a:cxn ang="0">
                  <a:pos x="671" y="559"/>
                </a:cxn>
                <a:cxn ang="0">
                  <a:pos x="670" y="536"/>
                </a:cxn>
                <a:cxn ang="0">
                  <a:pos x="666" y="498"/>
                </a:cxn>
                <a:cxn ang="0">
                  <a:pos x="640" y="486"/>
                </a:cxn>
                <a:cxn ang="0">
                  <a:pos x="632" y="462"/>
                </a:cxn>
                <a:cxn ang="0">
                  <a:pos x="650" y="443"/>
                </a:cxn>
                <a:cxn ang="0">
                  <a:pos x="687" y="446"/>
                </a:cxn>
                <a:cxn ang="0">
                  <a:pos x="723" y="409"/>
                </a:cxn>
                <a:cxn ang="0">
                  <a:pos x="726" y="382"/>
                </a:cxn>
                <a:cxn ang="0">
                  <a:pos x="747" y="370"/>
                </a:cxn>
                <a:cxn ang="0">
                  <a:pos x="788" y="347"/>
                </a:cxn>
                <a:cxn ang="0">
                  <a:pos x="807" y="357"/>
                </a:cxn>
                <a:cxn ang="0">
                  <a:pos x="791" y="380"/>
                </a:cxn>
                <a:cxn ang="0">
                  <a:pos x="816" y="398"/>
                </a:cxn>
                <a:cxn ang="0">
                  <a:pos x="855" y="403"/>
                </a:cxn>
                <a:cxn ang="0">
                  <a:pos x="888" y="385"/>
                </a:cxn>
                <a:cxn ang="0">
                  <a:pos x="915" y="378"/>
                </a:cxn>
                <a:cxn ang="0">
                  <a:pos x="933" y="354"/>
                </a:cxn>
                <a:cxn ang="0">
                  <a:pos x="890" y="342"/>
                </a:cxn>
                <a:cxn ang="0">
                  <a:pos x="865" y="314"/>
                </a:cxn>
                <a:cxn ang="0">
                  <a:pos x="843" y="337"/>
                </a:cxn>
                <a:cxn ang="0">
                  <a:pos x="796" y="317"/>
                </a:cxn>
                <a:cxn ang="0">
                  <a:pos x="798" y="292"/>
                </a:cxn>
                <a:cxn ang="0">
                  <a:pos x="833" y="253"/>
                </a:cxn>
                <a:cxn ang="0">
                  <a:pos x="795" y="271"/>
                </a:cxn>
                <a:cxn ang="0">
                  <a:pos x="753" y="298"/>
                </a:cxn>
                <a:cxn ang="0">
                  <a:pos x="719" y="320"/>
                </a:cxn>
                <a:cxn ang="0">
                  <a:pos x="699" y="343"/>
                </a:cxn>
                <a:cxn ang="0">
                  <a:pos x="654" y="325"/>
                </a:cxn>
                <a:cxn ang="0">
                  <a:pos x="553" y="266"/>
                </a:cxn>
                <a:cxn ang="0">
                  <a:pos x="547" y="207"/>
                </a:cxn>
                <a:cxn ang="0">
                  <a:pos x="498" y="150"/>
                </a:cxn>
                <a:cxn ang="0">
                  <a:pos x="331" y="161"/>
                </a:cxn>
                <a:cxn ang="0">
                  <a:pos x="210" y="42"/>
                </a:cxn>
                <a:cxn ang="0">
                  <a:pos x="0" y="51"/>
                </a:cxn>
              </a:cxnLst>
              <a:rect l="0" t="0" r="r" b="b"/>
              <a:pathLst>
                <a:path w="940" h="612">
                  <a:moveTo>
                    <a:pt x="0" y="51"/>
                  </a:moveTo>
                  <a:lnTo>
                    <a:pt x="0" y="121"/>
                  </a:lnTo>
                  <a:lnTo>
                    <a:pt x="0" y="195"/>
                  </a:lnTo>
                  <a:lnTo>
                    <a:pt x="0" y="260"/>
                  </a:lnTo>
                  <a:lnTo>
                    <a:pt x="0" y="321"/>
                  </a:lnTo>
                  <a:lnTo>
                    <a:pt x="54" y="330"/>
                  </a:lnTo>
                  <a:lnTo>
                    <a:pt x="62" y="325"/>
                  </a:lnTo>
                  <a:lnTo>
                    <a:pt x="56" y="310"/>
                  </a:lnTo>
                  <a:lnTo>
                    <a:pt x="57" y="303"/>
                  </a:lnTo>
                  <a:lnTo>
                    <a:pt x="52" y="287"/>
                  </a:lnTo>
                  <a:lnTo>
                    <a:pt x="56" y="279"/>
                  </a:lnTo>
                  <a:lnTo>
                    <a:pt x="63" y="274"/>
                  </a:lnTo>
                  <a:lnTo>
                    <a:pt x="67" y="268"/>
                  </a:lnTo>
                  <a:lnTo>
                    <a:pt x="72" y="261"/>
                  </a:lnTo>
                  <a:lnTo>
                    <a:pt x="80" y="260"/>
                  </a:lnTo>
                  <a:lnTo>
                    <a:pt x="96" y="260"/>
                  </a:lnTo>
                  <a:lnTo>
                    <a:pt x="105" y="256"/>
                  </a:lnTo>
                  <a:lnTo>
                    <a:pt x="107" y="249"/>
                  </a:lnTo>
                  <a:lnTo>
                    <a:pt x="107" y="241"/>
                  </a:lnTo>
                  <a:lnTo>
                    <a:pt x="115" y="238"/>
                  </a:lnTo>
                  <a:lnTo>
                    <a:pt x="127" y="246"/>
                  </a:lnTo>
                  <a:lnTo>
                    <a:pt x="135" y="249"/>
                  </a:lnTo>
                  <a:lnTo>
                    <a:pt x="132" y="241"/>
                  </a:lnTo>
                  <a:lnTo>
                    <a:pt x="127" y="234"/>
                  </a:lnTo>
                  <a:lnTo>
                    <a:pt x="121" y="229"/>
                  </a:lnTo>
                  <a:lnTo>
                    <a:pt x="128" y="225"/>
                  </a:lnTo>
                  <a:lnTo>
                    <a:pt x="135" y="225"/>
                  </a:lnTo>
                  <a:lnTo>
                    <a:pt x="143" y="220"/>
                  </a:lnTo>
                  <a:lnTo>
                    <a:pt x="144" y="214"/>
                  </a:lnTo>
                  <a:lnTo>
                    <a:pt x="165" y="235"/>
                  </a:lnTo>
                  <a:lnTo>
                    <a:pt x="178" y="244"/>
                  </a:lnTo>
                  <a:lnTo>
                    <a:pt x="183" y="250"/>
                  </a:lnTo>
                  <a:lnTo>
                    <a:pt x="192" y="253"/>
                  </a:lnTo>
                  <a:lnTo>
                    <a:pt x="201" y="251"/>
                  </a:lnTo>
                  <a:lnTo>
                    <a:pt x="216" y="255"/>
                  </a:lnTo>
                  <a:lnTo>
                    <a:pt x="220" y="262"/>
                  </a:lnTo>
                  <a:lnTo>
                    <a:pt x="218" y="269"/>
                  </a:lnTo>
                  <a:lnTo>
                    <a:pt x="219" y="278"/>
                  </a:lnTo>
                  <a:lnTo>
                    <a:pt x="225" y="283"/>
                  </a:lnTo>
                  <a:lnTo>
                    <a:pt x="231" y="287"/>
                  </a:lnTo>
                  <a:lnTo>
                    <a:pt x="224" y="290"/>
                  </a:lnTo>
                  <a:lnTo>
                    <a:pt x="224" y="298"/>
                  </a:lnTo>
                  <a:lnTo>
                    <a:pt x="225" y="306"/>
                  </a:lnTo>
                  <a:lnTo>
                    <a:pt x="223" y="314"/>
                  </a:lnTo>
                  <a:lnTo>
                    <a:pt x="228" y="320"/>
                  </a:lnTo>
                  <a:lnTo>
                    <a:pt x="242" y="328"/>
                  </a:lnTo>
                  <a:lnTo>
                    <a:pt x="259" y="331"/>
                  </a:lnTo>
                  <a:lnTo>
                    <a:pt x="267" y="330"/>
                  </a:lnTo>
                  <a:lnTo>
                    <a:pt x="291" y="335"/>
                  </a:lnTo>
                  <a:lnTo>
                    <a:pt x="299" y="332"/>
                  </a:lnTo>
                  <a:lnTo>
                    <a:pt x="300" y="325"/>
                  </a:lnTo>
                  <a:lnTo>
                    <a:pt x="306" y="321"/>
                  </a:lnTo>
                  <a:lnTo>
                    <a:pt x="314" y="326"/>
                  </a:lnTo>
                  <a:lnTo>
                    <a:pt x="326" y="337"/>
                  </a:lnTo>
                  <a:lnTo>
                    <a:pt x="331" y="343"/>
                  </a:lnTo>
                  <a:lnTo>
                    <a:pt x="333" y="351"/>
                  </a:lnTo>
                  <a:lnTo>
                    <a:pt x="334" y="366"/>
                  </a:lnTo>
                  <a:lnTo>
                    <a:pt x="338" y="374"/>
                  </a:lnTo>
                  <a:lnTo>
                    <a:pt x="345" y="378"/>
                  </a:lnTo>
                  <a:lnTo>
                    <a:pt x="350" y="384"/>
                  </a:lnTo>
                  <a:lnTo>
                    <a:pt x="355" y="400"/>
                  </a:lnTo>
                  <a:lnTo>
                    <a:pt x="354" y="408"/>
                  </a:lnTo>
                  <a:lnTo>
                    <a:pt x="360" y="423"/>
                  </a:lnTo>
                  <a:lnTo>
                    <a:pt x="365" y="429"/>
                  </a:lnTo>
                  <a:lnTo>
                    <a:pt x="416" y="459"/>
                  </a:lnTo>
                  <a:lnTo>
                    <a:pt x="436" y="483"/>
                  </a:lnTo>
                  <a:lnTo>
                    <a:pt x="443" y="488"/>
                  </a:lnTo>
                  <a:lnTo>
                    <a:pt x="460" y="489"/>
                  </a:lnTo>
                  <a:lnTo>
                    <a:pt x="473" y="498"/>
                  </a:lnTo>
                  <a:lnTo>
                    <a:pt x="493" y="513"/>
                  </a:lnTo>
                  <a:lnTo>
                    <a:pt x="515" y="536"/>
                  </a:lnTo>
                  <a:lnTo>
                    <a:pt x="521" y="542"/>
                  </a:lnTo>
                  <a:lnTo>
                    <a:pt x="530" y="543"/>
                  </a:lnTo>
                  <a:lnTo>
                    <a:pt x="536" y="538"/>
                  </a:lnTo>
                  <a:lnTo>
                    <a:pt x="544" y="537"/>
                  </a:lnTo>
                  <a:lnTo>
                    <a:pt x="567" y="547"/>
                  </a:lnTo>
                  <a:lnTo>
                    <a:pt x="572" y="553"/>
                  </a:lnTo>
                  <a:lnTo>
                    <a:pt x="579" y="557"/>
                  </a:lnTo>
                  <a:lnTo>
                    <a:pt x="585" y="562"/>
                  </a:lnTo>
                  <a:lnTo>
                    <a:pt x="581" y="569"/>
                  </a:lnTo>
                  <a:lnTo>
                    <a:pt x="578" y="577"/>
                  </a:lnTo>
                  <a:lnTo>
                    <a:pt x="578" y="592"/>
                  </a:lnTo>
                  <a:lnTo>
                    <a:pt x="579" y="601"/>
                  </a:lnTo>
                  <a:lnTo>
                    <a:pt x="578" y="606"/>
                  </a:lnTo>
                  <a:lnTo>
                    <a:pt x="607" y="605"/>
                  </a:lnTo>
                  <a:lnTo>
                    <a:pt x="615" y="607"/>
                  </a:lnTo>
                  <a:lnTo>
                    <a:pt x="621" y="612"/>
                  </a:lnTo>
                  <a:lnTo>
                    <a:pt x="630" y="610"/>
                  </a:lnTo>
                  <a:lnTo>
                    <a:pt x="643" y="611"/>
                  </a:lnTo>
                  <a:lnTo>
                    <a:pt x="648" y="608"/>
                  </a:lnTo>
                  <a:lnTo>
                    <a:pt x="648" y="601"/>
                  </a:lnTo>
                  <a:lnTo>
                    <a:pt x="646" y="595"/>
                  </a:lnTo>
                  <a:lnTo>
                    <a:pt x="653" y="581"/>
                  </a:lnTo>
                  <a:lnTo>
                    <a:pt x="661" y="570"/>
                  </a:lnTo>
                  <a:lnTo>
                    <a:pt x="664" y="564"/>
                  </a:lnTo>
                  <a:lnTo>
                    <a:pt x="671" y="559"/>
                  </a:lnTo>
                  <a:lnTo>
                    <a:pt x="676" y="554"/>
                  </a:lnTo>
                  <a:lnTo>
                    <a:pt x="678" y="547"/>
                  </a:lnTo>
                  <a:lnTo>
                    <a:pt x="677" y="541"/>
                  </a:lnTo>
                  <a:lnTo>
                    <a:pt x="670" y="536"/>
                  </a:lnTo>
                  <a:lnTo>
                    <a:pt x="665" y="529"/>
                  </a:lnTo>
                  <a:lnTo>
                    <a:pt x="661" y="513"/>
                  </a:lnTo>
                  <a:lnTo>
                    <a:pt x="665" y="507"/>
                  </a:lnTo>
                  <a:lnTo>
                    <a:pt x="666" y="498"/>
                  </a:lnTo>
                  <a:lnTo>
                    <a:pt x="664" y="491"/>
                  </a:lnTo>
                  <a:lnTo>
                    <a:pt x="658" y="486"/>
                  </a:lnTo>
                  <a:lnTo>
                    <a:pt x="649" y="487"/>
                  </a:lnTo>
                  <a:lnTo>
                    <a:pt x="640" y="486"/>
                  </a:lnTo>
                  <a:lnTo>
                    <a:pt x="638" y="478"/>
                  </a:lnTo>
                  <a:lnTo>
                    <a:pt x="630" y="473"/>
                  </a:lnTo>
                  <a:lnTo>
                    <a:pt x="624" y="467"/>
                  </a:lnTo>
                  <a:lnTo>
                    <a:pt x="632" y="462"/>
                  </a:lnTo>
                  <a:lnTo>
                    <a:pt x="630" y="454"/>
                  </a:lnTo>
                  <a:lnTo>
                    <a:pt x="634" y="448"/>
                  </a:lnTo>
                  <a:lnTo>
                    <a:pt x="642" y="444"/>
                  </a:lnTo>
                  <a:lnTo>
                    <a:pt x="650" y="443"/>
                  </a:lnTo>
                  <a:lnTo>
                    <a:pt x="656" y="449"/>
                  </a:lnTo>
                  <a:lnTo>
                    <a:pt x="664" y="450"/>
                  </a:lnTo>
                  <a:lnTo>
                    <a:pt x="680" y="449"/>
                  </a:lnTo>
                  <a:lnTo>
                    <a:pt x="687" y="446"/>
                  </a:lnTo>
                  <a:lnTo>
                    <a:pt x="699" y="424"/>
                  </a:lnTo>
                  <a:lnTo>
                    <a:pt x="699" y="417"/>
                  </a:lnTo>
                  <a:lnTo>
                    <a:pt x="707" y="412"/>
                  </a:lnTo>
                  <a:lnTo>
                    <a:pt x="723" y="409"/>
                  </a:lnTo>
                  <a:lnTo>
                    <a:pt x="729" y="405"/>
                  </a:lnTo>
                  <a:lnTo>
                    <a:pt x="731" y="397"/>
                  </a:lnTo>
                  <a:lnTo>
                    <a:pt x="731" y="389"/>
                  </a:lnTo>
                  <a:lnTo>
                    <a:pt x="726" y="382"/>
                  </a:lnTo>
                  <a:lnTo>
                    <a:pt x="732" y="378"/>
                  </a:lnTo>
                  <a:lnTo>
                    <a:pt x="734" y="369"/>
                  </a:lnTo>
                  <a:lnTo>
                    <a:pt x="741" y="365"/>
                  </a:lnTo>
                  <a:lnTo>
                    <a:pt x="747" y="370"/>
                  </a:lnTo>
                  <a:lnTo>
                    <a:pt x="756" y="369"/>
                  </a:lnTo>
                  <a:lnTo>
                    <a:pt x="769" y="362"/>
                  </a:lnTo>
                  <a:lnTo>
                    <a:pt x="784" y="354"/>
                  </a:lnTo>
                  <a:lnTo>
                    <a:pt x="788" y="347"/>
                  </a:lnTo>
                  <a:lnTo>
                    <a:pt x="794" y="342"/>
                  </a:lnTo>
                  <a:lnTo>
                    <a:pt x="801" y="342"/>
                  </a:lnTo>
                  <a:lnTo>
                    <a:pt x="802" y="351"/>
                  </a:lnTo>
                  <a:lnTo>
                    <a:pt x="807" y="357"/>
                  </a:lnTo>
                  <a:lnTo>
                    <a:pt x="809" y="364"/>
                  </a:lnTo>
                  <a:lnTo>
                    <a:pt x="805" y="371"/>
                  </a:lnTo>
                  <a:lnTo>
                    <a:pt x="798" y="375"/>
                  </a:lnTo>
                  <a:lnTo>
                    <a:pt x="791" y="380"/>
                  </a:lnTo>
                  <a:lnTo>
                    <a:pt x="796" y="396"/>
                  </a:lnTo>
                  <a:lnTo>
                    <a:pt x="800" y="403"/>
                  </a:lnTo>
                  <a:lnTo>
                    <a:pt x="809" y="402"/>
                  </a:lnTo>
                  <a:lnTo>
                    <a:pt x="816" y="398"/>
                  </a:lnTo>
                  <a:lnTo>
                    <a:pt x="820" y="398"/>
                  </a:lnTo>
                  <a:lnTo>
                    <a:pt x="832" y="397"/>
                  </a:lnTo>
                  <a:lnTo>
                    <a:pt x="839" y="398"/>
                  </a:lnTo>
                  <a:lnTo>
                    <a:pt x="855" y="403"/>
                  </a:lnTo>
                  <a:lnTo>
                    <a:pt x="871" y="401"/>
                  </a:lnTo>
                  <a:lnTo>
                    <a:pt x="877" y="396"/>
                  </a:lnTo>
                  <a:lnTo>
                    <a:pt x="881" y="389"/>
                  </a:lnTo>
                  <a:lnTo>
                    <a:pt x="888" y="385"/>
                  </a:lnTo>
                  <a:lnTo>
                    <a:pt x="896" y="385"/>
                  </a:lnTo>
                  <a:lnTo>
                    <a:pt x="901" y="379"/>
                  </a:lnTo>
                  <a:lnTo>
                    <a:pt x="909" y="381"/>
                  </a:lnTo>
                  <a:lnTo>
                    <a:pt x="915" y="378"/>
                  </a:lnTo>
                  <a:lnTo>
                    <a:pt x="919" y="369"/>
                  </a:lnTo>
                  <a:lnTo>
                    <a:pt x="935" y="365"/>
                  </a:lnTo>
                  <a:lnTo>
                    <a:pt x="940" y="358"/>
                  </a:lnTo>
                  <a:lnTo>
                    <a:pt x="933" y="354"/>
                  </a:lnTo>
                  <a:lnTo>
                    <a:pt x="925" y="357"/>
                  </a:lnTo>
                  <a:lnTo>
                    <a:pt x="909" y="352"/>
                  </a:lnTo>
                  <a:lnTo>
                    <a:pt x="898" y="342"/>
                  </a:lnTo>
                  <a:lnTo>
                    <a:pt x="890" y="342"/>
                  </a:lnTo>
                  <a:lnTo>
                    <a:pt x="884" y="337"/>
                  </a:lnTo>
                  <a:lnTo>
                    <a:pt x="870" y="328"/>
                  </a:lnTo>
                  <a:lnTo>
                    <a:pt x="870" y="320"/>
                  </a:lnTo>
                  <a:lnTo>
                    <a:pt x="865" y="314"/>
                  </a:lnTo>
                  <a:lnTo>
                    <a:pt x="858" y="310"/>
                  </a:lnTo>
                  <a:lnTo>
                    <a:pt x="853" y="325"/>
                  </a:lnTo>
                  <a:lnTo>
                    <a:pt x="845" y="330"/>
                  </a:lnTo>
                  <a:lnTo>
                    <a:pt x="843" y="337"/>
                  </a:lnTo>
                  <a:lnTo>
                    <a:pt x="836" y="337"/>
                  </a:lnTo>
                  <a:lnTo>
                    <a:pt x="812" y="327"/>
                  </a:lnTo>
                  <a:lnTo>
                    <a:pt x="804" y="314"/>
                  </a:lnTo>
                  <a:lnTo>
                    <a:pt x="796" y="317"/>
                  </a:lnTo>
                  <a:lnTo>
                    <a:pt x="790" y="312"/>
                  </a:lnTo>
                  <a:lnTo>
                    <a:pt x="782" y="310"/>
                  </a:lnTo>
                  <a:lnTo>
                    <a:pt x="783" y="301"/>
                  </a:lnTo>
                  <a:lnTo>
                    <a:pt x="798" y="292"/>
                  </a:lnTo>
                  <a:lnTo>
                    <a:pt x="810" y="280"/>
                  </a:lnTo>
                  <a:lnTo>
                    <a:pt x="820" y="268"/>
                  </a:lnTo>
                  <a:lnTo>
                    <a:pt x="834" y="262"/>
                  </a:lnTo>
                  <a:lnTo>
                    <a:pt x="833" y="253"/>
                  </a:lnTo>
                  <a:lnTo>
                    <a:pt x="816" y="249"/>
                  </a:lnTo>
                  <a:lnTo>
                    <a:pt x="814" y="256"/>
                  </a:lnTo>
                  <a:lnTo>
                    <a:pt x="802" y="268"/>
                  </a:lnTo>
                  <a:lnTo>
                    <a:pt x="795" y="271"/>
                  </a:lnTo>
                  <a:lnTo>
                    <a:pt x="788" y="268"/>
                  </a:lnTo>
                  <a:lnTo>
                    <a:pt x="782" y="283"/>
                  </a:lnTo>
                  <a:lnTo>
                    <a:pt x="775" y="288"/>
                  </a:lnTo>
                  <a:lnTo>
                    <a:pt x="753" y="298"/>
                  </a:lnTo>
                  <a:lnTo>
                    <a:pt x="739" y="306"/>
                  </a:lnTo>
                  <a:lnTo>
                    <a:pt x="734" y="312"/>
                  </a:lnTo>
                  <a:lnTo>
                    <a:pt x="726" y="315"/>
                  </a:lnTo>
                  <a:lnTo>
                    <a:pt x="719" y="320"/>
                  </a:lnTo>
                  <a:lnTo>
                    <a:pt x="715" y="327"/>
                  </a:lnTo>
                  <a:lnTo>
                    <a:pt x="713" y="335"/>
                  </a:lnTo>
                  <a:lnTo>
                    <a:pt x="707" y="339"/>
                  </a:lnTo>
                  <a:lnTo>
                    <a:pt x="699" y="343"/>
                  </a:lnTo>
                  <a:lnTo>
                    <a:pt x="691" y="342"/>
                  </a:lnTo>
                  <a:lnTo>
                    <a:pt x="676" y="335"/>
                  </a:lnTo>
                  <a:lnTo>
                    <a:pt x="667" y="333"/>
                  </a:lnTo>
                  <a:lnTo>
                    <a:pt x="654" y="325"/>
                  </a:lnTo>
                  <a:lnTo>
                    <a:pt x="597" y="331"/>
                  </a:lnTo>
                  <a:lnTo>
                    <a:pt x="587" y="285"/>
                  </a:lnTo>
                  <a:lnTo>
                    <a:pt x="554" y="279"/>
                  </a:lnTo>
                  <a:lnTo>
                    <a:pt x="553" y="266"/>
                  </a:lnTo>
                  <a:lnTo>
                    <a:pt x="554" y="250"/>
                  </a:lnTo>
                  <a:lnTo>
                    <a:pt x="562" y="249"/>
                  </a:lnTo>
                  <a:lnTo>
                    <a:pt x="560" y="206"/>
                  </a:lnTo>
                  <a:lnTo>
                    <a:pt x="547" y="207"/>
                  </a:lnTo>
                  <a:lnTo>
                    <a:pt x="530" y="174"/>
                  </a:lnTo>
                  <a:lnTo>
                    <a:pt x="517" y="164"/>
                  </a:lnTo>
                  <a:lnTo>
                    <a:pt x="510" y="160"/>
                  </a:lnTo>
                  <a:lnTo>
                    <a:pt x="498" y="150"/>
                  </a:lnTo>
                  <a:lnTo>
                    <a:pt x="492" y="144"/>
                  </a:lnTo>
                  <a:lnTo>
                    <a:pt x="478" y="150"/>
                  </a:lnTo>
                  <a:lnTo>
                    <a:pt x="402" y="149"/>
                  </a:lnTo>
                  <a:lnTo>
                    <a:pt x="331" y="161"/>
                  </a:lnTo>
                  <a:lnTo>
                    <a:pt x="304" y="133"/>
                  </a:lnTo>
                  <a:lnTo>
                    <a:pt x="259" y="85"/>
                  </a:lnTo>
                  <a:lnTo>
                    <a:pt x="224" y="52"/>
                  </a:lnTo>
                  <a:lnTo>
                    <a:pt x="210" y="42"/>
                  </a:lnTo>
                  <a:lnTo>
                    <a:pt x="191" y="26"/>
                  </a:lnTo>
                  <a:lnTo>
                    <a:pt x="171" y="13"/>
                  </a:lnTo>
                  <a:lnTo>
                    <a:pt x="142" y="0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7" name="Freeform 104">
              <a:extLst>
                <a:ext uri="{FF2B5EF4-FFF2-40B4-BE49-F238E27FC236}">
                  <a16:creationId xmlns:a16="http://schemas.microsoft.com/office/drawing/2014/main" id="{A0C01DAC-D294-5668-B407-F2033A0E037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332132" y="2623429"/>
              <a:ext cx="484448" cy="334521"/>
            </a:xfrm>
            <a:custGeom>
              <a:avLst/>
              <a:gdLst/>
              <a:ahLst/>
              <a:cxnLst>
                <a:cxn ang="0">
                  <a:pos x="249" y="96"/>
                </a:cxn>
                <a:cxn ang="0">
                  <a:pos x="256" y="60"/>
                </a:cxn>
                <a:cxn ang="0">
                  <a:pos x="289" y="46"/>
                </a:cxn>
                <a:cxn ang="0">
                  <a:pos x="308" y="24"/>
                </a:cxn>
                <a:cxn ang="0">
                  <a:pos x="320" y="20"/>
                </a:cxn>
                <a:cxn ang="0">
                  <a:pos x="336" y="6"/>
                </a:cxn>
                <a:cxn ang="0">
                  <a:pos x="376" y="36"/>
                </a:cxn>
                <a:cxn ang="0">
                  <a:pos x="413" y="48"/>
                </a:cxn>
                <a:cxn ang="0">
                  <a:pos x="424" y="73"/>
                </a:cxn>
                <a:cxn ang="0">
                  <a:pos x="416" y="100"/>
                </a:cxn>
                <a:cxn ang="0">
                  <a:pos x="460" y="116"/>
                </a:cxn>
                <a:cxn ang="0">
                  <a:pos x="499" y="107"/>
                </a:cxn>
                <a:cxn ang="0">
                  <a:pos x="526" y="137"/>
                </a:cxn>
                <a:cxn ang="0">
                  <a:pos x="543" y="170"/>
                </a:cxn>
                <a:cxn ang="0">
                  <a:pos x="558" y="215"/>
                </a:cxn>
                <a:cxn ang="0">
                  <a:pos x="653" y="275"/>
                </a:cxn>
                <a:cxn ang="0">
                  <a:pos x="714" y="328"/>
                </a:cxn>
                <a:cxn ang="0">
                  <a:pos x="760" y="333"/>
                </a:cxn>
                <a:cxn ang="0">
                  <a:pos x="774" y="355"/>
                </a:cxn>
                <a:cxn ang="0">
                  <a:pos x="771" y="392"/>
                </a:cxn>
                <a:cxn ang="0">
                  <a:pos x="728" y="380"/>
                </a:cxn>
                <a:cxn ang="0">
                  <a:pos x="717" y="397"/>
                </a:cxn>
                <a:cxn ang="0">
                  <a:pos x="685" y="398"/>
                </a:cxn>
                <a:cxn ang="0">
                  <a:pos x="675" y="417"/>
                </a:cxn>
                <a:cxn ang="0">
                  <a:pos x="664" y="457"/>
                </a:cxn>
                <a:cxn ang="0">
                  <a:pos x="634" y="479"/>
                </a:cxn>
                <a:cxn ang="0">
                  <a:pos x="594" y="494"/>
                </a:cxn>
                <a:cxn ang="0">
                  <a:pos x="589" y="509"/>
                </a:cxn>
                <a:cxn ang="0">
                  <a:pos x="570" y="528"/>
                </a:cxn>
                <a:cxn ang="0">
                  <a:pos x="538" y="536"/>
                </a:cxn>
                <a:cxn ang="0">
                  <a:pos x="508" y="523"/>
                </a:cxn>
                <a:cxn ang="0">
                  <a:pos x="482" y="507"/>
                </a:cxn>
                <a:cxn ang="0">
                  <a:pos x="476" y="441"/>
                </a:cxn>
                <a:cxn ang="0">
                  <a:pos x="396" y="403"/>
                </a:cxn>
                <a:cxn ang="0">
                  <a:pos x="364" y="369"/>
                </a:cxn>
                <a:cxn ang="0">
                  <a:pos x="314" y="359"/>
                </a:cxn>
                <a:cxn ang="0">
                  <a:pos x="231" y="321"/>
                </a:cxn>
                <a:cxn ang="0">
                  <a:pos x="198" y="337"/>
                </a:cxn>
                <a:cxn ang="0">
                  <a:pos x="145" y="351"/>
                </a:cxn>
                <a:cxn ang="0">
                  <a:pos x="80" y="378"/>
                </a:cxn>
                <a:cxn ang="0">
                  <a:pos x="86" y="275"/>
                </a:cxn>
                <a:cxn ang="0">
                  <a:pos x="50" y="250"/>
                </a:cxn>
                <a:cxn ang="0">
                  <a:pos x="66" y="230"/>
                </a:cxn>
                <a:cxn ang="0">
                  <a:pos x="68" y="214"/>
                </a:cxn>
                <a:cxn ang="0">
                  <a:pos x="34" y="203"/>
                </a:cxn>
                <a:cxn ang="0">
                  <a:pos x="16" y="166"/>
                </a:cxn>
                <a:cxn ang="0">
                  <a:pos x="27" y="143"/>
                </a:cxn>
                <a:cxn ang="0">
                  <a:pos x="84" y="156"/>
                </a:cxn>
                <a:cxn ang="0">
                  <a:pos x="97" y="148"/>
                </a:cxn>
                <a:cxn ang="0">
                  <a:pos x="86" y="91"/>
                </a:cxn>
                <a:cxn ang="0">
                  <a:pos x="57" y="57"/>
                </a:cxn>
                <a:cxn ang="0">
                  <a:pos x="14" y="91"/>
                </a:cxn>
                <a:cxn ang="0">
                  <a:pos x="4" y="92"/>
                </a:cxn>
                <a:cxn ang="0">
                  <a:pos x="77" y="32"/>
                </a:cxn>
                <a:cxn ang="0">
                  <a:pos x="107" y="41"/>
                </a:cxn>
                <a:cxn ang="0">
                  <a:pos x="139" y="75"/>
                </a:cxn>
                <a:cxn ang="0">
                  <a:pos x="181" y="113"/>
                </a:cxn>
              </a:cxnLst>
              <a:rect l="0" t="0" r="r" b="b"/>
              <a:pathLst>
                <a:path w="778" h="536">
                  <a:moveTo>
                    <a:pt x="193" y="107"/>
                  </a:moveTo>
                  <a:lnTo>
                    <a:pt x="247" y="116"/>
                  </a:lnTo>
                  <a:lnTo>
                    <a:pt x="255" y="111"/>
                  </a:lnTo>
                  <a:lnTo>
                    <a:pt x="249" y="96"/>
                  </a:lnTo>
                  <a:lnTo>
                    <a:pt x="250" y="89"/>
                  </a:lnTo>
                  <a:lnTo>
                    <a:pt x="245" y="73"/>
                  </a:lnTo>
                  <a:lnTo>
                    <a:pt x="249" y="65"/>
                  </a:lnTo>
                  <a:lnTo>
                    <a:pt x="256" y="60"/>
                  </a:lnTo>
                  <a:lnTo>
                    <a:pt x="260" y="54"/>
                  </a:lnTo>
                  <a:lnTo>
                    <a:pt x="265" y="47"/>
                  </a:lnTo>
                  <a:lnTo>
                    <a:pt x="273" y="46"/>
                  </a:lnTo>
                  <a:lnTo>
                    <a:pt x="289" y="46"/>
                  </a:lnTo>
                  <a:lnTo>
                    <a:pt x="298" y="42"/>
                  </a:lnTo>
                  <a:lnTo>
                    <a:pt x="300" y="35"/>
                  </a:lnTo>
                  <a:lnTo>
                    <a:pt x="300" y="27"/>
                  </a:lnTo>
                  <a:lnTo>
                    <a:pt x="308" y="24"/>
                  </a:lnTo>
                  <a:lnTo>
                    <a:pt x="320" y="32"/>
                  </a:lnTo>
                  <a:lnTo>
                    <a:pt x="328" y="35"/>
                  </a:lnTo>
                  <a:lnTo>
                    <a:pt x="325" y="27"/>
                  </a:lnTo>
                  <a:lnTo>
                    <a:pt x="320" y="20"/>
                  </a:lnTo>
                  <a:lnTo>
                    <a:pt x="314" y="15"/>
                  </a:lnTo>
                  <a:lnTo>
                    <a:pt x="321" y="11"/>
                  </a:lnTo>
                  <a:lnTo>
                    <a:pt x="328" y="11"/>
                  </a:lnTo>
                  <a:lnTo>
                    <a:pt x="336" y="6"/>
                  </a:lnTo>
                  <a:lnTo>
                    <a:pt x="337" y="0"/>
                  </a:lnTo>
                  <a:lnTo>
                    <a:pt x="358" y="21"/>
                  </a:lnTo>
                  <a:lnTo>
                    <a:pt x="371" y="30"/>
                  </a:lnTo>
                  <a:lnTo>
                    <a:pt x="376" y="36"/>
                  </a:lnTo>
                  <a:lnTo>
                    <a:pt x="385" y="39"/>
                  </a:lnTo>
                  <a:lnTo>
                    <a:pt x="394" y="37"/>
                  </a:lnTo>
                  <a:lnTo>
                    <a:pt x="409" y="41"/>
                  </a:lnTo>
                  <a:lnTo>
                    <a:pt x="413" y="48"/>
                  </a:lnTo>
                  <a:lnTo>
                    <a:pt x="411" y="55"/>
                  </a:lnTo>
                  <a:lnTo>
                    <a:pt x="412" y="64"/>
                  </a:lnTo>
                  <a:lnTo>
                    <a:pt x="418" y="69"/>
                  </a:lnTo>
                  <a:lnTo>
                    <a:pt x="424" y="73"/>
                  </a:lnTo>
                  <a:lnTo>
                    <a:pt x="417" y="76"/>
                  </a:lnTo>
                  <a:lnTo>
                    <a:pt x="417" y="84"/>
                  </a:lnTo>
                  <a:lnTo>
                    <a:pt x="418" y="92"/>
                  </a:lnTo>
                  <a:lnTo>
                    <a:pt x="416" y="100"/>
                  </a:lnTo>
                  <a:lnTo>
                    <a:pt x="421" y="106"/>
                  </a:lnTo>
                  <a:lnTo>
                    <a:pt x="435" y="114"/>
                  </a:lnTo>
                  <a:lnTo>
                    <a:pt x="452" y="117"/>
                  </a:lnTo>
                  <a:lnTo>
                    <a:pt x="460" y="116"/>
                  </a:lnTo>
                  <a:lnTo>
                    <a:pt x="484" y="121"/>
                  </a:lnTo>
                  <a:lnTo>
                    <a:pt x="492" y="118"/>
                  </a:lnTo>
                  <a:lnTo>
                    <a:pt x="493" y="111"/>
                  </a:lnTo>
                  <a:lnTo>
                    <a:pt x="499" y="107"/>
                  </a:lnTo>
                  <a:lnTo>
                    <a:pt x="507" y="112"/>
                  </a:lnTo>
                  <a:lnTo>
                    <a:pt x="519" y="123"/>
                  </a:lnTo>
                  <a:lnTo>
                    <a:pt x="524" y="129"/>
                  </a:lnTo>
                  <a:lnTo>
                    <a:pt x="526" y="137"/>
                  </a:lnTo>
                  <a:lnTo>
                    <a:pt x="527" y="152"/>
                  </a:lnTo>
                  <a:lnTo>
                    <a:pt x="531" y="160"/>
                  </a:lnTo>
                  <a:lnTo>
                    <a:pt x="538" y="164"/>
                  </a:lnTo>
                  <a:lnTo>
                    <a:pt x="543" y="170"/>
                  </a:lnTo>
                  <a:lnTo>
                    <a:pt x="548" y="186"/>
                  </a:lnTo>
                  <a:lnTo>
                    <a:pt x="547" y="194"/>
                  </a:lnTo>
                  <a:lnTo>
                    <a:pt x="553" y="209"/>
                  </a:lnTo>
                  <a:lnTo>
                    <a:pt x="558" y="215"/>
                  </a:lnTo>
                  <a:lnTo>
                    <a:pt x="609" y="245"/>
                  </a:lnTo>
                  <a:lnTo>
                    <a:pt x="629" y="269"/>
                  </a:lnTo>
                  <a:lnTo>
                    <a:pt x="636" y="274"/>
                  </a:lnTo>
                  <a:lnTo>
                    <a:pt x="653" y="275"/>
                  </a:lnTo>
                  <a:lnTo>
                    <a:pt x="666" y="284"/>
                  </a:lnTo>
                  <a:lnTo>
                    <a:pt x="686" y="299"/>
                  </a:lnTo>
                  <a:lnTo>
                    <a:pt x="708" y="322"/>
                  </a:lnTo>
                  <a:lnTo>
                    <a:pt x="714" y="328"/>
                  </a:lnTo>
                  <a:lnTo>
                    <a:pt x="723" y="329"/>
                  </a:lnTo>
                  <a:lnTo>
                    <a:pt x="729" y="324"/>
                  </a:lnTo>
                  <a:lnTo>
                    <a:pt x="737" y="323"/>
                  </a:lnTo>
                  <a:lnTo>
                    <a:pt x="760" y="333"/>
                  </a:lnTo>
                  <a:lnTo>
                    <a:pt x="765" y="339"/>
                  </a:lnTo>
                  <a:lnTo>
                    <a:pt x="772" y="343"/>
                  </a:lnTo>
                  <a:lnTo>
                    <a:pt x="778" y="348"/>
                  </a:lnTo>
                  <a:lnTo>
                    <a:pt x="774" y="355"/>
                  </a:lnTo>
                  <a:lnTo>
                    <a:pt x="771" y="363"/>
                  </a:lnTo>
                  <a:lnTo>
                    <a:pt x="771" y="378"/>
                  </a:lnTo>
                  <a:lnTo>
                    <a:pt x="772" y="387"/>
                  </a:lnTo>
                  <a:lnTo>
                    <a:pt x="771" y="392"/>
                  </a:lnTo>
                  <a:lnTo>
                    <a:pt x="756" y="392"/>
                  </a:lnTo>
                  <a:lnTo>
                    <a:pt x="746" y="388"/>
                  </a:lnTo>
                  <a:lnTo>
                    <a:pt x="733" y="380"/>
                  </a:lnTo>
                  <a:lnTo>
                    <a:pt x="728" y="380"/>
                  </a:lnTo>
                  <a:lnTo>
                    <a:pt x="723" y="380"/>
                  </a:lnTo>
                  <a:lnTo>
                    <a:pt x="720" y="383"/>
                  </a:lnTo>
                  <a:lnTo>
                    <a:pt x="719" y="391"/>
                  </a:lnTo>
                  <a:lnTo>
                    <a:pt x="717" y="397"/>
                  </a:lnTo>
                  <a:lnTo>
                    <a:pt x="714" y="398"/>
                  </a:lnTo>
                  <a:lnTo>
                    <a:pt x="699" y="398"/>
                  </a:lnTo>
                  <a:lnTo>
                    <a:pt x="693" y="397"/>
                  </a:lnTo>
                  <a:lnTo>
                    <a:pt x="685" y="398"/>
                  </a:lnTo>
                  <a:lnTo>
                    <a:pt x="680" y="404"/>
                  </a:lnTo>
                  <a:lnTo>
                    <a:pt x="676" y="408"/>
                  </a:lnTo>
                  <a:lnTo>
                    <a:pt x="675" y="410"/>
                  </a:lnTo>
                  <a:lnTo>
                    <a:pt x="675" y="417"/>
                  </a:lnTo>
                  <a:lnTo>
                    <a:pt x="669" y="434"/>
                  </a:lnTo>
                  <a:lnTo>
                    <a:pt x="666" y="437"/>
                  </a:lnTo>
                  <a:lnTo>
                    <a:pt x="664" y="450"/>
                  </a:lnTo>
                  <a:lnTo>
                    <a:pt x="664" y="457"/>
                  </a:lnTo>
                  <a:lnTo>
                    <a:pt x="663" y="462"/>
                  </a:lnTo>
                  <a:lnTo>
                    <a:pt x="648" y="472"/>
                  </a:lnTo>
                  <a:lnTo>
                    <a:pt x="640" y="473"/>
                  </a:lnTo>
                  <a:lnTo>
                    <a:pt x="634" y="479"/>
                  </a:lnTo>
                  <a:lnTo>
                    <a:pt x="626" y="483"/>
                  </a:lnTo>
                  <a:lnTo>
                    <a:pt x="618" y="488"/>
                  </a:lnTo>
                  <a:lnTo>
                    <a:pt x="601" y="491"/>
                  </a:lnTo>
                  <a:lnTo>
                    <a:pt x="594" y="494"/>
                  </a:lnTo>
                  <a:lnTo>
                    <a:pt x="586" y="493"/>
                  </a:lnTo>
                  <a:lnTo>
                    <a:pt x="586" y="499"/>
                  </a:lnTo>
                  <a:lnTo>
                    <a:pt x="593" y="504"/>
                  </a:lnTo>
                  <a:lnTo>
                    <a:pt x="589" y="509"/>
                  </a:lnTo>
                  <a:lnTo>
                    <a:pt x="585" y="510"/>
                  </a:lnTo>
                  <a:lnTo>
                    <a:pt x="583" y="522"/>
                  </a:lnTo>
                  <a:lnTo>
                    <a:pt x="579" y="525"/>
                  </a:lnTo>
                  <a:lnTo>
                    <a:pt x="570" y="528"/>
                  </a:lnTo>
                  <a:lnTo>
                    <a:pt x="564" y="534"/>
                  </a:lnTo>
                  <a:lnTo>
                    <a:pt x="551" y="534"/>
                  </a:lnTo>
                  <a:lnTo>
                    <a:pt x="543" y="536"/>
                  </a:lnTo>
                  <a:lnTo>
                    <a:pt x="538" y="536"/>
                  </a:lnTo>
                  <a:lnTo>
                    <a:pt x="534" y="530"/>
                  </a:lnTo>
                  <a:lnTo>
                    <a:pt x="526" y="526"/>
                  </a:lnTo>
                  <a:lnTo>
                    <a:pt x="520" y="521"/>
                  </a:lnTo>
                  <a:lnTo>
                    <a:pt x="508" y="523"/>
                  </a:lnTo>
                  <a:lnTo>
                    <a:pt x="497" y="520"/>
                  </a:lnTo>
                  <a:lnTo>
                    <a:pt x="494" y="517"/>
                  </a:lnTo>
                  <a:lnTo>
                    <a:pt x="488" y="511"/>
                  </a:lnTo>
                  <a:lnTo>
                    <a:pt x="482" y="507"/>
                  </a:lnTo>
                  <a:lnTo>
                    <a:pt x="484" y="494"/>
                  </a:lnTo>
                  <a:lnTo>
                    <a:pt x="481" y="483"/>
                  </a:lnTo>
                  <a:lnTo>
                    <a:pt x="481" y="446"/>
                  </a:lnTo>
                  <a:lnTo>
                    <a:pt x="476" y="441"/>
                  </a:lnTo>
                  <a:lnTo>
                    <a:pt x="450" y="441"/>
                  </a:lnTo>
                  <a:lnTo>
                    <a:pt x="434" y="431"/>
                  </a:lnTo>
                  <a:lnTo>
                    <a:pt x="412" y="413"/>
                  </a:lnTo>
                  <a:lnTo>
                    <a:pt x="396" y="403"/>
                  </a:lnTo>
                  <a:lnTo>
                    <a:pt x="386" y="399"/>
                  </a:lnTo>
                  <a:lnTo>
                    <a:pt x="382" y="387"/>
                  </a:lnTo>
                  <a:lnTo>
                    <a:pt x="373" y="374"/>
                  </a:lnTo>
                  <a:lnTo>
                    <a:pt x="364" y="369"/>
                  </a:lnTo>
                  <a:lnTo>
                    <a:pt x="349" y="366"/>
                  </a:lnTo>
                  <a:lnTo>
                    <a:pt x="338" y="369"/>
                  </a:lnTo>
                  <a:lnTo>
                    <a:pt x="327" y="366"/>
                  </a:lnTo>
                  <a:lnTo>
                    <a:pt x="314" y="359"/>
                  </a:lnTo>
                  <a:lnTo>
                    <a:pt x="276" y="347"/>
                  </a:lnTo>
                  <a:lnTo>
                    <a:pt x="267" y="335"/>
                  </a:lnTo>
                  <a:lnTo>
                    <a:pt x="252" y="323"/>
                  </a:lnTo>
                  <a:lnTo>
                    <a:pt x="231" y="321"/>
                  </a:lnTo>
                  <a:lnTo>
                    <a:pt x="217" y="323"/>
                  </a:lnTo>
                  <a:lnTo>
                    <a:pt x="214" y="332"/>
                  </a:lnTo>
                  <a:lnTo>
                    <a:pt x="209" y="337"/>
                  </a:lnTo>
                  <a:lnTo>
                    <a:pt x="198" y="337"/>
                  </a:lnTo>
                  <a:lnTo>
                    <a:pt x="187" y="333"/>
                  </a:lnTo>
                  <a:lnTo>
                    <a:pt x="176" y="333"/>
                  </a:lnTo>
                  <a:lnTo>
                    <a:pt x="160" y="337"/>
                  </a:lnTo>
                  <a:lnTo>
                    <a:pt x="145" y="351"/>
                  </a:lnTo>
                  <a:lnTo>
                    <a:pt x="111" y="378"/>
                  </a:lnTo>
                  <a:lnTo>
                    <a:pt x="93" y="382"/>
                  </a:lnTo>
                  <a:lnTo>
                    <a:pt x="79" y="382"/>
                  </a:lnTo>
                  <a:lnTo>
                    <a:pt x="80" y="378"/>
                  </a:lnTo>
                  <a:lnTo>
                    <a:pt x="74" y="338"/>
                  </a:lnTo>
                  <a:lnTo>
                    <a:pt x="73" y="312"/>
                  </a:lnTo>
                  <a:lnTo>
                    <a:pt x="77" y="289"/>
                  </a:lnTo>
                  <a:lnTo>
                    <a:pt x="86" y="275"/>
                  </a:lnTo>
                  <a:lnTo>
                    <a:pt x="75" y="272"/>
                  </a:lnTo>
                  <a:lnTo>
                    <a:pt x="64" y="262"/>
                  </a:lnTo>
                  <a:lnTo>
                    <a:pt x="57" y="252"/>
                  </a:lnTo>
                  <a:lnTo>
                    <a:pt x="50" y="250"/>
                  </a:lnTo>
                  <a:lnTo>
                    <a:pt x="50" y="247"/>
                  </a:lnTo>
                  <a:lnTo>
                    <a:pt x="70" y="238"/>
                  </a:lnTo>
                  <a:lnTo>
                    <a:pt x="77" y="234"/>
                  </a:lnTo>
                  <a:lnTo>
                    <a:pt x="66" y="230"/>
                  </a:lnTo>
                  <a:lnTo>
                    <a:pt x="58" y="225"/>
                  </a:lnTo>
                  <a:lnTo>
                    <a:pt x="51" y="219"/>
                  </a:lnTo>
                  <a:lnTo>
                    <a:pt x="61" y="209"/>
                  </a:lnTo>
                  <a:lnTo>
                    <a:pt x="68" y="214"/>
                  </a:lnTo>
                  <a:lnTo>
                    <a:pt x="78" y="218"/>
                  </a:lnTo>
                  <a:lnTo>
                    <a:pt x="72" y="207"/>
                  </a:lnTo>
                  <a:lnTo>
                    <a:pt x="51" y="199"/>
                  </a:lnTo>
                  <a:lnTo>
                    <a:pt x="34" y="203"/>
                  </a:lnTo>
                  <a:lnTo>
                    <a:pt x="26" y="211"/>
                  </a:lnTo>
                  <a:lnTo>
                    <a:pt x="21" y="211"/>
                  </a:lnTo>
                  <a:lnTo>
                    <a:pt x="14" y="181"/>
                  </a:lnTo>
                  <a:lnTo>
                    <a:pt x="16" y="166"/>
                  </a:lnTo>
                  <a:lnTo>
                    <a:pt x="23" y="155"/>
                  </a:lnTo>
                  <a:lnTo>
                    <a:pt x="24" y="151"/>
                  </a:lnTo>
                  <a:lnTo>
                    <a:pt x="21" y="128"/>
                  </a:lnTo>
                  <a:lnTo>
                    <a:pt x="27" y="143"/>
                  </a:lnTo>
                  <a:lnTo>
                    <a:pt x="32" y="151"/>
                  </a:lnTo>
                  <a:lnTo>
                    <a:pt x="53" y="151"/>
                  </a:lnTo>
                  <a:lnTo>
                    <a:pt x="73" y="157"/>
                  </a:lnTo>
                  <a:lnTo>
                    <a:pt x="84" y="156"/>
                  </a:lnTo>
                  <a:lnTo>
                    <a:pt x="99" y="160"/>
                  </a:lnTo>
                  <a:lnTo>
                    <a:pt x="109" y="155"/>
                  </a:lnTo>
                  <a:lnTo>
                    <a:pt x="99" y="154"/>
                  </a:lnTo>
                  <a:lnTo>
                    <a:pt x="97" y="148"/>
                  </a:lnTo>
                  <a:lnTo>
                    <a:pt x="112" y="144"/>
                  </a:lnTo>
                  <a:lnTo>
                    <a:pt x="126" y="127"/>
                  </a:lnTo>
                  <a:lnTo>
                    <a:pt x="102" y="109"/>
                  </a:lnTo>
                  <a:lnTo>
                    <a:pt x="86" y="91"/>
                  </a:lnTo>
                  <a:lnTo>
                    <a:pt x="80" y="74"/>
                  </a:lnTo>
                  <a:lnTo>
                    <a:pt x="70" y="60"/>
                  </a:lnTo>
                  <a:lnTo>
                    <a:pt x="68" y="58"/>
                  </a:lnTo>
                  <a:lnTo>
                    <a:pt x="57" y="57"/>
                  </a:lnTo>
                  <a:lnTo>
                    <a:pt x="39" y="62"/>
                  </a:lnTo>
                  <a:lnTo>
                    <a:pt x="23" y="70"/>
                  </a:lnTo>
                  <a:lnTo>
                    <a:pt x="14" y="82"/>
                  </a:lnTo>
                  <a:lnTo>
                    <a:pt x="14" y="91"/>
                  </a:lnTo>
                  <a:lnTo>
                    <a:pt x="19" y="94"/>
                  </a:lnTo>
                  <a:lnTo>
                    <a:pt x="20" y="119"/>
                  </a:lnTo>
                  <a:lnTo>
                    <a:pt x="18" y="117"/>
                  </a:lnTo>
                  <a:lnTo>
                    <a:pt x="4" y="92"/>
                  </a:lnTo>
                  <a:lnTo>
                    <a:pt x="0" y="74"/>
                  </a:lnTo>
                  <a:lnTo>
                    <a:pt x="30" y="48"/>
                  </a:lnTo>
                  <a:lnTo>
                    <a:pt x="53" y="39"/>
                  </a:lnTo>
                  <a:lnTo>
                    <a:pt x="77" y="32"/>
                  </a:lnTo>
                  <a:lnTo>
                    <a:pt x="85" y="31"/>
                  </a:lnTo>
                  <a:lnTo>
                    <a:pt x="93" y="31"/>
                  </a:lnTo>
                  <a:lnTo>
                    <a:pt x="100" y="35"/>
                  </a:lnTo>
                  <a:lnTo>
                    <a:pt x="107" y="41"/>
                  </a:lnTo>
                  <a:lnTo>
                    <a:pt x="122" y="47"/>
                  </a:lnTo>
                  <a:lnTo>
                    <a:pt x="127" y="54"/>
                  </a:lnTo>
                  <a:lnTo>
                    <a:pt x="133" y="69"/>
                  </a:lnTo>
                  <a:lnTo>
                    <a:pt x="139" y="75"/>
                  </a:lnTo>
                  <a:lnTo>
                    <a:pt x="143" y="82"/>
                  </a:lnTo>
                  <a:lnTo>
                    <a:pt x="153" y="105"/>
                  </a:lnTo>
                  <a:lnTo>
                    <a:pt x="163" y="112"/>
                  </a:lnTo>
                  <a:lnTo>
                    <a:pt x="181" y="113"/>
                  </a:lnTo>
                  <a:lnTo>
                    <a:pt x="193" y="10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8" name="Freeform 105">
              <a:extLst>
                <a:ext uri="{FF2B5EF4-FFF2-40B4-BE49-F238E27FC236}">
                  <a16:creationId xmlns:a16="http://schemas.microsoft.com/office/drawing/2014/main" id="{4EDA5F94-DBAD-BFC6-BEE7-E5610410F8A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903465" y="2604992"/>
              <a:ext cx="376500" cy="179113"/>
            </a:xfrm>
            <a:custGeom>
              <a:avLst/>
              <a:gdLst/>
              <a:ahLst/>
              <a:cxnLst>
                <a:cxn ang="0">
                  <a:pos x="259" y="238"/>
                </a:cxn>
                <a:cxn ang="0">
                  <a:pos x="303" y="218"/>
                </a:cxn>
                <a:cxn ang="0">
                  <a:pos x="334" y="201"/>
                </a:cxn>
                <a:cxn ang="0">
                  <a:pos x="362" y="217"/>
                </a:cxn>
                <a:cxn ang="0">
                  <a:pos x="401" y="204"/>
                </a:cxn>
                <a:cxn ang="0">
                  <a:pos x="433" y="170"/>
                </a:cxn>
                <a:cxn ang="0">
                  <a:pos x="491" y="159"/>
                </a:cxn>
                <a:cxn ang="0">
                  <a:pos x="550" y="112"/>
                </a:cxn>
                <a:cxn ang="0">
                  <a:pos x="604" y="79"/>
                </a:cxn>
                <a:cxn ang="0">
                  <a:pos x="577" y="56"/>
                </a:cxn>
                <a:cxn ang="0">
                  <a:pos x="530" y="34"/>
                </a:cxn>
                <a:cxn ang="0">
                  <a:pos x="508" y="27"/>
                </a:cxn>
                <a:cxn ang="0">
                  <a:pos x="452" y="24"/>
                </a:cxn>
                <a:cxn ang="0">
                  <a:pos x="421" y="18"/>
                </a:cxn>
                <a:cxn ang="0">
                  <a:pos x="366" y="20"/>
                </a:cxn>
                <a:cxn ang="0">
                  <a:pos x="325" y="23"/>
                </a:cxn>
                <a:cxn ang="0">
                  <a:pos x="294" y="18"/>
                </a:cxn>
                <a:cxn ang="0">
                  <a:pos x="260" y="4"/>
                </a:cxn>
                <a:cxn ang="0">
                  <a:pos x="233" y="18"/>
                </a:cxn>
                <a:cxn ang="0">
                  <a:pos x="224" y="48"/>
                </a:cxn>
                <a:cxn ang="0">
                  <a:pos x="191" y="45"/>
                </a:cxn>
                <a:cxn ang="0">
                  <a:pos x="160" y="34"/>
                </a:cxn>
                <a:cxn ang="0">
                  <a:pos x="129" y="32"/>
                </a:cxn>
                <a:cxn ang="0">
                  <a:pos x="98" y="36"/>
                </a:cxn>
                <a:cxn ang="0">
                  <a:pos x="92" y="58"/>
                </a:cxn>
                <a:cxn ang="0">
                  <a:pos x="106" y="79"/>
                </a:cxn>
                <a:cxn ang="0">
                  <a:pos x="70" y="109"/>
                </a:cxn>
                <a:cxn ang="0">
                  <a:pos x="62" y="129"/>
                </a:cxn>
                <a:cxn ang="0">
                  <a:pos x="84" y="144"/>
                </a:cxn>
                <a:cxn ang="0">
                  <a:pos x="117" y="147"/>
                </a:cxn>
                <a:cxn ang="0">
                  <a:pos x="137" y="131"/>
                </a:cxn>
                <a:cxn ang="0">
                  <a:pos x="156" y="154"/>
                </a:cxn>
                <a:cxn ang="0">
                  <a:pos x="181" y="169"/>
                </a:cxn>
                <a:cxn ang="0">
                  <a:pos x="212" y="175"/>
                </a:cxn>
                <a:cxn ang="0">
                  <a:pos x="187" y="195"/>
                </a:cxn>
                <a:cxn ang="0">
                  <a:pos x="168" y="202"/>
                </a:cxn>
                <a:cxn ang="0">
                  <a:pos x="149" y="213"/>
                </a:cxn>
                <a:cxn ang="0">
                  <a:pos x="111" y="215"/>
                </a:cxn>
                <a:cxn ang="0">
                  <a:pos x="88" y="224"/>
                </a:cxn>
                <a:cxn ang="0">
                  <a:pos x="68" y="236"/>
                </a:cxn>
                <a:cxn ang="0">
                  <a:pos x="30" y="229"/>
                </a:cxn>
                <a:cxn ang="0">
                  <a:pos x="0" y="236"/>
                </a:cxn>
                <a:cxn ang="0">
                  <a:pos x="4" y="267"/>
                </a:cxn>
                <a:cxn ang="0">
                  <a:pos x="36" y="268"/>
                </a:cxn>
                <a:cxn ang="0">
                  <a:pos x="76" y="267"/>
                </a:cxn>
                <a:cxn ang="0">
                  <a:pos x="120" y="265"/>
                </a:cxn>
                <a:cxn ang="0">
                  <a:pos x="140" y="287"/>
                </a:cxn>
                <a:cxn ang="0">
                  <a:pos x="178" y="281"/>
                </a:cxn>
                <a:cxn ang="0">
                  <a:pos x="219" y="278"/>
                </a:cxn>
                <a:cxn ang="0">
                  <a:pos x="251" y="267"/>
                </a:cxn>
              </a:cxnLst>
              <a:rect l="0" t="0" r="r" b="b"/>
              <a:pathLst>
                <a:path w="604" h="288">
                  <a:moveTo>
                    <a:pt x="251" y="267"/>
                  </a:moveTo>
                  <a:lnTo>
                    <a:pt x="250" y="256"/>
                  </a:lnTo>
                  <a:lnTo>
                    <a:pt x="259" y="238"/>
                  </a:lnTo>
                  <a:lnTo>
                    <a:pt x="291" y="223"/>
                  </a:lnTo>
                  <a:lnTo>
                    <a:pt x="296" y="218"/>
                  </a:lnTo>
                  <a:lnTo>
                    <a:pt x="303" y="218"/>
                  </a:lnTo>
                  <a:lnTo>
                    <a:pt x="309" y="203"/>
                  </a:lnTo>
                  <a:lnTo>
                    <a:pt x="319" y="207"/>
                  </a:lnTo>
                  <a:lnTo>
                    <a:pt x="334" y="201"/>
                  </a:lnTo>
                  <a:lnTo>
                    <a:pt x="345" y="202"/>
                  </a:lnTo>
                  <a:lnTo>
                    <a:pt x="351" y="215"/>
                  </a:lnTo>
                  <a:lnTo>
                    <a:pt x="362" y="217"/>
                  </a:lnTo>
                  <a:lnTo>
                    <a:pt x="378" y="213"/>
                  </a:lnTo>
                  <a:lnTo>
                    <a:pt x="388" y="214"/>
                  </a:lnTo>
                  <a:lnTo>
                    <a:pt x="401" y="204"/>
                  </a:lnTo>
                  <a:lnTo>
                    <a:pt x="407" y="186"/>
                  </a:lnTo>
                  <a:lnTo>
                    <a:pt x="416" y="175"/>
                  </a:lnTo>
                  <a:lnTo>
                    <a:pt x="433" y="170"/>
                  </a:lnTo>
                  <a:lnTo>
                    <a:pt x="452" y="169"/>
                  </a:lnTo>
                  <a:lnTo>
                    <a:pt x="479" y="164"/>
                  </a:lnTo>
                  <a:lnTo>
                    <a:pt x="491" y="159"/>
                  </a:lnTo>
                  <a:lnTo>
                    <a:pt x="499" y="145"/>
                  </a:lnTo>
                  <a:lnTo>
                    <a:pt x="514" y="132"/>
                  </a:lnTo>
                  <a:lnTo>
                    <a:pt x="550" y="112"/>
                  </a:lnTo>
                  <a:lnTo>
                    <a:pt x="588" y="100"/>
                  </a:lnTo>
                  <a:lnTo>
                    <a:pt x="598" y="93"/>
                  </a:lnTo>
                  <a:lnTo>
                    <a:pt x="604" y="79"/>
                  </a:lnTo>
                  <a:lnTo>
                    <a:pt x="604" y="69"/>
                  </a:lnTo>
                  <a:lnTo>
                    <a:pt x="597" y="69"/>
                  </a:lnTo>
                  <a:lnTo>
                    <a:pt x="577" y="56"/>
                  </a:lnTo>
                  <a:lnTo>
                    <a:pt x="561" y="53"/>
                  </a:lnTo>
                  <a:lnTo>
                    <a:pt x="546" y="35"/>
                  </a:lnTo>
                  <a:lnTo>
                    <a:pt x="530" y="34"/>
                  </a:lnTo>
                  <a:lnTo>
                    <a:pt x="523" y="31"/>
                  </a:lnTo>
                  <a:lnTo>
                    <a:pt x="514" y="31"/>
                  </a:lnTo>
                  <a:lnTo>
                    <a:pt x="508" y="27"/>
                  </a:lnTo>
                  <a:lnTo>
                    <a:pt x="499" y="26"/>
                  </a:lnTo>
                  <a:lnTo>
                    <a:pt x="475" y="27"/>
                  </a:lnTo>
                  <a:lnTo>
                    <a:pt x="452" y="24"/>
                  </a:lnTo>
                  <a:lnTo>
                    <a:pt x="443" y="24"/>
                  </a:lnTo>
                  <a:lnTo>
                    <a:pt x="428" y="18"/>
                  </a:lnTo>
                  <a:lnTo>
                    <a:pt x="421" y="18"/>
                  </a:lnTo>
                  <a:lnTo>
                    <a:pt x="406" y="24"/>
                  </a:lnTo>
                  <a:lnTo>
                    <a:pt x="374" y="20"/>
                  </a:lnTo>
                  <a:lnTo>
                    <a:pt x="366" y="20"/>
                  </a:lnTo>
                  <a:lnTo>
                    <a:pt x="350" y="24"/>
                  </a:lnTo>
                  <a:lnTo>
                    <a:pt x="334" y="24"/>
                  </a:lnTo>
                  <a:lnTo>
                    <a:pt x="325" y="23"/>
                  </a:lnTo>
                  <a:lnTo>
                    <a:pt x="319" y="18"/>
                  </a:lnTo>
                  <a:lnTo>
                    <a:pt x="310" y="16"/>
                  </a:lnTo>
                  <a:lnTo>
                    <a:pt x="294" y="18"/>
                  </a:lnTo>
                  <a:lnTo>
                    <a:pt x="288" y="12"/>
                  </a:lnTo>
                  <a:lnTo>
                    <a:pt x="267" y="0"/>
                  </a:lnTo>
                  <a:lnTo>
                    <a:pt x="260" y="4"/>
                  </a:lnTo>
                  <a:lnTo>
                    <a:pt x="253" y="5"/>
                  </a:lnTo>
                  <a:lnTo>
                    <a:pt x="245" y="8"/>
                  </a:lnTo>
                  <a:lnTo>
                    <a:pt x="233" y="18"/>
                  </a:lnTo>
                  <a:lnTo>
                    <a:pt x="232" y="26"/>
                  </a:lnTo>
                  <a:lnTo>
                    <a:pt x="227" y="32"/>
                  </a:lnTo>
                  <a:lnTo>
                    <a:pt x="224" y="48"/>
                  </a:lnTo>
                  <a:lnTo>
                    <a:pt x="221" y="56"/>
                  </a:lnTo>
                  <a:lnTo>
                    <a:pt x="205" y="52"/>
                  </a:lnTo>
                  <a:lnTo>
                    <a:pt x="191" y="45"/>
                  </a:lnTo>
                  <a:lnTo>
                    <a:pt x="175" y="40"/>
                  </a:lnTo>
                  <a:lnTo>
                    <a:pt x="169" y="36"/>
                  </a:lnTo>
                  <a:lnTo>
                    <a:pt x="160" y="34"/>
                  </a:lnTo>
                  <a:lnTo>
                    <a:pt x="152" y="34"/>
                  </a:lnTo>
                  <a:lnTo>
                    <a:pt x="137" y="31"/>
                  </a:lnTo>
                  <a:lnTo>
                    <a:pt x="129" y="32"/>
                  </a:lnTo>
                  <a:lnTo>
                    <a:pt x="121" y="30"/>
                  </a:lnTo>
                  <a:lnTo>
                    <a:pt x="105" y="32"/>
                  </a:lnTo>
                  <a:lnTo>
                    <a:pt x="98" y="36"/>
                  </a:lnTo>
                  <a:lnTo>
                    <a:pt x="95" y="43"/>
                  </a:lnTo>
                  <a:lnTo>
                    <a:pt x="97" y="51"/>
                  </a:lnTo>
                  <a:lnTo>
                    <a:pt x="92" y="58"/>
                  </a:lnTo>
                  <a:lnTo>
                    <a:pt x="88" y="66"/>
                  </a:lnTo>
                  <a:lnTo>
                    <a:pt x="105" y="70"/>
                  </a:lnTo>
                  <a:lnTo>
                    <a:pt x="106" y="79"/>
                  </a:lnTo>
                  <a:lnTo>
                    <a:pt x="92" y="85"/>
                  </a:lnTo>
                  <a:lnTo>
                    <a:pt x="82" y="97"/>
                  </a:lnTo>
                  <a:lnTo>
                    <a:pt x="70" y="109"/>
                  </a:lnTo>
                  <a:lnTo>
                    <a:pt x="55" y="118"/>
                  </a:lnTo>
                  <a:lnTo>
                    <a:pt x="54" y="127"/>
                  </a:lnTo>
                  <a:lnTo>
                    <a:pt x="62" y="129"/>
                  </a:lnTo>
                  <a:lnTo>
                    <a:pt x="68" y="134"/>
                  </a:lnTo>
                  <a:lnTo>
                    <a:pt x="76" y="131"/>
                  </a:lnTo>
                  <a:lnTo>
                    <a:pt x="84" y="144"/>
                  </a:lnTo>
                  <a:lnTo>
                    <a:pt x="108" y="154"/>
                  </a:lnTo>
                  <a:lnTo>
                    <a:pt x="115" y="154"/>
                  </a:lnTo>
                  <a:lnTo>
                    <a:pt x="117" y="147"/>
                  </a:lnTo>
                  <a:lnTo>
                    <a:pt x="125" y="142"/>
                  </a:lnTo>
                  <a:lnTo>
                    <a:pt x="130" y="127"/>
                  </a:lnTo>
                  <a:lnTo>
                    <a:pt x="137" y="131"/>
                  </a:lnTo>
                  <a:lnTo>
                    <a:pt x="142" y="137"/>
                  </a:lnTo>
                  <a:lnTo>
                    <a:pt x="142" y="145"/>
                  </a:lnTo>
                  <a:lnTo>
                    <a:pt x="156" y="154"/>
                  </a:lnTo>
                  <a:lnTo>
                    <a:pt x="162" y="159"/>
                  </a:lnTo>
                  <a:lnTo>
                    <a:pt x="170" y="159"/>
                  </a:lnTo>
                  <a:lnTo>
                    <a:pt x="181" y="169"/>
                  </a:lnTo>
                  <a:lnTo>
                    <a:pt x="197" y="174"/>
                  </a:lnTo>
                  <a:lnTo>
                    <a:pt x="205" y="171"/>
                  </a:lnTo>
                  <a:lnTo>
                    <a:pt x="212" y="175"/>
                  </a:lnTo>
                  <a:lnTo>
                    <a:pt x="207" y="182"/>
                  </a:lnTo>
                  <a:lnTo>
                    <a:pt x="191" y="186"/>
                  </a:lnTo>
                  <a:lnTo>
                    <a:pt x="187" y="195"/>
                  </a:lnTo>
                  <a:lnTo>
                    <a:pt x="181" y="198"/>
                  </a:lnTo>
                  <a:lnTo>
                    <a:pt x="173" y="196"/>
                  </a:lnTo>
                  <a:lnTo>
                    <a:pt x="168" y="202"/>
                  </a:lnTo>
                  <a:lnTo>
                    <a:pt x="160" y="202"/>
                  </a:lnTo>
                  <a:lnTo>
                    <a:pt x="153" y="206"/>
                  </a:lnTo>
                  <a:lnTo>
                    <a:pt x="149" y="213"/>
                  </a:lnTo>
                  <a:lnTo>
                    <a:pt x="143" y="218"/>
                  </a:lnTo>
                  <a:lnTo>
                    <a:pt x="127" y="220"/>
                  </a:lnTo>
                  <a:lnTo>
                    <a:pt x="111" y="215"/>
                  </a:lnTo>
                  <a:lnTo>
                    <a:pt x="104" y="214"/>
                  </a:lnTo>
                  <a:lnTo>
                    <a:pt x="92" y="215"/>
                  </a:lnTo>
                  <a:lnTo>
                    <a:pt x="88" y="224"/>
                  </a:lnTo>
                  <a:lnTo>
                    <a:pt x="81" y="226"/>
                  </a:lnTo>
                  <a:lnTo>
                    <a:pt x="76" y="234"/>
                  </a:lnTo>
                  <a:lnTo>
                    <a:pt x="68" y="236"/>
                  </a:lnTo>
                  <a:lnTo>
                    <a:pt x="55" y="228"/>
                  </a:lnTo>
                  <a:lnTo>
                    <a:pt x="46" y="226"/>
                  </a:lnTo>
                  <a:lnTo>
                    <a:pt x="30" y="229"/>
                  </a:lnTo>
                  <a:lnTo>
                    <a:pt x="22" y="226"/>
                  </a:lnTo>
                  <a:lnTo>
                    <a:pt x="15" y="231"/>
                  </a:lnTo>
                  <a:lnTo>
                    <a:pt x="0" y="236"/>
                  </a:lnTo>
                  <a:lnTo>
                    <a:pt x="0" y="245"/>
                  </a:lnTo>
                  <a:lnTo>
                    <a:pt x="0" y="261"/>
                  </a:lnTo>
                  <a:lnTo>
                    <a:pt x="4" y="267"/>
                  </a:lnTo>
                  <a:lnTo>
                    <a:pt x="13" y="267"/>
                  </a:lnTo>
                  <a:lnTo>
                    <a:pt x="20" y="265"/>
                  </a:lnTo>
                  <a:lnTo>
                    <a:pt x="36" y="268"/>
                  </a:lnTo>
                  <a:lnTo>
                    <a:pt x="60" y="265"/>
                  </a:lnTo>
                  <a:lnTo>
                    <a:pt x="68" y="265"/>
                  </a:lnTo>
                  <a:lnTo>
                    <a:pt x="76" y="267"/>
                  </a:lnTo>
                  <a:lnTo>
                    <a:pt x="81" y="273"/>
                  </a:lnTo>
                  <a:lnTo>
                    <a:pt x="89" y="274"/>
                  </a:lnTo>
                  <a:lnTo>
                    <a:pt x="120" y="265"/>
                  </a:lnTo>
                  <a:lnTo>
                    <a:pt x="127" y="269"/>
                  </a:lnTo>
                  <a:lnTo>
                    <a:pt x="135" y="271"/>
                  </a:lnTo>
                  <a:lnTo>
                    <a:pt x="140" y="287"/>
                  </a:lnTo>
                  <a:lnTo>
                    <a:pt x="156" y="285"/>
                  </a:lnTo>
                  <a:lnTo>
                    <a:pt x="163" y="288"/>
                  </a:lnTo>
                  <a:lnTo>
                    <a:pt x="178" y="281"/>
                  </a:lnTo>
                  <a:lnTo>
                    <a:pt x="194" y="278"/>
                  </a:lnTo>
                  <a:lnTo>
                    <a:pt x="210" y="281"/>
                  </a:lnTo>
                  <a:lnTo>
                    <a:pt x="219" y="278"/>
                  </a:lnTo>
                  <a:lnTo>
                    <a:pt x="229" y="279"/>
                  </a:lnTo>
                  <a:lnTo>
                    <a:pt x="232" y="265"/>
                  </a:lnTo>
                  <a:lnTo>
                    <a:pt x="251" y="26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49" name="Freeform 106">
              <a:extLst>
                <a:ext uri="{FF2B5EF4-FFF2-40B4-BE49-F238E27FC236}">
                  <a16:creationId xmlns:a16="http://schemas.microsoft.com/office/drawing/2014/main" id="{2F9CCB76-2A13-CC71-4C0C-2AED317C003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842909" y="2702449"/>
              <a:ext cx="255388" cy="192283"/>
            </a:xfrm>
            <a:custGeom>
              <a:avLst/>
              <a:gdLst/>
              <a:ahLst/>
              <a:cxnLst>
                <a:cxn ang="0">
                  <a:pos x="45" y="286"/>
                </a:cxn>
                <a:cxn ang="0">
                  <a:pos x="72" y="273"/>
                </a:cxn>
                <a:cxn ang="0">
                  <a:pos x="89" y="269"/>
                </a:cxn>
                <a:cxn ang="0">
                  <a:pos x="112" y="274"/>
                </a:cxn>
                <a:cxn ang="0">
                  <a:pos x="118" y="246"/>
                </a:cxn>
                <a:cxn ang="0">
                  <a:pos x="145" y="252"/>
                </a:cxn>
                <a:cxn ang="0">
                  <a:pos x="160" y="238"/>
                </a:cxn>
                <a:cxn ang="0">
                  <a:pos x="176" y="198"/>
                </a:cxn>
                <a:cxn ang="0">
                  <a:pos x="190" y="190"/>
                </a:cxn>
                <a:cxn ang="0">
                  <a:pos x="217" y="207"/>
                </a:cxn>
                <a:cxn ang="0">
                  <a:pos x="219" y="225"/>
                </a:cxn>
                <a:cxn ang="0">
                  <a:pos x="230" y="231"/>
                </a:cxn>
                <a:cxn ang="0">
                  <a:pos x="226" y="254"/>
                </a:cxn>
                <a:cxn ang="0">
                  <a:pos x="224" y="287"/>
                </a:cxn>
                <a:cxn ang="0">
                  <a:pos x="241" y="312"/>
                </a:cxn>
                <a:cxn ang="0">
                  <a:pos x="293" y="286"/>
                </a:cxn>
                <a:cxn ang="0">
                  <a:pos x="307" y="271"/>
                </a:cxn>
                <a:cxn ang="0">
                  <a:pos x="334" y="257"/>
                </a:cxn>
                <a:cxn ang="0">
                  <a:pos x="350" y="260"/>
                </a:cxn>
                <a:cxn ang="0">
                  <a:pos x="364" y="266"/>
                </a:cxn>
                <a:cxn ang="0">
                  <a:pos x="390" y="260"/>
                </a:cxn>
                <a:cxn ang="0">
                  <a:pos x="411" y="268"/>
                </a:cxn>
                <a:cxn ang="0">
                  <a:pos x="417" y="273"/>
                </a:cxn>
                <a:cxn ang="0">
                  <a:pos x="400" y="182"/>
                </a:cxn>
                <a:cxn ang="0">
                  <a:pos x="346" y="162"/>
                </a:cxn>
                <a:cxn ang="0">
                  <a:pos x="333" y="120"/>
                </a:cxn>
                <a:cxn ang="0">
                  <a:pos x="282" y="122"/>
                </a:cxn>
                <a:cxn ang="0">
                  <a:pos x="239" y="112"/>
                </a:cxn>
                <a:cxn ang="0">
                  <a:pos x="185" y="114"/>
                </a:cxn>
                <a:cxn ang="0">
                  <a:pos x="140" y="109"/>
                </a:cxn>
                <a:cxn ang="0">
                  <a:pos x="104" y="102"/>
                </a:cxn>
                <a:cxn ang="0">
                  <a:pos x="126" y="67"/>
                </a:cxn>
                <a:cxn ang="0">
                  <a:pos x="172" y="77"/>
                </a:cxn>
                <a:cxn ang="0">
                  <a:pos x="196" y="56"/>
                </a:cxn>
                <a:cxn ang="0">
                  <a:pos x="172" y="54"/>
                </a:cxn>
                <a:cxn ang="0">
                  <a:pos x="185" y="22"/>
                </a:cxn>
                <a:cxn ang="0">
                  <a:pos x="170" y="0"/>
                </a:cxn>
                <a:cxn ang="0">
                  <a:pos x="132" y="27"/>
                </a:cxn>
                <a:cxn ang="0">
                  <a:pos x="108" y="36"/>
                </a:cxn>
                <a:cxn ang="0">
                  <a:pos x="105" y="63"/>
                </a:cxn>
                <a:cxn ang="0">
                  <a:pos x="75" y="82"/>
                </a:cxn>
                <a:cxn ang="0">
                  <a:pos x="32" y="107"/>
                </a:cxn>
                <a:cxn ang="0">
                  <a:pos x="6" y="112"/>
                </a:cxn>
                <a:cxn ang="0">
                  <a:pos x="14" y="136"/>
                </a:cxn>
                <a:cxn ang="0">
                  <a:pos x="40" y="149"/>
                </a:cxn>
                <a:cxn ang="0">
                  <a:pos x="41" y="187"/>
                </a:cxn>
                <a:cxn ang="0">
                  <a:pos x="52" y="212"/>
                </a:cxn>
                <a:cxn ang="0">
                  <a:pos x="29" y="239"/>
                </a:cxn>
                <a:cxn ang="0">
                  <a:pos x="19" y="269"/>
                </a:cxn>
              </a:cxnLst>
              <a:rect l="0" t="0" r="r" b="b"/>
              <a:pathLst>
                <a:path w="417" h="312">
                  <a:moveTo>
                    <a:pt x="19" y="269"/>
                  </a:moveTo>
                  <a:lnTo>
                    <a:pt x="24" y="274"/>
                  </a:lnTo>
                  <a:lnTo>
                    <a:pt x="37" y="289"/>
                  </a:lnTo>
                  <a:lnTo>
                    <a:pt x="45" y="286"/>
                  </a:lnTo>
                  <a:lnTo>
                    <a:pt x="52" y="286"/>
                  </a:lnTo>
                  <a:lnTo>
                    <a:pt x="53" y="281"/>
                  </a:lnTo>
                  <a:lnTo>
                    <a:pt x="67" y="274"/>
                  </a:lnTo>
                  <a:lnTo>
                    <a:pt x="72" y="273"/>
                  </a:lnTo>
                  <a:lnTo>
                    <a:pt x="76" y="274"/>
                  </a:lnTo>
                  <a:lnTo>
                    <a:pt x="79" y="270"/>
                  </a:lnTo>
                  <a:lnTo>
                    <a:pt x="85" y="268"/>
                  </a:lnTo>
                  <a:lnTo>
                    <a:pt x="89" y="269"/>
                  </a:lnTo>
                  <a:lnTo>
                    <a:pt x="94" y="274"/>
                  </a:lnTo>
                  <a:lnTo>
                    <a:pt x="107" y="279"/>
                  </a:lnTo>
                  <a:lnTo>
                    <a:pt x="111" y="276"/>
                  </a:lnTo>
                  <a:lnTo>
                    <a:pt x="112" y="274"/>
                  </a:lnTo>
                  <a:lnTo>
                    <a:pt x="112" y="269"/>
                  </a:lnTo>
                  <a:lnTo>
                    <a:pt x="110" y="265"/>
                  </a:lnTo>
                  <a:lnTo>
                    <a:pt x="110" y="258"/>
                  </a:lnTo>
                  <a:lnTo>
                    <a:pt x="118" y="246"/>
                  </a:lnTo>
                  <a:lnTo>
                    <a:pt x="123" y="246"/>
                  </a:lnTo>
                  <a:lnTo>
                    <a:pt x="129" y="248"/>
                  </a:lnTo>
                  <a:lnTo>
                    <a:pt x="138" y="246"/>
                  </a:lnTo>
                  <a:lnTo>
                    <a:pt x="145" y="252"/>
                  </a:lnTo>
                  <a:lnTo>
                    <a:pt x="149" y="252"/>
                  </a:lnTo>
                  <a:lnTo>
                    <a:pt x="153" y="250"/>
                  </a:lnTo>
                  <a:lnTo>
                    <a:pt x="159" y="243"/>
                  </a:lnTo>
                  <a:lnTo>
                    <a:pt x="160" y="238"/>
                  </a:lnTo>
                  <a:lnTo>
                    <a:pt x="155" y="232"/>
                  </a:lnTo>
                  <a:lnTo>
                    <a:pt x="155" y="227"/>
                  </a:lnTo>
                  <a:lnTo>
                    <a:pt x="165" y="214"/>
                  </a:lnTo>
                  <a:lnTo>
                    <a:pt x="176" y="198"/>
                  </a:lnTo>
                  <a:lnTo>
                    <a:pt x="178" y="195"/>
                  </a:lnTo>
                  <a:lnTo>
                    <a:pt x="182" y="190"/>
                  </a:lnTo>
                  <a:lnTo>
                    <a:pt x="183" y="189"/>
                  </a:lnTo>
                  <a:lnTo>
                    <a:pt x="190" y="190"/>
                  </a:lnTo>
                  <a:lnTo>
                    <a:pt x="194" y="187"/>
                  </a:lnTo>
                  <a:lnTo>
                    <a:pt x="204" y="189"/>
                  </a:lnTo>
                  <a:lnTo>
                    <a:pt x="217" y="201"/>
                  </a:lnTo>
                  <a:lnTo>
                    <a:pt x="217" y="207"/>
                  </a:lnTo>
                  <a:lnTo>
                    <a:pt x="213" y="215"/>
                  </a:lnTo>
                  <a:lnTo>
                    <a:pt x="213" y="220"/>
                  </a:lnTo>
                  <a:lnTo>
                    <a:pt x="214" y="222"/>
                  </a:lnTo>
                  <a:lnTo>
                    <a:pt x="219" y="225"/>
                  </a:lnTo>
                  <a:lnTo>
                    <a:pt x="225" y="223"/>
                  </a:lnTo>
                  <a:lnTo>
                    <a:pt x="229" y="225"/>
                  </a:lnTo>
                  <a:lnTo>
                    <a:pt x="229" y="227"/>
                  </a:lnTo>
                  <a:lnTo>
                    <a:pt x="230" y="231"/>
                  </a:lnTo>
                  <a:lnTo>
                    <a:pt x="228" y="233"/>
                  </a:lnTo>
                  <a:lnTo>
                    <a:pt x="226" y="238"/>
                  </a:lnTo>
                  <a:lnTo>
                    <a:pt x="228" y="249"/>
                  </a:lnTo>
                  <a:lnTo>
                    <a:pt x="226" y="254"/>
                  </a:lnTo>
                  <a:lnTo>
                    <a:pt x="224" y="259"/>
                  </a:lnTo>
                  <a:lnTo>
                    <a:pt x="224" y="269"/>
                  </a:lnTo>
                  <a:lnTo>
                    <a:pt x="221" y="278"/>
                  </a:lnTo>
                  <a:lnTo>
                    <a:pt x="224" y="287"/>
                  </a:lnTo>
                  <a:lnTo>
                    <a:pt x="230" y="298"/>
                  </a:lnTo>
                  <a:lnTo>
                    <a:pt x="235" y="309"/>
                  </a:lnTo>
                  <a:lnTo>
                    <a:pt x="236" y="311"/>
                  </a:lnTo>
                  <a:lnTo>
                    <a:pt x="241" y="312"/>
                  </a:lnTo>
                  <a:lnTo>
                    <a:pt x="246" y="309"/>
                  </a:lnTo>
                  <a:lnTo>
                    <a:pt x="258" y="302"/>
                  </a:lnTo>
                  <a:lnTo>
                    <a:pt x="272" y="292"/>
                  </a:lnTo>
                  <a:lnTo>
                    <a:pt x="293" y="286"/>
                  </a:lnTo>
                  <a:lnTo>
                    <a:pt x="295" y="285"/>
                  </a:lnTo>
                  <a:lnTo>
                    <a:pt x="299" y="278"/>
                  </a:lnTo>
                  <a:lnTo>
                    <a:pt x="306" y="274"/>
                  </a:lnTo>
                  <a:lnTo>
                    <a:pt x="307" y="271"/>
                  </a:lnTo>
                  <a:lnTo>
                    <a:pt x="312" y="270"/>
                  </a:lnTo>
                  <a:lnTo>
                    <a:pt x="322" y="263"/>
                  </a:lnTo>
                  <a:lnTo>
                    <a:pt x="327" y="262"/>
                  </a:lnTo>
                  <a:lnTo>
                    <a:pt x="334" y="257"/>
                  </a:lnTo>
                  <a:lnTo>
                    <a:pt x="339" y="257"/>
                  </a:lnTo>
                  <a:lnTo>
                    <a:pt x="343" y="259"/>
                  </a:lnTo>
                  <a:lnTo>
                    <a:pt x="346" y="260"/>
                  </a:lnTo>
                  <a:lnTo>
                    <a:pt x="350" y="260"/>
                  </a:lnTo>
                  <a:lnTo>
                    <a:pt x="352" y="270"/>
                  </a:lnTo>
                  <a:lnTo>
                    <a:pt x="354" y="274"/>
                  </a:lnTo>
                  <a:lnTo>
                    <a:pt x="357" y="273"/>
                  </a:lnTo>
                  <a:lnTo>
                    <a:pt x="364" y="266"/>
                  </a:lnTo>
                  <a:lnTo>
                    <a:pt x="364" y="268"/>
                  </a:lnTo>
                  <a:lnTo>
                    <a:pt x="366" y="268"/>
                  </a:lnTo>
                  <a:lnTo>
                    <a:pt x="379" y="263"/>
                  </a:lnTo>
                  <a:lnTo>
                    <a:pt x="390" y="260"/>
                  </a:lnTo>
                  <a:lnTo>
                    <a:pt x="396" y="260"/>
                  </a:lnTo>
                  <a:lnTo>
                    <a:pt x="401" y="264"/>
                  </a:lnTo>
                  <a:lnTo>
                    <a:pt x="409" y="264"/>
                  </a:lnTo>
                  <a:lnTo>
                    <a:pt x="411" y="268"/>
                  </a:lnTo>
                  <a:lnTo>
                    <a:pt x="411" y="270"/>
                  </a:lnTo>
                  <a:lnTo>
                    <a:pt x="406" y="271"/>
                  </a:lnTo>
                  <a:lnTo>
                    <a:pt x="414" y="274"/>
                  </a:lnTo>
                  <a:lnTo>
                    <a:pt x="417" y="273"/>
                  </a:lnTo>
                  <a:lnTo>
                    <a:pt x="417" y="237"/>
                  </a:lnTo>
                  <a:lnTo>
                    <a:pt x="407" y="212"/>
                  </a:lnTo>
                  <a:lnTo>
                    <a:pt x="407" y="193"/>
                  </a:lnTo>
                  <a:lnTo>
                    <a:pt x="400" y="182"/>
                  </a:lnTo>
                  <a:lnTo>
                    <a:pt x="381" y="180"/>
                  </a:lnTo>
                  <a:lnTo>
                    <a:pt x="361" y="187"/>
                  </a:lnTo>
                  <a:lnTo>
                    <a:pt x="350" y="179"/>
                  </a:lnTo>
                  <a:lnTo>
                    <a:pt x="346" y="162"/>
                  </a:lnTo>
                  <a:lnTo>
                    <a:pt x="344" y="142"/>
                  </a:lnTo>
                  <a:lnTo>
                    <a:pt x="355" y="108"/>
                  </a:lnTo>
                  <a:lnTo>
                    <a:pt x="336" y="106"/>
                  </a:lnTo>
                  <a:lnTo>
                    <a:pt x="333" y="120"/>
                  </a:lnTo>
                  <a:lnTo>
                    <a:pt x="323" y="119"/>
                  </a:lnTo>
                  <a:lnTo>
                    <a:pt x="314" y="122"/>
                  </a:lnTo>
                  <a:lnTo>
                    <a:pt x="298" y="119"/>
                  </a:lnTo>
                  <a:lnTo>
                    <a:pt x="282" y="122"/>
                  </a:lnTo>
                  <a:lnTo>
                    <a:pt x="267" y="129"/>
                  </a:lnTo>
                  <a:lnTo>
                    <a:pt x="260" y="126"/>
                  </a:lnTo>
                  <a:lnTo>
                    <a:pt x="244" y="128"/>
                  </a:lnTo>
                  <a:lnTo>
                    <a:pt x="239" y="112"/>
                  </a:lnTo>
                  <a:lnTo>
                    <a:pt x="231" y="110"/>
                  </a:lnTo>
                  <a:lnTo>
                    <a:pt x="224" y="106"/>
                  </a:lnTo>
                  <a:lnTo>
                    <a:pt x="193" y="115"/>
                  </a:lnTo>
                  <a:lnTo>
                    <a:pt x="185" y="114"/>
                  </a:lnTo>
                  <a:lnTo>
                    <a:pt x="180" y="108"/>
                  </a:lnTo>
                  <a:lnTo>
                    <a:pt x="172" y="106"/>
                  </a:lnTo>
                  <a:lnTo>
                    <a:pt x="164" y="106"/>
                  </a:lnTo>
                  <a:lnTo>
                    <a:pt x="140" y="109"/>
                  </a:lnTo>
                  <a:lnTo>
                    <a:pt x="124" y="106"/>
                  </a:lnTo>
                  <a:lnTo>
                    <a:pt x="117" y="108"/>
                  </a:lnTo>
                  <a:lnTo>
                    <a:pt x="108" y="108"/>
                  </a:lnTo>
                  <a:lnTo>
                    <a:pt x="104" y="102"/>
                  </a:lnTo>
                  <a:lnTo>
                    <a:pt x="104" y="86"/>
                  </a:lnTo>
                  <a:lnTo>
                    <a:pt x="104" y="77"/>
                  </a:lnTo>
                  <a:lnTo>
                    <a:pt x="119" y="72"/>
                  </a:lnTo>
                  <a:lnTo>
                    <a:pt x="126" y="67"/>
                  </a:lnTo>
                  <a:lnTo>
                    <a:pt x="134" y="70"/>
                  </a:lnTo>
                  <a:lnTo>
                    <a:pt x="150" y="67"/>
                  </a:lnTo>
                  <a:lnTo>
                    <a:pt x="159" y="69"/>
                  </a:lnTo>
                  <a:lnTo>
                    <a:pt x="172" y="77"/>
                  </a:lnTo>
                  <a:lnTo>
                    <a:pt x="180" y="75"/>
                  </a:lnTo>
                  <a:lnTo>
                    <a:pt x="185" y="67"/>
                  </a:lnTo>
                  <a:lnTo>
                    <a:pt x="192" y="65"/>
                  </a:lnTo>
                  <a:lnTo>
                    <a:pt x="196" y="56"/>
                  </a:lnTo>
                  <a:lnTo>
                    <a:pt x="192" y="56"/>
                  </a:lnTo>
                  <a:lnTo>
                    <a:pt x="185" y="60"/>
                  </a:lnTo>
                  <a:lnTo>
                    <a:pt x="176" y="61"/>
                  </a:lnTo>
                  <a:lnTo>
                    <a:pt x="172" y="54"/>
                  </a:lnTo>
                  <a:lnTo>
                    <a:pt x="167" y="38"/>
                  </a:lnTo>
                  <a:lnTo>
                    <a:pt x="174" y="33"/>
                  </a:lnTo>
                  <a:lnTo>
                    <a:pt x="181" y="29"/>
                  </a:lnTo>
                  <a:lnTo>
                    <a:pt x="185" y="22"/>
                  </a:lnTo>
                  <a:lnTo>
                    <a:pt x="183" y="15"/>
                  </a:lnTo>
                  <a:lnTo>
                    <a:pt x="178" y="9"/>
                  </a:lnTo>
                  <a:lnTo>
                    <a:pt x="177" y="0"/>
                  </a:lnTo>
                  <a:lnTo>
                    <a:pt x="170" y="0"/>
                  </a:lnTo>
                  <a:lnTo>
                    <a:pt x="164" y="5"/>
                  </a:lnTo>
                  <a:lnTo>
                    <a:pt x="160" y="12"/>
                  </a:lnTo>
                  <a:lnTo>
                    <a:pt x="145" y="20"/>
                  </a:lnTo>
                  <a:lnTo>
                    <a:pt x="132" y="27"/>
                  </a:lnTo>
                  <a:lnTo>
                    <a:pt x="123" y="28"/>
                  </a:lnTo>
                  <a:lnTo>
                    <a:pt x="117" y="23"/>
                  </a:lnTo>
                  <a:lnTo>
                    <a:pt x="110" y="27"/>
                  </a:lnTo>
                  <a:lnTo>
                    <a:pt x="108" y="36"/>
                  </a:lnTo>
                  <a:lnTo>
                    <a:pt x="102" y="40"/>
                  </a:lnTo>
                  <a:lnTo>
                    <a:pt x="107" y="47"/>
                  </a:lnTo>
                  <a:lnTo>
                    <a:pt x="107" y="55"/>
                  </a:lnTo>
                  <a:lnTo>
                    <a:pt x="105" y="63"/>
                  </a:lnTo>
                  <a:lnTo>
                    <a:pt x="99" y="67"/>
                  </a:lnTo>
                  <a:lnTo>
                    <a:pt x="83" y="70"/>
                  </a:lnTo>
                  <a:lnTo>
                    <a:pt x="75" y="75"/>
                  </a:lnTo>
                  <a:lnTo>
                    <a:pt x="75" y="82"/>
                  </a:lnTo>
                  <a:lnTo>
                    <a:pt x="63" y="104"/>
                  </a:lnTo>
                  <a:lnTo>
                    <a:pt x="56" y="107"/>
                  </a:lnTo>
                  <a:lnTo>
                    <a:pt x="40" y="108"/>
                  </a:lnTo>
                  <a:lnTo>
                    <a:pt x="32" y="107"/>
                  </a:lnTo>
                  <a:lnTo>
                    <a:pt x="26" y="101"/>
                  </a:lnTo>
                  <a:lnTo>
                    <a:pt x="18" y="102"/>
                  </a:lnTo>
                  <a:lnTo>
                    <a:pt x="10" y="106"/>
                  </a:lnTo>
                  <a:lnTo>
                    <a:pt x="6" y="112"/>
                  </a:lnTo>
                  <a:lnTo>
                    <a:pt x="8" y="120"/>
                  </a:lnTo>
                  <a:lnTo>
                    <a:pt x="0" y="125"/>
                  </a:lnTo>
                  <a:lnTo>
                    <a:pt x="6" y="131"/>
                  </a:lnTo>
                  <a:lnTo>
                    <a:pt x="14" y="136"/>
                  </a:lnTo>
                  <a:lnTo>
                    <a:pt x="16" y="144"/>
                  </a:lnTo>
                  <a:lnTo>
                    <a:pt x="25" y="145"/>
                  </a:lnTo>
                  <a:lnTo>
                    <a:pt x="34" y="144"/>
                  </a:lnTo>
                  <a:lnTo>
                    <a:pt x="40" y="149"/>
                  </a:lnTo>
                  <a:lnTo>
                    <a:pt x="42" y="156"/>
                  </a:lnTo>
                  <a:lnTo>
                    <a:pt x="41" y="165"/>
                  </a:lnTo>
                  <a:lnTo>
                    <a:pt x="37" y="171"/>
                  </a:lnTo>
                  <a:lnTo>
                    <a:pt x="41" y="187"/>
                  </a:lnTo>
                  <a:lnTo>
                    <a:pt x="46" y="194"/>
                  </a:lnTo>
                  <a:lnTo>
                    <a:pt x="53" y="199"/>
                  </a:lnTo>
                  <a:lnTo>
                    <a:pt x="54" y="205"/>
                  </a:lnTo>
                  <a:lnTo>
                    <a:pt x="52" y="212"/>
                  </a:lnTo>
                  <a:lnTo>
                    <a:pt x="47" y="217"/>
                  </a:lnTo>
                  <a:lnTo>
                    <a:pt x="40" y="222"/>
                  </a:lnTo>
                  <a:lnTo>
                    <a:pt x="37" y="228"/>
                  </a:lnTo>
                  <a:lnTo>
                    <a:pt x="29" y="239"/>
                  </a:lnTo>
                  <a:lnTo>
                    <a:pt x="22" y="253"/>
                  </a:lnTo>
                  <a:lnTo>
                    <a:pt x="24" y="259"/>
                  </a:lnTo>
                  <a:lnTo>
                    <a:pt x="24" y="266"/>
                  </a:lnTo>
                  <a:lnTo>
                    <a:pt x="19" y="26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50" name="Group 107">
              <a:extLst>
                <a:ext uri="{FF2B5EF4-FFF2-40B4-BE49-F238E27FC236}">
                  <a16:creationId xmlns:a16="http://schemas.microsoft.com/office/drawing/2014/main" id="{71F06D41-4B62-DEC8-CAE9-02BC58780D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71477" y="2665574"/>
              <a:ext cx="189567" cy="152773"/>
              <a:chOff x="3007" y="1982"/>
              <a:chExt cx="61" cy="49"/>
            </a:xfrm>
            <a:grpFill/>
          </p:grpSpPr>
          <p:sp>
            <p:nvSpPr>
              <p:cNvPr id="51" name="Freeform 108">
                <a:extLst>
                  <a:ext uri="{FF2B5EF4-FFF2-40B4-BE49-F238E27FC236}">
                    <a16:creationId xmlns:a16="http://schemas.microsoft.com/office/drawing/2014/main" id="{91400A9A-CFBB-3044-1175-9860BD0F179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07" y="2013"/>
                <a:ext cx="13" cy="12"/>
              </a:xfrm>
              <a:custGeom>
                <a:avLst/>
                <a:gdLst/>
                <a:ahLst/>
                <a:cxnLst>
                  <a:cxn ang="0">
                    <a:pos x="65" y="59"/>
                  </a:cxn>
                  <a:cxn ang="0">
                    <a:pos x="52" y="56"/>
                  </a:cxn>
                  <a:cxn ang="0">
                    <a:pos x="36" y="53"/>
                  </a:cxn>
                  <a:cxn ang="0">
                    <a:pos x="4" y="7"/>
                  </a:cxn>
                  <a:cxn ang="0">
                    <a:pos x="0" y="2"/>
                  </a:cxn>
                  <a:cxn ang="0">
                    <a:pos x="10" y="0"/>
                  </a:cxn>
                  <a:cxn ang="0">
                    <a:pos x="17" y="1"/>
                  </a:cxn>
                  <a:cxn ang="0">
                    <a:pos x="22" y="9"/>
                  </a:cxn>
                  <a:cxn ang="0">
                    <a:pos x="30" y="12"/>
                  </a:cxn>
                  <a:cxn ang="0">
                    <a:pos x="37" y="13"/>
                  </a:cxn>
                  <a:cxn ang="0">
                    <a:pos x="44" y="10"/>
                  </a:cxn>
                  <a:cxn ang="0">
                    <a:pos x="52" y="12"/>
                  </a:cxn>
                  <a:cxn ang="0">
                    <a:pos x="55" y="20"/>
                  </a:cxn>
                  <a:cxn ang="0">
                    <a:pos x="60" y="27"/>
                  </a:cxn>
                  <a:cxn ang="0">
                    <a:pos x="64" y="34"/>
                  </a:cxn>
                  <a:cxn ang="0">
                    <a:pos x="65" y="59"/>
                  </a:cxn>
                </a:cxnLst>
                <a:rect l="0" t="0" r="r" b="b"/>
                <a:pathLst>
                  <a:path w="65" h="59">
                    <a:moveTo>
                      <a:pt x="65" y="59"/>
                    </a:moveTo>
                    <a:lnTo>
                      <a:pt x="52" y="56"/>
                    </a:lnTo>
                    <a:lnTo>
                      <a:pt x="36" y="53"/>
                    </a:lnTo>
                    <a:lnTo>
                      <a:pt x="4" y="7"/>
                    </a:lnTo>
                    <a:lnTo>
                      <a:pt x="0" y="2"/>
                    </a:lnTo>
                    <a:lnTo>
                      <a:pt x="10" y="0"/>
                    </a:lnTo>
                    <a:lnTo>
                      <a:pt x="17" y="1"/>
                    </a:lnTo>
                    <a:lnTo>
                      <a:pt x="22" y="9"/>
                    </a:lnTo>
                    <a:lnTo>
                      <a:pt x="30" y="12"/>
                    </a:lnTo>
                    <a:lnTo>
                      <a:pt x="37" y="13"/>
                    </a:lnTo>
                    <a:lnTo>
                      <a:pt x="44" y="10"/>
                    </a:lnTo>
                    <a:lnTo>
                      <a:pt x="52" y="12"/>
                    </a:lnTo>
                    <a:lnTo>
                      <a:pt x="55" y="20"/>
                    </a:lnTo>
                    <a:lnTo>
                      <a:pt x="60" y="27"/>
                    </a:lnTo>
                    <a:lnTo>
                      <a:pt x="64" y="34"/>
                    </a:lnTo>
                    <a:lnTo>
                      <a:pt x="65" y="5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52" name="Freeform 109">
                <a:extLst>
                  <a:ext uri="{FF2B5EF4-FFF2-40B4-BE49-F238E27FC236}">
                    <a16:creationId xmlns:a16="http://schemas.microsoft.com/office/drawing/2014/main" id="{D7DC0368-D2FD-4145-993E-C1EB4447DB5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09" y="1982"/>
                <a:ext cx="59" cy="49"/>
              </a:xfrm>
              <a:custGeom>
                <a:avLst/>
                <a:gdLst/>
                <a:ahLst/>
                <a:cxnLst>
                  <a:cxn ang="0">
                    <a:pos x="88" y="5"/>
                  </a:cxn>
                  <a:cxn ang="0">
                    <a:pos x="107" y="16"/>
                  </a:cxn>
                  <a:cxn ang="0">
                    <a:pos x="119" y="24"/>
                  </a:cxn>
                  <a:cxn ang="0">
                    <a:pos x="126" y="47"/>
                  </a:cxn>
                  <a:cxn ang="0">
                    <a:pos x="151" y="51"/>
                  </a:cxn>
                  <a:cxn ang="0">
                    <a:pos x="164" y="43"/>
                  </a:cxn>
                  <a:cxn ang="0">
                    <a:pos x="178" y="24"/>
                  </a:cxn>
                  <a:cxn ang="0">
                    <a:pos x="188" y="13"/>
                  </a:cxn>
                  <a:cxn ang="0">
                    <a:pos x="220" y="34"/>
                  </a:cxn>
                  <a:cxn ang="0">
                    <a:pos x="245" y="83"/>
                  </a:cxn>
                  <a:cxn ang="0">
                    <a:pos x="261" y="98"/>
                  </a:cxn>
                  <a:cxn ang="0">
                    <a:pos x="281" y="98"/>
                  </a:cxn>
                  <a:cxn ang="0">
                    <a:pos x="292" y="109"/>
                  </a:cxn>
                  <a:cxn ang="0">
                    <a:pos x="283" y="109"/>
                  </a:cxn>
                  <a:cxn ang="0">
                    <a:pos x="259" y="117"/>
                  </a:cxn>
                  <a:cxn ang="0">
                    <a:pos x="248" y="147"/>
                  </a:cxn>
                  <a:cxn ang="0">
                    <a:pos x="240" y="180"/>
                  </a:cxn>
                  <a:cxn ang="0">
                    <a:pos x="223" y="192"/>
                  </a:cxn>
                  <a:cxn ang="0">
                    <a:pos x="213" y="206"/>
                  </a:cxn>
                  <a:cxn ang="0">
                    <a:pos x="215" y="244"/>
                  </a:cxn>
                  <a:cxn ang="0">
                    <a:pos x="204" y="245"/>
                  </a:cxn>
                  <a:cxn ang="0">
                    <a:pos x="189" y="235"/>
                  </a:cxn>
                  <a:cxn ang="0">
                    <a:pos x="177" y="227"/>
                  </a:cxn>
                  <a:cxn ang="0">
                    <a:pos x="169" y="215"/>
                  </a:cxn>
                  <a:cxn ang="0">
                    <a:pos x="177" y="186"/>
                  </a:cxn>
                  <a:cxn ang="0">
                    <a:pos x="161" y="163"/>
                  </a:cxn>
                  <a:cxn ang="0">
                    <a:pos x="123" y="177"/>
                  </a:cxn>
                  <a:cxn ang="0">
                    <a:pos x="107" y="203"/>
                  </a:cxn>
                  <a:cxn ang="0">
                    <a:pos x="84" y="218"/>
                  </a:cxn>
                  <a:cxn ang="0">
                    <a:pos x="80" y="203"/>
                  </a:cxn>
                  <a:cxn ang="0">
                    <a:pos x="82" y="196"/>
                  </a:cxn>
                  <a:cxn ang="0">
                    <a:pos x="77" y="182"/>
                  </a:cxn>
                  <a:cxn ang="0">
                    <a:pos x="82" y="166"/>
                  </a:cxn>
                  <a:cxn ang="0">
                    <a:pos x="67" y="165"/>
                  </a:cxn>
                  <a:cxn ang="0">
                    <a:pos x="43" y="144"/>
                  </a:cxn>
                  <a:cxn ang="0">
                    <a:pos x="49" y="136"/>
                  </a:cxn>
                  <a:cxn ang="0">
                    <a:pos x="51" y="120"/>
                  </a:cxn>
                  <a:cxn ang="0">
                    <a:pos x="32" y="106"/>
                  </a:cxn>
                  <a:cxn ang="0">
                    <a:pos x="24" y="91"/>
                  </a:cxn>
                  <a:cxn ang="0">
                    <a:pos x="29" y="77"/>
                  </a:cxn>
                  <a:cxn ang="0">
                    <a:pos x="21" y="64"/>
                  </a:cxn>
                  <a:cxn ang="0">
                    <a:pos x="3" y="51"/>
                  </a:cxn>
                  <a:cxn ang="0">
                    <a:pos x="0" y="43"/>
                  </a:cxn>
                  <a:cxn ang="0">
                    <a:pos x="19" y="32"/>
                  </a:cxn>
                  <a:cxn ang="0">
                    <a:pos x="34" y="36"/>
                  </a:cxn>
                  <a:cxn ang="0">
                    <a:pos x="55" y="50"/>
                  </a:cxn>
                  <a:cxn ang="0">
                    <a:pos x="78" y="55"/>
                  </a:cxn>
                  <a:cxn ang="0">
                    <a:pos x="91" y="50"/>
                  </a:cxn>
                  <a:cxn ang="0">
                    <a:pos x="75" y="32"/>
                  </a:cxn>
                  <a:cxn ang="0">
                    <a:pos x="66" y="19"/>
                  </a:cxn>
                  <a:cxn ang="0">
                    <a:pos x="78" y="0"/>
                  </a:cxn>
                </a:cxnLst>
                <a:rect l="0" t="0" r="r" b="b"/>
                <a:pathLst>
                  <a:path w="294" h="245">
                    <a:moveTo>
                      <a:pt x="80" y="0"/>
                    </a:moveTo>
                    <a:lnTo>
                      <a:pt x="88" y="5"/>
                    </a:lnTo>
                    <a:lnTo>
                      <a:pt x="95" y="5"/>
                    </a:lnTo>
                    <a:lnTo>
                      <a:pt x="107" y="16"/>
                    </a:lnTo>
                    <a:lnTo>
                      <a:pt x="111" y="24"/>
                    </a:lnTo>
                    <a:lnTo>
                      <a:pt x="119" y="24"/>
                    </a:lnTo>
                    <a:lnTo>
                      <a:pt x="124" y="40"/>
                    </a:lnTo>
                    <a:lnTo>
                      <a:pt x="126" y="47"/>
                    </a:lnTo>
                    <a:lnTo>
                      <a:pt x="135" y="47"/>
                    </a:lnTo>
                    <a:lnTo>
                      <a:pt x="151" y="51"/>
                    </a:lnTo>
                    <a:lnTo>
                      <a:pt x="159" y="48"/>
                    </a:lnTo>
                    <a:lnTo>
                      <a:pt x="164" y="43"/>
                    </a:lnTo>
                    <a:lnTo>
                      <a:pt x="170" y="28"/>
                    </a:lnTo>
                    <a:lnTo>
                      <a:pt x="178" y="24"/>
                    </a:lnTo>
                    <a:lnTo>
                      <a:pt x="185" y="20"/>
                    </a:lnTo>
                    <a:lnTo>
                      <a:pt x="188" y="13"/>
                    </a:lnTo>
                    <a:lnTo>
                      <a:pt x="194" y="3"/>
                    </a:lnTo>
                    <a:lnTo>
                      <a:pt x="220" y="34"/>
                    </a:lnTo>
                    <a:lnTo>
                      <a:pt x="236" y="68"/>
                    </a:lnTo>
                    <a:lnTo>
                      <a:pt x="245" y="83"/>
                    </a:lnTo>
                    <a:lnTo>
                      <a:pt x="253" y="93"/>
                    </a:lnTo>
                    <a:lnTo>
                      <a:pt x="261" y="98"/>
                    </a:lnTo>
                    <a:lnTo>
                      <a:pt x="274" y="93"/>
                    </a:lnTo>
                    <a:lnTo>
                      <a:pt x="281" y="98"/>
                    </a:lnTo>
                    <a:lnTo>
                      <a:pt x="287" y="100"/>
                    </a:lnTo>
                    <a:lnTo>
                      <a:pt x="292" y="109"/>
                    </a:lnTo>
                    <a:lnTo>
                      <a:pt x="294" y="118"/>
                    </a:lnTo>
                    <a:lnTo>
                      <a:pt x="283" y="109"/>
                    </a:lnTo>
                    <a:lnTo>
                      <a:pt x="269" y="110"/>
                    </a:lnTo>
                    <a:lnTo>
                      <a:pt x="259" y="117"/>
                    </a:lnTo>
                    <a:lnTo>
                      <a:pt x="251" y="127"/>
                    </a:lnTo>
                    <a:lnTo>
                      <a:pt x="248" y="147"/>
                    </a:lnTo>
                    <a:lnTo>
                      <a:pt x="247" y="164"/>
                    </a:lnTo>
                    <a:lnTo>
                      <a:pt x="240" y="180"/>
                    </a:lnTo>
                    <a:lnTo>
                      <a:pt x="236" y="206"/>
                    </a:lnTo>
                    <a:lnTo>
                      <a:pt x="223" y="192"/>
                    </a:lnTo>
                    <a:lnTo>
                      <a:pt x="216" y="197"/>
                    </a:lnTo>
                    <a:lnTo>
                      <a:pt x="213" y="206"/>
                    </a:lnTo>
                    <a:lnTo>
                      <a:pt x="213" y="227"/>
                    </a:lnTo>
                    <a:lnTo>
                      <a:pt x="215" y="244"/>
                    </a:lnTo>
                    <a:lnTo>
                      <a:pt x="211" y="245"/>
                    </a:lnTo>
                    <a:lnTo>
                      <a:pt x="204" y="245"/>
                    </a:lnTo>
                    <a:lnTo>
                      <a:pt x="197" y="242"/>
                    </a:lnTo>
                    <a:lnTo>
                      <a:pt x="189" y="235"/>
                    </a:lnTo>
                    <a:lnTo>
                      <a:pt x="181" y="231"/>
                    </a:lnTo>
                    <a:lnTo>
                      <a:pt x="177" y="227"/>
                    </a:lnTo>
                    <a:lnTo>
                      <a:pt x="166" y="220"/>
                    </a:lnTo>
                    <a:lnTo>
                      <a:pt x="169" y="215"/>
                    </a:lnTo>
                    <a:lnTo>
                      <a:pt x="184" y="207"/>
                    </a:lnTo>
                    <a:lnTo>
                      <a:pt x="177" y="186"/>
                    </a:lnTo>
                    <a:lnTo>
                      <a:pt x="178" y="172"/>
                    </a:lnTo>
                    <a:lnTo>
                      <a:pt x="161" y="163"/>
                    </a:lnTo>
                    <a:lnTo>
                      <a:pt x="135" y="169"/>
                    </a:lnTo>
                    <a:lnTo>
                      <a:pt x="123" y="177"/>
                    </a:lnTo>
                    <a:lnTo>
                      <a:pt x="113" y="187"/>
                    </a:lnTo>
                    <a:lnTo>
                      <a:pt x="107" y="203"/>
                    </a:lnTo>
                    <a:lnTo>
                      <a:pt x="95" y="217"/>
                    </a:lnTo>
                    <a:lnTo>
                      <a:pt x="84" y="218"/>
                    </a:lnTo>
                    <a:lnTo>
                      <a:pt x="83" y="211"/>
                    </a:lnTo>
                    <a:lnTo>
                      <a:pt x="80" y="203"/>
                    </a:lnTo>
                    <a:lnTo>
                      <a:pt x="75" y="197"/>
                    </a:lnTo>
                    <a:lnTo>
                      <a:pt x="82" y="196"/>
                    </a:lnTo>
                    <a:lnTo>
                      <a:pt x="83" y="187"/>
                    </a:lnTo>
                    <a:lnTo>
                      <a:pt x="77" y="182"/>
                    </a:lnTo>
                    <a:lnTo>
                      <a:pt x="78" y="175"/>
                    </a:lnTo>
                    <a:lnTo>
                      <a:pt x="82" y="166"/>
                    </a:lnTo>
                    <a:lnTo>
                      <a:pt x="75" y="165"/>
                    </a:lnTo>
                    <a:lnTo>
                      <a:pt x="67" y="165"/>
                    </a:lnTo>
                    <a:lnTo>
                      <a:pt x="52" y="156"/>
                    </a:lnTo>
                    <a:lnTo>
                      <a:pt x="43" y="144"/>
                    </a:lnTo>
                    <a:lnTo>
                      <a:pt x="40" y="137"/>
                    </a:lnTo>
                    <a:lnTo>
                      <a:pt x="49" y="136"/>
                    </a:lnTo>
                    <a:lnTo>
                      <a:pt x="52" y="127"/>
                    </a:lnTo>
                    <a:lnTo>
                      <a:pt x="51" y="120"/>
                    </a:lnTo>
                    <a:lnTo>
                      <a:pt x="37" y="111"/>
                    </a:lnTo>
                    <a:lnTo>
                      <a:pt x="32" y="106"/>
                    </a:lnTo>
                    <a:lnTo>
                      <a:pt x="27" y="99"/>
                    </a:lnTo>
                    <a:lnTo>
                      <a:pt x="24" y="91"/>
                    </a:lnTo>
                    <a:lnTo>
                      <a:pt x="24" y="83"/>
                    </a:lnTo>
                    <a:lnTo>
                      <a:pt x="29" y="77"/>
                    </a:lnTo>
                    <a:lnTo>
                      <a:pt x="28" y="69"/>
                    </a:lnTo>
                    <a:lnTo>
                      <a:pt x="21" y="64"/>
                    </a:lnTo>
                    <a:lnTo>
                      <a:pt x="13" y="64"/>
                    </a:lnTo>
                    <a:lnTo>
                      <a:pt x="3" y="51"/>
                    </a:lnTo>
                    <a:lnTo>
                      <a:pt x="1" y="43"/>
                    </a:lnTo>
                    <a:lnTo>
                      <a:pt x="0" y="43"/>
                    </a:lnTo>
                    <a:lnTo>
                      <a:pt x="5" y="42"/>
                    </a:lnTo>
                    <a:lnTo>
                      <a:pt x="19" y="32"/>
                    </a:lnTo>
                    <a:lnTo>
                      <a:pt x="27" y="34"/>
                    </a:lnTo>
                    <a:lnTo>
                      <a:pt x="34" y="36"/>
                    </a:lnTo>
                    <a:lnTo>
                      <a:pt x="40" y="42"/>
                    </a:lnTo>
                    <a:lnTo>
                      <a:pt x="55" y="50"/>
                    </a:lnTo>
                    <a:lnTo>
                      <a:pt x="64" y="48"/>
                    </a:lnTo>
                    <a:lnTo>
                      <a:pt x="78" y="55"/>
                    </a:lnTo>
                    <a:lnTo>
                      <a:pt x="87" y="56"/>
                    </a:lnTo>
                    <a:lnTo>
                      <a:pt x="91" y="50"/>
                    </a:lnTo>
                    <a:lnTo>
                      <a:pt x="88" y="42"/>
                    </a:lnTo>
                    <a:lnTo>
                      <a:pt x="75" y="32"/>
                    </a:lnTo>
                    <a:lnTo>
                      <a:pt x="72" y="25"/>
                    </a:lnTo>
                    <a:lnTo>
                      <a:pt x="66" y="19"/>
                    </a:lnTo>
                    <a:lnTo>
                      <a:pt x="67" y="10"/>
                    </a:lnTo>
                    <a:lnTo>
                      <a:pt x="78" y="0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53" name="Freeform 110">
              <a:extLst>
                <a:ext uri="{FF2B5EF4-FFF2-40B4-BE49-F238E27FC236}">
                  <a16:creationId xmlns:a16="http://schemas.microsoft.com/office/drawing/2014/main" id="{242A8B1C-CCC1-1200-2A7B-4A74110BBDB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964020" y="2744595"/>
              <a:ext cx="7899" cy="10537"/>
            </a:xfrm>
            <a:custGeom>
              <a:avLst/>
              <a:gdLst/>
              <a:ahLst/>
              <a:cxnLst>
                <a:cxn ang="0">
                  <a:pos x="16" y="19"/>
                </a:cxn>
                <a:cxn ang="0">
                  <a:pos x="14" y="12"/>
                </a:cxn>
                <a:cxn ang="0">
                  <a:pos x="5" y="0"/>
                </a:cxn>
                <a:cxn ang="0">
                  <a:pos x="0" y="6"/>
                </a:cxn>
                <a:cxn ang="0">
                  <a:pos x="1" y="13"/>
                </a:cxn>
                <a:cxn ang="0">
                  <a:pos x="3" y="21"/>
                </a:cxn>
                <a:cxn ang="0">
                  <a:pos x="12" y="22"/>
                </a:cxn>
                <a:cxn ang="0">
                  <a:pos x="16" y="19"/>
                </a:cxn>
              </a:cxnLst>
              <a:rect l="0" t="0" r="r" b="b"/>
              <a:pathLst>
                <a:path w="16" h="22">
                  <a:moveTo>
                    <a:pt x="16" y="19"/>
                  </a:moveTo>
                  <a:lnTo>
                    <a:pt x="14" y="12"/>
                  </a:lnTo>
                  <a:lnTo>
                    <a:pt x="5" y="0"/>
                  </a:lnTo>
                  <a:lnTo>
                    <a:pt x="0" y="6"/>
                  </a:lnTo>
                  <a:lnTo>
                    <a:pt x="1" y="13"/>
                  </a:lnTo>
                  <a:lnTo>
                    <a:pt x="3" y="21"/>
                  </a:lnTo>
                  <a:lnTo>
                    <a:pt x="12" y="22"/>
                  </a:lnTo>
                  <a:lnTo>
                    <a:pt x="16" y="1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54" name="Freeform 111">
              <a:extLst>
                <a:ext uri="{FF2B5EF4-FFF2-40B4-BE49-F238E27FC236}">
                  <a16:creationId xmlns:a16="http://schemas.microsoft.com/office/drawing/2014/main" id="{D7CDF962-CDFE-0385-C1A0-457BB6B6CCA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985083" y="2749863"/>
              <a:ext cx="7899" cy="5268"/>
            </a:xfrm>
            <a:custGeom>
              <a:avLst/>
              <a:gdLst/>
              <a:ahLst/>
              <a:cxnLst>
                <a:cxn ang="0">
                  <a:pos x="15" y="4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6" y="9"/>
                </a:cxn>
                <a:cxn ang="0">
                  <a:pos x="14" y="6"/>
                </a:cxn>
                <a:cxn ang="0">
                  <a:pos x="15" y="4"/>
                </a:cxn>
              </a:cxnLst>
              <a:rect l="0" t="0" r="r" b="b"/>
              <a:pathLst>
                <a:path w="15" h="9">
                  <a:moveTo>
                    <a:pt x="15" y="4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6" y="9"/>
                  </a:lnTo>
                  <a:lnTo>
                    <a:pt x="14" y="6"/>
                  </a:lnTo>
                  <a:lnTo>
                    <a:pt x="15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55" name="Freeform 112">
              <a:extLst>
                <a:ext uri="{FF2B5EF4-FFF2-40B4-BE49-F238E27FC236}">
                  <a16:creationId xmlns:a16="http://schemas.microsoft.com/office/drawing/2014/main" id="{FB15DAB5-A792-DE3C-2B5D-DA67D16B756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948223" y="2755130"/>
              <a:ext cx="5266" cy="7902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2" y="8"/>
                </a:cxn>
                <a:cxn ang="0">
                  <a:pos x="11" y="8"/>
                </a:cxn>
                <a:cxn ang="0">
                  <a:pos x="12" y="6"/>
                </a:cxn>
              </a:cxnLst>
              <a:rect l="0" t="0" r="r" b="b"/>
              <a:pathLst>
                <a:path w="12" h="8">
                  <a:moveTo>
                    <a:pt x="12" y="6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2" y="8"/>
                  </a:lnTo>
                  <a:lnTo>
                    <a:pt x="11" y="8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56" name="Freeform 113">
              <a:extLst>
                <a:ext uri="{FF2B5EF4-FFF2-40B4-BE49-F238E27FC236}">
                  <a16:creationId xmlns:a16="http://schemas.microsoft.com/office/drawing/2014/main" id="{ACA72EF6-1150-6758-AE1E-1DB9977BBB1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605950" y="2818347"/>
              <a:ext cx="489714" cy="371396"/>
            </a:xfrm>
            <a:custGeom>
              <a:avLst/>
              <a:gdLst/>
              <a:ahLst/>
              <a:cxnLst>
                <a:cxn ang="0">
                  <a:pos x="65" y="487"/>
                </a:cxn>
                <a:cxn ang="0">
                  <a:pos x="14" y="447"/>
                </a:cxn>
                <a:cxn ang="0">
                  <a:pos x="3" y="371"/>
                </a:cxn>
                <a:cxn ang="0">
                  <a:pos x="0" y="299"/>
                </a:cxn>
                <a:cxn ang="0">
                  <a:pos x="40" y="223"/>
                </a:cxn>
                <a:cxn ang="0">
                  <a:pos x="57" y="206"/>
                </a:cxn>
                <a:cxn ang="0">
                  <a:pos x="98" y="221"/>
                </a:cxn>
                <a:cxn ang="0">
                  <a:pos x="139" y="210"/>
                </a:cxn>
                <a:cxn ang="0">
                  <a:pos x="146" y="184"/>
                </a:cxn>
                <a:cxn ang="0">
                  <a:pos x="186" y="168"/>
                </a:cxn>
                <a:cxn ang="0">
                  <a:pos x="224" y="142"/>
                </a:cxn>
                <a:cxn ang="0">
                  <a:pos x="235" y="95"/>
                </a:cxn>
                <a:cxn ang="0">
                  <a:pos x="259" y="83"/>
                </a:cxn>
                <a:cxn ang="0">
                  <a:pos x="283" y="65"/>
                </a:cxn>
                <a:cxn ang="0">
                  <a:pos x="331" y="77"/>
                </a:cxn>
                <a:cxn ang="0">
                  <a:pos x="396" y="82"/>
                </a:cxn>
                <a:cxn ang="0">
                  <a:pos x="430" y="94"/>
                </a:cxn>
                <a:cxn ang="0">
                  <a:pos x="462" y="81"/>
                </a:cxn>
                <a:cxn ang="0">
                  <a:pos x="489" y="87"/>
                </a:cxn>
                <a:cxn ang="0">
                  <a:pos x="500" y="59"/>
                </a:cxn>
                <a:cxn ang="0">
                  <a:pos x="528" y="63"/>
                </a:cxn>
                <a:cxn ang="0">
                  <a:pos x="542" y="27"/>
                </a:cxn>
                <a:cxn ang="0">
                  <a:pos x="567" y="3"/>
                </a:cxn>
                <a:cxn ang="0">
                  <a:pos x="590" y="28"/>
                </a:cxn>
                <a:cxn ang="0">
                  <a:pos x="606" y="38"/>
                </a:cxn>
                <a:cxn ang="0">
                  <a:pos x="605" y="62"/>
                </a:cxn>
                <a:cxn ang="0">
                  <a:pos x="601" y="100"/>
                </a:cxn>
                <a:cxn ang="0">
                  <a:pos x="623" y="122"/>
                </a:cxn>
                <a:cxn ang="0">
                  <a:pos x="676" y="92"/>
                </a:cxn>
                <a:cxn ang="0">
                  <a:pos x="704" y="75"/>
                </a:cxn>
                <a:cxn ang="0">
                  <a:pos x="727" y="73"/>
                </a:cxn>
                <a:cxn ang="0">
                  <a:pos x="741" y="81"/>
                </a:cxn>
                <a:cxn ang="0">
                  <a:pos x="778" y="77"/>
                </a:cxn>
                <a:cxn ang="0">
                  <a:pos x="785" y="84"/>
                </a:cxn>
                <a:cxn ang="0">
                  <a:pos x="768" y="94"/>
                </a:cxn>
                <a:cxn ang="0">
                  <a:pos x="759" y="108"/>
                </a:cxn>
                <a:cxn ang="0">
                  <a:pos x="725" y="109"/>
                </a:cxn>
                <a:cxn ang="0">
                  <a:pos x="665" y="114"/>
                </a:cxn>
                <a:cxn ang="0">
                  <a:pos x="638" y="129"/>
                </a:cxn>
                <a:cxn ang="0">
                  <a:pos x="622" y="141"/>
                </a:cxn>
                <a:cxn ang="0">
                  <a:pos x="594" y="158"/>
                </a:cxn>
                <a:cxn ang="0">
                  <a:pos x="605" y="183"/>
                </a:cxn>
                <a:cxn ang="0">
                  <a:pos x="608" y="218"/>
                </a:cxn>
                <a:cxn ang="0">
                  <a:pos x="592" y="249"/>
                </a:cxn>
                <a:cxn ang="0">
                  <a:pos x="582" y="277"/>
                </a:cxn>
                <a:cxn ang="0">
                  <a:pos x="569" y="304"/>
                </a:cxn>
                <a:cxn ang="0">
                  <a:pos x="520" y="302"/>
                </a:cxn>
                <a:cxn ang="0">
                  <a:pos x="535" y="336"/>
                </a:cxn>
                <a:cxn ang="0">
                  <a:pos x="517" y="361"/>
                </a:cxn>
                <a:cxn ang="0">
                  <a:pos x="489" y="384"/>
                </a:cxn>
                <a:cxn ang="0">
                  <a:pos x="481" y="404"/>
                </a:cxn>
                <a:cxn ang="0">
                  <a:pos x="463" y="460"/>
                </a:cxn>
                <a:cxn ang="0">
                  <a:pos x="444" y="445"/>
                </a:cxn>
                <a:cxn ang="0">
                  <a:pos x="425" y="448"/>
                </a:cxn>
                <a:cxn ang="0">
                  <a:pos x="391" y="468"/>
                </a:cxn>
                <a:cxn ang="0">
                  <a:pos x="390" y="479"/>
                </a:cxn>
                <a:cxn ang="0">
                  <a:pos x="352" y="476"/>
                </a:cxn>
                <a:cxn ang="0">
                  <a:pos x="321" y="520"/>
                </a:cxn>
                <a:cxn ang="0">
                  <a:pos x="321" y="566"/>
                </a:cxn>
                <a:cxn ang="0">
                  <a:pos x="226" y="587"/>
                </a:cxn>
                <a:cxn ang="0">
                  <a:pos x="197" y="599"/>
                </a:cxn>
                <a:cxn ang="0">
                  <a:pos x="129" y="594"/>
                </a:cxn>
                <a:cxn ang="0">
                  <a:pos x="101" y="598"/>
                </a:cxn>
              </a:cxnLst>
              <a:rect l="0" t="0" r="r" b="b"/>
              <a:pathLst>
                <a:path w="788" h="599">
                  <a:moveTo>
                    <a:pt x="24" y="572"/>
                  </a:moveTo>
                  <a:lnTo>
                    <a:pt x="36" y="547"/>
                  </a:lnTo>
                  <a:lnTo>
                    <a:pt x="59" y="519"/>
                  </a:lnTo>
                  <a:lnTo>
                    <a:pt x="65" y="502"/>
                  </a:lnTo>
                  <a:lnTo>
                    <a:pt x="65" y="487"/>
                  </a:lnTo>
                  <a:lnTo>
                    <a:pt x="59" y="471"/>
                  </a:lnTo>
                  <a:lnTo>
                    <a:pt x="48" y="461"/>
                  </a:lnTo>
                  <a:lnTo>
                    <a:pt x="36" y="461"/>
                  </a:lnTo>
                  <a:lnTo>
                    <a:pt x="24" y="458"/>
                  </a:lnTo>
                  <a:lnTo>
                    <a:pt x="14" y="447"/>
                  </a:lnTo>
                  <a:lnTo>
                    <a:pt x="12" y="434"/>
                  </a:lnTo>
                  <a:lnTo>
                    <a:pt x="15" y="417"/>
                  </a:lnTo>
                  <a:lnTo>
                    <a:pt x="12" y="399"/>
                  </a:lnTo>
                  <a:lnTo>
                    <a:pt x="6" y="383"/>
                  </a:lnTo>
                  <a:lnTo>
                    <a:pt x="3" y="371"/>
                  </a:lnTo>
                  <a:lnTo>
                    <a:pt x="6" y="353"/>
                  </a:lnTo>
                  <a:lnTo>
                    <a:pt x="15" y="335"/>
                  </a:lnTo>
                  <a:lnTo>
                    <a:pt x="14" y="324"/>
                  </a:lnTo>
                  <a:lnTo>
                    <a:pt x="0" y="319"/>
                  </a:lnTo>
                  <a:lnTo>
                    <a:pt x="0" y="299"/>
                  </a:lnTo>
                  <a:lnTo>
                    <a:pt x="0" y="289"/>
                  </a:lnTo>
                  <a:lnTo>
                    <a:pt x="21" y="281"/>
                  </a:lnTo>
                  <a:lnTo>
                    <a:pt x="21" y="266"/>
                  </a:lnTo>
                  <a:lnTo>
                    <a:pt x="35" y="244"/>
                  </a:lnTo>
                  <a:lnTo>
                    <a:pt x="40" y="223"/>
                  </a:lnTo>
                  <a:lnTo>
                    <a:pt x="40" y="206"/>
                  </a:lnTo>
                  <a:lnTo>
                    <a:pt x="42" y="192"/>
                  </a:lnTo>
                  <a:lnTo>
                    <a:pt x="48" y="196"/>
                  </a:lnTo>
                  <a:lnTo>
                    <a:pt x="54" y="202"/>
                  </a:lnTo>
                  <a:lnTo>
                    <a:pt x="57" y="206"/>
                  </a:lnTo>
                  <a:lnTo>
                    <a:pt x="68" y="208"/>
                  </a:lnTo>
                  <a:lnTo>
                    <a:pt x="80" y="206"/>
                  </a:lnTo>
                  <a:lnTo>
                    <a:pt x="86" y="211"/>
                  </a:lnTo>
                  <a:lnTo>
                    <a:pt x="94" y="215"/>
                  </a:lnTo>
                  <a:lnTo>
                    <a:pt x="98" y="221"/>
                  </a:lnTo>
                  <a:lnTo>
                    <a:pt x="103" y="221"/>
                  </a:lnTo>
                  <a:lnTo>
                    <a:pt x="111" y="219"/>
                  </a:lnTo>
                  <a:lnTo>
                    <a:pt x="124" y="219"/>
                  </a:lnTo>
                  <a:lnTo>
                    <a:pt x="130" y="213"/>
                  </a:lnTo>
                  <a:lnTo>
                    <a:pt x="139" y="210"/>
                  </a:lnTo>
                  <a:lnTo>
                    <a:pt x="143" y="207"/>
                  </a:lnTo>
                  <a:lnTo>
                    <a:pt x="145" y="195"/>
                  </a:lnTo>
                  <a:lnTo>
                    <a:pt x="149" y="194"/>
                  </a:lnTo>
                  <a:lnTo>
                    <a:pt x="153" y="189"/>
                  </a:lnTo>
                  <a:lnTo>
                    <a:pt x="146" y="184"/>
                  </a:lnTo>
                  <a:lnTo>
                    <a:pt x="146" y="178"/>
                  </a:lnTo>
                  <a:lnTo>
                    <a:pt x="154" y="179"/>
                  </a:lnTo>
                  <a:lnTo>
                    <a:pt x="160" y="176"/>
                  </a:lnTo>
                  <a:lnTo>
                    <a:pt x="178" y="173"/>
                  </a:lnTo>
                  <a:lnTo>
                    <a:pt x="186" y="168"/>
                  </a:lnTo>
                  <a:lnTo>
                    <a:pt x="194" y="164"/>
                  </a:lnTo>
                  <a:lnTo>
                    <a:pt x="200" y="158"/>
                  </a:lnTo>
                  <a:lnTo>
                    <a:pt x="208" y="157"/>
                  </a:lnTo>
                  <a:lnTo>
                    <a:pt x="223" y="147"/>
                  </a:lnTo>
                  <a:lnTo>
                    <a:pt x="224" y="142"/>
                  </a:lnTo>
                  <a:lnTo>
                    <a:pt x="224" y="135"/>
                  </a:lnTo>
                  <a:lnTo>
                    <a:pt x="226" y="122"/>
                  </a:lnTo>
                  <a:lnTo>
                    <a:pt x="229" y="119"/>
                  </a:lnTo>
                  <a:lnTo>
                    <a:pt x="235" y="102"/>
                  </a:lnTo>
                  <a:lnTo>
                    <a:pt x="235" y="95"/>
                  </a:lnTo>
                  <a:lnTo>
                    <a:pt x="236" y="93"/>
                  </a:lnTo>
                  <a:lnTo>
                    <a:pt x="240" y="89"/>
                  </a:lnTo>
                  <a:lnTo>
                    <a:pt x="245" y="83"/>
                  </a:lnTo>
                  <a:lnTo>
                    <a:pt x="253" y="82"/>
                  </a:lnTo>
                  <a:lnTo>
                    <a:pt x="259" y="83"/>
                  </a:lnTo>
                  <a:lnTo>
                    <a:pt x="274" y="83"/>
                  </a:lnTo>
                  <a:lnTo>
                    <a:pt x="277" y="82"/>
                  </a:lnTo>
                  <a:lnTo>
                    <a:pt x="279" y="77"/>
                  </a:lnTo>
                  <a:lnTo>
                    <a:pt x="280" y="68"/>
                  </a:lnTo>
                  <a:lnTo>
                    <a:pt x="283" y="65"/>
                  </a:lnTo>
                  <a:lnTo>
                    <a:pt x="288" y="65"/>
                  </a:lnTo>
                  <a:lnTo>
                    <a:pt x="293" y="65"/>
                  </a:lnTo>
                  <a:lnTo>
                    <a:pt x="306" y="73"/>
                  </a:lnTo>
                  <a:lnTo>
                    <a:pt x="316" y="77"/>
                  </a:lnTo>
                  <a:lnTo>
                    <a:pt x="331" y="77"/>
                  </a:lnTo>
                  <a:lnTo>
                    <a:pt x="360" y="76"/>
                  </a:lnTo>
                  <a:lnTo>
                    <a:pt x="366" y="78"/>
                  </a:lnTo>
                  <a:lnTo>
                    <a:pt x="374" y="83"/>
                  </a:lnTo>
                  <a:lnTo>
                    <a:pt x="383" y="81"/>
                  </a:lnTo>
                  <a:lnTo>
                    <a:pt x="396" y="82"/>
                  </a:lnTo>
                  <a:lnTo>
                    <a:pt x="401" y="87"/>
                  </a:lnTo>
                  <a:lnTo>
                    <a:pt x="414" y="102"/>
                  </a:lnTo>
                  <a:lnTo>
                    <a:pt x="422" y="99"/>
                  </a:lnTo>
                  <a:lnTo>
                    <a:pt x="429" y="99"/>
                  </a:lnTo>
                  <a:lnTo>
                    <a:pt x="430" y="94"/>
                  </a:lnTo>
                  <a:lnTo>
                    <a:pt x="444" y="87"/>
                  </a:lnTo>
                  <a:lnTo>
                    <a:pt x="449" y="86"/>
                  </a:lnTo>
                  <a:lnTo>
                    <a:pt x="453" y="87"/>
                  </a:lnTo>
                  <a:lnTo>
                    <a:pt x="456" y="83"/>
                  </a:lnTo>
                  <a:lnTo>
                    <a:pt x="462" y="81"/>
                  </a:lnTo>
                  <a:lnTo>
                    <a:pt x="466" y="82"/>
                  </a:lnTo>
                  <a:lnTo>
                    <a:pt x="471" y="87"/>
                  </a:lnTo>
                  <a:lnTo>
                    <a:pt x="484" y="92"/>
                  </a:lnTo>
                  <a:lnTo>
                    <a:pt x="488" y="89"/>
                  </a:lnTo>
                  <a:lnTo>
                    <a:pt x="489" y="87"/>
                  </a:lnTo>
                  <a:lnTo>
                    <a:pt x="489" y="82"/>
                  </a:lnTo>
                  <a:lnTo>
                    <a:pt x="487" y="78"/>
                  </a:lnTo>
                  <a:lnTo>
                    <a:pt x="485" y="71"/>
                  </a:lnTo>
                  <a:lnTo>
                    <a:pt x="495" y="59"/>
                  </a:lnTo>
                  <a:lnTo>
                    <a:pt x="500" y="59"/>
                  </a:lnTo>
                  <a:lnTo>
                    <a:pt x="506" y="61"/>
                  </a:lnTo>
                  <a:lnTo>
                    <a:pt x="514" y="59"/>
                  </a:lnTo>
                  <a:lnTo>
                    <a:pt x="522" y="65"/>
                  </a:lnTo>
                  <a:lnTo>
                    <a:pt x="526" y="65"/>
                  </a:lnTo>
                  <a:lnTo>
                    <a:pt x="528" y="63"/>
                  </a:lnTo>
                  <a:lnTo>
                    <a:pt x="536" y="56"/>
                  </a:lnTo>
                  <a:lnTo>
                    <a:pt x="537" y="51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42" y="27"/>
                  </a:lnTo>
                  <a:lnTo>
                    <a:pt x="553" y="11"/>
                  </a:lnTo>
                  <a:lnTo>
                    <a:pt x="555" y="9"/>
                  </a:lnTo>
                  <a:lnTo>
                    <a:pt x="559" y="3"/>
                  </a:lnTo>
                  <a:lnTo>
                    <a:pt x="560" y="2"/>
                  </a:lnTo>
                  <a:lnTo>
                    <a:pt x="567" y="3"/>
                  </a:lnTo>
                  <a:lnTo>
                    <a:pt x="571" y="0"/>
                  </a:lnTo>
                  <a:lnTo>
                    <a:pt x="581" y="2"/>
                  </a:lnTo>
                  <a:lnTo>
                    <a:pt x="594" y="14"/>
                  </a:lnTo>
                  <a:lnTo>
                    <a:pt x="594" y="20"/>
                  </a:lnTo>
                  <a:lnTo>
                    <a:pt x="590" y="28"/>
                  </a:lnTo>
                  <a:lnTo>
                    <a:pt x="590" y="33"/>
                  </a:lnTo>
                  <a:lnTo>
                    <a:pt x="591" y="35"/>
                  </a:lnTo>
                  <a:lnTo>
                    <a:pt x="596" y="38"/>
                  </a:lnTo>
                  <a:lnTo>
                    <a:pt x="602" y="36"/>
                  </a:lnTo>
                  <a:lnTo>
                    <a:pt x="606" y="38"/>
                  </a:lnTo>
                  <a:lnTo>
                    <a:pt x="606" y="40"/>
                  </a:lnTo>
                  <a:lnTo>
                    <a:pt x="607" y="44"/>
                  </a:lnTo>
                  <a:lnTo>
                    <a:pt x="605" y="46"/>
                  </a:lnTo>
                  <a:lnTo>
                    <a:pt x="603" y="51"/>
                  </a:lnTo>
                  <a:lnTo>
                    <a:pt x="605" y="62"/>
                  </a:lnTo>
                  <a:lnTo>
                    <a:pt x="603" y="67"/>
                  </a:lnTo>
                  <a:lnTo>
                    <a:pt x="601" y="72"/>
                  </a:lnTo>
                  <a:lnTo>
                    <a:pt x="601" y="82"/>
                  </a:lnTo>
                  <a:lnTo>
                    <a:pt x="598" y="92"/>
                  </a:lnTo>
                  <a:lnTo>
                    <a:pt x="601" y="100"/>
                  </a:lnTo>
                  <a:lnTo>
                    <a:pt x="607" y="111"/>
                  </a:lnTo>
                  <a:lnTo>
                    <a:pt x="612" y="122"/>
                  </a:lnTo>
                  <a:lnTo>
                    <a:pt x="613" y="124"/>
                  </a:lnTo>
                  <a:lnTo>
                    <a:pt x="618" y="125"/>
                  </a:lnTo>
                  <a:lnTo>
                    <a:pt x="623" y="122"/>
                  </a:lnTo>
                  <a:lnTo>
                    <a:pt x="635" y="115"/>
                  </a:lnTo>
                  <a:lnTo>
                    <a:pt x="648" y="105"/>
                  </a:lnTo>
                  <a:lnTo>
                    <a:pt x="670" y="99"/>
                  </a:lnTo>
                  <a:lnTo>
                    <a:pt x="671" y="98"/>
                  </a:lnTo>
                  <a:lnTo>
                    <a:pt x="676" y="92"/>
                  </a:lnTo>
                  <a:lnTo>
                    <a:pt x="683" y="87"/>
                  </a:lnTo>
                  <a:lnTo>
                    <a:pt x="684" y="84"/>
                  </a:lnTo>
                  <a:lnTo>
                    <a:pt x="689" y="83"/>
                  </a:lnTo>
                  <a:lnTo>
                    <a:pt x="699" y="77"/>
                  </a:lnTo>
                  <a:lnTo>
                    <a:pt x="704" y="75"/>
                  </a:lnTo>
                  <a:lnTo>
                    <a:pt x="711" y="70"/>
                  </a:lnTo>
                  <a:lnTo>
                    <a:pt x="716" y="70"/>
                  </a:lnTo>
                  <a:lnTo>
                    <a:pt x="720" y="72"/>
                  </a:lnTo>
                  <a:lnTo>
                    <a:pt x="723" y="73"/>
                  </a:lnTo>
                  <a:lnTo>
                    <a:pt x="727" y="73"/>
                  </a:lnTo>
                  <a:lnTo>
                    <a:pt x="729" y="83"/>
                  </a:lnTo>
                  <a:lnTo>
                    <a:pt x="731" y="87"/>
                  </a:lnTo>
                  <a:lnTo>
                    <a:pt x="734" y="86"/>
                  </a:lnTo>
                  <a:lnTo>
                    <a:pt x="741" y="79"/>
                  </a:lnTo>
                  <a:lnTo>
                    <a:pt x="741" y="81"/>
                  </a:lnTo>
                  <a:lnTo>
                    <a:pt x="743" y="81"/>
                  </a:lnTo>
                  <a:lnTo>
                    <a:pt x="756" y="76"/>
                  </a:lnTo>
                  <a:lnTo>
                    <a:pt x="767" y="75"/>
                  </a:lnTo>
                  <a:lnTo>
                    <a:pt x="773" y="75"/>
                  </a:lnTo>
                  <a:lnTo>
                    <a:pt x="778" y="77"/>
                  </a:lnTo>
                  <a:lnTo>
                    <a:pt x="785" y="77"/>
                  </a:lnTo>
                  <a:lnTo>
                    <a:pt x="788" y="81"/>
                  </a:lnTo>
                  <a:lnTo>
                    <a:pt x="788" y="83"/>
                  </a:lnTo>
                  <a:lnTo>
                    <a:pt x="783" y="84"/>
                  </a:lnTo>
                  <a:lnTo>
                    <a:pt x="785" y="84"/>
                  </a:lnTo>
                  <a:lnTo>
                    <a:pt x="783" y="84"/>
                  </a:lnTo>
                  <a:lnTo>
                    <a:pt x="778" y="83"/>
                  </a:lnTo>
                  <a:lnTo>
                    <a:pt x="774" y="83"/>
                  </a:lnTo>
                  <a:lnTo>
                    <a:pt x="766" y="92"/>
                  </a:lnTo>
                  <a:lnTo>
                    <a:pt x="768" y="94"/>
                  </a:lnTo>
                  <a:lnTo>
                    <a:pt x="774" y="97"/>
                  </a:lnTo>
                  <a:lnTo>
                    <a:pt x="775" y="102"/>
                  </a:lnTo>
                  <a:lnTo>
                    <a:pt x="775" y="106"/>
                  </a:lnTo>
                  <a:lnTo>
                    <a:pt x="764" y="104"/>
                  </a:lnTo>
                  <a:lnTo>
                    <a:pt x="759" y="108"/>
                  </a:lnTo>
                  <a:lnTo>
                    <a:pt x="757" y="108"/>
                  </a:lnTo>
                  <a:lnTo>
                    <a:pt x="751" y="113"/>
                  </a:lnTo>
                  <a:lnTo>
                    <a:pt x="746" y="113"/>
                  </a:lnTo>
                  <a:lnTo>
                    <a:pt x="732" y="108"/>
                  </a:lnTo>
                  <a:lnTo>
                    <a:pt x="725" y="109"/>
                  </a:lnTo>
                  <a:lnTo>
                    <a:pt x="721" y="108"/>
                  </a:lnTo>
                  <a:lnTo>
                    <a:pt x="686" y="110"/>
                  </a:lnTo>
                  <a:lnTo>
                    <a:pt x="682" y="110"/>
                  </a:lnTo>
                  <a:lnTo>
                    <a:pt x="672" y="114"/>
                  </a:lnTo>
                  <a:lnTo>
                    <a:pt x="665" y="114"/>
                  </a:lnTo>
                  <a:lnTo>
                    <a:pt x="656" y="120"/>
                  </a:lnTo>
                  <a:lnTo>
                    <a:pt x="648" y="121"/>
                  </a:lnTo>
                  <a:lnTo>
                    <a:pt x="643" y="124"/>
                  </a:lnTo>
                  <a:lnTo>
                    <a:pt x="639" y="125"/>
                  </a:lnTo>
                  <a:lnTo>
                    <a:pt x="638" y="129"/>
                  </a:lnTo>
                  <a:lnTo>
                    <a:pt x="635" y="131"/>
                  </a:lnTo>
                  <a:lnTo>
                    <a:pt x="625" y="134"/>
                  </a:lnTo>
                  <a:lnTo>
                    <a:pt x="624" y="136"/>
                  </a:lnTo>
                  <a:lnTo>
                    <a:pt x="625" y="140"/>
                  </a:lnTo>
                  <a:lnTo>
                    <a:pt x="622" y="141"/>
                  </a:lnTo>
                  <a:lnTo>
                    <a:pt x="617" y="138"/>
                  </a:lnTo>
                  <a:lnTo>
                    <a:pt x="612" y="138"/>
                  </a:lnTo>
                  <a:lnTo>
                    <a:pt x="611" y="140"/>
                  </a:lnTo>
                  <a:lnTo>
                    <a:pt x="610" y="145"/>
                  </a:lnTo>
                  <a:lnTo>
                    <a:pt x="594" y="158"/>
                  </a:lnTo>
                  <a:lnTo>
                    <a:pt x="590" y="162"/>
                  </a:lnTo>
                  <a:lnTo>
                    <a:pt x="589" y="168"/>
                  </a:lnTo>
                  <a:lnTo>
                    <a:pt x="590" y="170"/>
                  </a:lnTo>
                  <a:lnTo>
                    <a:pt x="598" y="175"/>
                  </a:lnTo>
                  <a:lnTo>
                    <a:pt x="605" y="183"/>
                  </a:lnTo>
                  <a:lnTo>
                    <a:pt x="608" y="196"/>
                  </a:lnTo>
                  <a:lnTo>
                    <a:pt x="612" y="206"/>
                  </a:lnTo>
                  <a:lnTo>
                    <a:pt x="612" y="207"/>
                  </a:lnTo>
                  <a:lnTo>
                    <a:pt x="608" y="216"/>
                  </a:lnTo>
                  <a:lnTo>
                    <a:pt x="608" y="218"/>
                  </a:lnTo>
                  <a:lnTo>
                    <a:pt x="611" y="222"/>
                  </a:lnTo>
                  <a:lnTo>
                    <a:pt x="610" y="228"/>
                  </a:lnTo>
                  <a:lnTo>
                    <a:pt x="606" y="235"/>
                  </a:lnTo>
                  <a:lnTo>
                    <a:pt x="601" y="243"/>
                  </a:lnTo>
                  <a:lnTo>
                    <a:pt x="592" y="249"/>
                  </a:lnTo>
                  <a:lnTo>
                    <a:pt x="585" y="258"/>
                  </a:lnTo>
                  <a:lnTo>
                    <a:pt x="581" y="265"/>
                  </a:lnTo>
                  <a:lnTo>
                    <a:pt x="578" y="269"/>
                  </a:lnTo>
                  <a:lnTo>
                    <a:pt x="578" y="275"/>
                  </a:lnTo>
                  <a:lnTo>
                    <a:pt x="582" y="277"/>
                  </a:lnTo>
                  <a:lnTo>
                    <a:pt x="586" y="280"/>
                  </a:lnTo>
                  <a:lnTo>
                    <a:pt x="582" y="283"/>
                  </a:lnTo>
                  <a:lnTo>
                    <a:pt x="582" y="291"/>
                  </a:lnTo>
                  <a:lnTo>
                    <a:pt x="575" y="301"/>
                  </a:lnTo>
                  <a:lnTo>
                    <a:pt x="569" y="304"/>
                  </a:lnTo>
                  <a:lnTo>
                    <a:pt x="558" y="307"/>
                  </a:lnTo>
                  <a:lnTo>
                    <a:pt x="547" y="305"/>
                  </a:lnTo>
                  <a:lnTo>
                    <a:pt x="528" y="301"/>
                  </a:lnTo>
                  <a:lnTo>
                    <a:pt x="524" y="299"/>
                  </a:lnTo>
                  <a:lnTo>
                    <a:pt x="520" y="302"/>
                  </a:lnTo>
                  <a:lnTo>
                    <a:pt x="517" y="307"/>
                  </a:lnTo>
                  <a:lnTo>
                    <a:pt x="520" y="310"/>
                  </a:lnTo>
                  <a:lnTo>
                    <a:pt x="525" y="320"/>
                  </a:lnTo>
                  <a:lnTo>
                    <a:pt x="530" y="320"/>
                  </a:lnTo>
                  <a:lnTo>
                    <a:pt x="535" y="336"/>
                  </a:lnTo>
                  <a:lnTo>
                    <a:pt x="539" y="341"/>
                  </a:lnTo>
                  <a:lnTo>
                    <a:pt x="539" y="345"/>
                  </a:lnTo>
                  <a:lnTo>
                    <a:pt x="533" y="351"/>
                  </a:lnTo>
                  <a:lnTo>
                    <a:pt x="527" y="353"/>
                  </a:lnTo>
                  <a:lnTo>
                    <a:pt x="517" y="361"/>
                  </a:lnTo>
                  <a:lnTo>
                    <a:pt x="509" y="360"/>
                  </a:lnTo>
                  <a:lnTo>
                    <a:pt x="498" y="363"/>
                  </a:lnTo>
                  <a:lnTo>
                    <a:pt x="496" y="377"/>
                  </a:lnTo>
                  <a:lnTo>
                    <a:pt x="490" y="379"/>
                  </a:lnTo>
                  <a:lnTo>
                    <a:pt x="489" y="384"/>
                  </a:lnTo>
                  <a:lnTo>
                    <a:pt x="490" y="390"/>
                  </a:lnTo>
                  <a:lnTo>
                    <a:pt x="489" y="394"/>
                  </a:lnTo>
                  <a:lnTo>
                    <a:pt x="487" y="394"/>
                  </a:lnTo>
                  <a:lnTo>
                    <a:pt x="483" y="399"/>
                  </a:lnTo>
                  <a:lnTo>
                    <a:pt x="481" y="404"/>
                  </a:lnTo>
                  <a:lnTo>
                    <a:pt x="479" y="407"/>
                  </a:lnTo>
                  <a:lnTo>
                    <a:pt x="481" y="425"/>
                  </a:lnTo>
                  <a:lnTo>
                    <a:pt x="483" y="437"/>
                  </a:lnTo>
                  <a:lnTo>
                    <a:pt x="483" y="439"/>
                  </a:lnTo>
                  <a:lnTo>
                    <a:pt x="463" y="460"/>
                  </a:lnTo>
                  <a:lnTo>
                    <a:pt x="460" y="460"/>
                  </a:lnTo>
                  <a:lnTo>
                    <a:pt x="455" y="458"/>
                  </a:lnTo>
                  <a:lnTo>
                    <a:pt x="452" y="454"/>
                  </a:lnTo>
                  <a:lnTo>
                    <a:pt x="451" y="450"/>
                  </a:lnTo>
                  <a:lnTo>
                    <a:pt x="444" y="445"/>
                  </a:lnTo>
                  <a:lnTo>
                    <a:pt x="440" y="445"/>
                  </a:lnTo>
                  <a:lnTo>
                    <a:pt x="438" y="449"/>
                  </a:lnTo>
                  <a:lnTo>
                    <a:pt x="441" y="450"/>
                  </a:lnTo>
                  <a:lnTo>
                    <a:pt x="441" y="453"/>
                  </a:lnTo>
                  <a:lnTo>
                    <a:pt x="425" y="448"/>
                  </a:lnTo>
                  <a:lnTo>
                    <a:pt x="419" y="448"/>
                  </a:lnTo>
                  <a:lnTo>
                    <a:pt x="414" y="450"/>
                  </a:lnTo>
                  <a:lnTo>
                    <a:pt x="412" y="455"/>
                  </a:lnTo>
                  <a:lnTo>
                    <a:pt x="395" y="464"/>
                  </a:lnTo>
                  <a:lnTo>
                    <a:pt x="391" y="468"/>
                  </a:lnTo>
                  <a:lnTo>
                    <a:pt x="392" y="470"/>
                  </a:lnTo>
                  <a:lnTo>
                    <a:pt x="399" y="473"/>
                  </a:lnTo>
                  <a:lnTo>
                    <a:pt x="399" y="475"/>
                  </a:lnTo>
                  <a:lnTo>
                    <a:pt x="397" y="477"/>
                  </a:lnTo>
                  <a:lnTo>
                    <a:pt x="390" y="479"/>
                  </a:lnTo>
                  <a:lnTo>
                    <a:pt x="377" y="481"/>
                  </a:lnTo>
                  <a:lnTo>
                    <a:pt x="368" y="484"/>
                  </a:lnTo>
                  <a:lnTo>
                    <a:pt x="356" y="482"/>
                  </a:lnTo>
                  <a:lnTo>
                    <a:pt x="356" y="479"/>
                  </a:lnTo>
                  <a:lnTo>
                    <a:pt x="352" y="476"/>
                  </a:lnTo>
                  <a:lnTo>
                    <a:pt x="345" y="480"/>
                  </a:lnTo>
                  <a:lnTo>
                    <a:pt x="339" y="491"/>
                  </a:lnTo>
                  <a:lnTo>
                    <a:pt x="327" y="500"/>
                  </a:lnTo>
                  <a:lnTo>
                    <a:pt x="325" y="506"/>
                  </a:lnTo>
                  <a:lnTo>
                    <a:pt x="321" y="520"/>
                  </a:lnTo>
                  <a:lnTo>
                    <a:pt x="322" y="533"/>
                  </a:lnTo>
                  <a:lnTo>
                    <a:pt x="318" y="552"/>
                  </a:lnTo>
                  <a:lnTo>
                    <a:pt x="318" y="556"/>
                  </a:lnTo>
                  <a:lnTo>
                    <a:pt x="322" y="560"/>
                  </a:lnTo>
                  <a:lnTo>
                    <a:pt x="321" y="566"/>
                  </a:lnTo>
                  <a:lnTo>
                    <a:pt x="313" y="572"/>
                  </a:lnTo>
                  <a:lnTo>
                    <a:pt x="288" y="577"/>
                  </a:lnTo>
                  <a:lnTo>
                    <a:pt x="268" y="584"/>
                  </a:lnTo>
                  <a:lnTo>
                    <a:pt x="252" y="588"/>
                  </a:lnTo>
                  <a:lnTo>
                    <a:pt x="226" y="587"/>
                  </a:lnTo>
                  <a:lnTo>
                    <a:pt x="213" y="587"/>
                  </a:lnTo>
                  <a:lnTo>
                    <a:pt x="207" y="589"/>
                  </a:lnTo>
                  <a:lnTo>
                    <a:pt x="203" y="592"/>
                  </a:lnTo>
                  <a:lnTo>
                    <a:pt x="200" y="597"/>
                  </a:lnTo>
                  <a:lnTo>
                    <a:pt x="197" y="599"/>
                  </a:lnTo>
                  <a:lnTo>
                    <a:pt x="181" y="592"/>
                  </a:lnTo>
                  <a:lnTo>
                    <a:pt x="164" y="592"/>
                  </a:lnTo>
                  <a:lnTo>
                    <a:pt x="149" y="594"/>
                  </a:lnTo>
                  <a:lnTo>
                    <a:pt x="138" y="593"/>
                  </a:lnTo>
                  <a:lnTo>
                    <a:pt x="129" y="594"/>
                  </a:lnTo>
                  <a:lnTo>
                    <a:pt x="119" y="594"/>
                  </a:lnTo>
                  <a:lnTo>
                    <a:pt x="116" y="595"/>
                  </a:lnTo>
                  <a:lnTo>
                    <a:pt x="112" y="598"/>
                  </a:lnTo>
                  <a:lnTo>
                    <a:pt x="108" y="599"/>
                  </a:lnTo>
                  <a:lnTo>
                    <a:pt x="101" y="598"/>
                  </a:lnTo>
                  <a:lnTo>
                    <a:pt x="83" y="588"/>
                  </a:lnTo>
                  <a:lnTo>
                    <a:pt x="24" y="57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57" name="Freeform 114">
              <a:extLst>
                <a:ext uri="{FF2B5EF4-FFF2-40B4-BE49-F238E27FC236}">
                  <a16:creationId xmlns:a16="http://schemas.microsoft.com/office/drawing/2014/main" id="{99F8AF2E-F7BF-96C7-3E15-55CBA65EEB5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790742" y="4040531"/>
              <a:ext cx="368601" cy="39247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35" y="3"/>
                </a:cxn>
                <a:cxn ang="0">
                  <a:pos x="62" y="19"/>
                </a:cxn>
                <a:cxn ang="0">
                  <a:pos x="100" y="19"/>
                </a:cxn>
                <a:cxn ang="0">
                  <a:pos x="130" y="26"/>
                </a:cxn>
                <a:cxn ang="0">
                  <a:pos x="151" y="51"/>
                </a:cxn>
                <a:cxn ang="0">
                  <a:pos x="168" y="72"/>
                </a:cxn>
                <a:cxn ang="0">
                  <a:pos x="196" y="102"/>
                </a:cxn>
                <a:cxn ang="0">
                  <a:pos x="251" y="136"/>
                </a:cxn>
                <a:cxn ang="0">
                  <a:pos x="277" y="159"/>
                </a:cxn>
                <a:cxn ang="0">
                  <a:pos x="302" y="190"/>
                </a:cxn>
                <a:cxn ang="0">
                  <a:pos x="311" y="184"/>
                </a:cxn>
                <a:cxn ang="0">
                  <a:pos x="338" y="211"/>
                </a:cxn>
                <a:cxn ang="0">
                  <a:pos x="355" y="217"/>
                </a:cxn>
                <a:cxn ang="0">
                  <a:pos x="382" y="242"/>
                </a:cxn>
                <a:cxn ang="0">
                  <a:pos x="391" y="236"/>
                </a:cxn>
                <a:cxn ang="0">
                  <a:pos x="423" y="247"/>
                </a:cxn>
                <a:cxn ang="0">
                  <a:pos x="431" y="259"/>
                </a:cxn>
                <a:cxn ang="0">
                  <a:pos x="425" y="270"/>
                </a:cxn>
                <a:cxn ang="0">
                  <a:pos x="417" y="290"/>
                </a:cxn>
                <a:cxn ang="0">
                  <a:pos x="430" y="287"/>
                </a:cxn>
                <a:cxn ang="0">
                  <a:pos x="453" y="281"/>
                </a:cxn>
                <a:cxn ang="0">
                  <a:pos x="467" y="303"/>
                </a:cxn>
                <a:cxn ang="0">
                  <a:pos x="463" y="320"/>
                </a:cxn>
                <a:cxn ang="0">
                  <a:pos x="450" y="344"/>
                </a:cxn>
                <a:cxn ang="0">
                  <a:pos x="474" y="361"/>
                </a:cxn>
                <a:cxn ang="0">
                  <a:pos x="490" y="363"/>
                </a:cxn>
                <a:cxn ang="0">
                  <a:pos x="509" y="384"/>
                </a:cxn>
                <a:cxn ang="0">
                  <a:pos x="510" y="409"/>
                </a:cxn>
                <a:cxn ang="0">
                  <a:pos x="532" y="420"/>
                </a:cxn>
                <a:cxn ang="0">
                  <a:pos x="542" y="435"/>
                </a:cxn>
                <a:cxn ang="0">
                  <a:pos x="570" y="440"/>
                </a:cxn>
                <a:cxn ang="0">
                  <a:pos x="584" y="462"/>
                </a:cxn>
                <a:cxn ang="0">
                  <a:pos x="591" y="487"/>
                </a:cxn>
                <a:cxn ang="0">
                  <a:pos x="587" y="512"/>
                </a:cxn>
                <a:cxn ang="0">
                  <a:pos x="582" y="548"/>
                </a:cxn>
                <a:cxn ang="0">
                  <a:pos x="581" y="613"/>
                </a:cxn>
                <a:cxn ang="0">
                  <a:pos x="563" y="613"/>
                </a:cxn>
                <a:cxn ang="0">
                  <a:pos x="549" y="619"/>
                </a:cxn>
                <a:cxn ang="0">
                  <a:pos x="516" y="608"/>
                </a:cxn>
                <a:cxn ang="0">
                  <a:pos x="508" y="618"/>
                </a:cxn>
                <a:cxn ang="0">
                  <a:pos x="478" y="586"/>
                </a:cxn>
                <a:cxn ang="0">
                  <a:pos x="455" y="571"/>
                </a:cxn>
                <a:cxn ang="0">
                  <a:pos x="409" y="535"/>
                </a:cxn>
                <a:cxn ang="0">
                  <a:pos x="388" y="508"/>
                </a:cxn>
                <a:cxn ang="0">
                  <a:pos x="363" y="484"/>
                </a:cxn>
                <a:cxn ang="0">
                  <a:pos x="312" y="426"/>
                </a:cxn>
                <a:cxn ang="0">
                  <a:pos x="286" y="355"/>
                </a:cxn>
                <a:cxn ang="0">
                  <a:pos x="264" y="328"/>
                </a:cxn>
                <a:cxn ang="0">
                  <a:pos x="232" y="293"/>
                </a:cxn>
                <a:cxn ang="0">
                  <a:pos x="221" y="291"/>
                </a:cxn>
                <a:cxn ang="0">
                  <a:pos x="205" y="237"/>
                </a:cxn>
                <a:cxn ang="0">
                  <a:pos x="191" y="205"/>
                </a:cxn>
                <a:cxn ang="0">
                  <a:pos x="151" y="182"/>
                </a:cxn>
                <a:cxn ang="0">
                  <a:pos x="123" y="146"/>
                </a:cxn>
                <a:cxn ang="0">
                  <a:pos x="105" y="118"/>
                </a:cxn>
                <a:cxn ang="0">
                  <a:pos x="76" y="103"/>
                </a:cxn>
                <a:cxn ang="0">
                  <a:pos x="51" y="77"/>
                </a:cxn>
                <a:cxn ang="0">
                  <a:pos x="12" y="39"/>
                </a:cxn>
                <a:cxn ang="0">
                  <a:pos x="0" y="1"/>
                </a:cxn>
              </a:cxnLst>
              <a:rect l="0" t="0" r="r" b="b"/>
              <a:pathLst>
                <a:path w="594" h="626">
                  <a:moveTo>
                    <a:pt x="0" y="1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22" y="0"/>
                  </a:lnTo>
                  <a:lnTo>
                    <a:pt x="28" y="1"/>
                  </a:lnTo>
                  <a:lnTo>
                    <a:pt x="35" y="3"/>
                  </a:lnTo>
                  <a:lnTo>
                    <a:pt x="42" y="16"/>
                  </a:lnTo>
                  <a:lnTo>
                    <a:pt x="55" y="17"/>
                  </a:lnTo>
                  <a:lnTo>
                    <a:pt x="62" y="19"/>
                  </a:lnTo>
                  <a:lnTo>
                    <a:pt x="74" y="21"/>
                  </a:lnTo>
                  <a:lnTo>
                    <a:pt x="91" y="18"/>
                  </a:lnTo>
                  <a:lnTo>
                    <a:pt x="100" y="19"/>
                  </a:lnTo>
                  <a:lnTo>
                    <a:pt x="110" y="24"/>
                  </a:lnTo>
                  <a:lnTo>
                    <a:pt x="122" y="23"/>
                  </a:lnTo>
                  <a:lnTo>
                    <a:pt x="130" y="26"/>
                  </a:lnTo>
                  <a:lnTo>
                    <a:pt x="146" y="38"/>
                  </a:lnTo>
                  <a:lnTo>
                    <a:pt x="150" y="45"/>
                  </a:lnTo>
                  <a:lnTo>
                    <a:pt x="151" y="51"/>
                  </a:lnTo>
                  <a:lnTo>
                    <a:pt x="155" y="56"/>
                  </a:lnTo>
                  <a:lnTo>
                    <a:pt x="161" y="60"/>
                  </a:lnTo>
                  <a:lnTo>
                    <a:pt x="168" y="72"/>
                  </a:lnTo>
                  <a:lnTo>
                    <a:pt x="171" y="80"/>
                  </a:lnTo>
                  <a:lnTo>
                    <a:pt x="184" y="89"/>
                  </a:lnTo>
                  <a:lnTo>
                    <a:pt x="196" y="102"/>
                  </a:lnTo>
                  <a:lnTo>
                    <a:pt x="230" y="118"/>
                  </a:lnTo>
                  <a:lnTo>
                    <a:pt x="237" y="125"/>
                  </a:lnTo>
                  <a:lnTo>
                    <a:pt x="251" y="136"/>
                  </a:lnTo>
                  <a:lnTo>
                    <a:pt x="259" y="146"/>
                  </a:lnTo>
                  <a:lnTo>
                    <a:pt x="263" y="157"/>
                  </a:lnTo>
                  <a:lnTo>
                    <a:pt x="277" y="159"/>
                  </a:lnTo>
                  <a:lnTo>
                    <a:pt x="282" y="172"/>
                  </a:lnTo>
                  <a:lnTo>
                    <a:pt x="296" y="187"/>
                  </a:lnTo>
                  <a:lnTo>
                    <a:pt x="302" y="190"/>
                  </a:lnTo>
                  <a:lnTo>
                    <a:pt x="307" y="193"/>
                  </a:lnTo>
                  <a:lnTo>
                    <a:pt x="309" y="189"/>
                  </a:lnTo>
                  <a:lnTo>
                    <a:pt x="311" y="184"/>
                  </a:lnTo>
                  <a:lnTo>
                    <a:pt x="320" y="184"/>
                  </a:lnTo>
                  <a:lnTo>
                    <a:pt x="327" y="189"/>
                  </a:lnTo>
                  <a:lnTo>
                    <a:pt x="338" y="211"/>
                  </a:lnTo>
                  <a:lnTo>
                    <a:pt x="345" y="215"/>
                  </a:lnTo>
                  <a:lnTo>
                    <a:pt x="350" y="216"/>
                  </a:lnTo>
                  <a:lnTo>
                    <a:pt x="355" y="217"/>
                  </a:lnTo>
                  <a:lnTo>
                    <a:pt x="371" y="226"/>
                  </a:lnTo>
                  <a:lnTo>
                    <a:pt x="376" y="231"/>
                  </a:lnTo>
                  <a:lnTo>
                    <a:pt x="382" y="242"/>
                  </a:lnTo>
                  <a:lnTo>
                    <a:pt x="386" y="244"/>
                  </a:lnTo>
                  <a:lnTo>
                    <a:pt x="387" y="233"/>
                  </a:lnTo>
                  <a:lnTo>
                    <a:pt x="391" y="236"/>
                  </a:lnTo>
                  <a:lnTo>
                    <a:pt x="396" y="243"/>
                  </a:lnTo>
                  <a:lnTo>
                    <a:pt x="403" y="248"/>
                  </a:lnTo>
                  <a:lnTo>
                    <a:pt x="423" y="247"/>
                  </a:lnTo>
                  <a:lnTo>
                    <a:pt x="430" y="250"/>
                  </a:lnTo>
                  <a:lnTo>
                    <a:pt x="433" y="254"/>
                  </a:lnTo>
                  <a:lnTo>
                    <a:pt x="431" y="259"/>
                  </a:lnTo>
                  <a:lnTo>
                    <a:pt x="428" y="263"/>
                  </a:lnTo>
                  <a:lnTo>
                    <a:pt x="424" y="263"/>
                  </a:lnTo>
                  <a:lnTo>
                    <a:pt x="425" y="270"/>
                  </a:lnTo>
                  <a:lnTo>
                    <a:pt x="429" y="276"/>
                  </a:lnTo>
                  <a:lnTo>
                    <a:pt x="429" y="282"/>
                  </a:lnTo>
                  <a:lnTo>
                    <a:pt x="417" y="290"/>
                  </a:lnTo>
                  <a:lnTo>
                    <a:pt x="415" y="292"/>
                  </a:lnTo>
                  <a:lnTo>
                    <a:pt x="417" y="293"/>
                  </a:lnTo>
                  <a:lnTo>
                    <a:pt x="430" y="287"/>
                  </a:lnTo>
                  <a:lnTo>
                    <a:pt x="438" y="282"/>
                  </a:lnTo>
                  <a:lnTo>
                    <a:pt x="449" y="279"/>
                  </a:lnTo>
                  <a:lnTo>
                    <a:pt x="453" y="281"/>
                  </a:lnTo>
                  <a:lnTo>
                    <a:pt x="462" y="288"/>
                  </a:lnTo>
                  <a:lnTo>
                    <a:pt x="466" y="297"/>
                  </a:lnTo>
                  <a:lnTo>
                    <a:pt x="467" y="303"/>
                  </a:lnTo>
                  <a:lnTo>
                    <a:pt x="453" y="317"/>
                  </a:lnTo>
                  <a:lnTo>
                    <a:pt x="457" y="319"/>
                  </a:lnTo>
                  <a:lnTo>
                    <a:pt x="463" y="320"/>
                  </a:lnTo>
                  <a:lnTo>
                    <a:pt x="461" y="328"/>
                  </a:lnTo>
                  <a:lnTo>
                    <a:pt x="453" y="334"/>
                  </a:lnTo>
                  <a:lnTo>
                    <a:pt x="450" y="344"/>
                  </a:lnTo>
                  <a:lnTo>
                    <a:pt x="455" y="351"/>
                  </a:lnTo>
                  <a:lnTo>
                    <a:pt x="466" y="357"/>
                  </a:lnTo>
                  <a:lnTo>
                    <a:pt x="474" y="361"/>
                  </a:lnTo>
                  <a:lnTo>
                    <a:pt x="482" y="361"/>
                  </a:lnTo>
                  <a:lnTo>
                    <a:pt x="487" y="365"/>
                  </a:lnTo>
                  <a:lnTo>
                    <a:pt x="490" y="363"/>
                  </a:lnTo>
                  <a:lnTo>
                    <a:pt x="501" y="365"/>
                  </a:lnTo>
                  <a:lnTo>
                    <a:pt x="506" y="376"/>
                  </a:lnTo>
                  <a:lnTo>
                    <a:pt x="509" y="384"/>
                  </a:lnTo>
                  <a:lnTo>
                    <a:pt x="510" y="394"/>
                  </a:lnTo>
                  <a:lnTo>
                    <a:pt x="512" y="401"/>
                  </a:lnTo>
                  <a:lnTo>
                    <a:pt x="510" y="409"/>
                  </a:lnTo>
                  <a:lnTo>
                    <a:pt x="516" y="410"/>
                  </a:lnTo>
                  <a:lnTo>
                    <a:pt x="526" y="414"/>
                  </a:lnTo>
                  <a:lnTo>
                    <a:pt x="532" y="420"/>
                  </a:lnTo>
                  <a:lnTo>
                    <a:pt x="526" y="435"/>
                  </a:lnTo>
                  <a:lnTo>
                    <a:pt x="533" y="436"/>
                  </a:lnTo>
                  <a:lnTo>
                    <a:pt x="542" y="435"/>
                  </a:lnTo>
                  <a:lnTo>
                    <a:pt x="552" y="435"/>
                  </a:lnTo>
                  <a:lnTo>
                    <a:pt x="560" y="436"/>
                  </a:lnTo>
                  <a:lnTo>
                    <a:pt x="570" y="440"/>
                  </a:lnTo>
                  <a:lnTo>
                    <a:pt x="573" y="446"/>
                  </a:lnTo>
                  <a:lnTo>
                    <a:pt x="580" y="454"/>
                  </a:lnTo>
                  <a:lnTo>
                    <a:pt x="584" y="462"/>
                  </a:lnTo>
                  <a:lnTo>
                    <a:pt x="591" y="469"/>
                  </a:lnTo>
                  <a:lnTo>
                    <a:pt x="594" y="478"/>
                  </a:lnTo>
                  <a:lnTo>
                    <a:pt x="591" y="487"/>
                  </a:lnTo>
                  <a:lnTo>
                    <a:pt x="585" y="501"/>
                  </a:lnTo>
                  <a:lnTo>
                    <a:pt x="584" y="510"/>
                  </a:lnTo>
                  <a:lnTo>
                    <a:pt x="587" y="512"/>
                  </a:lnTo>
                  <a:lnTo>
                    <a:pt x="589" y="518"/>
                  </a:lnTo>
                  <a:lnTo>
                    <a:pt x="585" y="530"/>
                  </a:lnTo>
                  <a:lnTo>
                    <a:pt x="582" y="548"/>
                  </a:lnTo>
                  <a:lnTo>
                    <a:pt x="584" y="556"/>
                  </a:lnTo>
                  <a:lnTo>
                    <a:pt x="584" y="594"/>
                  </a:lnTo>
                  <a:lnTo>
                    <a:pt x="581" y="613"/>
                  </a:lnTo>
                  <a:lnTo>
                    <a:pt x="579" y="623"/>
                  </a:lnTo>
                  <a:lnTo>
                    <a:pt x="574" y="623"/>
                  </a:lnTo>
                  <a:lnTo>
                    <a:pt x="563" y="613"/>
                  </a:lnTo>
                  <a:lnTo>
                    <a:pt x="554" y="607"/>
                  </a:lnTo>
                  <a:lnTo>
                    <a:pt x="552" y="610"/>
                  </a:lnTo>
                  <a:lnTo>
                    <a:pt x="549" y="619"/>
                  </a:lnTo>
                  <a:lnTo>
                    <a:pt x="543" y="621"/>
                  </a:lnTo>
                  <a:lnTo>
                    <a:pt x="524" y="607"/>
                  </a:lnTo>
                  <a:lnTo>
                    <a:pt x="516" y="608"/>
                  </a:lnTo>
                  <a:lnTo>
                    <a:pt x="524" y="624"/>
                  </a:lnTo>
                  <a:lnTo>
                    <a:pt x="519" y="626"/>
                  </a:lnTo>
                  <a:lnTo>
                    <a:pt x="508" y="618"/>
                  </a:lnTo>
                  <a:lnTo>
                    <a:pt x="500" y="609"/>
                  </a:lnTo>
                  <a:lnTo>
                    <a:pt x="484" y="596"/>
                  </a:lnTo>
                  <a:lnTo>
                    <a:pt x="478" y="586"/>
                  </a:lnTo>
                  <a:lnTo>
                    <a:pt x="471" y="577"/>
                  </a:lnTo>
                  <a:lnTo>
                    <a:pt x="461" y="572"/>
                  </a:lnTo>
                  <a:lnTo>
                    <a:pt x="455" y="571"/>
                  </a:lnTo>
                  <a:lnTo>
                    <a:pt x="436" y="554"/>
                  </a:lnTo>
                  <a:lnTo>
                    <a:pt x="419" y="543"/>
                  </a:lnTo>
                  <a:lnTo>
                    <a:pt x="409" y="535"/>
                  </a:lnTo>
                  <a:lnTo>
                    <a:pt x="399" y="532"/>
                  </a:lnTo>
                  <a:lnTo>
                    <a:pt x="392" y="522"/>
                  </a:lnTo>
                  <a:lnTo>
                    <a:pt x="388" y="508"/>
                  </a:lnTo>
                  <a:lnTo>
                    <a:pt x="383" y="501"/>
                  </a:lnTo>
                  <a:lnTo>
                    <a:pt x="371" y="495"/>
                  </a:lnTo>
                  <a:lnTo>
                    <a:pt x="363" y="484"/>
                  </a:lnTo>
                  <a:lnTo>
                    <a:pt x="339" y="457"/>
                  </a:lnTo>
                  <a:lnTo>
                    <a:pt x="317" y="433"/>
                  </a:lnTo>
                  <a:lnTo>
                    <a:pt x="312" y="426"/>
                  </a:lnTo>
                  <a:lnTo>
                    <a:pt x="311" y="409"/>
                  </a:lnTo>
                  <a:lnTo>
                    <a:pt x="288" y="366"/>
                  </a:lnTo>
                  <a:lnTo>
                    <a:pt x="286" y="355"/>
                  </a:lnTo>
                  <a:lnTo>
                    <a:pt x="278" y="341"/>
                  </a:lnTo>
                  <a:lnTo>
                    <a:pt x="272" y="336"/>
                  </a:lnTo>
                  <a:lnTo>
                    <a:pt x="264" y="328"/>
                  </a:lnTo>
                  <a:lnTo>
                    <a:pt x="258" y="323"/>
                  </a:lnTo>
                  <a:lnTo>
                    <a:pt x="250" y="306"/>
                  </a:lnTo>
                  <a:lnTo>
                    <a:pt x="232" y="293"/>
                  </a:lnTo>
                  <a:lnTo>
                    <a:pt x="225" y="293"/>
                  </a:lnTo>
                  <a:lnTo>
                    <a:pt x="223" y="292"/>
                  </a:lnTo>
                  <a:lnTo>
                    <a:pt x="221" y="291"/>
                  </a:lnTo>
                  <a:lnTo>
                    <a:pt x="216" y="270"/>
                  </a:lnTo>
                  <a:lnTo>
                    <a:pt x="210" y="248"/>
                  </a:lnTo>
                  <a:lnTo>
                    <a:pt x="205" y="237"/>
                  </a:lnTo>
                  <a:lnTo>
                    <a:pt x="198" y="225"/>
                  </a:lnTo>
                  <a:lnTo>
                    <a:pt x="198" y="215"/>
                  </a:lnTo>
                  <a:lnTo>
                    <a:pt x="191" y="205"/>
                  </a:lnTo>
                  <a:lnTo>
                    <a:pt x="181" y="195"/>
                  </a:lnTo>
                  <a:lnTo>
                    <a:pt x="161" y="185"/>
                  </a:lnTo>
                  <a:lnTo>
                    <a:pt x="151" y="182"/>
                  </a:lnTo>
                  <a:lnTo>
                    <a:pt x="139" y="179"/>
                  </a:lnTo>
                  <a:lnTo>
                    <a:pt x="130" y="148"/>
                  </a:lnTo>
                  <a:lnTo>
                    <a:pt x="123" y="146"/>
                  </a:lnTo>
                  <a:lnTo>
                    <a:pt x="121" y="140"/>
                  </a:lnTo>
                  <a:lnTo>
                    <a:pt x="116" y="136"/>
                  </a:lnTo>
                  <a:lnTo>
                    <a:pt x="105" y="118"/>
                  </a:lnTo>
                  <a:lnTo>
                    <a:pt x="94" y="108"/>
                  </a:lnTo>
                  <a:lnTo>
                    <a:pt x="86" y="103"/>
                  </a:lnTo>
                  <a:lnTo>
                    <a:pt x="76" y="103"/>
                  </a:lnTo>
                  <a:lnTo>
                    <a:pt x="65" y="93"/>
                  </a:lnTo>
                  <a:lnTo>
                    <a:pt x="57" y="83"/>
                  </a:lnTo>
                  <a:lnTo>
                    <a:pt x="51" y="77"/>
                  </a:lnTo>
                  <a:lnTo>
                    <a:pt x="41" y="71"/>
                  </a:lnTo>
                  <a:lnTo>
                    <a:pt x="19" y="46"/>
                  </a:lnTo>
                  <a:lnTo>
                    <a:pt x="12" y="39"/>
                  </a:lnTo>
                  <a:lnTo>
                    <a:pt x="4" y="22"/>
                  </a:lnTo>
                  <a:lnTo>
                    <a:pt x="3" y="3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58" name="Freeform 115">
              <a:extLst>
                <a:ext uri="{FF2B5EF4-FFF2-40B4-BE49-F238E27FC236}">
                  <a16:creationId xmlns:a16="http://schemas.microsoft.com/office/drawing/2014/main" id="{E10F82C7-3991-06C2-2E16-16FEC7CAAC6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133015" y="4433001"/>
              <a:ext cx="313312" cy="97459"/>
            </a:xfrm>
            <a:custGeom>
              <a:avLst/>
              <a:gdLst/>
              <a:ahLst/>
              <a:cxnLst>
                <a:cxn ang="0">
                  <a:pos x="364" y="129"/>
                </a:cxn>
                <a:cxn ang="0">
                  <a:pos x="334" y="130"/>
                </a:cxn>
                <a:cxn ang="0">
                  <a:pos x="326" y="124"/>
                </a:cxn>
                <a:cxn ang="0">
                  <a:pos x="314" y="126"/>
                </a:cxn>
                <a:cxn ang="0">
                  <a:pos x="288" y="120"/>
                </a:cxn>
                <a:cxn ang="0">
                  <a:pos x="272" y="110"/>
                </a:cxn>
                <a:cxn ang="0">
                  <a:pos x="257" y="102"/>
                </a:cxn>
                <a:cxn ang="0">
                  <a:pos x="231" y="99"/>
                </a:cxn>
                <a:cxn ang="0">
                  <a:pos x="212" y="97"/>
                </a:cxn>
                <a:cxn ang="0">
                  <a:pos x="203" y="99"/>
                </a:cxn>
                <a:cxn ang="0">
                  <a:pos x="191" y="96"/>
                </a:cxn>
                <a:cxn ang="0">
                  <a:pos x="181" y="103"/>
                </a:cxn>
                <a:cxn ang="0">
                  <a:pos x="142" y="96"/>
                </a:cxn>
                <a:cxn ang="0">
                  <a:pos x="116" y="87"/>
                </a:cxn>
                <a:cxn ang="0">
                  <a:pos x="85" y="83"/>
                </a:cxn>
                <a:cxn ang="0">
                  <a:pos x="67" y="76"/>
                </a:cxn>
                <a:cxn ang="0">
                  <a:pos x="72" y="60"/>
                </a:cxn>
                <a:cxn ang="0">
                  <a:pos x="62" y="59"/>
                </a:cxn>
                <a:cxn ang="0">
                  <a:pos x="24" y="50"/>
                </a:cxn>
                <a:cxn ang="0">
                  <a:pos x="6" y="46"/>
                </a:cxn>
                <a:cxn ang="0">
                  <a:pos x="3" y="38"/>
                </a:cxn>
                <a:cxn ang="0">
                  <a:pos x="9" y="41"/>
                </a:cxn>
                <a:cxn ang="0">
                  <a:pos x="20" y="38"/>
                </a:cxn>
                <a:cxn ang="0">
                  <a:pos x="29" y="30"/>
                </a:cxn>
                <a:cxn ang="0">
                  <a:pos x="36" y="14"/>
                </a:cxn>
                <a:cxn ang="0">
                  <a:pos x="53" y="1"/>
                </a:cxn>
                <a:cxn ang="0">
                  <a:pos x="102" y="0"/>
                </a:cxn>
                <a:cxn ang="0">
                  <a:pos x="119" y="7"/>
                </a:cxn>
                <a:cxn ang="0">
                  <a:pos x="132" y="16"/>
                </a:cxn>
                <a:cxn ang="0">
                  <a:pos x="154" y="18"/>
                </a:cxn>
                <a:cxn ang="0">
                  <a:pos x="177" y="33"/>
                </a:cxn>
                <a:cxn ang="0">
                  <a:pos x="196" y="49"/>
                </a:cxn>
                <a:cxn ang="0">
                  <a:pos x="228" y="49"/>
                </a:cxn>
                <a:cxn ang="0">
                  <a:pos x="261" y="53"/>
                </a:cxn>
                <a:cxn ang="0">
                  <a:pos x="279" y="56"/>
                </a:cxn>
                <a:cxn ang="0">
                  <a:pos x="295" y="39"/>
                </a:cxn>
                <a:cxn ang="0">
                  <a:pos x="304" y="25"/>
                </a:cxn>
                <a:cxn ang="0">
                  <a:pos x="317" y="35"/>
                </a:cxn>
                <a:cxn ang="0">
                  <a:pos x="333" y="41"/>
                </a:cxn>
                <a:cxn ang="0">
                  <a:pos x="347" y="40"/>
                </a:cxn>
                <a:cxn ang="0">
                  <a:pos x="358" y="45"/>
                </a:cxn>
                <a:cxn ang="0">
                  <a:pos x="373" y="51"/>
                </a:cxn>
                <a:cxn ang="0">
                  <a:pos x="397" y="55"/>
                </a:cxn>
                <a:cxn ang="0">
                  <a:pos x="412" y="75"/>
                </a:cxn>
                <a:cxn ang="0">
                  <a:pos x="424" y="96"/>
                </a:cxn>
                <a:cxn ang="0">
                  <a:pos x="456" y="97"/>
                </a:cxn>
                <a:cxn ang="0">
                  <a:pos x="481" y="94"/>
                </a:cxn>
                <a:cxn ang="0">
                  <a:pos x="499" y="103"/>
                </a:cxn>
                <a:cxn ang="0">
                  <a:pos x="497" y="136"/>
                </a:cxn>
                <a:cxn ang="0">
                  <a:pos x="503" y="148"/>
                </a:cxn>
                <a:cxn ang="0">
                  <a:pos x="502" y="156"/>
                </a:cxn>
                <a:cxn ang="0">
                  <a:pos x="462" y="141"/>
                </a:cxn>
                <a:cxn ang="0">
                  <a:pos x="433" y="130"/>
                </a:cxn>
                <a:cxn ang="0">
                  <a:pos x="392" y="136"/>
                </a:cxn>
                <a:cxn ang="0">
                  <a:pos x="374" y="129"/>
                </a:cxn>
              </a:cxnLst>
              <a:rect l="0" t="0" r="r" b="b"/>
              <a:pathLst>
                <a:path w="506" h="158">
                  <a:moveTo>
                    <a:pt x="374" y="129"/>
                  </a:moveTo>
                  <a:lnTo>
                    <a:pt x="364" y="129"/>
                  </a:lnTo>
                  <a:lnTo>
                    <a:pt x="353" y="135"/>
                  </a:lnTo>
                  <a:lnTo>
                    <a:pt x="334" y="130"/>
                  </a:lnTo>
                  <a:lnTo>
                    <a:pt x="330" y="127"/>
                  </a:lnTo>
                  <a:lnTo>
                    <a:pt x="326" y="124"/>
                  </a:lnTo>
                  <a:lnTo>
                    <a:pt x="323" y="126"/>
                  </a:lnTo>
                  <a:lnTo>
                    <a:pt x="314" y="126"/>
                  </a:lnTo>
                  <a:lnTo>
                    <a:pt x="304" y="125"/>
                  </a:lnTo>
                  <a:lnTo>
                    <a:pt x="288" y="120"/>
                  </a:lnTo>
                  <a:lnTo>
                    <a:pt x="279" y="115"/>
                  </a:lnTo>
                  <a:lnTo>
                    <a:pt x="272" y="110"/>
                  </a:lnTo>
                  <a:lnTo>
                    <a:pt x="266" y="105"/>
                  </a:lnTo>
                  <a:lnTo>
                    <a:pt x="257" y="102"/>
                  </a:lnTo>
                  <a:lnTo>
                    <a:pt x="242" y="99"/>
                  </a:lnTo>
                  <a:lnTo>
                    <a:pt x="231" y="99"/>
                  </a:lnTo>
                  <a:lnTo>
                    <a:pt x="217" y="96"/>
                  </a:lnTo>
                  <a:lnTo>
                    <a:pt x="212" y="97"/>
                  </a:lnTo>
                  <a:lnTo>
                    <a:pt x="208" y="99"/>
                  </a:lnTo>
                  <a:lnTo>
                    <a:pt x="203" y="99"/>
                  </a:lnTo>
                  <a:lnTo>
                    <a:pt x="201" y="96"/>
                  </a:lnTo>
                  <a:lnTo>
                    <a:pt x="191" y="96"/>
                  </a:lnTo>
                  <a:lnTo>
                    <a:pt x="186" y="100"/>
                  </a:lnTo>
                  <a:lnTo>
                    <a:pt x="181" y="103"/>
                  </a:lnTo>
                  <a:lnTo>
                    <a:pt x="177" y="103"/>
                  </a:lnTo>
                  <a:lnTo>
                    <a:pt x="142" y="96"/>
                  </a:lnTo>
                  <a:lnTo>
                    <a:pt x="129" y="89"/>
                  </a:lnTo>
                  <a:lnTo>
                    <a:pt x="116" y="87"/>
                  </a:lnTo>
                  <a:lnTo>
                    <a:pt x="95" y="86"/>
                  </a:lnTo>
                  <a:lnTo>
                    <a:pt x="85" y="83"/>
                  </a:lnTo>
                  <a:lnTo>
                    <a:pt x="79" y="80"/>
                  </a:lnTo>
                  <a:lnTo>
                    <a:pt x="67" y="76"/>
                  </a:lnTo>
                  <a:lnTo>
                    <a:pt x="63" y="72"/>
                  </a:lnTo>
                  <a:lnTo>
                    <a:pt x="72" y="60"/>
                  </a:lnTo>
                  <a:lnTo>
                    <a:pt x="70" y="59"/>
                  </a:lnTo>
                  <a:lnTo>
                    <a:pt x="62" y="59"/>
                  </a:lnTo>
                  <a:lnTo>
                    <a:pt x="42" y="50"/>
                  </a:lnTo>
                  <a:lnTo>
                    <a:pt x="24" y="50"/>
                  </a:lnTo>
                  <a:lnTo>
                    <a:pt x="18" y="48"/>
                  </a:lnTo>
                  <a:lnTo>
                    <a:pt x="6" y="46"/>
                  </a:lnTo>
                  <a:lnTo>
                    <a:pt x="0" y="40"/>
                  </a:lnTo>
                  <a:lnTo>
                    <a:pt x="3" y="38"/>
                  </a:lnTo>
                  <a:lnTo>
                    <a:pt x="5" y="39"/>
                  </a:lnTo>
                  <a:lnTo>
                    <a:pt x="9" y="41"/>
                  </a:lnTo>
                  <a:lnTo>
                    <a:pt x="15" y="41"/>
                  </a:lnTo>
                  <a:lnTo>
                    <a:pt x="20" y="38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33" y="23"/>
                  </a:lnTo>
                  <a:lnTo>
                    <a:pt x="36" y="14"/>
                  </a:lnTo>
                  <a:lnTo>
                    <a:pt x="41" y="5"/>
                  </a:lnTo>
                  <a:lnTo>
                    <a:pt x="53" y="1"/>
                  </a:lnTo>
                  <a:lnTo>
                    <a:pt x="89" y="7"/>
                  </a:lnTo>
                  <a:lnTo>
                    <a:pt x="102" y="0"/>
                  </a:lnTo>
                  <a:lnTo>
                    <a:pt x="113" y="0"/>
                  </a:lnTo>
                  <a:lnTo>
                    <a:pt x="119" y="7"/>
                  </a:lnTo>
                  <a:lnTo>
                    <a:pt x="122" y="14"/>
                  </a:lnTo>
                  <a:lnTo>
                    <a:pt x="132" y="16"/>
                  </a:lnTo>
                  <a:lnTo>
                    <a:pt x="140" y="14"/>
                  </a:lnTo>
                  <a:lnTo>
                    <a:pt x="154" y="18"/>
                  </a:lnTo>
                  <a:lnTo>
                    <a:pt x="164" y="19"/>
                  </a:lnTo>
                  <a:lnTo>
                    <a:pt x="177" y="33"/>
                  </a:lnTo>
                  <a:lnTo>
                    <a:pt x="186" y="46"/>
                  </a:lnTo>
                  <a:lnTo>
                    <a:pt x="196" y="49"/>
                  </a:lnTo>
                  <a:lnTo>
                    <a:pt x="207" y="48"/>
                  </a:lnTo>
                  <a:lnTo>
                    <a:pt x="228" y="49"/>
                  </a:lnTo>
                  <a:lnTo>
                    <a:pt x="234" y="48"/>
                  </a:lnTo>
                  <a:lnTo>
                    <a:pt x="261" y="53"/>
                  </a:lnTo>
                  <a:lnTo>
                    <a:pt x="271" y="54"/>
                  </a:lnTo>
                  <a:lnTo>
                    <a:pt x="279" y="56"/>
                  </a:lnTo>
                  <a:lnTo>
                    <a:pt x="287" y="54"/>
                  </a:lnTo>
                  <a:lnTo>
                    <a:pt x="295" y="39"/>
                  </a:lnTo>
                  <a:lnTo>
                    <a:pt x="296" y="32"/>
                  </a:lnTo>
                  <a:lnTo>
                    <a:pt x="304" y="25"/>
                  </a:lnTo>
                  <a:lnTo>
                    <a:pt x="311" y="27"/>
                  </a:lnTo>
                  <a:lnTo>
                    <a:pt x="317" y="35"/>
                  </a:lnTo>
                  <a:lnTo>
                    <a:pt x="323" y="41"/>
                  </a:lnTo>
                  <a:lnTo>
                    <a:pt x="333" y="41"/>
                  </a:lnTo>
                  <a:lnTo>
                    <a:pt x="342" y="37"/>
                  </a:lnTo>
                  <a:lnTo>
                    <a:pt x="347" y="40"/>
                  </a:lnTo>
                  <a:lnTo>
                    <a:pt x="353" y="41"/>
                  </a:lnTo>
                  <a:lnTo>
                    <a:pt x="358" y="45"/>
                  </a:lnTo>
                  <a:lnTo>
                    <a:pt x="365" y="46"/>
                  </a:lnTo>
                  <a:lnTo>
                    <a:pt x="373" y="51"/>
                  </a:lnTo>
                  <a:lnTo>
                    <a:pt x="390" y="50"/>
                  </a:lnTo>
                  <a:lnTo>
                    <a:pt x="397" y="55"/>
                  </a:lnTo>
                  <a:lnTo>
                    <a:pt x="404" y="70"/>
                  </a:lnTo>
                  <a:lnTo>
                    <a:pt x="412" y="75"/>
                  </a:lnTo>
                  <a:lnTo>
                    <a:pt x="414" y="91"/>
                  </a:lnTo>
                  <a:lnTo>
                    <a:pt x="424" y="96"/>
                  </a:lnTo>
                  <a:lnTo>
                    <a:pt x="435" y="99"/>
                  </a:lnTo>
                  <a:lnTo>
                    <a:pt x="456" y="97"/>
                  </a:lnTo>
                  <a:lnTo>
                    <a:pt x="467" y="97"/>
                  </a:lnTo>
                  <a:lnTo>
                    <a:pt x="481" y="94"/>
                  </a:lnTo>
                  <a:lnTo>
                    <a:pt x="492" y="97"/>
                  </a:lnTo>
                  <a:lnTo>
                    <a:pt x="499" y="103"/>
                  </a:lnTo>
                  <a:lnTo>
                    <a:pt x="500" y="116"/>
                  </a:lnTo>
                  <a:lnTo>
                    <a:pt x="497" y="136"/>
                  </a:lnTo>
                  <a:lnTo>
                    <a:pt x="499" y="143"/>
                  </a:lnTo>
                  <a:lnTo>
                    <a:pt x="503" y="148"/>
                  </a:lnTo>
                  <a:lnTo>
                    <a:pt x="506" y="158"/>
                  </a:lnTo>
                  <a:lnTo>
                    <a:pt x="502" y="156"/>
                  </a:lnTo>
                  <a:lnTo>
                    <a:pt x="495" y="150"/>
                  </a:lnTo>
                  <a:lnTo>
                    <a:pt x="462" y="141"/>
                  </a:lnTo>
                  <a:lnTo>
                    <a:pt x="446" y="135"/>
                  </a:lnTo>
                  <a:lnTo>
                    <a:pt x="433" y="130"/>
                  </a:lnTo>
                  <a:lnTo>
                    <a:pt x="406" y="138"/>
                  </a:lnTo>
                  <a:lnTo>
                    <a:pt x="392" y="136"/>
                  </a:lnTo>
                  <a:lnTo>
                    <a:pt x="381" y="131"/>
                  </a:lnTo>
                  <a:lnTo>
                    <a:pt x="374" y="12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59" name="Freeform 116">
              <a:extLst>
                <a:ext uri="{FF2B5EF4-FFF2-40B4-BE49-F238E27FC236}">
                  <a16:creationId xmlns:a16="http://schemas.microsoft.com/office/drawing/2014/main" id="{08F03701-0CBA-0838-DEC2-80557C61670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256760" y="4085310"/>
              <a:ext cx="337007" cy="287109"/>
            </a:xfrm>
            <a:custGeom>
              <a:avLst/>
              <a:gdLst/>
              <a:ahLst/>
              <a:cxnLst>
                <a:cxn ang="0">
                  <a:pos x="474" y="15"/>
                </a:cxn>
                <a:cxn ang="0">
                  <a:pos x="471" y="22"/>
                </a:cxn>
                <a:cxn ang="0">
                  <a:pos x="485" y="38"/>
                </a:cxn>
                <a:cxn ang="0">
                  <a:pos x="470" y="42"/>
                </a:cxn>
                <a:cxn ang="0">
                  <a:pos x="460" y="57"/>
                </a:cxn>
                <a:cxn ang="0">
                  <a:pos x="461" y="67"/>
                </a:cxn>
                <a:cxn ang="0">
                  <a:pos x="475" y="80"/>
                </a:cxn>
                <a:cxn ang="0">
                  <a:pos x="493" y="121"/>
                </a:cxn>
                <a:cxn ang="0">
                  <a:pos x="490" y="132"/>
                </a:cxn>
                <a:cxn ang="0">
                  <a:pos x="547" y="186"/>
                </a:cxn>
                <a:cxn ang="0">
                  <a:pos x="519" y="194"/>
                </a:cxn>
                <a:cxn ang="0">
                  <a:pos x="495" y="186"/>
                </a:cxn>
                <a:cxn ang="0">
                  <a:pos x="486" y="202"/>
                </a:cxn>
                <a:cxn ang="0">
                  <a:pos x="471" y="228"/>
                </a:cxn>
                <a:cxn ang="0">
                  <a:pos x="468" y="266"/>
                </a:cxn>
                <a:cxn ang="0">
                  <a:pos x="438" y="311"/>
                </a:cxn>
                <a:cxn ang="0">
                  <a:pos x="402" y="336"/>
                </a:cxn>
                <a:cxn ang="0">
                  <a:pos x="411" y="350"/>
                </a:cxn>
                <a:cxn ang="0">
                  <a:pos x="417" y="381"/>
                </a:cxn>
                <a:cxn ang="0">
                  <a:pos x="407" y="393"/>
                </a:cxn>
                <a:cxn ang="0">
                  <a:pos x="398" y="407"/>
                </a:cxn>
                <a:cxn ang="0">
                  <a:pos x="394" y="417"/>
                </a:cxn>
                <a:cxn ang="0">
                  <a:pos x="374" y="441"/>
                </a:cxn>
                <a:cxn ang="0">
                  <a:pos x="324" y="465"/>
                </a:cxn>
                <a:cxn ang="0">
                  <a:pos x="308" y="433"/>
                </a:cxn>
                <a:cxn ang="0">
                  <a:pos x="293" y="423"/>
                </a:cxn>
                <a:cxn ang="0">
                  <a:pos x="262" y="428"/>
                </a:cxn>
                <a:cxn ang="0">
                  <a:pos x="240" y="414"/>
                </a:cxn>
                <a:cxn ang="0">
                  <a:pos x="221" y="408"/>
                </a:cxn>
                <a:cxn ang="0">
                  <a:pos x="201" y="424"/>
                </a:cxn>
                <a:cxn ang="0">
                  <a:pos x="174" y="427"/>
                </a:cxn>
                <a:cxn ang="0">
                  <a:pos x="160" y="430"/>
                </a:cxn>
                <a:cxn ang="0">
                  <a:pos x="146" y="398"/>
                </a:cxn>
                <a:cxn ang="0">
                  <a:pos x="129" y="398"/>
                </a:cxn>
                <a:cxn ang="0">
                  <a:pos x="110" y="406"/>
                </a:cxn>
                <a:cxn ang="0">
                  <a:pos x="84" y="397"/>
                </a:cxn>
                <a:cxn ang="0">
                  <a:pos x="70" y="387"/>
                </a:cxn>
                <a:cxn ang="0">
                  <a:pos x="62" y="353"/>
                </a:cxn>
                <a:cxn ang="0">
                  <a:pos x="59" y="333"/>
                </a:cxn>
                <a:cxn ang="0">
                  <a:pos x="55" y="305"/>
                </a:cxn>
                <a:cxn ang="0">
                  <a:pos x="39" y="278"/>
                </a:cxn>
                <a:cxn ang="0">
                  <a:pos x="18" y="268"/>
                </a:cxn>
                <a:cxn ang="0">
                  <a:pos x="11" y="233"/>
                </a:cxn>
                <a:cxn ang="0">
                  <a:pos x="1" y="214"/>
                </a:cxn>
                <a:cxn ang="0">
                  <a:pos x="7" y="163"/>
                </a:cxn>
                <a:cxn ang="0">
                  <a:pos x="25" y="134"/>
                </a:cxn>
                <a:cxn ang="0">
                  <a:pos x="60" y="174"/>
                </a:cxn>
                <a:cxn ang="0">
                  <a:pos x="99" y="185"/>
                </a:cxn>
                <a:cxn ang="0">
                  <a:pos x="129" y="186"/>
                </a:cxn>
                <a:cxn ang="0">
                  <a:pos x="156" y="183"/>
                </a:cxn>
                <a:cxn ang="0">
                  <a:pos x="184" y="155"/>
                </a:cxn>
                <a:cxn ang="0">
                  <a:pos x="217" y="166"/>
                </a:cxn>
                <a:cxn ang="0">
                  <a:pos x="253" y="174"/>
                </a:cxn>
                <a:cxn ang="0">
                  <a:pos x="285" y="163"/>
                </a:cxn>
                <a:cxn ang="0">
                  <a:pos x="308" y="147"/>
                </a:cxn>
                <a:cxn ang="0">
                  <a:pos x="330" y="90"/>
                </a:cxn>
                <a:cxn ang="0">
                  <a:pos x="363" y="27"/>
                </a:cxn>
                <a:cxn ang="0">
                  <a:pos x="394" y="0"/>
                </a:cxn>
                <a:cxn ang="0">
                  <a:pos x="468" y="11"/>
                </a:cxn>
              </a:cxnLst>
              <a:rect l="0" t="0" r="r" b="b"/>
              <a:pathLst>
                <a:path w="547" h="467">
                  <a:moveTo>
                    <a:pt x="472" y="11"/>
                  </a:moveTo>
                  <a:lnTo>
                    <a:pt x="475" y="13"/>
                  </a:lnTo>
                  <a:lnTo>
                    <a:pt x="474" y="15"/>
                  </a:lnTo>
                  <a:lnTo>
                    <a:pt x="469" y="18"/>
                  </a:lnTo>
                  <a:lnTo>
                    <a:pt x="464" y="19"/>
                  </a:lnTo>
                  <a:lnTo>
                    <a:pt x="471" y="22"/>
                  </a:lnTo>
                  <a:lnTo>
                    <a:pt x="477" y="27"/>
                  </a:lnTo>
                  <a:lnTo>
                    <a:pt x="485" y="30"/>
                  </a:lnTo>
                  <a:lnTo>
                    <a:pt x="485" y="38"/>
                  </a:lnTo>
                  <a:lnTo>
                    <a:pt x="479" y="41"/>
                  </a:lnTo>
                  <a:lnTo>
                    <a:pt x="471" y="40"/>
                  </a:lnTo>
                  <a:lnTo>
                    <a:pt x="470" y="42"/>
                  </a:lnTo>
                  <a:lnTo>
                    <a:pt x="457" y="43"/>
                  </a:lnTo>
                  <a:lnTo>
                    <a:pt x="453" y="47"/>
                  </a:lnTo>
                  <a:lnTo>
                    <a:pt x="460" y="57"/>
                  </a:lnTo>
                  <a:lnTo>
                    <a:pt x="464" y="59"/>
                  </a:lnTo>
                  <a:lnTo>
                    <a:pt x="465" y="63"/>
                  </a:lnTo>
                  <a:lnTo>
                    <a:pt x="461" y="67"/>
                  </a:lnTo>
                  <a:lnTo>
                    <a:pt x="464" y="70"/>
                  </a:lnTo>
                  <a:lnTo>
                    <a:pt x="470" y="75"/>
                  </a:lnTo>
                  <a:lnTo>
                    <a:pt x="475" y="80"/>
                  </a:lnTo>
                  <a:lnTo>
                    <a:pt x="479" y="88"/>
                  </a:lnTo>
                  <a:lnTo>
                    <a:pt x="496" y="116"/>
                  </a:lnTo>
                  <a:lnTo>
                    <a:pt x="493" y="121"/>
                  </a:lnTo>
                  <a:lnTo>
                    <a:pt x="492" y="124"/>
                  </a:lnTo>
                  <a:lnTo>
                    <a:pt x="490" y="127"/>
                  </a:lnTo>
                  <a:lnTo>
                    <a:pt x="490" y="132"/>
                  </a:lnTo>
                  <a:lnTo>
                    <a:pt x="491" y="137"/>
                  </a:lnTo>
                  <a:lnTo>
                    <a:pt x="541" y="180"/>
                  </a:lnTo>
                  <a:lnTo>
                    <a:pt x="547" y="186"/>
                  </a:lnTo>
                  <a:lnTo>
                    <a:pt x="547" y="191"/>
                  </a:lnTo>
                  <a:lnTo>
                    <a:pt x="538" y="193"/>
                  </a:lnTo>
                  <a:lnTo>
                    <a:pt x="519" y="194"/>
                  </a:lnTo>
                  <a:lnTo>
                    <a:pt x="504" y="191"/>
                  </a:lnTo>
                  <a:lnTo>
                    <a:pt x="496" y="181"/>
                  </a:lnTo>
                  <a:lnTo>
                    <a:pt x="495" y="186"/>
                  </a:lnTo>
                  <a:lnTo>
                    <a:pt x="497" y="194"/>
                  </a:lnTo>
                  <a:lnTo>
                    <a:pt x="496" y="197"/>
                  </a:lnTo>
                  <a:lnTo>
                    <a:pt x="486" y="202"/>
                  </a:lnTo>
                  <a:lnTo>
                    <a:pt x="479" y="212"/>
                  </a:lnTo>
                  <a:lnTo>
                    <a:pt x="474" y="219"/>
                  </a:lnTo>
                  <a:lnTo>
                    <a:pt x="471" y="228"/>
                  </a:lnTo>
                  <a:lnTo>
                    <a:pt x="471" y="240"/>
                  </a:lnTo>
                  <a:lnTo>
                    <a:pt x="468" y="248"/>
                  </a:lnTo>
                  <a:lnTo>
                    <a:pt x="468" y="266"/>
                  </a:lnTo>
                  <a:lnTo>
                    <a:pt x="460" y="276"/>
                  </a:lnTo>
                  <a:lnTo>
                    <a:pt x="447" y="304"/>
                  </a:lnTo>
                  <a:lnTo>
                    <a:pt x="438" y="311"/>
                  </a:lnTo>
                  <a:lnTo>
                    <a:pt x="433" y="309"/>
                  </a:lnTo>
                  <a:lnTo>
                    <a:pt x="427" y="316"/>
                  </a:lnTo>
                  <a:lnTo>
                    <a:pt x="402" y="336"/>
                  </a:lnTo>
                  <a:lnTo>
                    <a:pt x="404" y="339"/>
                  </a:lnTo>
                  <a:lnTo>
                    <a:pt x="410" y="341"/>
                  </a:lnTo>
                  <a:lnTo>
                    <a:pt x="411" y="350"/>
                  </a:lnTo>
                  <a:lnTo>
                    <a:pt x="411" y="358"/>
                  </a:lnTo>
                  <a:lnTo>
                    <a:pt x="422" y="363"/>
                  </a:lnTo>
                  <a:lnTo>
                    <a:pt x="417" y="381"/>
                  </a:lnTo>
                  <a:lnTo>
                    <a:pt x="411" y="377"/>
                  </a:lnTo>
                  <a:lnTo>
                    <a:pt x="409" y="381"/>
                  </a:lnTo>
                  <a:lnTo>
                    <a:pt x="407" y="393"/>
                  </a:lnTo>
                  <a:lnTo>
                    <a:pt x="404" y="401"/>
                  </a:lnTo>
                  <a:lnTo>
                    <a:pt x="399" y="402"/>
                  </a:lnTo>
                  <a:lnTo>
                    <a:pt x="398" y="407"/>
                  </a:lnTo>
                  <a:lnTo>
                    <a:pt x="398" y="412"/>
                  </a:lnTo>
                  <a:lnTo>
                    <a:pt x="396" y="416"/>
                  </a:lnTo>
                  <a:lnTo>
                    <a:pt x="394" y="417"/>
                  </a:lnTo>
                  <a:lnTo>
                    <a:pt x="390" y="420"/>
                  </a:lnTo>
                  <a:lnTo>
                    <a:pt x="387" y="433"/>
                  </a:lnTo>
                  <a:lnTo>
                    <a:pt x="374" y="441"/>
                  </a:lnTo>
                  <a:lnTo>
                    <a:pt x="371" y="441"/>
                  </a:lnTo>
                  <a:lnTo>
                    <a:pt x="361" y="447"/>
                  </a:lnTo>
                  <a:lnTo>
                    <a:pt x="324" y="465"/>
                  </a:lnTo>
                  <a:lnTo>
                    <a:pt x="315" y="467"/>
                  </a:lnTo>
                  <a:lnTo>
                    <a:pt x="310" y="443"/>
                  </a:lnTo>
                  <a:lnTo>
                    <a:pt x="308" y="433"/>
                  </a:lnTo>
                  <a:lnTo>
                    <a:pt x="304" y="430"/>
                  </a:lnTo>
                  <a:lnTo>
                    <a:pt x="301" y="430"/>
                  </a:lnTo>
                  <a:lnTo>
                    <a:pt x="293" y="423"/>
                  </a:lnTo>
                  <a:lnTo>
                    <a:pt x="280" y="423"/>
                  </a:lnTo>
                  <a:lnTo>
                    <a:pt x="271" y="427"/>
                  </a:lnTo>
                  <a:lnTo>
                    <a:pt x="262" y="428"/>
                  </a:lnTo>
                  <a:lnTo>
                    <a:pt x="260" y="423"/>
                  </a:lnTo>
                  <a:lnTo>
                    <a:pt x="259" y="414"/>
                  </a:lnTo>
                  <a:lnTo>
                    <a:pt x="240" y="414"/>
                  </a:lnTo>
                  <a:lnTo>
                    <a:pt x="229" y="407"/>
                  </a:lnTo>
                  <a:lnTo>
                    <a:pt x="223" y="404"/>
                  </a:lnTo>
                  <a:lnTo>
                    <a:pt x="221" y="408"/>
                  </a:lnTo>
                  <a:lnTo>
                    <a:pt x="222" y="413"/>
                  </a:lnTo>
                  <a:lnTo>
                    <a:pt x="213" y="419"/>
                  </a:lnTo>
                  <a:lnTo>
                    <a:pt x="201" y="424"/>
                  </a:lnTo>
                  <a:lnTo>
                    <a:pt x="194" y="425"/>
                  </a:lnTo>
                  <a:lnTo>
                    <a:pt x="183" y="423"/>
                  </a:lnTo>
                  <a:lnTo>
                    <a:pt x="174" y="427"/>
                  </a:lnTo>
                  <a:lnTo>
                    <a:pt x="168" y="428"/>
                  </a:lnTo>
                  <a:lnTo>
                    <a:pt x="163" y="430"/>
                  </a:lnTo>
                  <a:lnTo>
                    <a:pt x="160" y="430"/>
                  </a:lnTo>
                  <a:lnTo>
                    <a:pt x="158" y="412"/>
                  </a:lnTo>
                  <a:lnTo>
                    <a:pt x="151" y="391"/>
                  </a:lnTo>
                  <a:lnTo>
                    <a:pt x="146" y="398"/>
                  </a:lnTo>
                  <a:lnTo>
                    <a:pt x="143" y="401"/>
                  </a:lnTo>
                  <a:lnTo>
                    <a:pt x="133" y="397"/>
                  </a:lnTo>
                  <a:lnTo>
                    <a:pt x="129" y="398"/>
                  </a:lnTo>
                  <a:lnTo>
                    <a:pt x="124" y="403"/>
                  </a:lnTo>
                  <a:lnTo>
                    <a:pt x="119" y="404"/>
                  </a:lnTo>
                  <a:lnTo>
                    <a:pt x="110" y="406"/>
                  </a:lnTo>
                  <a:lnTo>
                    <a:pt x="104" y="403"/>
                  </a:lnTo>
                  <a:lnTo>
                    <a:pt x="94" y="404"/>
                  </a:lnTo>
                  <a:lnTo>
                    <a:pt x="84" y="397"/>
                  </a:lnTo>
                  <a:lnTo>
                    <a:pt x="81" y="400"/>
                  </a:lnTo>
                  <a:lnTo>
                    <a:pt x="73" y="401"/>
                  </a:lnTo>
                  <a:lnTo>
                    <a:pt x="70" y="387"/>
                  </a:lnTo>
                  <a:lnTo>
                    <a:pt x="71" y="377"/>
                  </a:lnTo>
                  <a:lnTo>
                    <a:pt x="67" y="373"/>
                  </a:lnTo>
                  <a:lnTo>
                    <a:pt x="62" y="353"/>
                  </a:lnTo>
                  <a:lnTo>
                    <a:pt x="56" y="341"/>
                  </a:lnTo>
                  <a:lnTo>
                    <a:pt x="56" y="336"/>
                  </a:lnTo>
                  <a:lnTo>
                    <a:pt x="59" y="333"/>
                  </a:lnTo>
                  <a:lnTo>
                    <a:pt x="60" y="325"/>
                  </a:lnTo>
                  <a:lnTo>
                    <a:pt x="57" y="314"/>
                  </a:lnTo>
                  <a:lnTo>
                    <a:pt x="55" y="305"/>
                  </a:lnTo>
                  <a:lnTo>
                    <a:pt x="45" y="288"/>
                  </a:lnTo>
                  <a:lnTo>
                    <a:pt x="43" y="283"/>
                  </a:lnTo>
                  <a:lnTo>
                    <a:pt x="39" y="278"/>
                  </a:lnTo>
                  <a:lnTo>
                    <a:pt x="29" y="274"/>
                  </a:lnTo>
                  <a:lnTo>
                    <a:pt x="23" y="268"/>
                  </a:lnTo>
                  <a:lnTo>
                    <a:pt x="18" y="268"/>
                  </a:lnTo>
                  <a:lnTo>
                    <a:pt x="13" y="264"/>
                  </a:lnTo>
                  <a:lnTo>
                    <a:pt x="12" y="253"/>
                  </a:lnTo>
                  <a:lnTo>
                    <a:pt x="11" y="233"/>
                  </a:lnTo>
                  <a:lnTo>
                    <a:pt x="6" y="223"/>
                  </a:lnTo>
                  <a:lnTo>
                    <a:pt x="2" y="219"/>
                  </a:lnTo>
                  <a:lnTo>
                    <a:pt x="1" y="214"/>
                  </a:lnTo>
                  <a:lnTo>
                    <a:pt x="0" y="196"/>
                  </a:lnTo>
                  <a:lnTo>
                    <a:pt x="1" y="182"/>
                  </a:lnTo>
                  <a:lnTo>
                    <a:pt x="7" y="163"/>
                  </a:lnTo>
                  <a:lnTo>
                    <a:pt x="12" y="154"/>
                  </a:lnTo>
                  <a:lnTo>
                    <a:pt x="19" y="145"/>
                  </a:lnTo>
                  <a:lnTo>
                    <a:pt x="25" y="134"/>
                  </a:lnTo>
                  <a:lnTo>
                    <a:pt x="33" y="129"/>
                  </a:lnTo>
                  <a:lnTo>
                    <a:pt x="33" y="134"/>
                  </a:lnTo>
                  <a:lnTo>
                    <a:pt x="60" y="174"/>
                  </a:lnTo>
                  <a:lnTo>
                    <a:pt x="73" y="185"/>
                  </a:lnTo>
                  <a:lnTo>
                    <a:pt x="87" y="188"/>
                  </a:lnTo>
                  <a:lnTo>
                    <a:pt x="99" y="185"/>
                  </a:lnTo>
                  <a:lnTo>
                    <a:pt x="110" y="183"/>
                  </a:lnTo>
                  <a:lnTo>
                    <a:pt x="120" y="190"/>
                  </a:lnTo>
                  <a:lnTo>
                    <a:pt x="129" y="186"/>
                  </a:lnTo>
                  <a:lnTo>
                    <a:pt x="138" y="186"/>
                  </a:lnTo>
                  <a:lnTo>
                    <a:pt x="148" y="187"/>
                  </a:lnTo>
                  <a:lnTo>
                    <a:pt x="156" y="183"/>
                  </a:lnTo>
                  <a:lnTo>
                    <a:pt x="172" y="165"/>
                  </a:lnTo>
                  <a:lnTo>
                    <a:pt x="179" y="156"/>
                  </a:lnTo>
                  <a:lnTo>
                    <a:pt x="184" y="155"/>
                  </a:lnTo>
                  <a:lnTo>
                    <a:pt x="211" y="156"/>
                  </a:lnTo>
                  <a:lnTo>
                    <a:pt x="216" y="159"/>
                  </a:lnTo>
                  <a:lnTo>
                    <a:pt x="217" y="166"/>
                  </a:lnTo>
                  <a:lnTo>
                    <a:pt x="222" y="166"/>
                  </a:lnTo>
                  <a:lnTo>
                    <a:pt x="243" y="174"/>
                  </a:lnTo>
                  <a:lnTo>
                    <a:pt x="253" y="174"/>
                  </a:lnTo>
                  <a:lnTo>
                    <a:pt x="264" y="167"/>
                  </a:lnTo>
                  <a:lnTo>
                    <a:pt x="273" y="165"/>
                  </a:lnTo>
                  <a:lnTo>
                    <a:pt x="285" y="163"/>
                  </a:lnTo>
                  <a:lnTo>
                    <a:pt x="298" y="159"/>
                  </a:lnTo>
                  <a:lnTo>
                    <a:pt x="304" y="154"/>
                  </a:lnTo>
                  <a:lnTo>
                    <a:pt x="308" y="147"/>
                  </a:lnTo>
                  <a:lnTo>
                    <a:pt x="315" y="135"/>
                  </a:lnTo>
                  <a:lnTo>
                    <a:pt x="324" y="117"/>
                  </a:lnTo>
                  <a:lnTo>
                    <a:pt x="330" y="90"/>
                  </a:lnTo>
                  <a:lnTo>
                    <a:pt x="356" y="61"/>
                  </a:lnTo>
                  <a:lnTo>
                    <a:pt x="361" y="49"/>
                  </a:lnTo>
                  <a:lnTo>
                    <a:pt x="363" y="27"/>
                  </a:lnTo>
                  <a:lnTo>
                    <a:pt x="369" y="10"/>
                  </a:lnTo>
                  <a:lnTo>
                    <a:pt x="375" y="2"/>
                  </a:lnTo>
                  <a:lnTo>
                    <a:pt x="394" y="0"/>
                  </a:lnTo>
                  <a:lnTo>
                    <a:pt x="445" y="2"/>
                  </a:lnTo>
                  <a:lnTo>
                    <a:pt x="454" y="7"/>
                  </a:lnTo>
                  <a:lnTo>
                    <a:pt x="468" y="11"/>
                  </a:lnTo>
                  <a:lnTo>
                    <a:pt x="472" y="1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60" name="Freeform 117">
              <a:extLst>
                <a:ext uri="{FF2B5EF4-FFF2-40B4-BE49-F238E27FC236}">
                  <a16:creationId xmlns:a16="http://schemas.microsoft.com/office/drawing/2014/main" id="{2B730BAB-AB11-C232-FEB1-17C37B7D980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0599524" y="4372419"/>
              <a:ext cx="136910" cy="73752"/>
            </a:xfrm>
            <a:custGeom>
              <a:avLst/>
              <a:gdLst/>
              <a:ahLst/>
              <a:cxnLst>
                <a:cxn ang="0">
                  <a:pos x="0" y="73"/>
                </a:cxn>
                <a:cxn ang="0">
                  <a:pos x="5" y="69"/>
                </a:cxn>
                <a:cxn ang="0">
                  <a:pos x="11" y="72"/>
                </a:cxn>
                <a:cxn ang="0">
                  <a:pos x="50" y="75"/>
                </a:cxn>
                <a:cxn ang="0">
                  <a:pos x="81" y="73"/>
                </a:cxn>
                <a:cxn ang="0">
                  <a:pos x="88" y="69"/>
                </a:cxn>
                <a:cxn ang="0">
                  <a:pos x="88" y="62"/>
                </a:cxn>
                <a:cxn ang="0">
                  <a:pos x="89" y="58"/>
                </a:cxn>
                <a:cxn ang="0">
                  <a:pos x="93" y="51"/>
                </a:cxn>
                <a:cxn ang="0">
                  <a:pos x="98" y="47"/>
                </a:cxn>
                <a:cxn ang="0">
                  <a:pos x="102" y="49"/>
                </a:cxn>
                <a:cxn ang="0">
                  <a:pos x="97" y="58"/>
                </a:cxn>
                <a:cxn ang="0">
                  <a:pos x="96" y="68"/>
                </a:cxn>
                <a:cxn ang="0">
                  <a:pos x="102" y="72"/>
                </a:cxn>
                <a:cxn ang="0">
                  <a:pos x="110" y="69"/>
                </a:cxn>
                <a:cxn ang="0">
                  <a:pos x="119" y="69"/>
                </a:cxn>
                <a:cxn ang="0">
                  <a:pos x="126" y="73"/>
                </a:cxn>
                <a:cxn ang="0">
                  <a:pos x="135" y="72"/>
                </a:cxn>
                <a:cxn ang="0">
                  <a:pos x="142" y="69"/>
                </a:cxn>
                <a:cxn ang="0">
                  <a:pos x="160" y="47"/>
                </a:cxn>
                <a:cxn ang="0">
                  <a:pos x="169" y="41"/>
                </a:cxn>
                <a:cxn ang="0">
                  <a:pos x="175" y="42"/>
                </a:cxn>
                <a:cxn ang="0">
                  <a:pos x="184" y="37"/>
                </a:cxn>
                <a:cxn ang="0">
                  <a:pos x="185" y="27"/>
                </a:cxn>
                <a:cxn ang="0">
                  <a:pos x="183" y="18"/>
                </a:cxn>
                <a:cxn ang="0">
                  <a:pos x="179" y="9"/>
                </a:cxn>
                <a:cxn ang="0">
                  <a:pos x="179" y="4"/>
                </a:cxn>
                <a:cxn ang="0">
                  <a:pos x="188" y="2"/>
                </a:cxn>
                <a:cxn ang="0">
                  <a:pos x="195" y="5"/>
                </a:cxn>
                <a:cxn ang="0">
                  <a:pos x="201" y="5"/>
                </a:cxn>
                <a:cxn ang="0">
                  <a:pos x="204" y="3"/>
                </a:cxn>
                <a:cxn ang="0">
                  <a:pos x="210" y="0"/>
                </a:cxn>
                <a:cxn ang="0">
                  <a:pos x="217" y="4"/>
                </a:cxn>
                <a:cxn ang="0">
                  <a:pos x="222" y="14"/>
                </a:cxn>
                <a:cxn ang="0">
                  <a:pos x="223" y="27"/>
                </a:cxn>
                <a:cxn ang="0">
                  <a:pos x="221" y="36"/>
                </a:cxn>
                <a:cxn ang="0">
                  <a:pos x="216" y="42"/>
                </a:cxn>
                <a:cxn ang="0">
                  <a:pos x="210" y="45"/>
                </a:cxn>
                <a:cxn ang="0">
                  <a:pos x="206" y="52"/>
                </a:cxn>
                <a:cxn ang="0">
                  <a:pos x="210" y="63"/>
                </a:cxn>
                <a:cxn ang="0">
                  <a:pos x="204" y="74"/>
                </a:cxn>
                <a:cxn ang="0">
                  <a:pos x="195" y="77"/>
                </a:cxn>
                <a:cxn ang="0">
                  <a:pos x="183" y="74"/>
                </a:cxn>
                <a:cxn ang="0">
                  <a:pos x="179" y="79"/>
                </a:cxn>
                <a:cxn ang="0">
                  <a:pos x="178" y="86"/>
                </a:cxn>
                <a:cxn ang="0">
                  <a:pos x="167" y="97"/>
                </a:cxn>
                <a:cxn ang="0">
                  <a:pos x="142" y="110"/>
                </a:cxn>
                <a:cxn ang="0">
                  <a:pos x="132" y="112"/>
                </a:cxn>
                <a:cxn ang="0">
                  <a:pos x="121" y="115"/>
                </a:cxn>
                <a:cxn ang="0">
                  <a:pos x="102" y="115"/>
                </a:cxn>
                <a:cxn ang="0">
                  <a:pos x="91" y="117"/>
                </a:cxn>
                <a:cxn ang="0">
                  <a:pos x="77" y="117"/>
                </a:cxn>
                <a:cxn ang="0">
                  <a:pos x="66" y="106"/>
                </a:cxn>
                <a:cxn ang="0">
                  <a:pos x="59" y="106"/>
                </a:cxn>
                <a:cxn ang="0">
                  <a:pos x="48" y="110"/>
                </a:cxn>
                <a:cxn ang="0">
                  <a:pos x="27" y="96"/>
                </a:cxn>
                <a:cxn ang="0">
                  <a:pos x="12" y="92"/>
                </a:cxn>
                <a:cxn ang="0">
                  <a:pos x="4" y="84"/>
                </a:cxn>
                <a:cxn ang="0">
                  <a:pos x="0" y="73"/>
                </a:cxn>
              </a:cxnLst>
              <a:rect l="0" t="0" r="r" b="b"/>
              <a:pathLst>
                <a:path w="223" h="117">
                  <a:moveTo>
                    <a:pt x="0" y="73"/>
                  </a:moveTo>
                  <a:lnTo>
                    <a:pt x="5" y="69"/>
                  </a:lnTo>
                  <a:lnTo>
                    <a:pt x="11" y="72"/>
                  </a:lnTo>
                  <a:lnTo>
                    <a:pt x="50" y="75"/>
                  </a:lnTo>
                  <a:lnTo>
                    <a:pt x="81" y="73"/>
                  </a:lnTo>
                  <a:lnTo>
                    <a:pt x="88" y="69"/>
                  </a:lnTo>
                  <a:lnTo>
                    <a:pt x="88" y="62"/>
                  </a:lnTo>
                  <a:lnTo>
                    <a:pt x="89" y="58"/>
                  </a:lnTo>
                  <a:lnTo>
                    <a:pt x="93" y="51"/>
                  </a:lnTo>
                  <a:lnTo>
                    <a:pt x="98" y="47"/>
                  </a:lnTo>
                  <a:lnTo>
                    <a:pt x="102" y="49"/>
                  </a:lnTo>
                  <a:lnTo>
                    <a:pt x="97" y="58"/>
                  </a:lnTo>
                  <a:lnTo>
                    <a:pt x="96" y="68"/>
                  </a:lnTo>
                  <a:lnTo>
                    <a:pt x="102" y="72"/>
                  </a:lnTo>
                  <a:lnTo>
                    <a:pt x="110" y="69"/>
                  </a:lnTo>
                  <a:lnTo>
                    <a:pt x="119" y="69"/>
                  </a:lnTo>
                  <a:lnTo>
                    <a:pt x="126" y="73"/>
                  </a:lnTo>
                  <a:lnTo>
                    <a:pt x="135" y="72"/>
                  </a:lnTo>
                  <a:lnTo>
                    <a:pt x="142" y="69"/>
                  </a:lnTo>
                  <a:lnTo>
                    <a:pt x="160" y="47"/>
                  </a:lnTo>
                  <a:lnTo>
                    <a:pt x="169" y="41"/>
                  </a:lnTo>
                  <a:lnTo>
                    <a:pt x="175" y="42"/>
                  </a:lnTo>
                  <a:lnTo>
                    <a:pt x="184" y="37"/>
                  </a:lnTo>
                  <a:lnTo>
                    <a:pt x="185" y="27"/>
                  </a:lnTo>
                  <a:lnTo>
                    <a:pt x="183" y="18"/>
                  </a:lnTo>
                  <a:lnTo>
                    <a:pt x="179" y="9"/>
                  </a:lnTo>
                  <a:lnTo>
                    <a:pt x="179" y="4"/>
                  </a:lnTo>
                  <a:lnTo>
                    <a:pt x="188" y="2"/>
                  </a:lnTo>
                  <a:lnTo>
                    <a:pt x="195" y="5"/>
                  </a:lnTo>
                  <a:lnTo>
                    <a:pt x="201" y="5"/>
                  </a:lnTo>
                  <a:lnTo>
                    <a:pt x="204" y="3"/>
                  </a:lnTo>
                  <a:lnTo>
                    <a:pt x="210" y="0"/>
                  </a:lnTo>
                  <a:lnTo>
                    <a:pt x="217" y="4"/>
                  </a:lnTo>
                  <a:lnTo>
                    <a:pt x="222" y="14"/>
                  </a:lnTo>
                  <a:lnTo>
                    <a:pt x="223" y="27"/>
                  </a:lnTo>
                  <a:lnTo>
                    <a:pt x="221" y="36"/>
                  </a:lnTo>
                  <a:lnTo>
                    <a:pt x="216" y="42"/>
                  </a:lnTo>
                  <a:lnTo>
                    <a:pt x="210" y="45"/>
                  </a:lnTo>
                  <a:lnTo>
                    <a:pt x="206" y="52"/>
                  </a:lnTo>
                  <a:lnTo>
                    <a:pt x="210" y="63"/>
                  </a:lnTo>
                  <a:lnTo>
                    <a:pt x="204" y="74"/>
                  </a:lnTo>
                  <a:lnTo>
                    <a:pt x="195" y="77"/>
                  </a:lnTo>
                  <a:lnTo>
                    <a:pt x="183" y="74"/>
                  </a:lnTo>
                  <a:lnTo>
                    <a:pt x="179" y="79"/>
                  </a:lnTo>
                  <a:lnTo>
                    <a:pt x="178" y="86"/>
                  </a:lnTo>
                  <a:lnTo>
                    <a:pt x="167" y="97"/>
                  </a:lnTo>
                  <a:lnTo>
                    <a:pt x="142" y="110"/>
                  </a:lnTo>
                  <a:lnTo>
                    <a:pt x="132" y="112"/>
                  </a:lnTo>
                  <a:lnTo>
                    <a:pt x="121" y="115"/>
                  </a:lnTo>
                  <a:lnTo>
                    <a:pt x="102" y="115"/>
                  </a:lnTo>
                  <a:lnTo>
                    <a:pt x="91" y="117"/>
                  </a:lnTo>
                  <a:lnTo>
                    <a:pt x="77" y="117"/>
                  </a:lnTo>
                  <a:lnTo>
                    <a:pt x="66" y="106"/>
                  </a:lnTo>
                  <a:lnTo>
                    <a:pt x="59" y="106"/>
                  </a:lnTo>
                  <a:lnTo>
                    <a:pt x="48" y="110"/>
                  </a:lnTo>
                  <a:lnTo>
                    <a:pt x="27" y="96"/>
                  </a:lnTo>
                  <a:lnTo>
                    <a:pt x="12" y="92"/>
                  </a:lnTo>
                  <a:lnTo>
                    <a:pt x="4" y="84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61" name="Freeform 118">
              <a:extLst>
                <a:ext uri="{FF2B5EF4-FFF2-40B4-BE49-F238E27FC236}">
                  <a16:creationId xmlns:a16="http://schemas.microsoft.com/office/drawing/2014/main" id="{52D5E957-60F2-B2A0-2EB6-7402D820F70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0349400" y="4319738"/>
              <a:ext cx="337007" cy="276572"/>
            </a:xfrm>
            <a:custGeom>
              <a:avLst/>
              <a:gdLst/>
              <a:ahLst/>
              <a:cxnLst>
                <a:cxn ang="0">
                  <a:pos x="5" y="134"/>
                </a:cxn>
                <a:cxn ang="0">
                  <a:pos x="0" y="231"/>
                </a:cxn>
                <a:cxn ang="0">
                  <a:pos x="10" y="346"/>
                </a:cxn>
                <a:cxn ang="0">
                  <a:pos x="31" y="362"/>
                </a:cxn>
                <a:cxn ang="0">
                  <a:pos x="56" y="362"/>
                </a:cxn>
                <a:cxn ang="0">
                  <a:pos x="93" y="368"/>
                </a:cxn>
                <a:cxn ang="0">
                  <a:pos x="125" y="352"/>
                </a:cxn>
                <a:cxn ang="0">
                  <a:pos x="118" y="323"/>
                </a:cxn>
                <a:cxn ang="0">
                  <a:pos x="137" y="307"/>
                </a:cxn>
                <a:cxn ang="0">
                  <a:pos x="152" y="298"/>
                </a:cxn>
                <a:cxn ang="0">
                  <a:pos x="155" y="273"/>
                </a:cxn>
                <a:cxn ang="0">
                  <a:pos x="180" y="278"/>
                </a:cxn>
                <a:cxn ang="0">
                  <a:pos x="196" y="276"/>
                </a:cxn>
                <a:cxn ang="0">
                  <a:pos x="211" y="279"/>
                </a:cxn>
                <a:cxn ang="0">
                  <a:pos x="232" y="289"/>
                </a:cxn>
                <a:cxn ang="0">
                  <a:pos x="258" y="296"/>
                </a:cxn>
                <a:cxn ang="0">
                  <a:pos x="291" y="323"/>
                </a:cxn>
                <a:cxn ang="0">
                  <a:pos x="330" y="356"/>
                </a:cxn>
                <a:cxn ang="0">
                  <a:pos x="335" y="375"/>
                </a:cxn>
                <a:cxn ang="0">
                  <a:pos x="357" y="392"/>
                </a:cxn>
                <a:cxn ang="0">
                  <a:pos x="388" y="415"/>
                </a:cxn>
                <a:cxn ang="0">
                  <a:pos x="425" y="419"/>
                </a:cxn>
                <a:cxn ang="0">
                  <a:pos x="495" y="435"/>
                </a:cxn>
                <a:cxn ang="0">
                  <a:pos x="526" y="441"/>
                </a:cxn>
                <a:cxn ang="0">
                  <a:pos x="515" y="427"/>
                </a:cxn>
                <a:cxn ang="0">
                  <a:pos x="544" y="425"/>
                </a:cxn>
                <a:cxn ang="0">
                  <a:pos x="506" y="413"/>
                </a:cxn>
                <a:cxn ang="0">
                  <a:pos x="496" y="391"/>
                </a:cxn>
                <a:cxn ang="0">
                  <a:pos x="462" y="383"/>
                </a:cxn>
                <a:cxn ang="0">
                  <a:pos x="456" y="357"/>
                </a:cxn>
                <a:cxn ang="0">
                  <a:pos x="419" y="351"/>
                </a:cxn>
                <a:cxn ang="0">
                  <a:pos x="397" y="323"/>
                </a:cxn>
                <a:cxn ang="0">
                  <a:pos x="393" y="301"/>
                </a:cxn>
                <a:cxn ang="0">
                  <a:pos x="367" y="285"/>
                </a:cxn>
                <a:cxn ang="0">
                  <a:pos x="341" y="255"/>
                </a:cxn>
                <a:cxn ang="0">
                  <a:pos x="339" y="231"/>
                </a:cxn>
                <a:cxn ang="0">
                  <a:pos x="370" y="227"/>
                </a:cxn>
                <a:cxn ang="0">
                  <a:pos x="375" y="201"/>
                </a:cxn>
                <a:cxn ang="0">
                  <a:pos x="348" y="187"/>
                </a:cxn>
                <a:cxn ang="0">
                  <a:pos x="296" y="166"/>
                </a:cxn>
                <a:cxn ang="0">
                  <a:pos x="266" y="136"/>
                </a:cxn>
                <a:cxn ang="0">
                  <a:pos x="238" y="103"/>
                </a:cxn>
                <a:cxn ang="0">
                  <a:pos x="193" y="70"/>
                </a:cxn>
                <a:cxn ang="0">
                  <a:pos x="166" y="61"/>
                </a:cxn>
                <a:cxn ang="0">
                  <a:pos x="92" y="36"/>
                </a:cxn>
                <a:cxn ang="0">
                  <a:pos x="42" y="16"/>
                </a:cxn>
                <a:cxn ang="0">
                  <a:pos x="1" y="0"/>
                </a:cxn>
              </a:cxnLst>
              <a:rect l="0" t="0" r="r" b="b"/>
              <a:pathLst>
                <a:path w="544" h="446">
                  <a:moveTo>
                    <a:pt x="1" y="0"/>
                  </a:moveTo>
                  <a:lnTo>
                    <a:pt x="0" y="9"/>
                  </a:lnTo>
                  <a:lnTo>
                    <a:pt x="5" y="134"/>
                  </a:lnTo>
                  <a:lnTo>
                    <a:pt x="5" y="206"/>
                  </a:lnTo>
                  <a:lnTo>
                    <a:pt x="1" y="227"/>
                  </a:lnTo>
                  <a:lnTo>
                    <a:pt x="0" y="231"/>
                  </a:lnTo>
                  <a:lnTo>
                    <a:pt x="7" y="248"/>
                  </a:lnTo>
                  <a:lnTo>
                    <a:pt x="7" y="289"/>
                  </a:lnTo>
                  <a:lnTo>
                    <a:pt x="10" y="346"/>
                  </a:lnTo>
                  <a:lnTo>
                    <a:pt x="13" y="360"/>
                  </a:lnTo>
                  <a:lnTo>
                    <a:pt x="26" y="359"/>
                  </a:lnTo>
                  <a:lnTo>
                    <a:pt x="31" y="362"/>
                  </a:lnTo>
                  <a:lnTo>
                    <a:pt x="39" y="365"/>
                  </a:lnTo>
                  <a:lnTo>
                    <a:pt x="48" y="365"/>
                  </a:lnTo>
                  <a:lnTo>
                    <a:pt x="56" y="362"/>
                  </a:lnTo>
                  <a:lnTo>
                    <a:pt x="72" y="362"/>
                  </a:lnTo>
                  <a:lnTo>
                    <a:pt x="77" y="362"/>
                  </a:lnTo>
                  <a:lnTo>
                    <a:pt x="93" y="368"/>
                  </a:lnTo>
                  <a:lnTo>
                    <a:pt x="99" y="366"/>
                  </a:lnTo>
                  <a:lnTo>
                    <a:pt x="114" y="356"/>
                  </a:lnTo>
                  <a:lnTo>
                    <a:pt x="125" y="352"/>
                  </a:lnTo>
                  <a:lnTo>
                    <a:pt x="130" y="346"/>
                  </a:lnTo>
                  <a:lnTo>
                    <a:pt x="124" y="330"/>
                  </a:lnTo>
                  <a:lnTo>
                    <a:pt x="118" y="323"/>
                  </a:lnTo>
                  <a:lnTo>
                    <a:pt x="112" y="317"/>
                  </a:lnTo>
                  <a:lnTo>
                    <a:pt x="131" y="312"/>
                  </a:lnTo>
                  <a:lnTo>
                    <a:pt x="137" y="307"/>
                  </a:lnTo>
                  <a:lnTo>
                    <a:pt x="135" y="302"/>
                  </a:lnTo>
                  <a:lnTo>
                    <a:pt x="140" y="297"/>
                  </a:lnTo>
                  <a:lnTo>
                    <a:pt x="152" y="298"/>
                  </a:lnTo>
                  <a:lnTo>
                    <a:pt x="160" y="296"/>
                  </a:lnTo>
                  <a:lnTo>
                    <a:pt x="157" y="287"/>
                  </a:lnTo>
                  <a:lnTo>
                    <a:pt x="155" y="273"/>
                  </a:lnTo>
                  <a:lnTo>
                    <a:pt x="161" y="278"/>
                  </a:lnTo>
                  <a:lnTo>
                    <a:pt x="173" y="280"/>
                  </a:lnTo>
                  <a:lnTo>
                    <a:pt x="180" y="278"/>
                  </a:lnTo>
                  <a:lnTo>
                    <a:pt x="184" y="273"/>
                  </a:lnTo>
                  <a:lnTo>
                    <a:pt x="189" y="269"/>
                  </a:lnTo>
                  <a:lnTo>
                    <a:pt x="196" y="276"/>
                  </a:lnTo>
                  <a:lnTo>
                    <a:pt x="203" y="273"/>
                  </a:lnTo>
                  <a:lnTo>
                    <a:pt x="210" y="275"/>
                  </a:lnTo>
                  <a:lnTo>
                    <a:pt x="211" y="279"/>
                  </a:lnTo>
                  <a:lnTo>
                    <a:pt x="216" y="282"/>
                  </a:lnTo>
                  <a:lnTo>
                    <a:pt x="223" y="284"/>
                  </a:lnTo>
                  <a:lnTo>
                    <a:pt x="232" y="289"/>
                  </a:lnTo>
                  <a:lnTo>
                    <a:pt x="238" y="290"/>
                  </a:lnTo>
                  <a:lnTo>
                    <a:pt x="247" y="296"/>
                  </a:lnTo>
                  <a:lnTo>
                    <a:pt x="258" y="296"/>
                  </a:lnTo>
                  <a:lnTo>
                    <a:pt x="278" y="302"/>
                  </a:lnTo>
                  <a:lnTo>
                    <a:pt x="289" y="311"/>
                  </a:lnTo>
                  <a:lnTo>
                    <a:pt x="291" y="323"/>
                  </a:lnTo>
                  <a:lnTo>
                    <a:pt x="306" y="341"/>
                  </a:lnTo>
                  <a:lnTo>
                    <a:pt x="312" y="354"/>
                  </a:lnTo>
                  <a:lnTo>
                    <a:pt x="330" y="356"/>
                  </a:lnTo>
                  <a:lnTo>
                    <a:pt x="328" y="365"/>
                  </a:lnTo>
                  <a:lnTo>
                    <a:pt x="329" y="367"/>
                  </a:lnTo>
                  <a:lnTo>
                    <a:pt x="335" y="375"/>
                  </a:lnTo>
                  <a:lnTo>
                    <a:pt x="343" y="378"/>
                  </a:lnTo>
                  <a:lnTo>
                    <a:pt x="350" y="384"/>
                  </a:lnTo>
                  <a:lnTo>
                    <a:pt x="357" y="392"/>
                  </a:lnTo>
                  <a:lnTo>
                    <a:pt x="373" y="410"/>
                  </a:lnTo>
                  <a:lnTo>
                    <a:pt x="378" y="410"/>
                  </a:lnTo>
                  <a:lnTo>
                    <a:pt x="388" y="415"/>
                  </a:lnTo>
                  <a:lnTo>
                    <a:pt x="399" y="416"/>
                  </a:lnTo>
                  <a:lnTo>
                    <a:pt x="408" y="419"/>
                  </a:lnTo>
                  <a:lnTo>
                    <a:pt x="425" y="419"/>
                  </a:lnTo>
                  <a:lnTo>
                    <a:pt x="442" y="424"/>
                  </a:lnTo>
                  <a:lnTo>
                    <a:pt x="494" y="431"/>
                  </a:lnTo>
                  <a:lnTo>
                    <a:pt x="495" y="435"/>
                  </a:lnTo>
                  <a:lnTo>
                    <a:pt x="497" y="441"/>
                  </a:lnTo>
                  <a:lnTo>
                    <a:pt x="512" y="446"/>
                  </a:lnTo>
                  <a:lnTo>
                    <a:pt x="526" y="441"/>
                  </a:lnTo>
                  <a:lnTo>
                    <a:pt x="531" y="435"/>
                  </a:lnTo>
                  <a:lnTo>
                    <a:pt x="522" y="429"/>
                  </a:lnTo>
                  <a:lnTo>
                    <a:pt x="515" y="427"/>
                  </a:lnTo>
                  <a:lnTo>
                    <a:pt x="522" y="426"/>
                  </a:lnTo>
                  <a:lnTo>
                    <a:pt x="533" y="427"/>
                  </a:lnTo>
                  <a:lnTo>
                    <a:pt x="544" y="425"/>
                  </a:lnTo>
                  <a:lnTo>
                    <a:pt x="542" y="420"/>
                  </a:lnTo>
                  <a:lnTo>
                    <a:pt x="517" y="416"/>
                  </a:lnTo>
                  <a:lnTo>
                    <a:pt x="506" y="413"/>
                  </a:lnTo>
                  <a:lnTo>
                    <a:pt x="486" y="402"/>
                  </a:lnTo>
                  <a:lnTo>
                    <a:pt x="489" y="394"/>
                  </a:lnTo>
                  <a:lnTo>
                    <a:pt x="496" y="391"/>
                  </a:lnTo>
                  <a:lnTo>
                    <a:pt x="486" y="386"/>
                  </a:lnTo>
                  <a:lnTo>
                    <a:pt x="473" y="383"/>
                  </a:lnTo>
                  <a:lnTo>
                    <a:pt x="462" y="383"/>
                  </a:lnTo>
                  <a:lnTo>
                    <a:pt x="453" y="377"/>
                  </a:lnTo>
                  <a:lnTo>
                    <a:pt x="454" y="367"/>
                  </a:lnTo>
                  <a:lnTo>
                    <a:pt x="456" y="357"/>
                  </a:lnTo>
                  <a:lnTo>
                    <a:pt x="451" y="354"/>
                  </a:lnTo>
                  <a:lnTo>
                    <a:pt x="426" y="356"/>
                  </a:lnTo>
                  <a:lnTo>
                    <a:pt x="419" y="351"/>
                  </a:lnTo>
                  <a:lnTo>
                    <a:pt x="410" y="336"/>
                  </a:lnTo>
                  <a:lnTo>
                    <a:pt x="403" y="330"/>
                  </a:lnTo>
                  <a:lnTo>
                    <a:pt x="397" y="323"/>
                  </a:lnTo>
                  <a:lnTo>
                    <a:pt x="397" y="309"/>
                  </a:lnTo>
                  <a:lnTo>
                    <a:pt x="395" y="303"/>
                  </a:lnTo>
                  <a:lnTo>
                    <a:pt x="393" y="301"/>
                  </a:lnTo>
                  <a:lnTo>
                    <a:pt x="387" y="300"/>
                  </a:lnTo>
                  <a:lnTo>
                    <a:pt x="383" y="296"/>
                  </a:lnTo>
                  <a:lnTo>
                    <a:pt x="367" y="285"/>
                  </a:lnTo>
                  <a:lnTo>
                    <a:pt x="356" y="271"/>
                  </a:lnTo>
                  <a:lnTo>
                    <a:pt x="348" y="268"/>
                  </a:lnTo>
                  <a:lnTo>
                    <a:pt x="341" y="255"/>
                  </a:lnTo>
                  <a:lnTo>
                    <a:pt x="339" y="244"/>
                  </a:lnTo>
                  <a:lnTo>
                    <a:pt x="334" y="237"/>
                  </a:lnTo>
                  <a:lnTo>
                    <a:pt x="339" y="231"/>
                  </a:lnTo>
                  <a:lnTo>
                    <a:pt x="351" y="231"/>
                  </a:lnTo>
                  <a:lnTo>
                    <a:pt x="362" y="230"/>
                  </a:lnTo>
                  <a:lnTo>
                    <a:pt x="370" y="227"/>
                  </a:lnTo>
                  <a:lnTo>
                    <a:pt x="378" y="227"/>
                  </a:lnTo>
                  <a:lnTo>
                    <a:pt x="379" y="212"/>
                  </a:lnTo>
                  <a:lnTo>
                    <a:pt x="375" y="201"/>
                  </a:lnTo>
                  <a:lnTo>
                    <a:pt x="366" y="193"/>
                  </a:lnTo>
                  <a:lnTo>
                    <a:pt x="356" y="187"/>
                  </a:lnTo>
                  <a:lnTo>
                    <a:pt x="348" y="187"/>
                  </a:lnTo>
                  <a:lnTo>
                    <a:pt x="323" y="182"/>
                  </a:lnTo>
                  <a:lnTo>
                    <a:pt x="314" y="178"/>
                  </a:lnTo>
                  <a:lnTo>
                    <a:pt x="296" y="166"/>
                  </a:lnTo>
                  <a:lnTo>
                    <a:pt x="270" y="160"/>
                  </a:lnTo>
                  <a:lnTo>
                    <a:pt x="266" y="156"/>
                  </a:lnTo>
                  <a:lnTo>
                    <a:pt x="266" y="136"/>
                  </a:lnTo>
                  <a:lnTo>
                    <a:pt x="262" y="124"/>
                  </a:lnTo>
                  <a:lnTo>
                    <a:pt x="250" y="112"/>
                  </a:lnTo>
                  <a:lnTo>
                    <a:pt x="238" y="103"/>
                  </a:lnTo>
                  <a:lnTo>
                    <a:pt x="225" y="97"/>
                  </a:lnTo>
                  <a:lnTo>
                    <a:pt x="201" y="82"/>
                  </a:lnTo>
                  <a:lnTo>
                    <a:pt x="193" y="70"/>
                  </a:lnTo>
                  <a:lnTo>
                    <a:pt x="188" y="65"/>
                  </a:lnTo>
                  <a:lnTo>
                    <a:pt x="177" y="65"/>
                  </a:lnTo>
                  <a:lnTo>
                    <a:pt x="166" y="61"/>
                  </a:lnTo>
                  <a:lnTo>
                    <a:pt x="124" y="43"/>
                  </a:lnTo>
                  <a:lnTo>
                    <a:pt x="102" y="39"/>
                  </a:lnTo>
                  <a:lnTo>
                    <a:pt x="92" y="36"/>
                  </a:lnTo>
                  <a:lnTo>
                    <a:pt x="81" y="33"/>
                  </a:lnTo>
                  <a:lnTo>
                    <a:pt x="63" y="22"/>
                  </a:lnTo>
                  <a:lnTo>
                    <a:pt x="42" y="16"/>
                  </a:lnTo>
                  <a:lnTo>
                    <a:pt x="31" y="10"/>
                  </a:lnTo>
                  <a:lnTo>
                    <a:pt x="16" y="7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62" name="Group 119">
              <a:extLst>
                <a:ext uri="{FF2B5EF4-FFF2-40B4-BE49-F238E27FC236}">
                  <a16:creationId xmlns:a16="http://schemas.microsoft.com/office/drawing/2014/main" id="{7E95425A-F0DD-F3FC-F115-9348191DF6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538476" y="3590114"/>
              <a:ext cx="315944" cy="453052"/>
              <a:chOff x="3802" y="2280"/>
              <a:chExt cx="102" cy="146"/>
            </a:xfrm>
            <a:grpFill/>
          </p:grpSpPr>
          <p:sp>
            <p:nvSpPr>
              <p:cNvPr id="63" name="Freeform 120">
                <a:extLst>
                  <a:ext uri="{FF2B5EF4-FFF2-40B4-BE49-F238E27FC236}">
                    <a16:creationId xmlns:a16="http://schemas.microsoft.com/office/drawing/2014/main" id="{348D7E0C-846C-9721-7DE8-3435D6DF766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02" y="2362"/>
                <a:ext cx="25" cy="33"/>
              </a:xfrm>
              <a:custGeom>
                <a:avLst/>
                <a:gdLst/>
                <a:ahLst/>
                <a:cxnLst>
                  <a:cxn ang="0">
                    <a:pos x="120" y="2"/>
                  </a:cxn>
                  <a:cxn ang="0">
                    <a:pos x="123" y="0"/>
                  </a:cxn>
                  <a:cxn ang="0">
                    <a:pos x="124" y="1"/>
                  </a:cxn>
                  <a:cxn ang="0">
                    <a:pos x="125" y="15"/>
                  </a:cxn>
                  <a:cxn ang="0">
                    <a:pos x="126" y="18"/>
                  </a:cxn>
                  <a:cxn ang="0">
                    <a:pos x="124" y="23"/>
                  </a:cxn>
                  <a:cxn ang="0">
                    <a:pos x="124" y="32"/>
                  </a:cxn>
                  <a:cxn ang="0">
                    <a:pos x="129" y="47"/>
                  </a:cxn>
                  <a:cxn ang="0">
                    <a:pos x="126" y="53"/>
                  </a:cxn>
                  <a:cxn ang="0">
                    <a:pos x="117" y="59"/>
                  </a:cxn>
                  <a:cxn ang="0">
                    <a:pos x="112" y="67"/>
                  </a:cxn>
                  <a:cxn ang="0">
                    <a:pos x="103" y="76"/>
                  </a:cxn>
                  <a:cxn ang="0">
                    <a:pos x="93" y="80"/>
                  </a:cxn>
                  <a:cxn ang="0">
                    <a:pos x="86" y="85"/>
                  </a:cxn>
                  <a:cxn ang="0">
                    <a:pos x="82" y="98"/>
                  </a:cxn>
                  <a:cxn ang="0">
                    <a:pos x="70" y="112"/>
                  </a:cxn>
                  <a:cxn ang="0">
                    <a:pos x="49" y="130"/>
                  </a:cxn>
                  <a:cxn ang="0">
                    <a:pos x="37" y="142"/>
                  </a:cxn>
                  <a:cxn ang="0">
                    <a:pos x="28" y="150"/>
                  </a:cxn>
                  <a:cxn ang="0">
                    <a:pos x="19" y="151"/>
                  </a:cxn>
                  <a:cxn ang="0">
                    <a:pos x="13" y="158"/>
                  </a:cxn>
                  <a:cxn ang="0">
                    <a:pos x="6" y="163"/>
                  </a:cxn>
                  <a:cxn ang="0">
                    <a:pos x="0" y="163"/>
                  </a:cxn>
                  <a:cxn ang="0">
                    <a:pos x="2" y="150"/>
                  </a:cxn>
                  <a:cxn ang="0">
                    <a:pos x="10" y="137"/>
                  </a:cxn>
                  <a:cxn ang="0">
                    <a:pos x="17" y="130"/>
                  </a:cxn>
                  <a:cxn ang="0">
                    <a:pos x="32" y="119"/>
                  </a:cxn>
                  <a:cxn ang="0">
                    <a:pos x="37" y="118"/>
                  </a:cxn>
                  <a:cxn ang="0">
                    <a:pos x="69" y="85"/>
                  </a:cxn>
                  <a:cxn ang="0">
                    <a:pos x="77" y="75"/>
                  </a:cxn>
                  <a:cxn ang="0">
                    <a:pos x="82" y="71"/>
                  </a:cxn>
                  <a:cxn ang="0">
                    <a:pos x="88" y="61"/>
                  </a:cxn>
                  <a:cxn ang="0">
                    <a:pos x="97" y="55"/>
                  </a:cxn>
                  <a:cxn ang="0">
                    <a:pos x="104" y="53"/>
                  </a:cxn>
                  <a:cxn ang="0">
                    <a:pos x="112" y="39"/>
                  </a:cxn>
                  <a:cxn ang="0">
                    <a:pos x="110" y="29"/>
                  </a:cxn>
                  <a:cxn ang="0">
                    <a:pos x="113" y="34"/>
                  </a:cxn>
                  <a:cxn ang="0">
                    <a:pos x="117" y="31"/>
                  </a:cxn>
                  <a:cxn ang="0">
                    <a:pos x="115" y="27"/>
                  </a:cxn>
                  <a:cxn ang="0">
                    <a:pos x="112" y="23"/>
                  </a:cxn>
                  <a:cxn ang="0">
                    <a:pos x="114" y="21"/>
                  </a:cxn>
                  <a:cxn ang="0">
                    <a:pos x="117" y="13"/>
                  </a:cxn>
                  <a:cxn ang="0">
                    <a:pos x="118" y="5"/>
                  </a:cxn>
                  <a:cxn ang="0">
                    <a:pos x="120" y="2"/>
                  </a:cxn>
                </a:cxnLst>
                <a:rect l="0" t="0" r="r" b="b"/>
                <a:pathLst>
                  <a:path w="129" h="163">
                    <a:moveTo>
                      <a:pt x="120" y="2"/>
                    </a:moveTo>
                    <a:lnTo>
                      <a:pt x="123" y="0"/>
                    </a:lnTo>
                    <a:lnTo>
                      <a:pt x="124" y="1"/>
                    </a:lnTo>
                    <a:lnTo>
                      <a:pt x="125" y="15"/>
                    </a:lnTo>
                    <a:lnTo>
                      <a:pt x="126" y="18"/>
                    </a:lnTo>
                    <a:lnTo>
                      <a:pt x="124" y="23"/>
                    </a:lnTo>
                    <a:lnTo>
                      <a:pt x="124" y="32"/>
                    </a:lnTo>
                    <a:lnTo>
                      <a:pt x="129" y="47"/>
                    </a:lnTo>
                    <a:lnTo>
                      <a:pt x="126" y="53"/>
                    </a:lnTo>
                    <a:lnTo>
                      <a:pt x="117" y="59"/>
                    </a:lnTo>
                    <a:lnTo>
                      <a:pt x="112" y="67"/>
                    </a:lnTo>
                    <a:lnTo>
                      <a:pt x="103" y="76"/>
                    </a:lnTo>
                    <a:lnTo>
                      <a:pt x="93" y="80"/>
                    </a:lnTo>
                    <a:lnTo>
                      <a:pt x="86" y="85"/>
                    </a:lnTo>
                    <a:lnTo>
                      <a:pt x="82" y="98"/>
                    </a:lnTo>
                    <a:lnTo>
                      <a:pt x="70" y="112"/>
                    </a:lnTo>
                    <a:lnTo>
                      <a:pt x="49" y="130"/>
                    </a:lnTo>
                    <a:lnTo>
                      <a:pt x="37" y="142"/>
                    </a:lnTo>
                    <a:lnTo>
                      <a:pt x="28" y="150"/>
                    </a:lnTo>
                    <a:lnTo>
                      <a:pt x="19" y="151"/>
                    </a:lnTo>
                    <a:lnTo>
                      <a:pt x="13" y="158"/>
                    </a:lnTo>
                    <a:lnTo>
                      <a:pt x="6" y="163"/>
                    </a:lnTo>
                    <a:lnTo>
                      <a:pt x="0" y="163"/>
                    </a:lnTo>
                    <a:lnTo>
                      <a:pt x="2" y="150"/>
                    </a:lnTo>
                    <a:lnTo>
                      <a:pt x="10" y="137"/>
                    </a:lnTo>
                    <a:lnTo>
                      <a:pt x="17" y="130"/>
                    </a:lnTo>
                    <a:lnTo>
                      <a:pt x="32" y="119"/>
                    </a:lnTo>
                    <a:lnTo>
                      <a:pt x="37" y="118"/>
                    </a:lnTo>
                    <a:lnTo>
                      <a:pt x="69" y="85"/>
                    </a:lnTo>
                    <a:lnTo>
                      <a:pt x="77" y="75"/>
                    </a:lnTo>
                    <a:lnTo>
                      <a:pt x="82" y="71"/>
                    </a:lnTo>
                    <a:lnTo>
                      <a:pt x="88" y="61"/>
                    </a:lnTo>
                    <a:lnTo>
                      <a:pt x="97" y="55"/>
                    </a:lnTo>
                    <a:lnTo>
                      <a:pt x="104" y="53"/>
                    </a:lnTo>
                    <a:lnTo>
                      <a:pt x="112" y="39"/>
                    </a:lnTo>
                    <a:lnTo>
                      <a:pt x="110" y="29"/>
                    </a:lnTo>
                    <a:lnTo>
                      <a:pt x="113" y="34"/>
                    </a:lnTo>
                    <a:lnTo>
                      <a:pt x="117" y="31"/>
                    </a:lnTo>
                    <a:lnTo>
                      <a:pt x="115" y="27"/>
                    </a:lnTo>
                    <a:lnTo>
                      <a:pt x="112" y="23"/>
                    </a:lnTo>
                    <a:lnTo>
                      <a:pt x="114" y="21"/>
                    </a:lnTo>
                    <a:lnTo>
                      <a:pt x="117" y="13"/>
                    </a:lnTo>
                    <a:lnTo>
                      <a:pt x="118" y="5"/>
                    </a:lnTo>
                    <a:lnTo>
                      <a:pt x="120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4" name="Freeform 121">
                <a:extLst>
                  <a:ext uri="{FF2B5EF4-FFF2-40B4-BE49-F238E27FC236}">
                    <a16:creationId xmlns:a16="http://schemas.microsoft.com/office/drawing/2014/main" id="{54FED10D-032C-866B-6B8D-9947CAD29A2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35" y="2339"/>
                <a:ext cx="14" cy="14"/>
              </a:xfrm>
              <a:custGeom>
                <a:avLst/>
                <a:gdLst/>
                <a:ahLst/>
                <a:cxnLst>
                  <a:cxn ang="0">
                    <a:pos x="2" y="3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32" y="0"/>
                  </a:cxn>
                  <a:cxn ang="0">
                    <a:pos x="37" y="0"/>
                  </a:cxn>
                  <a:cxn ang="0">
                    <a:pos x="47" y="3"/>
                  </a:cxn>
                  <a:cxn ang="0">
                    <a:pos x="56" y="10"/>
                  </a:cxn>
                  <a:cxn ang="0">
                    <a:pos x="59" y="16"/>
                  </a:cxn>
                  <a:cxn ang="0">
                    <a:pos x="63" y="17"/>
                  </a:cxn>
                  <a:cxn ang="0">
                    <a:pos x="64" y="28"/>
                  </a:cxn>
                  <a:cxn ang="0">
                    <a:pos x="64" y="38"/>
                  </a:cxn>
                  <a:cxn ang="0">
                    <a:pos x="67" y="51"/>
                  </a:cxn>
                  <a:cxn ang="0">
                    <a:pos x="63" y="54"/>
                  </a:cxn>
                  <a:cxn ang="0">
                    <a:pos x="63" y="62"/>
                  </a:cxn>
                  <a:cxn ang="0">
                    <a:pos x="48" y="71"/>
                  </a:cxn>
                  <a:cxn ang="0">
                    <a:pos x="45" y="64"/>
                  </a:cxn>
                  <a:cxn ang="0">
                    <a:pos x="36" y="57"/>
                  </a:cxn>
                  <a:cxn ang="0">
                    <a:pos x="26" y="36"/>
                  </a:cxn>
                  <a:cxn ang="0">
                    <a:pos x="25" y="25"/>
                  </a:cxn>
                  <a:cxn ang="0">
                    <a:pos x="20" y="16"/>
                  </a:cxn>
                  <a:cxn ang="0">
                    <a:pos x="13" y="13"/>
                  </a:cxn>
                  <a:cxn ang="0">
                    <a:pos x="10" y="4"/>
                  </a:cxn>
                  <a:cxn ang="0">
                    <a:pos x="5" y="3"/>
                  </a:cxn>
                  <a:cxn ang="0">
                    <a:pos x="2" y="3"/>
                  </a:cxn>
                </a:cxnLst>
                <a:rect l="0" t="0" r="r" b="b"/>
                <a:pathLst>
                  <a:path w="67" h="71">
                    <a:moveTo>
                      <a:pt x="2" y="3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32" y="0"/>
                    </a:lnTo>
                    <a:lnTo>
                      <a:pt x="37" y="0"/>
                    </a:lnTo>
                    <a:lnTo>
                      <a:pt x="47" y="3"/>
                    </a:lnTo>
                    <a:lnTo>
                      <a:pt x="56" y="10"/>
                    </a:lnTo>
                    <a:lnTo>
                      <a:pt x="59" y="16"/>
                    </a:lnTo>
                    <a:lnTo>
                      <a:pt x="63" y="17"/>
                    </a:lnTo>
                    <a:lnTo>
                      <a:pt x="64" y="28"/>
                    </a:lnTo>
                    <a:lnTo>
                      <a:pt x="64" y="38"/>
                    </a:lnTo>
                    <a:lnTo>
                      <a:pt x="67" y="51"/>
                    </a:lnTo>
                    <a:lnTo>
                      <a:pt x="63" y="54"/>
                    </a:lnTo>
                    <a:lnTo>
                      <a:pt x="63" y="62"/>
                    </a:lnTo>
                    <a:lnTo>
                      <a:pt x="48" y="71"/>
                    </a:lnTo>
                    <a:lnTo>
                      <a:pt x="45" y="64"/>
                    </a:lnTo>
                    <a:lnTo>
                      <a:pt x="36" y="57"/>
                    </a:lnTo>
                    <a:lnTo>
                      <a:pt x="26" y="36"/>
                    </a:lnTo>
                    <a:lnTo>
                      <a:pt x="25" y="25"/>
                    </a:lnTo>
                    <a:lnTo>
                      <a:pt x="20" y="16"/>
                    </a:lnTo>
                    <a:lnTo>
                      <a:pt x="13" y="13"/>
                    </a:lnTo>
                    <a:lnTo>
                      <a:pt x="10" y="4"/>
                    </a:lnTo>
                    <a:lnTo>
                      <a:pt x="5" y="3"/>
                    </a:lnTo>
                    <a:lnTo>
                      <a:pt x="2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5" name="Freeform 122">
                <a:extLst>
                  <a:ext uri="{FF2B5EF4-FFF2-40B4-BE49-F238E27FC236}">
                    <a16:creationId xmlns:a16="http://schemas.microsoft.com/office/drawing/2014/main" id="{A2CDE1D3-3C91-8C60-CBA1-460993A6011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30" y="2280"/>
                <a:ext cx="47" cy="69"/>
              </a:xfrm>
              <a:custGeom>
                <a:avLst/>
                <a:gdLst/>
                <a:ahLst/>
                <a:cxnLst>
                  <a:cxn ang="0">
                    <a:pos x="139" y="17"/>
                  </a:cxn>
                  <a:cxn ang="0">
                    <a:pos x="129" y="44"/>
                  </a:cxn>
                  <a:cxn ang="0">
                    <a:pos x="139" y="75"/>
                  </a:cxn>
                  <a:cxn ang="0">
                    <a:pos x="146" y="97"/>
                  </a:cxn>
                  <a:cxn ang="0">
                    <a:pos x="133" y="132"/>
                  </a:cxn>
                  <a:cxn ang="0">
                    <a:pos x="120" y="144"/>
                  </a:cxn>
                  <a:cxn ang="0">
                    <a:pos x="98" y="165"/>
                  </a:cxn>
                  <a:cxn ang="0">
                    <a:pos x="87" y="188"/>
                  </a:cxn>
                  <a:cxn ang="0">
                    <a:pos x="98" y="216"/>
                  </a:cxn>
                  <a:cxn ang="0">
                    <a:pos x="99" y="238"/>
                  </a:cxn>
                  <a:cxn ang="0">
                    <a:pos x="120" y="268"/>
                  </a:cxn>
                  <a:cxn ang="0">
                    <a:pos x="131" y="261"/>
                  </a:cxn>
                  <a:cxn ang="0">
                    <a:pos x="145" y="245"/>
                  </a:cxn>
                  <a:cxn ang="0">
                    <a:pos x="167" y="245"/>
                  </a:cxn>
                  <a:cxn ang="0">
                    <a:pos x="179" y="273"/>
                  </a:cxn>
                  <a:cxn ang="0">
                    <a:pos x="189" y="259"/>
                  </a:cxn>
                  <a:cxn ang="0">
                    <a:pos x="206" y="267"/>
                  </a:cxn>
                  <a:cxn ang="0">
                    <a:pos x="215" y="279"/>
                  </a:cxn>
                  <a:cxn ang="0">
                    <a:pos x="216" y="299"/>
                  </a:cxn>
                  <a:cxn ang="0">
                    <a:pos x="220" y="312"/>
                  </a:cxn>
                  <a:cxn ang="0">
                    <a:pos x="232" y="317"/>
                  </a:cxn>
                  <a:cxn ang="0">
                    <a:pos x="231" y="345"/>
                  </a:cxn>
                  <a:cxn ang="0">
                    <a:pos x="227" y="324"/>
                  </a:cxn>
                  <a:cxn ang="0">
                    <a:pos x="201" y="317"/>
                  </a:cxn>
                  <a:cxn ang="0">
                    <a:pos x="184" y="294"/>
                  </a:cxn>
                  <a:cxn ang="0">
                    <a:pos x="166" y="279"/>
                  </a:cxn>
                  <a:cxn ang="0">
                    <a:pos x="149" y="280"/>
                  </a:cxn>
                  <a:cxn ang="0">
                    <a:pos x="152" y="306"/>
                  </a:cxn>
                  <a:cxn ang="0">
                    <a:pos x="124" y="273"/>
                  </a:cxn>
                  <a:cxn ang="0">
                    <a:pos x="98" y="268"/>
                  </a:cxn>
                  <a:cxn ang="0">
                    <a:pos x="75" y="284"/>
                  </a:cxn>
                  <a:cxn ang="0">
                    <a:pos x="56" y="270"/>
                  </a:cxn>
                  <a:cxn ang="0">
                    <a:pos x="45" y="254"/>
                  </a:cxn>
                  <a:cxn ang="0">
                    <a:pos x="61" y="231"/>
                  </a:cxn>
                  <a:cxn ang="0">
                    <a:pos x="45" y="219"/>
                  </a:cxn>
                  <a:cxn ang="0">
                    <a:pos x="33" y="230"/>
                  </a:cxn>
                  <a:cxn ang="0">
                    <a:pos x="16" y="203"/>
                  </a:cxn>
                  <a:cxn ang="0">
                    <a:pos x="0" y="138"/>
                  </a:cxn>
                  <a:cxn ang="0">
                    <a:pos x="17" y="146"/>
                  </a:cxn>
                  <a:cxn ang="0">
                    <a:pos x="29" y="97"/>
                  </a:cxn>
                  <a:cxn ang="0">
                    <a:pos x="33" y="53"/>
                  </a:cxn>
                  <a:cxn ang="0">
                    <a:pos x="43" y="7"/>
                  </a:cxn>
                  <a:cxn ang="0">
                    <a:pos x="67" y="1"/>
                  </a:cxn>
                  <a:cxn ang="0">
                    <a:pos x="113" y="17"/>
                  </a:cxn>
                  <a:cxn ang="0">
                    <a:pos x="130" y="4"/>
                  </a:cxn>
                </a:cxnLst>
                <a:rect l="0" t="0" r="r" b="b"/>
                <a:pathLst>
                  <a:path w="236" h="345">
                    <a:moveTo>
                      <a:pt x="134" y="10"/>
                    </a:moveTo>
                    <a:lnTo>
                      <a:pt x="137" y="14"/>
                    </a:lnTo>
                    <a:lnTo>
                      <a:pt x="139" y="17"/>
                    </a:lnTo>
                    <a:lnTo>
                      <a:pt x="135" y="22"/>
                    </a:lnTo>
                    <a:lnTo>
                      <a:pt x="130" y="33"/>
                    </a:lnTo>
                    <a:lnTo>
                      <a:pt x="129" y="44"/>
                    </a:lnTo>
                    <a:lnTo>
                      <a:pt x="129" y="66"/>
                    </a:lnTo>
                    <a:lnTo>
                      <a:pt x="134" y="74"/>
                    </a:lnTo>
                    <a:lnTo>
                      <a:pt x="139" y="75"/>
                    </a:lnTo>
                    <a:lnTo>
                      <a:pt x="141" y="81"/>
                    </a:lnTo>
                    <a:lnTo>
                      <a:pt x="146" y="87"/>
                    </a:lnTo>
                    <a:lnTo>
                      <a:pt x="146" y="97"/>
                    </a:lnTo>
                    <a:lnTo>
                      <a:pt x="141" y="109"/>
                    </a:lnTo>
                    <a:lnTo>
                      <a:pt x="135" y="122"/>
                    </a:lnTo>
                    <a:lnTo>
                      <a:pt x="133" y="132"/>
                    </a:lnTo>
                    <a:lnTo>
                      <a:pt x="128" y="143"/>
                    </a:lnTo>
                    <a:lnTo>
                      <a:pt x="121" y="148"/>
                    </a:lnTo>
                    <a:lnTo>
                      <a:pt x="120" y="144"/>
                    </a:lnTo>
                    <a:lnTo>
                      <a:pt x="112" y="150"/>
                    </a:lnTo>
                    <a:lnTo>
                      <a:pt x="104" y="156"/>
                    </a:lnTo>
                    <a:lnTo>
                      <a:pt x="98" y="165"/>
                    </a:lnTo>
                    <a:lnTo>
                      <a:pt x="98" y="175"/>
                    </a:lnTo>
                    <a:lnTo>
                      <a:pt x="94" y="184"/>
                    </a:lnTo>
                    <a:lnTo>
                      <a:pt x="87" y="188"/>
                    </a:lnTo>
                    <a:lnTo>
                      <a:pt x="88" y="198"/>
                    </a:lnTo>
                    <a:lnTo>
                      <a:pt x="93" y="208"/>
                    </a:lnTo>
                    <a:lnTo>
                      <a:pt x="98" y="216"/>
                    </a:lnTo>
                    <a:lnTo>
                      <a:pt x="102" y="222"/>
                    </a:lnTo>
                    <a:lnTo>
                      <a:pt x="99" y="227"/>
                    </a:lnTo>
                    <a:lnTo>
                      <a:pt x="99" y="238"/>
                    </a:lnTo>
                    <a:lnTo>
                      <a:pt x="104" y="247"/>
                    </a:lnTo>
                    <a:lnTo>
                      <a:pt x="106" y="254"/>
                    </a:lnTo>
                    <a:lnTo>
                      <a:pt x="120" y="268"/>
                    </a:lnTo>
                    <a:lnTo>
                      <a:pt x="125" y="268"/>
                    </a:lnTo>
                    <a:lnTo>
                      <a:pt x="134" y="265"/>
                    </a:lnTo>
                    <a:lnTo>
                      <a:pt x="131" y="261"/>
                    </a:lnTo>
                    <a:lnTo>
                      <a:pt x="133" y="251"/>
                    </a:lnTo>
                    <a:lnTo>
                      <a:pt x="136" y="253"/>
                    </a:lnTo>
                    <a:lnTo>
                      <a:pt x="145" y="245"/>
                    </a:lnTo>
                    <a:lnTo>
                      <a:pt x="155" y="247"/>
                    </a:lnTo>
                    <a:lnTo>
                      <a:pt x="160" y="243"/>
                    </a:lnTo>
                    <a:lnTo>
                      <a:pt x="167" y="245"/>
                    </a:lnTo>
                    <a:lnTo>
                      <a:pt x="173" y="252"/>
                    </a:lnTo>
                    <a:lnTo>
                      <a:pt x="178" y="263"/>
                    </a:lnTo>
                    <a:lnTo>
                      <a:pt x="179" y="273"/>
                    </a:lnTo>
                    <a:lnTo>
                      <a:pt x="184" y="276"/>
                    </a:lnTo>
                    <a:lnTo>
                      <a:pt x="190" y="270"/>
                    </a:lnTo>
                    <a:lnTo>
                      <a:pt x="189" y="259"/>
                    </a:lnTo>
                    <a:lnTo>
                      <a:pt x="194" y="262"/>
                    </a:lnTo>
                    <a:lnTo>
                      <a:pt x="198" y="264"/>
                    </a:lnTo>
                    <a:lnTo>
                      <a:pt x="206" y="267"/>
                    </a:lnTo>
                    <a:lnTo>
                      <a:pt x="221" y="273"/>
                    </a:lnTo>
                    <a:lnTo>
                      <a:pt x="223" y="278"/>
                    </a:lnTo>
                    <a:lnTo>
                      <a:pt x="215" y="279"/>
                    </a:lnTo>
                    <a:lnTo>
                      <a:pt x="207" y="285"/>
                    </a:lnTo>
                    <a:lnTo>
                      <a:pt x="209" y="294"/>
                    </a:lnTo>
                    <a:lnTo>
                      <a:pt x="216" y="299"/>
                    </a:lnTo>
                    <a:lnTo>
                      <a:pt x="221" y="301"/>
                    </a:lnTo>
                    <a:lnTo>
                      <a:pt x="219" y="308"/>
                    </a:lnTo>
                    <a:lnTo>
                      <a:pt x="220" y="312"/>
                    </a:lnTo>
                    <a:lnTo>
                      <a:pt x="225" y="312"/>
                    </a:lnTo>
                    <a:lnTo>
                      <a:pt x="226" y="316"/>
                    </a:lnTo>
                    <a:lnTo>
                      <a:pt x="232" y="317"/>
                    </a:lnTo>
                    <a:lnTo>
                      <a:pt x="236" y="321"/>
                    </a:lnTo>
                    <a:lnTo>
                      <a:pt x="236" y="339"/>
                    </a:lnTo>
                    <a:lnTo>
                      <a:pt x="231" y="345"/>
                    </a:lnTo>
                    <a:lnTo>
                      <a:pt x="223" y="338"/>
                    </a:lnTo>
                    <a:lnTo>
                      <a:pt x="221" y="331"/>
                    </a:lnTo>
                    <a:lnTo>
                      <a:pt x="227" y="324"/>
                    </a:lnTo>
                    <a:lnTo>
                      <a:pt x="223" y="324"/>
                    </a:lnTo>
                    <a:lnTo>
                      <a:pt x="211" y="324"/>
                    </a:lnTo>
                    <a:lnTo>
                      <a:pt x="201" y="317"/>
                    </a:lnTo>
                    <a:lnTo>
                      <a:pt x="194" y="315"/>
                    </a:lnTo>
                    <a:lnTo>
                      <a:pt x="190" y="302"/>
                    </a:lnTo>
                    <a:lnTo>
                      <a:pt x="184" y="294"/>
                    </a:lnTo>
                    <a:lnTo>
                      <a:pt x="173" y="289"/>
                    </a:lnTo>
                    <a:lnTo>
                      <a:pt x="168" y="284"/>
                    </a:lnTo>
                    <a:lnTo>
                      <a:pt x="166" y="279"/>
                    </a:lnTo>
                    <a:lnTo>
                      <a:pt x="157" y="270"/>
                    </a:lnTo>
                    <a:lnTo>
                      <a:pt x="147" y="268"/>
                    </a:lnTo>
                    <a:lnTo>
                      <a:pt x="149" y="280"/>
                    </a:lnTo>
                    <a:lnTo>
                      <a:pt x="158" y="302"/>
                    </a:lnTo>
                    <a:lnTo>
                      <a:pt x="158" y="306"/>
                    </a:lnTo>
                    <a:lnTo>
                      <a:pt x="152" y="306"/>
                    </a:lnTo>
                    <a:lnTo>
                      <a:pt x="147" y="294"/>
                    </a:lnTo>
                    <a:lnTo>
                      <a:pt x="137" y="286"/>
                    </a:lnTo>
                    <a:lnTo>
                      <a:pt x="124" y="273"/>
                    </a:lnTo>
                    <a:lnTo>
                      <a:pt x="115" y="268"/>
                    </a:lnTo>
                    <a:lnTo>
                      <a:pt x="109" y="267"/>
                    </a:lnTo>
                    <a:lnTo>
                      <a:pt x="98" y="268"/>
                    </a:lnTo>
                    <a:lnTo>
                      <a:pt x="92" y="278"/>
                    </a:lnTo>
                    <a:lnTo>
                      <a:pt x="85" y="283"/>
                    </a:lnTo>
                    <a:lnTo>
                      <a:pt x="75" y="284"/>
                    </a:lnTo>
                    <a:lnTo>
                      <a:pt x="70" y="278"/>
                    </a:lnTo>
                    <a:lnTo>
                      <a:pt x="63" y="276"/>
                    </a:lnTo>
                    <a:lnTo>
                      <a:pt x="56" y="270"/>
                    </a:lnTo>
                    <a:lnTo>
                      <a:pt x="50" y="274"/>
                    </a:lnTo>
                    <a:lnTo>
                      <a:pt x="47" y="264"/>
                    </a:lnTo>
                    <a:lnTo>
                      <a:pt x="45" y="254"/>
                    </a:lnTo>
                    <a:lnTo>
                      <a:pt x="49" y="247"/>
                    </a:lnTo>
                    <a:lnTo>
                      <a:pt x="56" y="240"/>
                    </a:lnTo>
                    <a:lnTo>
                      <a:pt x="61" y="231"/>
                    </a:lnTo>
                    <a:lnTo>
                      <a:pt x="61" y="225"/>
                    </a:lnTo>
                    <a:lnTo>
                      <a:pt x="55" y="220"/>
                    </a:lnTo>
                    <a:lnTo>
                      <a:pt x="45" y="219"/>
                    </a:lnTo>
                    <a:lnTo>
                      <a:pt x="44" y="233"/>
                    </a:lnTo>
                    <a:lnTo>
                      <a:pt x="42" y="238"/>
                    </a:lnTo>
                    <a:lnTo>
                      <a:pt x="33" y="230"/>
                    </a:lnTo>
                    <a:lnTo>
                      <a:pt x="28" y="219"/>
                    </a:lnTo>
                    <a:lnTo>
                      <a:pt x="21" y="219"/>
                    </a:lnTo>
                    <a:lnTo>
                      <a:pt x="16" y="203"/>
                    </a:lnTo>
                    <a:lnTo>
                      <a:pt x="13" y="188"/>
                    </a:lnTo>
                    <a:lnTo>
                      <a:pt x="2" y="155"/>
                    </a:lnTo>
                    <a:lnTo>
                      <a:pt x="0" y="138"/>
                    </a:lnTo>
                    <a:lnTo>
                      <a:pt x="0" y="134"/>
                    </a:lnTo>
                    <a:lnTo>
                      <a:pt x="8" y="136"/>
                    </a:lnTo>
                    <a:lnTo>
                      <a:pt x="17" y="146"/>
                    </a:lnTo>
                    <a:lnTo>
                      <a:pt x="29" y="143"/>
                    </a:lnTo>
                    <a:lnTo>
                      <a:pt x="28" y="113"/>
                    </a:lnTo>
                    <a:lnTo>
                      <a:pt x="29" y="97"/>
                    </a:lnTo>
                    <a:lnTo>
                      <a:pt x="34" y="82"/>
                    </a:lnTo>
                    <a:lnTo>
                      <a:pt x="34" y="65"/>
                    </a:lnTo>
                    <a:lnTo>
                      <a:pt x="33" y="53"/>
                    </a:lnTo>
                    <a:lnTo>
                      <a:pt x="34" y="41"/>
                    </a:lnTo>
                    <a:lnTo>
                      <a:pt x="38" y="17"/>
                    </a:lnTo>
                    <a:lnTo>
                      <a:pt x="43" y="7"/>
                    </a:lnTo>
                    <a:lnTo>
                      <a:pt x="50" y="0"/>
                    </a:lnTo>
                    <a:lnTo>
                      <a:pt x="56" y="1"/>
                    </a:lnTo>
                    <a:lnTo>
                      <a:pt x="67" y="1"/>
                    </a:lnTo>
                    <a:lnTo>
                      <a:pt x="80" y="4"/>
                    </a:lnTo>
                    <a:lnTo>
                      <a:pt x="102" y="17"/>
                    </a:lnTo>
                    <a:lnTo>
                      <a:pt x="113" y="17"/>
                    </a:lnTo>
                    <a:lnTo>
                      <a:pt x="120" y="15"/>
                    </a:lnTo>
                    <a:lnTo>
                      <a:pt x="123" y="4"/>
                    </a:lnTo>
                    <a:lnTo>
                      <a:pt x="130" y="4"/>
                    </a:lnTo>
                    <a:lnTo>
                      <a:pt x="134" y="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6" name="Freeform 123">
                <a:extLst>
                  <a:ext uri="{FF2B5EF4-FFF2-40B4-BE49-F238E27FC236}">
                    <a16:creationId xmlns:a16="http://schemas.microsoft.com/office/drawing/2014/main" id="{C4EC060F-79AE-A5C5-E3D5-3CDE67DC037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67" y="2349"/>
                <a:ext cx="9" cy="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" y="2"/>
                  </a:cxn>
                  <a:cxn ang="0">
                    <a:pos x="7" y="4"/>
                  </a:cxn>
                  <a:cxn ang="0">
                    <a:pos x="9" y="6"/>
                  </a:cxn>
                  <a:cxn ang="0">
                    <a:pos x="14" y="6"/>
                  </a:cxn>
                  <a:cxn ang="0">
                    <a:pos x="43" y="29"/>
                  </a:cxn>
                  <a:cxn ang="0">
                    <a:pos x="45" y="35"/>
                  </a:cxn>
                  <a:cxn ang="0">
                    <a:pos x="45" y="45"/>
                  </a:cxn>
                  <a:cxn ang="0">
                    <a:pos x="35" y="41"/>
                  </a:cxn>
                  <a:cxn ang="0">
                    <a:pos x="27" y="35"/>
                  </a:cxn>
                  <a:cxn ang="0">
                    <a:pos x="20" y="25"/>
                  </a:cxn>
                  <a:cxn ang="0">
                    <a:pos x="17" y="22"/>
                  </a:cxn>
                  <a:cxn ang="0">
                    <a:pos x="9" y="27"/>
                  </a:cxn>
                  <a:cxn ang="0">
                    <a:pos x="2" y="33"/>
                  </a:cxn>
                  <a:cxn ang="0">
                    <a:pos x="0" y="32"/>
                  </a:cxn>
                  <a:cxn ang="0">
                    <a:pos x="2" y="18"/>
                  </a:cxn>
                  <a:cxn ang="0">
                    <a:pos x="2" y="0"/>
                  </a:cxn>
                </a:cxnLst>
                <a:rect l="0" t="0" r="r" b="b"/>
                <a:pathLst>
                  <a:path w="45" h="45">
                    <a:moveTo>
                      <a:pt x="2" y="0"/>
                    </a:moveTo>
                    <a:lnTo>
                      <a:pt x="6" y="2"/>
                    </a:lnTo>
                    <a:lnTo>
                      <a:pt x="7" y="4"/>
                    </a:lnTo>
                    <a:lnTo>
                      <a:pt x="9" y="6"/>
                    </a:lnTo>
                    <a:lnTo>
                      <a:pt x="14" y="6"/>
                    </a:lnTo>
                    <a:lnTo>
                      <a:pt x="43" y="29"/>
                    </a:lnTo>
                    <a:lnTo>
                      <a:pt x="45" y="35"/>
                    </a:lnTo>
                    <a:lnTo>
                      <a:pt x="45" y="45"/>
                    </a:lnTo>
                    <a:lnTo>
                      <a:pt x="35" y="41"/>
                    </a:lnTo>
                    <a:lnTo>
                      <a:pt x="27" y="35"/>
                    </a:lnTo>
                    <a:lnTo>
                      <a:pt x="20" y="25"/>
                    </a:lnTo>
                    <a:lnTo>
                      <a:pt x="17" y="22"/>
                    </a:lnTo>
                    <a:lnTo>
                      <a:pt x="9" y="27"/>
                    </a:lnTo>
                    <a:lnTo>
                      <a:pt x="2" y="33"/>
                    </a:lnTo>
                    <a:lnTo>
                      <a:pt x="0" y="32"/>
                    </a:lnTo>
                    <a:lnTo>
                      <a:pt x="2" y="18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7" name="Freeform 124">
                <a:extLst>
                  <a:ext uri="{FF2B5EF4-FFF2-40B4-BE49-F238E27FC236}">
                    <a16:creationId xmlns:a16="http://schemas.microsoft.com/office/drawing/2014/main" id="{5AC4CE5C-0626-7D54-59CC-BC0E0ED5BB5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79" y="2348"/>
                <a:ext cx="15" cy="17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3" y="4"/>
                  </a:cxn>
                  <a:cxn ang="0">
                    <a:pos x="26" y="5"/>
                  </a:cxn>
                  <a:cxn ang="0">
                    <a:pos x="38" y="0"/>
                  </a:cxn>
                  <a:cxn ang="0">
                    <a:pos x="44" y="2"/>
                  </a:cxn>
                  <a:cxn ang="0">
                    <a:pos x="51" y="6"/>
                  </a:cxn>
                  <a:cxn ang="0">
                    <a:pos x="55" y="15"/>
                  </a:cxn>
                  <a:cxn ang="0">
                    <a:pos x="64" y="21"/>
                  </a:cxn>
                  <a:cxn ang="0">
                    <a:pos x="64" y="32"/>
                  </a:cxn>
                  <a:cxn ang="0">
                    <a:pos x="62" y="47"/>
                  </a:cxn>
                  <a:cxn ang="0">
                    <a:pos x="64" y="57"/>
                  </a:cxn>
                  <a:cxn ang="0">
                    <a:pos x="72" y="78"/>
                  </a:cxn>
                  <a:cxn ang="0">
                    <a:pos x="77" y="85"/>
                  </a:cxn>
                  <a:cxn ang="0">
                    <a:pos x="62" y="85"/>
                  </a:cxn>
                  <a:cxn ang="0">
                    <a:pos x="51" y="83"/>
                  </a:cxn>
                  <a:cxn ang="0">
                    <a:pos x="48" y="73"/>
                  </a:cxn>
                  <a:cxn ang="0">
                    <a:pos x="42" y="70"/>
                  </a:cxn>
                  <a:cxn ang="0">
                    <a:pos x="34" y="64"/>
                  </a:cxn>
                  <a:cxn ang="0">
                    <a:pos x="34" y="59"/>
                  </a:cxn>
                  <a:cxn ang="0">
                    <a:pos x="37" y="51"/>
                  </a:cxn>
                  <a:cxn ang="0">
                    <a:pos x="35" y="48"/>
                  </a:cxn>
                  <a:cxn ang="0">
                    <a:pos x="19" y="32"/>
                  </a:cxn>
                  <a:cxn ang="0">
                    <a:pos x="13" y="30"/>
                  </a:cxn>
                  <a:cxn ang="0">
                    <a:pos x="6" y="21"/>
                  </a:cxn>
                  <a:cxn ang="0">
                    <a:pos x="0" y="6"/>
                  </a:cxn>
                  <a:cxn ang="0">
                    <a:pos x="0" y="4"/>
                  </a:cxn>
                </a:cxnLst>
                <a:rect l="0" t="0" r="r" b="b"/>
                <a:pathLst>
                  <a:path w="77" h="85">
                    <a:moveTo>
                      <a:pt x="0" y="4"/>
                    </a:moveTo>
                    <a:lnTo>
                      <a:pt x="3" y="4"/>
                    </a:lnTo>
                    <a:lnTo>
                      <a:pt x="26" y="5"/>
                    </a:lnTo>
                    <a:lnTo>
                      <a:pt x="38" y="0"/>
                    </a:lnTo>
                    <a:lnTo>
                      <a:pt x="44" y="2"/>
                    </a:lnTo>
                    <a:lnTo>
                      <a:pt x="51" y="6"/>
                    </a:lnTo>
                    <a:lnTo>
                      <a:pt x="55" y="15"/>
                    </a:lnTo>
                    <a:lnTo>
                      <a:pt x="64" y="21"/>
                    </a:lnTo>
                    <a:lnTo>
                      <a:pt x="64" y="32"/>
                    </a:lnTo>
                    <a:lnTo>
                      <a:pt x="62" y="47"/>
                    </a:lnTo>
                    <a:lnTo>
                      <a:pt x="64" y="57"/>
                    </a:lnTo>
                    <a:lnTo>
                      <a:pt x="72" y="78"/>
                    </a:lnTo>
                    <a:lnTo>
                      <a:pt x="77" y="85"/>
                    </a:lnTo>
                    <a:lnTo>
                      <a:pt x="62" y="85"/>
                    </a:lnTo>
                    <a:lnTo>
                      <a:pt x="51" y="83"/>
                    </a:lnTo>
                    <a:lnTo>
                      <a:pt x="48" y="73"/>
                    </a:lnTo>
                    <a:lnTo>
                      <a:pt x="42" y="70"/>
                    </a:lnTo>
                    <a:lnTo>
                      <a:pt x="34" y="64"/>
                    </a:lnTo>
                    <a:lnTo>
                      <a:pt x="34" y="59"/>
                    </a:lnTo>
                    <a:lnTo>
                      <a:pt x="37" y="51"/>
                    </a:lnTo>
                    <a:lnTo>
                      <a:pt x="35" y="48"/>
                    </a:lnTo>
                    <a:lnTo>
                      <a:pt x="19" y="32"/>
                    </a:lnTo>
                    <a:lnTo>
                      <a:pt x="13" y="30"/>
                    </a:lnTo>
                    <a:lnTo>
                      <a:pt x="6" y="21"/>
                    </a:lnTo>
                    <a:lnTo>
                      <a:pt x="0" y="6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8" name="Freeform 125">
                <a:extLst>
                  <a:ext uri="{FF2B5EF4-FFF2-40B4-BE49-F238E27FC236}">
                    <a16:creationId xmlns:a16="http://schemas.microsoft.com/office/drawing/2014/main" id="{7C348015-9A5A-8AEB-E558-6603909BF68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53" y="2356"/>
                <a:ext cx="13" cy="17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2" y="0"/>
                  </a:cxn>
                  <a:cxn ang="0">
                    <a:pos x="11" y="2"/>
                  </a:cxn>
                  <a:cxn ang="0">
                    <a:pos x="24" y="11"/>
                  </a:cxn>
                  <a:cxn ang="0">
                    <a:pos x="27" y="17"/>
                  </a:cxn>
                  <a:cxn ang="0">
                    <a:pos x="33" y="18"/>
                  </a:cxn>
                  <a:cxn ang="0">
                    <a:pos x="49" y="18"/>
                  </a:cxn>
                  <a:cxn ang="0">
                    <a:pos x="50" y="22"/>
                  </a:cxn>
                  <a:cxn ang="0">
                    <a:pos x="60" y="19"/>
                  </a:cxn>
                  <a:cxn ang="0">
                    <a:pos x="63" y="21"/>
                  </a:cxn>
                  <a:cxn ang="0">
                    <a:pos x="63" y="33"/>
                  </a:cxn>
                  <a:cxn ang="0">
                    <a:pos x="60" y="44"/>
                  </a:cxn>
                  <a:cxn ang="0">
                    <a:pos x="52" y="49"/>
                  </a:cxn>
                  <a:cxn ang="0">
                    <a:pos x="44" y="59"/>
                  </a:cxn>
                  <a:cxn ang="0">
                    <a:pos x="36" y="65"/>
                  </a:cxn>
                  <a:cxn ang="0">
                    <a:pos x="32" y="67"/>
                  </a:cxn>
                  <a:cxn ang="0">
                    <a:pos x="23" y="68"/>
                  </a:cxn>
                  <a:cxn ang="0">
                    <a:pos x="11" y="73"/>
                  </a:cxn>
                  <a:cxn ang="0">
                    <a:pos x="3" y="83"/>
                  </a:cxn>
                  <a:cxn ang="0">
                    <a:pos x="1" y="71"/>
                  </a:cxn>
                  <a:cxn ang="0">
                    <a:pos x="1" y="59"/>
                  </a:cxn>
                  <a:cxn ang="0">
                    <a:pos x="3" y="45"/>
                  </a:cxn>
                  <a:cxn ang="0">
                    <a:pos x="6" y="17"/>
                  </a:cxn>
                  <a:cxn ang="0">
                    <a:pos x="4" y="11"/>
                  </a:cxn>
                  <a:cxn ang="0">
                    <a:pos x="0" y="6"/>
                  </a:cxn>
                  <a:cxn ang="0">
                    <a:pos x="0" y="1"/>
                  </a:cxn>
                </a:cxnLst>
                <a:rect l="0" t="0" r="r" b="b"/>
                <a:pathLst>
                  <a:path w="63" h="83">
                    <a:moveTo>
                      <a:pt x="0" y="1"/>
                    </a:moveTo>
                    <a:lnTo>
                      <a:pt x="2" y="0"/>
                    </a:lnTo>
                    <a:lnTo>
                      <a:pt x="11" y="2"/>
                    </a:lnTo>
                    <a:lnTo>
                      <a:pt x="24" y="11"/>
                    </a:lnTo>
                    <a:lnTo>
                      <a:pt x="27" y="17"/>
                    </a:lnTo>
                    <a:lnTo>
                      <a:pt x="33" y="18"/>
                    </a:lnTo>
                    <a:lnTo>
                      <a:pt x="49" y="18"/>
                    </a:lnTo>
                    <a:lnTo>
                      <a:pt x="50" y="22"/>
                    </a:lnTo>
                    <a:lnTo>
                      <a:pt x="60" y="19"/>
                    </a:lnTo>
                    <a:lnTo>
                      <a:pt x="63" y="21"/>
                    </a:lnTo>
                    <a:lnTo>
                      <a:pt x="63" y="33"/>
                    </a:lnTo>
                    <a:lnTo>
                      <a:pt x="60" y="44"/>
                    </a:lnTo>
                    <a:lnTo>
                      <a:pt x="52" y="49"/>
                    </a:lnTo>
                    <a:lnTo>
                      <a:pt x="44" y="59"/>
                    </a:lnTo>
                    <a:lnTo>
                      <a:pt x="36" y="65"/>
                    </a:lnTo>
                    <a:lnTo>
                      <a:pt x="32" y="67"/>
                    </a:lnTo>
                    <a:lnTo>
                      <a:pt x="23" y="68"/>
                    </a:lnTo>
                    <a:lnTo>
                      <a:pt x="11" y="73"/>
                    </a:lnTo>
                    <a:lnTo>
                      <a:pt x="3" y="83"/>
                    </a:lnTo>
                    <a:lnTo>
                      <a:pt x="1" y="71"/>
                    </a:lnTo>
                    <a:lnTo>
                      <a:pt x="1" y="59"/>
                    </a:lnTo>
                    <a:lnTo>
                      <a:pt x="3" y="45"/>
                    </a:lnTo>
                    <a:lnTo>
                      <a:pt x="6" y="17"/>
                    </a:lnTo>
                    <a:lnTo>
                      <a:pt x="4" y="11"/>
                    </a:lnTo>
                    <a:lnTo>
                      <a:pt x="0" y="6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69" name="Freeform 126">
                <a:extLst>
                  <a:ext uri="{FF2B5EF4-FFF2-40B4-BE49-F238E27FC236}">
                    <a16:creationId xmlns:a16="http://schemas.microsoft.com/office/drawing/2014/main" id="{C0F2A9ED-E1E7-92D0-9A5F-4A50EF1C8F0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58" y="2367"/>
                <a:ext cx="12" cy="21"/>
              </a:xfrm>
              <a:custGeom>
                <a:avLst/>
                <a:gdLst/>
                <a:ahLst/>
                <a:cxnLst>
                  <a:cxn ang="0">
                    <a:pos x="29" y="8"/>
                  </a:cxn>
                  <a:cxn ang="0">
                    <a:pos x="39" y="0"/>
                  </a:cxn>
                  <a:cxn ang="0">
                    <a:pos x="43" y="1"/>
                  </a:cxn>
                  <a:cxn ang="0">
                    <a:pos x="59" y="5"/>
                  </a:cxn>
                  <a:cxn ang="0">
                    <a:pos x="59" y="14"/>
                  </a:cxn>
                  <a:cxn ang="0">
                    <a:pos x="57" y="25"/>
                  </a:cxn>
                  <a:cxn ang="0">
                    <a:pos x="52" y="30"/>
                  </a:cxn>
                  <a:cxn ang="0">
                    <a:pos x="51" y="41"/>
                  </a:cxn>
                  <a:cxn ang="0">
                    <a:pos x="41" y="62"/>
                  </a:cxn>
                  <a:cxn ang="0">
                    <a:pos x="40" y="75"/>
                  </a:cxn>
                  <a:cxn ang="0">
                    <a:pos x="41" y="83"/>
                  </a:cxn>
                  <a:cxn ang="0">
                    <a:pos x="44" y="90"/>
                  </a:cxn>
                  <a:cxn ang="0">
                    <a:pos x="43" y="101"/>
                  </a:cxn>
                  <a:cxn ang="0">
                    <a:pos x="34" y="107"/>
                  </a:cxn>
                  <a:cxn ang="0">
                    <a:pos x="25" y="97"/>
                  </a:cxn>
                  <a:cxn ang="0">
                    <a:pos x="19" y="89"/>
                  </a:cxn>
                  <a:cxn ang="0">
                    <a:pos x="13" y="86"/>
                  </a:cxn>
                  <a:cxn ang="0">
                    <a:pos x="6" y="79"/>
                  </a:cxn>
                  <a:cxn ang="0">
                    <a:pos x="0" y="69"/>
                  </a:cxn>
                  <a:cxn ang="0">
                    <a:pos x="3" y="57"/>
                  </a:cxn>
                  <a:cxn ang="0">
                    <a:pos x="18" y="51"/>
                  </a:cxn>
                  <a:cxn ang="0">
                    <a:pos x="22" y="42"/>
                  </a:cxn>
                  <a:cxn ang="0">
                    <a:pos x="22" y="25"/>
                  </a:cxn>
                  <a:cxn ang="0">
                    <a:pos x="27" y="10"/>
                  </a:cxn>
                  <a:cxn ang="0">
                    <a:pos x="29" y="8"/>
                  </a:cxn>
                </a:cxnLst>
                <a:rect l="0" t="0" r="r" b="b"/>
                <a:pathLst>
                  <a:path w="59" h="107">
                    <a:moveTo>
                      <a:pt x="29" y="8"/>
                    </a:moveTo>
                    <a:lnTo>
                      <a:pt x="39" y="0"/>
                    </a:lnTo>
                    <a:lnTo>
                      <a:pt x="43" y="1"/>
                    </a:lnTo>
                    <a:lnTo>
                      <a:pt x="59" y="5"/>
                    </a:lnTo>
                    <a:lnTo>
                      <a:pt x="59" y="14"/>
                    </a:lnTo>
                    <a:lnTo>
                      <a:pt x="57" y="25"/>
                    </a:lnTo>
                    <a:lnTo>
                      <a:pt x="52" y="30"/>
                    </a:lnTo>
                    <a:lnTo>
                      <a:pt x="51" y="41"/>
                    </a:lnTo>
                    <a:lnTo>
                      <a:pt x="41" y="62"/>
                    </a:lnTo>
                    <a:lnTo>
                      <a:pt x="40" y="75"/>
                    </a:lnTo>
                    <a:lnTo>
                      <a:pt x="41" y="83"/>
                    </a:lnTo>
                    <a:lnTo>
                      <a:pt x="44" y="90"/>
                    </a:lnTo>
                    <a:lnTo>
                      <a:pt x="43" y="101"/>
                    </a:lnTo>
                    <a:lnTo>
                      <a:pt x="34" y="107"/>
                    </a:lnTo>
                    <a:lnTo>
                      <a:pt x="25" y="97"/>
                    </a:lnTo>
                    <a:lnTo>
                      <a:pt x="19" y="89"/>
                    </a:lnTo>
                    <a:lnTo>
                      <a:pt x="13" y="86"/>
                    </a:lnTo>
                    <a:lnTo>
                      <a:pt x="6" y="79"/>
                    </a:lnTo>
                    <a:lnTo>
                      <a:pt x="0" y="69"/>
                    </a:lnTo>
                    <a:lnTo>
                      <a:pt x="3" y="57"/>
                    </a:lnTo>
                    <a:lnTo>
                      <a:pt x="18" y="51"/>
                    </a:lnTo>
                    <a:lnTo>
                      <a:pt x="22" y="42"/>
                    </a:lnTo>
                    <a:lnTo>
                      <a:pt x="22" y="25"/>
                    </a:lnTo>
                    <a:lnTo>
                      <a:pt x="27" y="10"/>
                    </a:lnTo>
                    <a:lnTo>
                      <a:pt x="29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0" name="Freeform 127">
                <a:extLst>
                  <a:ext uri="{FF2B5EF4-FFF2-40B4-BE49-F238E27FC236}">
                    <a16:creationId xmlns:a16="http://schemas.microsoft.com/office/drawing/2014/main" id="{211246DE-25C9-1AF9-6E0B-CFF6D23668D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79" y="2361"/>
                <a:ext cx="10" cy="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5"/>
                  </a:cxn>
                  <a:cxn ang="0">
                    <a:pos x="6" y="8"/>
                  </a:cxn>
                  <a:cxn ang="0">
                    <a:pos x="11" y="6"/>
                  </a:cxn>
                  <a:cxn ang="0">
                    <a:pos x="16" y="8"/>
                  </a:cxn>
                  <a:cxn ang="0">
                    <a:pos x="29" y="7"/>
                  </a:cxn>
                  <a:cxn ang="0">
                    <a:pos x="37" y="18"/>
                  </a:cxn>
                  <a:cxn ang="0">
                    <a:pos x="38" y="43"/>
                  </a:cxn>
                  <a:cxn ang="0">
                    <a:pos x="43" y="51"/>
                  </a:cxn>
                  <a:cxn ang="0">
                    <a:pos x="48" y="64"/>
                  </a:cxn>
                  <a:cxn ang="0">
                    <a:pos x="51" y="69"/>
                  </a:cxn>
                  <a:cxn ang="0">
                    <a:pos x="44" y="72"/>
                  </a:cxn>
                  <a:cxn ang="0">
                    <a:pos x="38" y="70"/>
                  </a:cxn>
                  <a:cxn ang="0">
                    <a:pos x="37" y="81"/>
                  </a:cxn>
                  <a:cxn ang="0">
                    <a:pos x="29" y="78"/>
                  </a:cxn>
                  <a:cxn ang="0">
                    <a:pos x="26" y="67"/>
                  </a:cxn>
                  <a:cxn ang="0">
                    <a:pos x="26" y="43"/>
                  </a:cxn>
                  <a:cxn ang="0">
                    <a:pos x="19" y="30"/>
                  </a:cxn>
                  <a:cxn ang="0">
                    <a:pos x="8" y="34"/>
                  </a:cxn>
                  <a:cxn ang="0">
                    <a:pos x="6" y="22"/>
                  </a:cxn>
                  <a:cxn ang="0">
                    <a:pos x="3" y="10"/>
                  </a:cxn>
                  <a:cxn ang="0">
                    <a:pos x="1" y="6"/>
                  </a:cxn>
                  <a:cxn ang="0">
                    <a:pos x="0" y="0"/>
                  </a:cxn>
                </a:cxnLst>
                <a:rect l="0" t="0" r="r" b="b"/>
                <a:pathLst>
                  <a:path w="51" h="81">
                    <a:moveTo>
                      <a:pt x="0" y="0"/>
                    </a:moveTo>
                    <a:lnTo>
                      <a:pt x="2" y="5"/>
                    </a:lnTo>
                    <a:lnTo>
                      <a:pt x="6" y="8"/>
                    </a:lnTo>
                    <a:lnTo>
                      <a:pt x="11" y="6"/>
                    </a:lnTo>
                    <a:lnTo>
                      <a:pt x="16" y="8"/>
                    </a:lnTo>
                    <a:lnTo>
                      <a:pt x="29" y="7"/>
                    </a:lnTo>
                    <a:lnTo>
                      <a:pt x="37" y="18"/>
                    </a:lnTo>
                    <a:lnTo>
                      <a:pt x="38" y="43"/>
                    </a:lnTo>
                    <a:lnTo>
                      <a:pt x="43" y="51"/>
                    </a:lnTo>
                    <a:lnTo>
                      <a:pt x="48" y="64"/>
                    </a:lnTo>
                    <a:lnTo>
                      <a:pt x="51" y="69"/>
                    </a:lnTo>
                    <a:lnTo>
                      <a:pt x="44" y="72"/>
                    </a:lnTo>
                    <a:lnTo>
                      <a:pt x="38" y="70"/>
                    </a:lnTo>
                    <a:lnTo>
                      <a:pt x="37" y="81"/>
                    </a:lnTo>
                    <a:lnTo>
                      <a:pt x="29" y="78"/>
                    </a:lnTo>
                    <a:lnTo>
                      <a:pt x="26" y="67"/>
                    </a:lnTo>
                    <a:lnTo>
                      <a:pt x="26" y="43"/>
                    </a:lnTo>
                    <a:lnTo>
                      <a:pt x="19" y="30"/>
                    </a:lnTo>
                    <a:lnTo>
                      <a:pt x="8" y="34"/>
                    </a:lnTo>
                    <a:lnTo>
                      <a:pt x="6" y="22"/>
                    </a:lnTo>
                    <a:lnTo>
                      <a:pt x="3" y="10"/>
                    </a:lnTo>
                    <a:lnTo>
                      <a:pt x="1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1" name="Freeform 128">
                <a:extLst>
                  <a:ext uri="{FF2B5EF4-FFF2-40B4-BE49-F238E27FC236}">
                    <a16:creationId xmlns:a16="http://schemas.microsoft.com/office/drawing/2014/main" id="{8215B52A-2D61-88F8-E015-7DBF7877516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69" y="2363"/>
                <a:ext cx="7" cy="20"/>
              </a:xfrm>
              <a:custGeom>
                <a:avLst/>
                <a:gdLst/>
                <a:ahLst/>
                <a:cxnLst>
                  <a:cxn ang="0">
                    <a:pos x="35" y="2"/>
                  </a:cxn>
                  <a:cxn ang="0">
                    <a:pos x="37" y="0"/>
                  </a:cxn>
                  <a:cxn ang="0">
                    <a:pos x="38" y="5"/>
                  </a:cxn>
                  <a:cxn ang="0">
                    <a:pos x="37" y="10"/>
                  </a:cxn>
                  <a:cxn ang="0">
                    <a:pos x="37" y="33"/>
                  </a:cxn>
                  <a:cxn ang="0">
                    <a:pos x="36" y="48"/>
                  </a:cxn>
                  <a:cxn ang="0">
                    <a:pos x="24" y="58"/>
                  </a:cxn>
                  <a:cxn ang="0">
                    <a:pos x="15" y="75"/>
                  </a:cxn>
                  <a:cxn ang="0">
                    <a:pos x="10" y="86"/>
                  </a:cxn>
                  <a:cxn ang="0">
                    <a:pos x="6" y="96"/>
                  </a:cxn>
                  <a:cxn ang="0">
                    <a:pos x="3" y="99"/>
                  </a:cxn>
                  <a:cxn ang="0">
                    <a:pos x="0" y="87"/>
                  </a:cxn>
                  <a:cxn ang="0">
                    <a:pos x="0" y="78"/>
                  </a:cxn>
                  <a:cxn ang="0">
                    <a:pos x="8" y="58"/>
                  </a:cxn>
                  <a:cxn ang="0">
                    <a:pos x="17" y="41"/>
                  </a:cxn>
                  <a:cxn ang="0">
                    <a:pos x="26" y="21"/>
                  </a:cxn>
                  <a:cxn ang="0">
                    <a:pos x="31" y="5"/>
                  </a:cxn>
                  <a:cxn ang="0">
                    <a:pos x="35" y="2"/>
                  </a:cxn>
                </a:cxnLst>
                <a:rect l="0" t="0" r="r" b="b"/>
                <a:pathLst>
                  <a:path w="38" h="99">
                    <a:moveTo>
                      <a:pt x="35" y="2"/>
                    </a:moveTo>
                    <a:lnTo>
                      <a:pt x="37" y="0"/>
                    </a:lnTo>
                    <a:lnTo>
                      <a:pt x="38" y="5"/>
                    </a:lnTo>
                    <a:lnTo>
                      <a:pt x="37" y="10"/>
                    </a:lnTo>
                    <a:lnTo>
                      <a:pt x="37" y="33"/>
                    </a:lnTo>
                    <a:lnTo>
                      <a:pt x="36" y="48"/>
                    </a:lnTo>
                    <a:lnTo>
                      <a:pt x="24" y="58"/>
                    </a:lnTo>
                    <a:lnTo>
                      <a:pt x="15" y="75"/>
                    </a:lnTo>
                    <a:lnTo>
                      <a:pt x="10" y="86"/>
                    </a:lnTo>
                    <a:lnTo>
                      <a:pt x="6" y="96"/>
                    </a:lnTo>
                    <a:lnTo>
                      <a:pt x="3" y="99"/>
                    </a:lnTo>
                    <a:lnTo>
                      <a:pt x="0" y="87"/>
                    </a:lnTo>
                    <a:lnTo>
                      <a:pt x="0" y="78"/>
                    </a:lnTo>
                    <a:lnTo>
                      <a:pt x="8" y="58"/>
                    </a:lnTo>
                    <a:lnTo>
                      <a:pt x="17" y="41"/>
                    </a:lnTo>
                    <a:lnTo>
                      <a:pt x="26" y="21"/>
                    </a:lnTo>
                    <a:lnTo>
                      <a:pt x="31" y="5"/>
                    </a:lnTo>
                    <a:lnTo>
                      <a:pt x="35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2" name="Freeform 129">
                <a:extLst>
                  <a:ext uri="{FF2B5EF4-FFF2-40B4-BE49-F238E27FC236}">
                    <a16:creationId xmlns:a16="http://schemas.microsoft.com/office/drawing/2014/main" id="{FEDB8AB6-6479-CE9A-A71D-D6585B1341E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74" y="2375"/>
                <a:ext cx="8" cy="7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0" y="16"/>
                  </a:cxn>
                  <a:cxn ang="0">
                    <a:pos x="2" y="16"/>
                  </a:cxn>
                  <a:cxn ang="0">
                    <a:pos x="9" y="12"/>
                  </a:cxn>
                  <a:cxn ang="0">
                    <a:pos x="12" y="5"/>
                  </a:cxn>
                  <a:cxn ang="0">
                    <a:pos x="20" y="0"/>
                  </a:cxn>
                  <a:cxn ang="0">
                    <a:pos x="32" y="5"/>
                  </a:cxn>
                  <a:cxn ang="0">
                    <a:pos x="39" y="3"/>
                  </a:cxn>
                  <a:cxn ang="0">
                    <a:pos x="39" y="14"/>
                  </a:cxn>
                  <a:cxn ang="0">
                    <a:pos x="38" y="18"/>
                  </a:cxn>
                  <a:cxn ang="0">
                    <a:pos x="39" y="24"/>
                  </a:cxn>
                  <a:cxn ang="0">
                    <a:pos x="37" y="27"/>
                  </a:cxn>
                  <a:cxn ang="0">
                    <a:pos x="22" y="31"/>
                  </a:cxn>
                  <a:cxn ang="0">
                    <a:pos x="7" y="30"/>
                  </a:cxn>
                  <a:cxn ang="0">
                    <a:pos x="4" y="26"/>
                  </a:cxn>
                  <a:cxn ang="0">
                    <a:pos x="0" y="18"/>
                  </a:cxn>
                </a:cxnLst>
                <a:rect l="0" t="0" r="r" b="b"/>
                <a:pathLst>
                  <a:path w="39" h="31">
                    <a:moveTo>
                      <a:pt x="0" y="18"/>
                    </a:moveTo>
                    <a:lnTo>
                      <a:pt x="0" y="16"/>
                    </a:lnTo>
                    <a:lnTo>
                      <a:pt x="2" y="16"/>
                    </a:lnTo>
                    <a:lnTo>
                      <a:pt x="9" y="12"/>
                    </a:lnTo>
                    <a:lnTo>
                      <a:pt x="12" y="5"/>
                    </a:lnTo>
                    <a:lnTo>
                      <a:pt x="20" y="0"/>
                    </a:lnTo>
                    <a:lnTo>
                      <a:pt x="32" y="5"/>
                    </a:lnTo>
                    <a:lnTo>
                      <a:pt x="39" y="3"/>
                    </a:lnTo>
                    <a:lnTo>
                      <a:pt x="39" y="14"/>
                    </a:lnTo>
                    <a:lnTo>
                      <a:pt x="38" y="18"/>
                    </a:lnTo>
                    <a:lnTo>
                      <a:pt x="39" y="24"/>
                    </a:lnTo>
                    <a:lnTo>
                      <a:pt x="37" y="27"/>
                    </a:lnTo>
                    <a:lnTo>
                      <a:pt x="22" y="31"/>
                    </a:lnTo>
                    <a:lnTo>
                      <a:pt x="7" y="30"/>
                    </a:lnTo>
                    <a:lnTo>
                      <a:pt x="4" y="26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73" name="Freeform 130">
                <a:extLst>
                  <a:ext uri="{FF2B5EF4-FFF2-40B4-BE49-F238E27FC236}">
                    <a16:creationId xmlns:a16="http://schemas.microsoft.com/office/drawing/2014/main" id="{8BE14530-A1AA-4585-1840-C56B3CF2E11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53" y="2380"/>
                <a:ext cx="51" cy="46"/>
              </a:xfrm>
              <a:custGeom>
                <a:avLst/>
                <a:gdLst/>
                <a:ahLst/>
                <a:cxnLst>
                  <a:cxn ang="0">
                    <a:pos x="190" y="0"/>
                  </a:cxn>
                  <a:cxn ang="0">
                    <a:pos x="207" y="10"/>
                  </a:cxn>
                  <a:cxn ang="0">
                    <a:pos x="224" y="26"/>
                  </a:cxn>
                  <a:cxn ang="0">
                    <a:pos x="233" y="33"/>
                  </a:cxn>
                  <a:cxn ang="0">
                    <a:pos x="240" y="51"/>
                  </a:cxn>
                  <a:cxn ang="0">
                    <a:pos x="242" y="70"/>
                  </a:cxn>
                  <a:cxn ang="0">
                    <a:pos x="246" y="86"/>
                  </a:cxn>
                  <a:cxn ang="0">
                    <a:pos x="250" y="110"/>
                  </a:cxn>
                  <a:cxn ang="0">
                    <a:pos x="254" y="142"/>
                  </a:cxn>
                  <a:cxn ang="0">
                    <a:pos x="243" y="152"/>
                  </a:cxn>
                  <a:cxn ang="0">
                    <a:pos x="238" y="185"/>
                  </a:cxn>
                  <a:cxn ang="0">
                    <a:pos x="227" y="167"/>
                  </a:cxn>
                  <a:cxn ang="0">
                    <a:pos x="221" y="142"/>
                  </a:cxn>
                  <a:cxn ang="0">
                    <a:pos x="212" y="131"/>
                  </a:cxn>
                  <a:cxn ang="0">
                    <a:pos x="192" y="158"/>
                  </a:cxn>
                  <a:cxn ang="0">
                    <a:pos x="197" y="179"/>
                  </a:cxn>
                  <a:cxn ang="0">
                    <a:pos x="206" y="201"/>
                  </a:cxn>
                  <a:cxn ang="0">
                    <a:pos x="194" y="227"/>
                  </a:cxn>
                  <a:cxn ang="0">
                    <a:pos x="184" y="211"/>
                  </a:cxn>
                  <a:cxn ang="0">
                    <a:pos x="174" y="211"/>
                  </a:cxn>
                  <a:cxn ang="0">
                    <a:pos x="156" y="210"/>
                  </a:cxn>
                  <a:cxn ang="0">
                    <a:pos x="125" y="189"/>
                  </a:cxn>
                  <a:cxn ang="0">
                    <a:pos x="119" y="171"/>
                  </a:cxn>
                  <a:cxn ang="0">
                    <a:pos x="113" y="150"/>
                  </a:cxn>
                  <a:cxn ang="0">
                    <a:pos x="125" y="126"/>
                  </a:cxn>
                  <a:cxn ang="0">
                    <a:pos x="105" y="108"/>
                  </a:cxn>
                  <a:cxn ang="0">
                    <a:pos x="89" y="104"/>
                  </a:cxn>
                  <a:cxn ang="0">
                    <a:pos x="81" y="125"/>
                  </a:cxn>
                  <a:cxn ang="0">
                    <a:pos x="68" y="121"/>
                  </a:cxn>
                  <a:cxn ang="0">
                    <a:pos x="55" y="126"/>
                  </a:cxn>
                  <a:cxn ang="0">
                    <a:pos x="50" y="123"/>
                  </a:cxn>
                  <a:cxn ang="0">
                    <a:pos x="39" y="112"/>
                  </a:cxn>
                  <a:cxn ang="0">
                    <a:pos x="16" y="153"/>
                  </a:cxn>
                  <a:cxn ang="0">
                    <a:pos x="3" y="155"/>
                  </a:cxn>
                  <a:cxn ang="0">
                    <a:pos x="7" y="121"/>
                  </a:cxn>
                  <a:cxn ang="0">
                    <a:pos x="22" y="93"/>
                  </a:cxn>
                  <a:cxn ang="0">
                    <a:pos x="56" y="76"/>
                  </a:cxn>
                  <a:cxn ang="0">
                    <a:pos x="73" y="64"/>
                  </a:cxn>
                  <a:cxn ang="0">
                    <a:pos x="99" y="64"/>
                  </a:cxn>
                  <a:cxn ang="0">
                    <a:pos x="98" y="94"/>
                  </a:cxn>
                  <a:cxn ang="0">
                    <a:pos x="127" y="69"/>
                  </a:cxn>
                  <a:cxn ang="0">
                    <a:pos x="146" y="66"/>
                  </a:cxn>
                  <a:cxn ang="0">
                    <a:pos x="153" y="49"/>
                  </a:cxn>
                  <a:cxn ang="0">
                    <a:pos x="169" y="46"/>
                  </a:cxn>
                  <a:cxn ang="0">
                    <a:pos x="189" y="43"/>
                  </a:cxn>
                  <a:cxn ang="0">
                    <a:pos x="194" y="26"/>
                  </a:cxn>
                  <a:cxn ang="0">
                    <a:pos x="191" y="1"/>
                  </a:cxn>
                </a:cxnLst>
                <a:rect l="0" t="0" r="r" b="b"/>
                <a:pathLst>
                  <a:path w="254" h="227">
                    <a:moveTo>
                      <a:pt x="191" y="1"/>
                    </a:moveTo>
                    <a:lnTo>
                      <a:pt x="190" y="0"/>
                    </a:lnTo>
                    <a:lnTo>
                      <a:pt x="200" y="0"/>
                    </a:lnTo>
                    <a:lnTo>
                      <a:pt x="207" y="10"/>
                    </a:lnTo>
                    <a:lnTo>
                      <a:pt x="215" y="13"/>
                    </a:lnTo>
                    <a:lnTo>
                      <a:pt x="224" y="26"/>
                    </a:lnTo>
                    <a:lnTo>
                      <a:pt x="229" y="26"/>
                    </a:lnTo>
                    <a:lnTo>
                      <a:pt x="233" y="33"/>
                    </a:lnTo>
                    <a:lnTo>
                      <a:pt x="240" y="46"/>
                    </a:lnTo>
                    <a:lnTo>
                      <a:pt x="240" y="51"/>
                    </a:lnTo>
                    <a:lnTo>
                      <a:pt x="231" y="64"/>
                    </a:lnTo>
                    <a:lnTo>
                      <a:pt x="242" y="70"/>
                    </a:lnTo>
                    <a:lnTo>
                      <a:pt x="242" y="81"/>
                    </a:lnTo>
                    <a:lnTo>
                      <a:pt x="246" y="86"/>
                    </a:lnTo>
                    <a:lnTo>
                      <a:pt x="248" y="104"/>
                    </a:lnTo>
                    <a:lnTo>
                      <a:pt x="250" y="110"/>
                    </a:lnTo>
                    <a:lnTo>
                      <a:pt x="254" y="124"/>
                    </a:lnTo>
                    <a:lnTo>
                      <a:pt x="254" y="142"/>
                    </a:lnTo>
                    <a:lnTo>
                      <a:pt x="249" y="150"/>
                    </a:lnTo>
                    <a:lnTo>
                      <a:pt x="243" y="152"/>
                    </a:lnTo>
                    <a:lnTo>
                      <a:pt x="238" y="161"/>
                    </a:lnTo>
                    <a:lnTo>
                      <a:pt x="238" y="185"/>
                    </a:lnTo>
                    <a:lnTo>
                      <a:pt x="231" y="179"/>
                    </a:lnTo>
                    <a:lnTo>
                      <a:pt x="227" y="167"/>
                    </a:lnTo>
                    <a:lnTo>
                      <a:pt x="227" y="151"/>
                    </a:lnTo>
                    <a:lnTo>
                      <a:pt x="221" y="142"/>
                    </a:lnTo>
                    <a:lnTo>
                      <a:pt x="217" y="134"/>
                    </a:lnTo>
                    <a:lnTo>
                      <a:pt x="212" y="131"/>
                    </a:lnTo>
                    <a:lnTo>
                      <a:pt x="207" y="135"/>
                    </a:lnTo>
                    <a:lnTo>
                      <a:pt x="192" y="158"/>
                    </a:lnTo>
                    <a:lnTo>
                      <a:pt x="191" y="172"/>
                    </a:lnTo>
                    <a:lnTo>
                      <a:pt x="197" y="179"/>
                    </a:lnTo>
                    <a:lnTo>
                      <a:pt x="202" y="189"/>
                    </a:lnTo>
                    <a:lnTo>
                      <a:pt x="206" y="201"/>
                    </a:lnTo>
                    <a:lnTo>
                      <a:pt x="206" y="207"/>
                    </a:lnTo>
                    <a:lnTo>
                      <a:pt x="194" y="227"/>
                    </a:lnTo>
                    <a:lnTo>
                      <a:pt x="186" y="223"/>
                    </a:lnTo>
                    <a:lnTo>
                      <a:pt x="184" y="211"/>
                    </a:lnTo>
                    <a:lnTo>
                      <a:pt x="183" y="205"/>
                    </a:lnTo>
                    <a:lnTo>
                      <a:pt x="174" y="211"/>
                    </a:lnTo>
                    <a:lnTo>
                      <a:pt x="164" y="212"/>
                    </a:lnTo>
                    <a:lnTo>
                      <a:pt x="156" y="210"/>
                    </a:lnTo>
                    <a:lnTo>
                      <a:pt x="133" y="199"/>
                    </a:lnTo>
                    <a:lnTo>
                      <a:pt x="125" y="189"/>
                    </a:lnTo>
                    <a:lnTo>
                      <a:pt x="120" y="182"/>
                    </a:lnTo>
                    <a:lnTo>
                      <a:pt x="119" y="171"/>
                    </a:lnTo>
                    <a:lnTo>
                      <a:pt x="116" y="162"/>
                    </a:lnTo>
                    <a:lnTo>
                      <a:pt x="113" y="150"/>
                    </a:lnTo>
                    <a:lnTo>
                      <a:pt x="125" y="134"/>
                    </a:lnTo>
                    <a:lnTo>
                      <a:pt x="125" y="126"/>
                    </a:lnTo>
                    <a:lnTo>
                      <a:pt x="116" y="116"/>
                    </a:lnTo>
                    <a:lnTo>
                      <a:pt x="105" y="108"/>
                    </a:lnTo>
                    <a:lnTo>
                      <a:pt x="97" y="104"/>
                    </a:lnTo>
                    <a:lnTo>
                      <a:pt x="89" y="104"/>
                    </a:lnTo>
                    <a:lnTo>
                      <a:pt x="81" y="119"/>
                    </a:lnTo>
                    <a:lnTo>
                      <a:pt x="81" y="125"/>
                    </a:lnTo>
                    <a:lnTo>
                      <a:pt x="73" y="121"/>
                    </a:lnTo>
                    <a:lnTo>
                      <a:pt x="68" y="121"/>
                    </a:lnTo>
                    <a:lnTo>
                      <a:pt x="68" y="114"/>
                    </a:lnTo>
                    <a:lnTo>
                      <a:pt x="55" y="126"/>
                    </a:lnTo>
                    <a:lnTo>
                      <a:pt x="54" y="132"/>
                    </a:lnTo>
                    <a:lnTo>
                      <a:pt x="50" y="123"/>
                    </a:lnTo>
                    <a:lnTo>
                      <a:pt x="47" y="112"/>
                    </a:lnTo>
                    <a:lnTo>
                      <a:pt x="39" y="112"/>
                    </a:lnTo>
                    <a:lnTo>
                      <a:pt x="28" y="124"/>
                    </a:lnTo>
                    <a:lnTo>
                      <a:pt x="16" y="153"/>
                    </a:lnTo>
                    <a:lnTo>
                      <a:pt x="9" y="156"/>
                    </a:lnTo>
                    <a:lnTo>
                      <a:pt x="3" y="155"/>
                    </a:lnTo>
                    <a:lnTo>
                      <a:pt x="0" y="144"/>
                    </a:lnTo>
                    <a:lnTo>
                      <a:pt x="7" y="121"/>
                    </a:lnTo>
                    <a:lnTo>
                      <a:pt x="12" y="104"/>
                    </a:lnTo>
                    <a:lnTo>
                      <a:pt x="22" y="93"/>
                    </a:lnTo>
                    <a:lnTo>
                      <a:pt x="52" y="85"/>
                    </a:lnTo>
                    <a:lnTo>
                      <a:pt x="56" y="76"/>
                    </a:lnTo>
                    <a:lnTo>
                      <a:pt x="63" y="69"/>
                    </a:lnTo>
                    <a:lnTo>
                      <a:pt x="73" y="64"/>
                    </a:lnTo>
                    <a:lnTo>
                      <a:pt x="79" y="56"/>
                    </a:lnTo>
                    <a:lnTo>
                      <a:pt x="99" y="64"/>
                    </a:lnTo>
                    <a:lnTo>
                      <a:pt x="104" y="76"/>
                    </a:lnTo>
                    <a:lnTo>
                      <a:pt x="98" y="94"/>
                    </a:lnTo>
                    <a:lnTo>
                      <a:pt x="120" y="85"/>
                    </a:lnTo>
                    <a:lnTo>
                      <a:pt x="127" y="69"/>
                    </a:lnTo>
                    <a:lnTo>
                      <a:pt x="138" y="64"/>
                    </a:lnTo>
                    <a:lnTo>
                      <a:pt x="146" y="66"/>
                    </a:lnTo>
                    <a:lnTo>
                      <a:pt x="151" y="60"/>
                    </a:lnTo>
                    <a:lnTo>
                      <a:pt x="153" y="49"/>
                    </a:lnTo>
                    <a:lnTo>
                      <a:pt x="158" y="43"/>
                    </a:lnTo>
                    <a:lnTo>
                      <a:pt x="169" y="46"/>
                    </a:lnTo>
                    <a:lnTo>
                      <a:pt x="181" y="40"/>
                    </a:lnTo>
                    <a:lnTo>
                      <a:pt x="189" y="43"/>
                    </a:lnTo>
                    <a:lnTo>
                      <a:pt x="192" y="39"/>
                    </a:lnTo>
                    <a:lnTo>
                      <a:pt x="194" y="26"/>
                    </a:lnTo>
                    <a:lnTo>
                      <a:pt x="191" y="7"/>
                    </a:lnTo>
                    <a:lnTo>
                      <a:pt x="191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74" name="Freeform 131">
              <a:extLst>
                <a:ext uri="{FF2B5EF4-FFF2-40B4-BE49-F238E27FC236}">
                  <a16:creationId xmlns:a16="http://schemas.microsoft.com/office/drawing/2014/main" id="{CF501498-4E91-6C1C-2C2D-294E5E8B76B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427896" y="4058970"/>
              <a:ext cx="44759" cy="36877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72" y="14"/>
                </a:cxn>
                <a:cxn ang="0">
                  <a:pos x="76" y="21"/>
                </a:cxn>
                <a:cxn ang="0">
                  <a:pos x="77" y="26"/>
                </a:cxn>
                <a:cxn ang="0">
                  <a:pos x="77" y="32"/>
                </a:cxn>
                <a:cxn ang="0">
                  <a:pos x="76" y="37"/>
                </a:cxn>
                <a:cxn ang="0">
                  <a:pos x="70" y="37"/>
                </a:cxn>
                <a:cxn ang="0">
                  <a:pos x="65" y="35"/>
                </a:cxn>
                <a:cxn ang="0">
                  <a:pos x="61" y="27"/>
                </a:cxn>
                <a:cxn ang="0">
                  <a:pos x="59" y="20"/>
                </a:cxn>
                <a:cxn ang="0">
                  <a:pos x="56" y="16"/>
                </a:cxn>
                <a:cxn ang="0">
                  <a:pos x="51" y="16"/>
                </a:cxn>
                <a:cxn ang="0">
                  <a:pos x="46" y="19"/>
                </a:cxn>
                <a:cxn ang="0">
                  <a:pos x="43" y="24"/>
                </a:cxn>
                <a:cxn ang="0">
                  <a:pos x="41" y="48"/>
                </a:cxn>
                <a:cxn ang="0">
                  <a:pos x="39" y="56"/>
                </a:cxn>
                <a:cxn ang="0">
                  <a:pos x="34" y="58"/>
                </a:cxn>
                <a:cxn ang="0">
                  <a:pos x="29" y="57"/>
                </a:cxn>
                <a:cxn ang="0">
                  <a:pos x="26" y="53"/>
                </a:cxn>
                <a:cxn ang="0">
                  <a:pos x="21" y="48"/>
                </a:cxn>
                <a:cxn ang="0">
                  <a:pos x="17" y="42"/>
                </a:cxn>
                <a:cxn ang="0">
                  <a:pos x="7" y="31"/>
                </a:cxn>
                <a:cxn ang="0">
                  <a:pos x="3" y="29"/>
                </a:cxn>
                <a:cxn ang="0">
                  <a:pos x="0" y="27"/>
                </a:cxn>
                <a:cxn ang="0">
                  <a:pos x="2" y="25"/>
                </a:cxn>
                <a:cxn ang="0">
                  <a:pos x="11" y="22"/>
                </a:cxn>
                <a:cxn ang="0">
                  <a:pos x="26" y="21"/>
                </a:cxn>
                <a:cxn ang="0">
                  <a:pos x="33" y="16"/>
                </a:cxn>
                <a:cxn ang="0">
                  <a:pos x="53" y="0"/>
                </a:cxn>
                <a:cxn ang="0">
                  <a:pos x="55" y="8"/>
                </a:cxn>
                <a:cxn ang="0">
                  <a:pos x="67" y="9"/>
                </a:cxn>
              </a:cxnLst>
              <a:rect l="0" t="0" r="r" b="b"/>
              <a:pathLst>
                <a:path w="77" h="58">
                  <a:moveTo>
                    <a:pt x="67" y="9"/>
                  </a:moveTo>
                  <a:lnTo>
                    <a:pt x="72" y="14"/>
                  </a:lnTo>
                  <a:lnTo>
                    <a:pt x="76" y="21"/>
                  </a:lnTo>
                  <a:lnTo>
                    <a:pt x="77" y="26"/>
                  </a:lnTo>
                  <a:lnTo>
                    <a:pt x="77" y="32"/>
                  </a:lnTo>
                  <a:lnTo>
                    <a:pt x="76" y="37"/>
                  </a:lnTo>
                  <a:lnTo>
                    <a:pt x="70" y="37"/>
                  </a:lnTo>
                  <a:lnTo>
                    <a:pt x="65" y="35"/>
                  </a:lnTo>
                  <a:lnTo>
                    <a:pt x="61" y="27"/>
                  </a:lnTo>
                  <a:lnTo>
                    <a:pt x="59" y="20"/>
                  </a:lnTo>
                  <a:lnTo>
                    <a:pt x="56" y="16"/>
                  </a:lnTo>
                  <a:lnTo>
                    <a:pt x="51" y="16"/>
                  </a:lnTo>
                  <a:lnTo>
                    <a:pt x="46" y="19"/>
                  </a:lnTo>
                  <a:lnTo>
                    <a:pt x="43" y="24"/>
                  </a:lnTo>
                  <a:lnTo>
                    <a:pt x="41" y="48"/>
                  </a:lnTo>
                  <a:lnTo>
                    <a:pt x="39" y="56"/>
                  </a:lnTo>
                  <a:lnTo>
                    <a:pt x="34" y="58"/>
                  </a:lnTo>
                  <a:lnTo>
                    <a:pt x="29" y="57"/>
                  </a:lnTo>
                  <a:lnTo>
                    <a:pt x="26" y="53"/>
                  </a:lnTo>
                  <a:lnTo>
                    <a:pt x="21" y="48"/>
                  </a:lnTo>
                  <a:lnTo>
                    <a:pt x="17" y="42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2" y="25"/>
                  </a:lnTo>
                  <a:lnTo>
                    <a:pt x="11" y="22"/>
                  </a:lnTo>
                  <a:lnTo>
                    <a:pt x="26" y="21"/>
                  </a:lnTo>
                  <a:lnTo>
                    <a:pt x="33" y="16"/>
                  </a:lnTo>
                  <a:lnTo>
                    <a:pt x="53" y="0"/>
                  </a:lnTo>
                  <a:lnTo>
                    <a:pt x="55" y="8"/>
                  </a:lnTo>
                  <a:lnTo>
                    <a:pt x="67" y="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75" name="Freeform 132">
              <a:extLst>
                <a:ext uri="{FF2B5EF4-FFF2-40B4-BE49-F238E27FC236}">
                  <a16:creationId xmlns:a16="http://schemas.microsoft.com/office/drawing/2014/main" id="{9F178590-A749-4A9F-20FB-684DAF3BB5C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498984" y="4340810"/>
              <a:ext cx="7899" cy="28974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9" y="0"/>
                </a:cxn>
                <a:cxn ang="0">
                  <a:pos x="11" y="10"/>
                </a:cxn>
                <a:cxn ang="0">
                  <a:pos x="13" y="26"/>
                </a:cxn>
                <a:cxn ang="0">
                  <a:pos x="15" y="33"/>
                </a:cxn>
                <a:cxn ang="0">
                  <a:pos x="9" y="41"/>
                </a:cxn>
                <a:cxn ang="0">
                  <a:pos x="4" y="42"/>
                </a:cxn>
                <a:cxn ang="0">
                  <a:pos x="0" y="27"/>
                </a:cxn>
                <a:cxn ang="0">
                  <a:pos x="0" y="13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8" y="1"/>
                </a:cxn>
              </a:cxnLst>
              <a:rect l="0" t="0" r="r" b="b"/>
              <a:pathLst>
                <a:path w="15" h="42">
                  <a:moveTo>
                    <a:pt x="8" y="1"/>
                  </a:moveTo>
                  <a:lnTo>
                    <a:pt x="9" y="0"/>
                  </a:lnTo>
                  <a:lnTo>
                    <a:pt x="11" y="10"/>
                  </a:lnTo>
                  <a:lnTo>
                    <a:pt x="13" y="26"/>
                  </a:lnTo>
                  <a:lnTo>
                    <a:pt x="15" y="33"/>
                  </a:lnTo>
                  <a:lnTo>
                    <a:pt x="9" y="41"/>
                  </a:lnTo>
                  <a:lnTo>
                    <a:pt x="4" y="42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3" y="4"/>
                  </a:lnTo>
                  <a:lnTo>
                    <a:pt x="8" y="0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76" name="Freeform 133">
              <a:extLst>
                <a:ext uri="{FF2B5EF4-FFF2-40B4-BE49-F238E27FC236}">
                  <a16:creationId xmlns:a16="http://schemas.microsoft.com/office/drawing/2014/main" id="{65829061-17FD-F59F-9654-CE8BF99825E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793865" y="4514655"/>
              <a:ext cx="84251" cy="39510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2" y="38"/>
                </a:cxn>
                <a:cxn ang="0">
                  <a:pos x="11" y="29"/>
                </a:cxn>
                <a:cxn ang="0">
                  <a:pos x="18" y="17"/>
                </a:cxn>
                <a:cxn ang="0">
                  <a:pos x="27" y="16"/>
                </a:cxn>
                <a:cxn ang="0">
                  <a:pos x="55" y="11"/>
                </a:cxn>
                <a:cxn ang="0">
                  <a:pos x="61" y="7"/>
                </a:cxn>
                <a:cxn ang="0">
                  <a:pos x="71" y="10"/>
                </a:cxn>
                <a:cxn ang="0">
                  <a:pos x="98" y="7"/>
                </a:cxn>
                <a:cxn ang="0">
                  <a:pos x="109" y="3"/>
                </a:cxn>
                <a:cxn ang="0">
                  <a:pos x="118" y="2"/>
                </a:cxn>
                <a:cxn ang="0">
                  <a:pos x="124" y="0"/>
                </a:cxn>
                <a:cxn ang="0">
                  <a:pos x="132" y="2"/>
                </a:cxn>
                <a:cxn ang="0">
                  <a:pos x="133" y="6"/>
                </a:cxn>
                <a:cxn ang="0">
                  <a:pos x="129" y="19"/>
                </a:cxn>
                <a:cxn ang="0">
                  <a:pos x="113" y="23"/>
                </a:cxn>
                <a:cxn ang="0">
                  <a:pos x="88" y="37"/>
                </a:cxn>
                <a:cxn ang="0">
                  <a:pos x="73" y="40"/>
                </a:cxn>
                <a:cxn ang="0">
                  <a:pos x="61" y="46"/>
                </a:cxn>
                <a:cxn ang="0">
                  <a:pos x="39" y="51"/>
                </a:cxn>
                <a:cxn ang="0">
                  <a:pos x="23" y="61"/>
                </a:cxn>
                <a:cxn ang="0">
                  <a:pos x="18" y="59"/>
                </a:cxn>
                <a:cxn ang="0">
                  <a:pos x="0" y="39"/>
                </a:cxn>
              </a:cxnLst>
              <a:rect l="0" t="0" r="r" b="b"/>
              <a:pathLst>
                <a:path w="133" h="61">
                  <a:moveTo>
                    <a:pt x="0" y="39"/>
                  </a:moveTo>
                  <a:lnTo>
                    <a:pt x="2" y="38"/>
                  </a:lnTo>
                  <a:lnTo>
                    <a:pt x="11" y="29"/>
                  </a:lnTo>
                  <a:lnTo>
                    <a:pt x="18" y="17"/>
                  </a:lnTo>
                  <a:lnTo>
                    <a:pt x="27" y="16"/>
                  </a:lnTo>
                  <a:lnTo>
                    <a:pt x="55" y="11"/>
                  </a:lnTo>
                  <a:lnTo>
                    <a:pt x="61" y="7"/>
                  </a:lnTo>
                  <a:lnTo>
                    <a:pt x="71" y="10"/>
                  </a:lnTo>
                  <a:lnTo>
                    <a:pt x="98" y="7"/>
                  </a:lnTo>
                  <a:lnTo>
                    <a:pt x="109" y="3"/>
                  </a:lnTo>
                  <a:lnTo>
                    <a:pt x="118" y="2"/>
                  </a:lnTo>
                  <a:lnTo>
                    <a:pt x="124" y="0"/>
                  </a:lnTo>
                  <a:lnTo>
                    <a:pt x="132" y="2"/>
                  </a:lnTo>
                  <a:lnTo>
                    <a:pt x="133" y="6"/>
                  </a:lnTo>
                  <a:lnTo>
                    <a:pt x="129" y="19"/>
                  </a:lnTo>
                  <a:lnTo>
                    <a:pt x="113" y="23"/>
                  </a:lnTo>
                  <a:lnTo>
                    <a:pt x="88" y="37"/>
                  </a:lnTo>
                  <a:lnTo>
                    <a:pt x="73" y="40"/>
                  </a:lnTo>
                  <a:lnTo>
                    <a:pt x="61" y="46"/>
                  </a:lnTo>
                  <a:lnTo>
                    <a:pt x="39" y="51"/>
                  </a:lnTo>
                  <a:lnTo>
                    <a:pt x="23" y="61"/>
                  </a:lnTo>
                  <a:lnTo>
                    <a:pt x="18" y="5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77" name="Freeform 134">
              <a:extLst>
                <a:ext uri="{FF2B5EF4-FFF2-40B4-BE49-F238E27FC236}">
                  <a16:creationId xmlns:a16="http://schemas.microsoft.com/office/drawing/2014/main" id="{1B4F6CF0-BC55-0FBA-5C81-66D5E6A4FD1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751740" y="4540995"/>
              <a:ext cx="52657" cy="42144"/>
            </a:xfrm>
            <a:custGeom>
              <a:avLst/>
              <a:gdLst/>
              <a:ahLst/>
              <a:cxnLst>
                <a:cxn ang="0">
                  <a:pos x="85" y="20"/>
                </a:cxn>
                <a:cxn ang="0">
                  <a:pos x="85" y="22"/>
                </a:cxn>
                <a:cxn ang="0">
                  <a:pos x="80" y="35"/>
                </a:cxn>
                <a:cxn ang="0">
                  <a:pos x="69" y="46"/>
                </a:cxn>
                <a:cxn ang="0">
                  <a:pos x="63" y="54"/>
                </a:cxn>
                <a:cxn ang="0">
                  <a:pos x="54" y="58"/>
                </a:cxn>
                <a:cxn ang="0">
                  <a:pos x="49" y="60"/>
                </a:cxn>
                <a:cxn ang="0">
                  <a:pos x="40" y="63"/>
                </a:cxn>
                <a:cxn ang="0">
                  <a:pos x="31" y="68"/>
                </a:cxn>
                <a:cxn ang="0">
                  <a:pos x="21" y="70"/>
                </a:cxn>
                <a:cxn ang="0">
                  <a:pos x="15" y="71"/>
                </a:cxn>
                <a:cxn ang="0">
                  <a:pos x="5" y="71"/>
                </a:cxn>
                <a:cxn ang="0">
                  <a:pos x="0" y="66"/>
                </a:cxn>
                <a:cxn ang="0">
                  <a:pos x="8" y="58"/>
                </a:cxn>
                <a:cxn ang="0">
                  <a:pos x="9" y="52"/>
                </a:cxn>
                <a:cxn ang="0">
                  <a:pos x="6" y="46"/>
                </a:cxn>
                <a:cxn ang="0">
                  <a:pos x="8" y="31"/>
                </a:cxn>
                <a:cxn ang="0">
                  <a:pos x="15" y="23"/>
                </a:cxn>
                <a:cxn ang="0">
                  <a:pos x="22" y="17"/>
                </a:cxn>
                <a:cxn ang="0">
                  <a:pos x="32" y="15"/>
                </a:cxn>
                <a:cxn ang="0">
                  <a:pos x="41" y="9"/>
                </a:cxn>
                <a:cxn ang="0">
                  <a:pos x="48" y="6"/>
                </a:cxn>
                <a:cxn ang="0">
                  <a:pos x="53" y="4"/>
                </a:cxn>
                <a:cxn ang="0">
                  <a:pos x="62" y="3"/>
                </a:cxn>
                <a:cxn ang="0">
                  <a:pos x="67" y="0"/>
                </a:cxn>
                <a:cxn ang="0">
                  <a:pos x="85" y="20"/>
                </a:cxn>
              </a:cxnLst>
              <a:rect l="0" t="0" r="r" b="b"/>
              <a:pathLst>
                <a:path w="85" h="71">
                  <a:moveTo>
                    <a:pt x="85" y="20"/>
                  </a:moveTo>
                  <a:lnTo>
                    <a:pt x="85" y="22"/>
                  </a:lnTo>
                  <a:lnTo>
                    <a:pt x="80" y="35"/>
                  </a:lnTo>
                  <a:lnTo>
                    <a:pt x="69" y="46"/>
                  </a:lnTo>
                  <a:lnTo>
                    <a:pt x="63" y="54"/>
                  </a:lnTo>
                  <a:lnTo>
                    <a:pt x="54" y="58"/>
                  </a:lnTo>
                  <a:lnTo>
                    <a:pt x="49" y="60"/>
                  </a:lnTo>
                  <a:lnTo>
                    <a:pt x="40" y="63"/>
                  </a:lnTo>
                  <a:lnTo>
                    <a:pt x="31" y="68"/>
                  </a:lnTo>
                  <a:lnTo>
                    <a:pt x="21" y="70"/>
                  </a:lnTo>
                  <a:lnTo>
                    <a:pt x="15" y="71"/>
                  </a:lnTo>
                  <a:lnTo>
                    <a:pt x="5" y="71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9" y="52"/>
                  </a:lnTo>
                  <a:lnTo>
                    <a:pt x="6" y="46"/>
                  </a:lnTo>
                  <a:lnTo>
                    <a:pt x="8" y="31"/>
                  </a:lnTo>
                  <a:lnTo>
                    <a:pt x="15" y="23"/>
                  </a:lnTo>
                  <a:lnTo>
                    <a:pt x="22" y="17"/>
                  </a:lnTo>
                  <a:lnTo>
                    <a:pt x="32" y="15"/>
                  </a:lnTo>
                  <a:lnTo>
                    <a:pt x="41" y="9"/>
                  </a:lnTo>
                  <a:lnTo>
                    <a:pt x="48" y="6"/>
                  </a:lnTo>
                  <a:lnTo>
                    <a:pt x="53" y="4"/>
                  </a:lnTo>
                  <a:lnTo>
                    <a:pt x="62" y="3"/>
                  </a:lnTo>
                  <a:lnTo>
                    <a:pt x="67" y="0"/>
                  </a:lnTo>
                  <a:lnTo>
                    <a:pt x="85" y="2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78" name="Freeform 135">
              <a:extLst>
                <a:ext uri="{FF2B5EF4-FFF2-40B4-BE49-F238E27FC236}">
                  <a16:creationId xmlns:a16="http://schemas.microsoft.com/office/drawing/2014/main" id="{CE94B436-6F67-D286-48E3-B72EB2F5F20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901813" y="4325005"/>
              <a:ext cx="100049" cy="39510"/>
            </a:xfrm>
            <a:custGeom>
              <a:avLst/>
              <a:gdLst/>
              <a:ahLst/>
              <a:cxnLst>
                <a:cxn ang="0">
                  <a:pos x="3" y="38"/>
                </a:cxn>
                <a:cxn ang="0">
                  <a:pos x="1" y="37"/>
                </a:cxn>
                <a:cxn ang="0">
                  <a:pos x="0" y="24"/>
                </a:cxn>
                <a:cxn ang="0">
                  <a:pos x="2" y="18"/>
                </a:cxn>
                <a:cxn ang="0">
                  <a:pos x="7" y="14"/>
                </a:cxn>
                <a:cxn ang="0">
                  <a:pos x="12" y="8"/>
                </a:cxn>
                <a:cxn ang="0">
                  <a:pos x="17" y="3"/>
                </a:cxn>
                <a:cxn ang="0">
                  <a:pos x="43" y="5"/>
                </a:cxn>
                <a:cxn ang="0">
                  <a:pos x="54" y="4"/>
                </a:cxn>
                <a:cxn ang="0">
                  <a:pos x="63" y="2"/>
                </a:cxn>
                <a:cxn ang="0">
                  <a:pos x="70" y="5"/>
                </a:cxn>
                <a:cxn ang="0">
                  <a:pos x="88" y="0"/>
                </a:cxn>
                <a:cxn ang="0">
                  <a:pos x="99" y="4"/>
                </a:cxn>
                <a:cxn ang="0">
                  <a:pos x="108" y="11"/>
                </a:cxn>
                <a:cxn ang="0">
                  <a:pos x="116" y="13"/>
                </a:cxn>
                <a:cxn ang="0">
                  <a:pos x="125" y="13"/>
                </a:cxn>
                <a:cxn ang="0">
                  <a:pos x="132" y="10"/>
                </a:cxn>
                <a:cxn ang="0">
                  <a:pos x="142" y="14"/>
                </a:cxn>
                <a:cxn ang="0">
                  <a:pos x="148" y="30"/>
                </a:cxn>
                <a:cxn ang="0">
                  <a:pos x="152" y="35"/>
                </a:cxn>
                <a:cxn ang="0">
                  <a:pos x="160" y="37"/>
                </a:cxn>
                <a:cxn ang="0">
                  <a:pos x="162" y="50"/>
                </a:cxn>
                <a:cxn ang="0">
                  <a:pos x="157" y="59"/>
                </a:cxn>
                <a:cxn ang="0">
                  <a:pos x="149" y="54"/>
                </a:cxn>
                <a:cxn ang="0">
                  <a:pos x="108" y="32"/>
                </a:cxn>
                <a:cxn ang="0">
                  <a:pos x="98" y="30"/>
                </a:cxn>
                <a:cxn ang="0">
                  <a:pos x="88" y="30"/>
                </a:cxn>
                <a:cxn ang="0">
                  <a:pos x="88" y="35"/>
                </a:cxn>
                <a:cxn ang="0">
                  <a:pos x="83" y="36"/>
                </a:cxn>
                <a:cxn ang="0">
                  <a:pos x="72" y="35"/>
                </a:cxn>
                <a:cxn ang="0">
                  <a:pos x="62" y="34"/>
                </a:cxn>
                <a:cxn ang="0">
                  <a:pos x="54" y="26"/>
                </a:cxn>
                <a:cxn ang="0">
                  <a:pos x="45" y="30"/>
                </a:cxn>
                <a:cxn ang="0">
                  <a:pos x="41" y="35"/>
                </a:cxn>
                <a:cxn ang="0">
                  <a:pos x="34" y="37"/>
                </a:cxn>
                <a:cxn ang="0">
                  <a:pos x="24" y="32"/>
                </a:cxn>
                <a:cxn ang="0">
                  <a:pos x="13" y="21"/>
                </a:cxn>
                <a:cxn ang="0">
                  <a:pos x="11" y="24"/>
                </a:cxn>
                <a:cxn ang="0">
                  <a:pos x="3" y="38"/>
                </a:cxn>
              </a:cxnLst>
              <a:rect l="0" t="0" r="r" b="b"/>
              <a:pathLst>
                <a:path w="162" h="59">
                  <a:moveTo>
                    <a:pt x="3" y="38"/>
                  </a:moveTo>
                  <a:lnTo>
                    <a:pt x="1" y="37"/>
                  </a:lnTo>
                  <a:lnTo>
                    <a:pt x="0" y="24"/>
                  </a:lnTo>
                  <a:lnTo>
                    <a:pt x="2" y="18"/>
                  </a:lnTo>
                  <a:lnTo>
                    <a:pt x="7" y="14"/>
                  </a:lnTo>
                  <a:lnTo>
                    <a:pt x="12" y="8"/>
                  </a:lnTo>
                  <a:lnTo>
                    <a:pt x="17" y="3"/>
                  </a:lnTo>
                  <a:lnTo>
                    <a:pt x="43" y="5"/>
                  </a:lnTo>
                  <a:lnTo>
                    <a:pt x="54" y="4"/>
                  </a:lnTo>
                  <a:lnTo>
                    <a:pt x="63" y="2"/>
                  </a:lnTo>
                  <a:lnTo>
                    <a:pt x="70" y="5"/>
                  </a:lnTo>
                  <a:lnTo>
                    <a:pt x="88" y="0"/>
                  </a:lnTo>
                  <a:lnTo>
                    <a:pt x="99" y="4"/>
                  </a:lnTo>
                  <a:lnTo>
                    <a:pt x="108" y="11"/>
                  </a:lnTo>
                  <a:lnTo>
                    <a:pt x="116" y="13"/>
                  </a:lnTo>
                  <a:lnTo>
                    <a:pt x="125" y="13"/>
                  </a:lnTo>
                  <a:lnTo>
                    <a:pt x="132" y="10"/>
                  </a:lnTo>
                  <a:lnTo>
                    <a:pt x="142" y="14"/>
                  </a:lnTo>
                  <a:lnTo>
                    <a:pt x="148" y="30"/>
                  </a:lnTo>
                  <a:lnTo>
                    <a:pt x="152" y="35"/>
                  </a:lnTo>
                  <a:lnTo>
                    <a:pt x="160" y="37"/>
                  </a:lnTo>
                  <a:lnTo>
                    <a:pt x="162" y="50"/>
                  </a:lnTo>
                  <a:lnTo>
                    <a:pt x="157" y="59"/>
                  </a:lnTo>
                  <a:lnTo>
                    <a:pt x="149" y="54"/>
                  </a:lnTo>
                  <a:lnTo>
                    <a:pt x="108" y="32"/>
                  </a:lnTo>
                  <a:lnTo>
                    <a:pt x="98" y="30"/>
                  </a:lnTo>
                  <a:lnTo>
                    <a:pt x="88" y="30"/>
                  </a:lnTo>
                  <a:lnTo>
                    <a:pt x="88" y="35"/>
                  </a:lnTo>
                  <a:lnTo>
                    <a:pt x="83" y="36"/>
                  </a:lnTo>
                  <a:lnTo>
                    <a:pt x="72" y="35"/>
                  </a:lnTo>
                  <a:lnTo>
                    <a:pt x="62" y="34"/>
                  </a:lnTo>
                  <a:lnTo>
                    <a:pt x="54" y="26"/>
                  </a:lnTo>
                  <a:lnTo>
                    <a:pt x="45" y="30"/>
                  </a:lnTo>
                  <a:lnTo>
                    <a:pt x="41" y="35"/>
                  </a:lnTo>
                  <a:lnTo>
                    <a:pt x="34" y="37"/>
                  </a:lnTo>
                  <a:lnTo>
                    <a:pt x="24" y="32"/>
                  </a:lnTo>
                  <a:lnTo>
                    <a:pt x="13" y="21"/>
                  </a:lnTo>
                  <a:lnTo>
                    <a:pt x="11" y="24"/>
                  </a:lnTo>
                  <a:lnTo>
                    <a:pt x="3" y="3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79" name="Freeform 136">
              <a:extLst>
                <a:ext uri="{FF2B5EF4-FFF2-40B4-BE49-F238E27FC236}">
                  <a16:creationId xmlns:a16="http://schemas.microsoft.com/office/drawing/2014/main" id="{CBD12481-8115-E7AA-D473-D6023F743CA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593767" y="4174867"/>
              <a:ext cx="215896" cy="250232"/>
            </a:xfrm>
            <a:custGeom>
              <a:avLst/>
              <a:gdLst/>
              <a:ahLst/>
              <a:cxnLst>
                <a:cxn ang="0">
                  <a:pos x="141" y="30"/>
                </a:cxn>
                <a:cxn ang="0">
                  <a:pos x="163" y="33"/>
                </a:cxn>
                <a:cxn ang="0">
                  <a:pos x="184" y="36"/>
                </a:cxn>
                <a:cxn ang="0">
                  <a:pos x="205" y="43"/>
                </a:cxn>
                <a:cxn ang="0">
                  <a:pos x="229" y="42"/>
                </a:cxn>
                <a:cxn ang="0">
                  <a:pos x="288" y="42"/>
                </a:cxn>
                <a:cxn ang="0">
                  <a:pos x="325" y="6"/>
                </a:cxn>
                <a:cxn ang="0">
                  <a:pos x="344" y="4"/>
                </a:cxn>
                <a:cxn ang="0">
                  <a:pos x="339" y="30"/>
                </a:cxn>
                <a:cxn ang="0">
                  <a:pos x="303" y="69"/>
                </a:cxn>
                <a:cxn ang="0">
                  <a:pos x="268" y="78"/>
                </a:cxn>
                <a:cxn ang="0">
                  <a:pos x="218" y="68"/>
                </a:cxn>
                <a:cxn ang="0">
                  <a:pos x="164" y="72"/>
                </a:cxn>
                <a:cxn ang="0">
                  <a:pos x="145" y="69"/>
                </a:cxn>
                <a:cxn ang="0">
                  <a:pos x="121" y="72"/>
                </a:cxn>
                <a:cxn ang="0">
                  <a:pos x="87" y="69"/>
                </a:cxn>
                <a:cxn ang="0">
                  <a:pos x="67" y="107"/>
                </a:cxn>
                <a:cxn ang="0">
                  <a:pos x="86" y="148"/>
                </a:cxn>
                <a:cxn ang="0">
                  <a:pos x="124" y="164"/>
                </a:cxn>
                <a:cxn ang="0">
                  <a:pos x="151" y="143"/>
                </a:cxn>
                <a:cxn ang="0">
                  <a:pos x="172" y="148"/>
                </a:cxn>
                <a:cxn ang="0">
                  <a:pos x="215" y="138"/>
                </a:cxn>
                <a:cxn ang="0">
                  <a:pos x="244" y="124"/>
                </a:cxn>
                <a:cxn ang="0">
                  <a:pos x="243" y="150"/>
                </a:cxn>
                <a:cxn ang="0">
                  <a:pos x="198" y="172"/>
                </a:cxn>
                <a:cxn ang="0">
                  <a:pos x="166" y="189"/>
                </a:cxn>
                <a:cxn ang="0">
                  <a:pos x="137" y="193"/>
                </a:cxn>
                <a:cxn ang="0">
                  <a:pos x="180" y="251"/>
                </a:cxn>
                <a:cxn ang="0">
                  <a:pos x="196" y="271"/>
                </a:cxn>
                <a:cxn ang="0">
                  <a:pos x="184" y="286"/>
                </a:cxn>
                <a:cxn ang="0">
                  <a:pos x="202" y="309"/>
                </a:cxn>
                <a:cxn ang="0">
                  <a:pos x="216" y="320"/>
                </a:cxn>
                <a:cxn ang="0">
                  <a:pos x="211" y="337"/>
                </a:cxn>
                <a:cxn ang="0">
                  <a:pos x="175" y="354"/>
                </a:cxn>
                <a:cxn ang="0">
                  <a:pos x="146" y="348"/>
                </a:cxn>
                <a:cxn ang="0">
                  <a:pos x="143" y="314"/>
                </a:cxn>
                <a:cxn ang="0">
                  <a:pos x="113" y="280"/>
                </a:cxn>
                <a:cxn ang="0">
                  <a:pos x="119" y="245"/>
                </a:cxn>
                <a:cxn ang="0">
                  <a:pos x="92" y="245"/>
                </a:cxn>
                <a:cxn ang="0">
                  <a:pos x="83" y="280"/>
                </a:cxn>
                <a:cxn ang="0">
                  <a:pos x="86" y="354"/>
                </a:cxn>
                <a:cxn ang="0">
                  <a:pos x="85" y="397"/>
                </a:cxn>
                <a:cxn ang="0">
                  <a:pos x="55" y="404"/>
                </a:cxn>
                <a:cxn ang="0">
                  <a:pos x="27" y="384"/>
                </a:cxn>
                <a:cxn ang="0">
                  <a:pos x="43" y="316"/>
                </a:cxn>
                <a:cxn ang="0">
                  <a:pos x="22" y="284"/>
                </a:cxn>
                <a:cxn ang="0">
                  <a:pos x="0" y="259"/>
                </a:cxn>
                <a:cxn ang="0">
                  <a:pos x="18" y="210"/>
                </a:cxn>
                <a:cxn ang="0">
                  <a:pos x="37" y="144"/>
                </a:cxn>
                <a:cxn ang="0">
                  <a:pos x="51" y="138"/>
                </a:cxn>
                <a:cxn ang="0">
                  <a:pos x="45" y="97"/>
                </a:cxn>
                <a:cxn ang="0">
                  <a:pos x="55" y="80"/>
                </a:cxn>
                <a:cxn ang="0">
                  <a:pos x="73" y="46"/>
                </a:cxn>
                <a:cxn ang="0">
                  <a:pos x="93" y="51"/>
                </a:cxn>
                <a:cxn ang="0">
                  <a:pos x="110" y="24"/>
                </a:cxn>
              </a:cxnLst>
              <a:rect l="0" t="0" r="r" b="b"/>
              <a:pathLst>
                <a:path w="345" h="404">
                  <a:moveTo>
                    <a:pt x="120" y="22"/>
                  </a:moveTo>
                  <a:lnTo>
                    <a:pt x="139" y="24"/>
                  </a:lnTo>
                  <a:lnTo>
                    <a:pt x="141" y="30"/>
                  </a:lnTo>
                  <a:lnTo>
                    <a:pt x="147" y="35"/>
                  </a:lnTo>
                  <a:lnTo>
                    <a:pt x="155" y="36"/>
                  </a:lnTo>
                  <a:lnTo>
                    <a:pt x="163" y="33"/>
                  </a:lnTo>
                  <a:lnTo>
                    <a:pt x="169" y="33"/>
                  </a:lnTo>
                  <a:lnTo>
                    <a:pt x="178" y="35"/>
                  </a:lnTo>
                  <a:lnTo>
                    <a:pt x="184" y="36"/>
                  </a:lnTo>
                  <a:lnTo>
                    <a:pt x="193" y="36"/>
                  </a:lnTo>
                  <a:lnTo>
                    <a:pt x="201" y="38"/>
                  </a:lnTo>
                  <a:lnTo>
                    <a:pt x="205" y="43"/>
                  </a:lnTo>
                  <a:lnTo>
                    <a:pt x="216" y="47"/>
                  </a:lnTo>
                  <a:lnTo>
                    <a:pt x="222" y="46"/>
                  </a:lnTo>
                  <a:lnTo>
                    <a:pt x="229" y="42"/>
                  </a:lnTo>
                  <a:lnTo>
                    <a:pt x="237" y="41"/>
                  </a:lnTo>
                  <a:lnTo>
                    <a:pt x="274" y="46"/>
                  </a:lnTo>
                  <a:lnTo>
                    <a:pt x="288" y="42"/>
                  </a:lnTo>
                  <a:lnTo>
                    <a:pt x="309" y="21"/>
                  </a:lnTo>
                  <a:lnTo>
                    <a:pt x="317" y="16"/>
                  </a:lnTo>
                  <a:lnTo>
                    <a:pt x="325" y="6"/>
                  </a:lnTo>
                  <a:lnTo>
                    <a:pt x="335" y="0"/>
                  </a:lnTo>
                  <a:lnTo>
                    <a:pt x="341" y="2"/>
                  </a:lnTo>
                  <a:lnTo>
                    <a:pt x="344" y="4"/>
                  </a:lnTo>
                  <a:lnTo>
                    <a:pt x="345" y="13"/>
                  </a:lnTo>
                  <a:lnTo>
                    <a:pt x="344" y="20"/>
                  </a:lnTo>
                  <a:lnTo>
                    <a:pt x="339" y="30"/>
                  </a:lnTo>
                  <a:lnTo>
                    <a:pt x="323" y="47"/>
                  </a:lnTo>
                  <a:lnTo>
                    <a:pt x="313" y="60"/>
                  </a:lnTo>
                  <a:lnTo>
                    <a:pt x="303" y="69"/>
                  </a:lnTo>
                  <a:lnTo>
                    <a:pt x="293" y="75"/>
                  </a:lnTo>
                  <a:lnTo>
                    <a:pt x="280" y="75"/>
                  </a:lnTo>
                  <a:lnTo>
                    <a:pt x="268" y="78"/>
                  </a:lnTo>
                  <a:lnTo>
                    <a:pt x="245" y="78"/>
                  </a:lnTo>
                  <a:lnTo>
                    <a:pt x="234" y="70"/>
                  </a:lnTo>
                  <a:lnTo>
                    <a:pt x="218" y="68"/>
                  </a:lnTo>
                  <a:lnTo>
                    <a:pt x="201" y="68"/>
                  </a:lnTo>
                  <a:lnTo>
                    <a:pt x="178" y="69"/>
                  </a:lnTo>
                  <a:lnTo>
                    <a:pt x="164" y="72"/>
                  </a:lnTo>
                  <a:lnTo>
                    <a:pt x="156" y="68"/>
                  </a:lnTo>
                  <a:lnTo>
                    <a:pt x="148" y="68"/>
                  </a:lnTo>
                  <a:lnTo>
                    <a:pt x="145" y="69"/>
                  </a:lnTo>
                  <a:lnTo>
                    <a:pt x="135" y="67"/>
                  </a:lnTo>
                  <a:lnTo>
                    <a:pt x="130" y="68"/>
                  </a:lnTo>
                  <a:lnTo>
                    <a:pt x="121" y="72"/>
                  </a:lnTo>
                  <a:lnTo>
                    <a:pt x="109" y="72"/>
                  </a:lnTo>
                  <a:lnTo>
                    <a:pt x="98" y="69"/>
                  </a:lnTo>
                  <a:lnTo>
                    <a:pt x="87" y="69"/>
                  </a:lnTo>
                  <a:lnTo>
                    <a:pt x="77" y="80"/>
                  </a:lnTo>
                  <a:lnTo>
                    <a:pt x="70" y="94"/>
                  </a:lnTo>
                  <a:lnTo>
                    <a:pt x="67" y="107"/>
                  </a:lnTo>
                  <a:lnTo>
                    <a:pt x="67" y="137"/>
                  </a:lnTo>
                  <a:lnTo>
                    <a:pt x="75" y="144"/>
                  </a:lnTo>
                  <a:lnTo>
                    <a:pt x="86" y="148"/>
                  </a:lnTo>
                  <a:lnTo>
                    <a:pt x="100" y="171"/>
                  </a:lnTo>
                  <a:lnTo>
                    <a:pt x="121" y="170"/>
                  </a:lnTo>
                  <a:lnTo>
                    <a:pt x="124" y="164"/>
                  </a:lnTo>
                  <a:lnTo>
                    <a:pt x="132" y="156"/>
                  </a:lnTo>
                  <a:lnTo>
                    <a:pt x="140" y="146"/>
                  </a:lnTo>
                  <a:lnTo>
                    <a:pt x="151" y="143"/>
                  </a:lnTo>
                  <a:lnTo>
                    <a:pt x="159" y="145"/>
                  </a:lnTo>
                  <a:lnTo>
                    <a:pt x="163" y="145"/>
                  </a:lnTo>
                  <a:lnTo>
                    <a:pt x="172" y="148"/>
                  </a:lnTo>
                  <a:lnTo>
                    <a:pt x="177" y="140"/>
                  </a:lnTo>
                  <a:lnTo>
                    <a:pt x="193" y="138"/>
                  </a:lnTo>
                  <a:lnTo>
                    <a:pt x="215" y="138"/>
                  </a:lnTo>
                  <a:lnTo>
                    <a:pt x="217" y="129"/>
                  </a:lnTo>
                  <a:lnTo>
                    <a:pt x="233" y="124"/>
                  </a:lnTo>
                  <a:lnTo>
                    <a:pt x="244" y="124"/>
                  </a:lnTo>
                  <a:lnTo>
                    <a:pt x="250" y="133"/>
                  </a:lnTo>
                  <a:lnTo>
                    <a:pt x="249" y="144"/>
                  </a:lnTo>
                  <a:lnTo>
                    <a:pt x="243" y="150"/>
                  </a:lnTo>
                  <a:lnTo>
                    <a:pt x="231" y="144"/>
                  </a:lnTo>
                  <a:lnTo>
                    <a:pt x="218" y="146"/>
                  </a:lnTo>
                  <a:lnTo>
                    <a:pt x="198" y="172"/>
                  </a:lnTo>
                  <a:lnTo>
                    <a:pt x="189" y="180"/>
                  </a:lnTo>
                  <a:lnTo>
                    <a:pt x="173" y="187"/>
                  </a:lnTo>
                  <a:lnTo>
                    <a:pt x="166" y="189"/>
                  </a:lnTo>
                  <a:lnTo>
                    <a:pt x="155" y="196"/>
                  </a:lnTo>
                  <a:lnTo>
                    <a:pt x="150" y="197"/>
                  </a:lnTo>
                  <a:lnTo>
                    <a:pt x="137" y="193"/>
                  </a:lnTo>
                  <a:lnTo>
                    <a:pt x="139" y="203"/>
                  </a:lnTo>
                  <a:lnTo>
                    <a:pt x="152" y="212"/>
                  </a:lnTo>
                  <a:lnTo>
                    <a:pt x="180" y="251"/>
                  </a:lnTo>
                  <a:lnTo>
                    <a:pt x="185" y="252"/>
                  </a:lnTo>
                  <a:lnTo>
                    <a:pt x="190" y="263"/>
                  </a:lnTo>
                  <a:lnTo>
                    <a:pt x="196" y="271"/>
                  </a:lnTo>
                  <a:lnTo>
                    <a:pt x="193" y="277"/>
                  </a:lnTo>
                  <a:lnTo>
                    <a:pt x="185" y="279"/>
                  </a:lnTo>
                  <a:lnTo>
                    <a:pt x="184" y="286"/>
                  </a:lnTo>
                  <a:lnTo>
                    <a:pt x="185" y="293"/>
                  </a:lnTo>
                  <a:lnTo>
                    <a:pt x="198" y="301"/>
                  </a:lnTo>
                  <a:lnTo>
                    <a:pt x="202" y="309"/>
                  </a:lnTo>
                  <a:lnTo>
                    <a:pt x="202" y="317"/>
                  </a:lnTo>
                  <a:lnTo>
                    <a:pt x="209" y="321"/>
                  </a:lnTo>
                  <a:lnTo>
                    <a:pt x="216" y="320"/>
                  </a:lnTo>
                  <a:lnTo>
                    <a:pt x="218" y="328"/>
                  </a:lnTo>
                  <a:lnTo>
                    <a:pt x="215" y="332"/>
                  </a:lnTo>
                  <a:lnTo>
                    <a:pt x="211" y="337"/>
                  </a:lnTo>
                  <a:lnTo>
                    <a:pt x="196" y="337"/>
                  </a:lnTo>
                  <a:lnTo>
                    <a:pt x="182" y="341"/>
                  </a:lnTo>
                  <a:lnTo>
                    <a:pt x="175" y="354"/>
                  </a:lnTo>
                  <a:lnTo>
                    <a:pt x="166" y="360"/>
                  </a:lnTo>
                  <a:lnTo>
                    <a:pt x="150" y="359"/>
                  </a:lnTo>
                  <a:lnTo>
                    <a:pt x="146" y="348"/>
                  </a:lnTo>
                  <a:lnTo>
                    <a:pt x="145" y="333"/>
                  </a:lnTo>
                  <a:lnTo>
                    <a:pt x="148" y="321"/>
                  </a:lnTo>
                  <a:lnTo>
                    <a:pt x="143" y="314"/>
                  </a:lnTo>
                  <a:lnTo>
                    <a:pt x="131" y="305"/>
                  </a:lnTo>
                  <a:lnTo>
                    <a:pt x="120" y="294"/>
                  </a:lnTo>
                  <a:lnTo>
                    <a:pt x="113" y="280"/>
                  </a:lnTo>
                  <a:lnTo>
                    <a:pt x="121" y="264"/>
                  </a:lnTo>
                  <a:lnTo>
                    <a:pt x="121" y="253"/>
                  </a:lnTo>
                  <a:lnTo>
                    <a:pt x="119" y="245"/>
                  </a:lnTo>
                  <a:lnTo>
                    <a:pt x="116" y="239"/>
                  </a:lnTo>
                  <a:lnTo>
                    <a:pt x="105" y="237"/>
                  </a:lnTo>
                  <a:lnTo>
                    <a:pt x="92" y="245"/>
                  </a:lnTo>
                  <a:lnTo>
                    <a:pt x="81" y="253"/>
                  </a:lnTo>
                  <a:lnTo>
                    <a:pt x="76" y="267"/>
                  </a:lnTo>
                  <a:lnTo>
                    <a:pt x="83" y="280"/>
                  </a:lnTo>
                  <a:lnTo>
                    <a:pt x="83" y="294"/>
                  </a:lnTo>
                  <a:lnTo>
                    <a:pt x="82" y="344"/>
                  </a:lnTo>
                  <a:lnTo>
                    <a:pt x="86" y="354"/>
                  </a:lnTo>
                  <a:lnTo>
                    <a:pt x="80" y="368"/>
                  </a:lnTo>
                  <a:lnTo>
                    <a:pt x="81" y="384"/>
                  </a:lnTo>
                  <a:lnTo>
                    <a:pt x="85" y="397"/>
                  </a:lnTo>
                  <a:lnTo>
                    <a:pt x="82" y="400"/>
                  </a:lnTo>
                  <a:lnTo>
                    <a:pt x="67" y="401"/>
                  </a:lnTo>
                  <a:lnTo>
                    <a:pt x="55" y="404"/>
                  </a:lnTo>
                  <a:lnTo>
                    <a:pt x="42" y="403"/>
                  </a:lnTo>
                  <a:lnTo>
                    <a:pt x="33" y="398"/>
                  </a:lnTo>
                  <a:lnTo>
                    <a:pt x="27" y="384"/>
                  </a:lnTo>
                  <a:lnTo>
                    <a:pt x="34" y="363"/>
                  </a:lnTo>
                  <a:lnTo>
                    <a:pt x="35" y="350"/>
                  </a:lnTo>
                  <a:lnTo>
                    <a:pt x="43" y="316"/>
                  </a:lnTo>
                  <a:lnTo>
                    <a:pt x="39" y="310"/>
                  </a:lnTo>
                  <a:lnTo>
                    <a:pt x="34" y="284"/>
                  </a:lnTo>
                  <a:lnTo>
                    <a:pt x="22" y="284"/>
                  </a:lnTo>
                  <a:lnTo>
                    <a:pt x="11" y="285"/>
                  </a:lnTo>
                  <a:lnTo>
                    <a:pt x="2" y="273"/>
                  </a:lnTo>
                  <a:lnTo>
                    <a:pt x="0" y="259"/>
                  </a:lnTo>
                  <a:lnTo>
                    <a:pt x="1" y="240"/>
                  </a:lnTo>
                  <a:lnTo>
                    <a:pt x="12" y="226"/>
                  </a:lnTo>
                  <a:lnTo>
                    <a:pt x="18" y="210"/>
                  </a:lnTo>
                  <a:lnTo>
                    <a:pt x="26" y="196"/>
                  </a:lnTo>
                  <a:lnTo>
                    <a:pt x="24" y="166"/>
                  </a:lnTo>
                  <a:lnTo>
                    <a:pt x="37" y="144"/>
                  </a:lnTo>
                  <a:lnTo>
                    <a:pt x="44" y="137"/>
                  </a:lnTo>
                  <a:lnTo>
                    <a:pt x="49" y="128"/>
                  </a:lnTo>
                  <a:lnTo>
                    <a:pt x="51" y="138"/>
                  </a:lnTo>
                  <a:lnTo>
                    <a:pt x="54" y="126"/>
                  </a:lnTo>
                  <a:lnTo>
                    <a:pt x="53" y="105"/>
                  </a:lnTo>
                  <a:lnTo>
                    <a:pt x="45" y="97"/>
                  </a:lnTo>
                  <a:lnTo>
                    <a:pt x="48" y="97"/>
                  </a:lnTo>
                  <a:lnTo>
                    <a:pt x="55" y="86"/>
                  </a:lnTo>
                  <a:lnTo>
                    <a:pt x="55" y="80"/>
                  </a:lnTo>
                  <a:lnTo>
                    <a:pt x="57" y="69"/>
                  </a:lnTo>
                  <a:lnTo>
                    <a:pt x="62" y="58"/>
                  </a:lnTo>
                  <a:lnTo>
                    <a:pt x="73" y="46"/>
                  </a:lnTo>
                  <a:lnTo>
                    <a:pt x="78" y="46"/>
                  </a:lnTo>
                  <a:lnTo>
                    <a:pt x="86" y="52"/>
                  </a:lnTo>
                  <a:lnTo>
                    <a:pt x="93" y="51"/>
                  </a:lnTo>
                  <a:lnTo>
                    <a:pt x="102" y="40"/>
                  </a:lnTo>
                  <a:lnTo>
                    <a:pt x="104" y="27"/>
                  </a:lnTo>
                  <a:lnTo>
                    <a:pt x="110" y="24"/>
                  </a:lnTo>
                  <a:lnTo>
                    <a:pt x="120" y="2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80" name="Freeform 137">
              <a:extLst>
                <a:ext uri="{FF2B5EF4-FFF2-40B4-BE49-F238E27FC236}">
                  <a16:creationId xmlns:a16="http://schemas.microsoft.com/office/drawing/2014/main" id="{39D799AA-1AC9-8BC9-FC99-9AA05FBAE60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883383" y="4156429"/>
              <a:ext cx="50025" cy="105361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32" y="0"/>
                </a:cxn>
                <a:cxn ang="0">
                  <a:pos x="34" y="2"/>
                </a:cxn>
                <a:cxn ang="0">
                  <a:pos x="36" y="6"/>
                </a:cxn>
                <a:cxn ang="0">
                  <a:pos x="31" y="14"/>
                </a:cxn>
                <a:cxn ang="0">
                  <a:pos x="27" y="17"/>
                </a:cxn>
                <a:cxn ang="0">
                  <a:pos x="26" y="21"/>
                </a:cxn>
                <a:cxn ang="0">
                  <a:pos x="31" y="25"/>
                </a:cxn>
                <a:cxn ang="0">
                  <a:pos x="34" y="36"/>
                </a:cxn>
                <a:cxn ang="0">
                  <a:pos x="36" y="45"/>
                </a:cxn>
                <a:cxn ang="0">
                  <a:pos x="34" y="53"/>
                </a:cxn>
                <a:cxn ang="0">
                  <a:pos x="22" y="65"/>
                </a:cxn>
                <a:cxn ang="0">
                  <a:pos x="15" y="72"/>
                </a:cxn>
                <a:cxn ang="0">
                  <a:pos x="15" y="74"/>
                </a:cxn>
                <a:cxn ang="0">
                  <a:pos x="22" y="75"/>
                </a:cxn>
                <a:cxn ang="0">
                  <a:pos x="28" y="69"/>
                </a:cxn>
                <a:cxn ang="0">
                  <a:pos x="37" y="63"/>
                </a:cxn>
                <a:cxn ang="0">
                  <a:pos x="47" y="45"/>
                </a:cxn>
                <a:cxn ang="0">
                  <a:pos x="57" y="40"/>
                </a:cxn>
                <a:cxn ang="0">
                  <a:pos x="68" y="38"/>
                </a:cxn>
                <a:cxn ang="0">
                  <a:pos x="70" y="41"/>
                </a:cxn>
                <a:cxn ang="0">
                  <a:pos x="74" y="49"/>
                </a:cxn>
                <a:cxn ang="0">
                  <a:pos x="74" y="63"/>
                </a:cxn>
                <a:cxn ang="0">
                  <a:pos x="52" y="78"/>
                </a:cxn>
                <a:cxn ang="0">
                  <a:pos x="52" y="81"/>
                </a:cxn>
                <a:cxn ang="0">
                  <a:pos x="69" y="92"/>
                </a:cxn>
                <a:cxn ang="0">
                  <a:pos x="70" y="99"/>
                </a:cxn>
                <a:cxn ang="0">
                  <a:pos x="74" y="103"/>
                </a:cxn>
                <a:cxn ang="0">
                  <a:pos x="80" y="107"/>
                </a:cxn>
                <a:cxn ang="0">
                  <a:pos x="70" y="108"/>
                </a:cxn>
                <a:cxn ang="0">
                  <a:pos x="62" y="102"/>
                </a:cxn>
                <a:cxn ang="0">
                  <a:pos x="47" y="100"/>
                </a:cxn>
                <a:cxn ang="0">
                  <a:pos x="36" y="96"/>
                </a:cxn>
                <a:cxn ang="0">
                  <a:pos x="31" y="102"/>
                </a:cxn>
                <a:cxn ang="0">
                  <a:pos x="30" y="118"/>
                </a:cxn>
                <a:cxn ang="0">
                  <a:pos x="32" y="137"/>
                </a:cxn>
                <a:cxn ang="0">
                  <a:pos x="37" y="146"/>
                </a:cxn>
                <a:cxn ang="0">
                  <a:pos x="43" y="158"/>
                </a:cxn>
                <a:cxn ang="0">
                  <a:pos x="54" y="170"/>
                </a:cxn>
                <a:cxn ang="0">
                  <a:pos x="49" y="170"/>
                </a:cxn>
                <a:cxn ang="0">
                  <a:pos x="39" y="160"/>
                </a:cxn>
                <a:cxn ang="0">
                  <a:pos x="21" y="137"/>
                </a:cxn>
                <a:cxn ang="0">
                  <a:pos x="17" y="106"/>
                </a:cxn>
                <a:cxn ang="0">
                  <a:pos x="12" y="92"/>
                </a:cxn>
                <a:cxn ang="0">
                  <a:pos x="12" y="80"/>
                </a:cxn>
                <a:cxn ang="0">
                  <a:pos x="10" y="72"/>
                </a:cxn>
                <a:cxn ang="0">
                  <a:pos x="5" y="68"/>
                </a:cxn>
                <a:cxn ang="0">
                  <a:pos x="0" y="59"/>
                </a:cxn>
                <a:cxn ang="0">
                  <a:pos x="1" y="49"/>
                </a:cxn>
                <a:cxn ang="0">
                  <a:pos x="3" y="48"/>
                </a:cxn>
                <a:cxn ang="0">
                  <a:pos x="10" y="25"/>
                </a:cxn>
                <a:cxn ang="0">
                  <a:pos x="15" y="15"/>
                </a:cxn>
                <a:cxn ang="0">
                  <a:pos x="31" y="0"/>
                </a:cxn>
              </a:cxnLst>
              <a:rect l="0" t="0" r="r" b="b"/>
              <a:pathLst>
                <a:path w="80" h="170">
                  <a:moveTo>
                    <a:pt x="31" y="0"/>
                  </a:moveTo>
                  <a:lnTo>
                    <a:pt x="32" y="0"/>
                  </a:lnTo>
                  <a:lnTo>
                    <a:pt x="34" y="2"/>
                  </a:lnTo>
                  <a:lnTo>
                    <a:pt x="36" y="6"/>
                  </a:lnTo>
                  <a:lnTo>
                    <a:pt x="31" y="14"/>
                  </a:lnTo>
                  <a:lnTo>
                    <a:pt x="27" y="17"/>
                  </a:lnTo>
                  <a:lnTo>
                    <a:pt x="26" y="21"/>
                  </a:lnTo>
                  <a:lnTo>
                    <a:pt x="31" y="25"/>
                  </a:lnTo>
                  <a:lnTo>
                    <a:pt x="34" y="36"/>
                  </a:lnTo>
                  <a:lnTo>
                    <a:pt x="36" y="45"/>
                  </a:lnTo>
                  <a:lnTo>
                    <a:pt x="34" y="53"/>
                  </a:lnTo>
                  <a:lnTo>
                    <a:pt x="22" y="65"/>
                  </a:lnTo>
                  <a:lnTo>
                    <a:pt x="15" y="72"/>
                  </a:lnTo>
                  <a:lnTo>
                    <a:pt x="15" y="74"/>
                  </a:lnTo>
                  <a:lnTo>
                    <a:pt x="22" y="75"/>
                  </a:lnTo>
                  <a:lnTo>
                    <a:pt x="28" y="69"/>
                  </a:lnTo>
                  <a:lnTo>
                    <a:pt x="37" y="63"/>
                  </a:lnTo>
                  <a:lnTo>
                    <a:pt x="47" y="45"/>
                  </a:lnTo>
                  <a:lnTo>
                    <a:pt x="57" y="40"/>
                  </a:lnTo>
                  <a:lnTo>
                    <a:pt x="68" y="38"/>
                  </a:lnTo>
                  <a:lnTo>
                    <a:pt x="70" y="41"/>
                  </a:lnTo>
                  <a:lnTo>
                    <a:pt x="74" y="49"/>
                  </a:lnTo>
                  <a:lnTo>
                    <a:pt x="74" y="63"/>
                  </a:lnTo>
                  <a:lnTo>
                    <a:pt x="52" y="78"/>
                  </a:lnTo>
                  <a:lnTo>
                    <a:pt x="52" y="81"/>
                  </a:lnTo>
                  <a:lnTo>
                    <a:pt x="69" y="92"/>
                  </a:lnTo>
                  <a:lnTo>
                    <a:pt x="70" y="99"/>
                  </a:lnTo>
                  <a:lnTo>
                    <a:pt x="74" y="103"/>
                  </a:lnTo>
                  <a:lnTo>
                    <a:pt x="80" y="107"/>
                  </a:lnTo>
                  <a:lnTo>
                    <a:pt x="70" y="108"/>
                  </a:lnTo>
                  <a:lnTo>
                    <a:pt x="62" y="102"/>
                  </a:lnTo>
                  <a:lnTo>
                    <a:pt x="47" y="100"/>
                  </a:lnTo>
                  <a:lnTo>
                    <a:pt x="36" y="96"/>
                  </a:lnTo>
                  <a:lnTo>
                    <a:pt x="31" y="102"/>
                  </a:lnTo>
                  <a:lnTo>
                    <a:pt x="30" y="118"/>
                  </a:lnTo>
                  <a:lnTo>
                    <a:pt x="32" y="137"/>
                  </a:lnTo>
                  <a:lnTo>
                    <a:pt x="37" y="146"/>
                  </a:lnTo>
                  <a:lnTo>
                    <a:pt x="43" y="158"/>
                  </a:lnTo>
                  <a:lnTo>
                    <a:pt x="54" y="170"/>
                  </a:lnTo>
                  <a:lnTo>
                    <a:pt x="49" y="170"/>
                  </a:lnTo>
                  <a:lnTo>
                    <a:pt x="39" y="160"/>
                  </a:lnTo>
                  <a:lnTo>
                    <a:pt x="21" y="137"/>
                  </a:lnTo>
                  <a:lnTo>
                    <a:pt x="17" y="106"/>
                  </a:lnTo>
                  <a:lnTo>
                    <a:pt x="12" y="92"/>
                  </a:lnTo>
                  <a:lnTo>
                    <a:pt x="12" y="80"/>
                  </a:lnTo>
                  <a:lnTo>
                    <a:pt x="10" y="72"/>
                  </a:lnTo>
                  <a:lnTo>
                    <a:pt x="5" y="68"/>
                  </a:lnTo>
                  <a:lnTo>
                    <a:pt x="0" y="59"/>
                  </a:lnTo>
                  <a:lnTo>
                    <a:pt x="1" y="49"/>
                  </a:lnTo>
                  <a:lnTo>
                    <a:pt x="3" y="48"/>
                  </a:lnTo>
                  <a:lnTo>
                    <a:pt x="10" y="25"/>
                  </a:lnTo>
                  <a:lnTo>
                    <a:pt x="15" y="15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81" name="Freeform 138">
              <a:extLst>
                <a:ext uri="{FF2B5EF4-FFF2-40B4-BE49-F238E27FC236}">
                  <a16:creationId xmlns:a16="http://schemas.microsoft.com/office/drawing/2014/main" id="{2F8FFBDA-D56F-5958-2726-1109ACEB326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0004495" y="4245986"/>
              <a:ext cx="352804" cy="297644"/>
            </a:xfrm>
            <a:custGeom>
              <a:avLst/>
              <a:gdLst/>
              <a:ahLst/>
              <a:cxnLst>
                <a:cxn ang="0">
                  <a:pos x="549" y="469"/>
                </a:cxn>
                <a:cxn ang="0">
                  <a:pos x="503" y="428"/>
                </a:cxn>
                <a:cxn ang="0">
                  <a:pos x="474" y="427"/>
                </a:cxn>
                <a:cxn ang="0">
                  <a:pos x="441" y="433"/>
                </a:cxn>
                <a:cxn ang="0">
                  <a:pos x="426" y="433"/>
                </a:cxn>
                <a:cxn ang="0">
                  <a:pos x="378" y="431"/>
                </a:cxn>
                <a:cxn ang="0">
                  <a:pos x="419" y="383"/>
                </a:cxn>
                <a:cxn ang="0">
                  <a:pos x="444" y="385"/>
                </a:cxn>
                <a:cxn ang="0">
                  <a:pos x="431" y="368"/>
                </a:cxn>
                <a:cxn ang="0">
                  <a:pos x="421" y="335"/>
                </a:cxn>
                <a:cxn ang="0">
                  <a:pos x="406" y="293"/>
                </a:cxn>
                <a:cxn ang="0">
                  <a:pos x="378" y="269"/>
                </a:cxn>
                <a:cxn ang="0">
                  <a:pos x="342" y="250"/>
                </a:cxn>
                <a:cxn ang="0">
                  <a:pos x="290" y="235"/>
                </a:cxn>
                <a:cxn ang="0">
                  <a:pos x="229" y="223"/>
                </a:cxn>
                <a:cxn ang="0">
                  <a:pos x="210" y="206"/>
                </a:cxn>
                <a:cxn ang="0">
                  <a:pos x="188" y="203"/>
                </a:cxn>
                <a:cxn ang="0">
                  <a:pos x="168" y="183"/>
                </a:cxn>
                <a:cxn ang="0">
                  <a:pos x="161" y="149"/>
                </a:cxn>
                <a:cxn ang="0">
                  <a:pos x="152" y="167"/>
                </a:cxn>
                <a:cxn ang="0">
                  <a:pos x="132" y="203"/>
                </a:cxn>
                <a:cxn ang="0">
                  <a:pos x="105" y="190"/>
                </a:cxn>
                <a:cxn ang="0">
                  <a:pos x="95" y="163"/>
                </a:cxn>
                <a:cxn ang="0">
                  <a:pos x="56" y="141"/>
                </a:cxn>
                <a:cxn ang="0">
                  <a:pos x="95" y="130"/>
                </a:cxn>
                <a:cxn ang="0">
                  <a:pos x="147" y="120"/>
                </a:cxn>
                <a:cxn ang="0">
                  <a:pos x="162" y="93"/>
                </a:cxn>
                <a:cxn ang="0">
                  <a:pos x="94" y="106"/>
                </a:cxn>
                <a:cxn ang="0">
                  <a:pos x="55" y="83"/>
                </a:cxn>
                <a:cxn ang="0">
                  <a:pos x="27" y="63"/>
                </a:cxn>
                <a:cxn ang="0">
                  <a:pos x="2" y="51"/>
                </a:cxn>
                <a:cxn ang="0">
                  <a:pos x="29" y="23"/>
                </a:cxn>
                <a:cxn ang="0">
                  <a:pos x="78" y="0"/>
                </a:cxn>
                <a:cxn ang="0">
                  <a:pos x="126" y="18"/>
                </a:cxn>
                <a:cxn ang="0">
                  <a:pos x="178" y="49"/>
                </a:cxn>
                <a:cxn ang="0">
                  <a:pos x="179" y="114"/>
                </a:cxn>
                <a:cxn ang="0">
                  <a:pos x="205" y="122"/>
                </a:cxn>
                <a:cxn ang="0">
                  <a:pos x="234" y="164"/>
                </a:cxn>
                <a:cxn ang="0">
                  <a:pos x="269" y="148"/>
                </a:cxn>
                <a:cxn ang="0">
                  <a:pos x="302" y="103"/>
                </a:cxn>
                <a:cxn ang="0">
                  <a:pos x="345" y="90"/>
                </a:cxn>
                <a:cxn ang="0">
                  <a:pos x="380" y="57"/>
                </a:cxn>
                <a:cxn ang="0">
                  <a:pos x="421" y="77"/>
                </a:cxn>
                <a:cxn ang="0">
                  <a:pos x="471" y="100"/>
                </a:cxn>
                <a:cxn ang="0">
                  <a:pos x="506" y="104"/>
                </a:cxn>
                <a:cxn ang="0">
                  <a:pos x="534" y="114"/>
                </a:cxn>
                <a:cxn ang="0">
                  <a:pos x="543" y="121"/>
                </a:cxn>
                <a:cxn ang="0">
                  <a:pos x="555" y="129"/>
                </a:cxn>
                <a:cxn ang="0">
                  <a:pos x="555" y="351"/>
                </a:cxn>
                <a:cxn ang="0">
                  <a:pos x="568" y="480"/>
                </a:cxn>
              </a:cxnLst>
              <a:rect l="0" t="0" r="r" b="b"/>
              <a:pathLst>
                <a:path w="568" h="480">
                  <a:moveTo>
                    <a:pt x="568" y="480"/>
                  </a:moveTo>
                  <a:lnTo>
                    <a:pt x="568" y="479"/>
                  </a:lnTo>
                  <a:lnTo>
                    <a:pt x="556" y="475"/>
                  </a:lnTo>
                  <a:lnTo>
                    <a:pt x="549" y="469"/>
                  </a:lnTo>
                  <a:lnTo>
                    <a:pt x="532" y="455"/>
                  </a:lnTo>
                  <a:lnTo>
                    <a:pt x="523" y="444"/>
                  </a:lnTo>
                  <a:lnTo>
                    <a:pt x="513" y="433"/>
                  </a:lnTo>
                  <a:lnTo>
                    <a:pt x="503" y="428"/>
                  </a:lnTo>
                  <a:lnTo>
                    <a:pt x="501" y="425"/>
                  </a:lnTo>
                  <a:lnTo>
                    <a:pt x="497" y="421"/>
                  </a:lnTo>
                  <a:lnTo>
                    <a:pt x="484" y="423"/>
                  </a:lnTo>
                  <a:lnTo>
                    <a:pt x="474" y="427"/>
                  </a:lnTo>
                  <a:lnTo>
                    <a:pt x="455" y="423"/>
                  </a:lnTo>
                  <a:lnTo>
                    <a:pt x="447" y="431"/>
                  </a:lnTo>
                  <a:lnTo>
                    <a:pt x="442" y="426"/>
                  </a:lnTo>
                  <a:lnTo>
                    <a:pt x="441" y="433"/>
                  </a:lnTo>
                  <a:lnTo>
                    <a:pt x="441" y="436"/>
                  </a:lnTo>
                  <a:lnTo>
                    <a:pt x="438" y="437"/>
                  </a:lnTo>
                  <a:lnTo>
                    <a:pt x="431" y="437"/>
                  </a:lnTo>
                  <a:lnTo>
                    <a:pt x="426" y="433"/>
                  </a:lnTo>
                  <a:lnTo>
                    <a:pt x="405" y="439"/>
                  </a:lnTo>
                  <a:lnTo>
                    <a:pt x="385" y="440"/>
                  </a:lnTo>
                  <a:lnTo>
                    <a:pt x="378" y="440"/>
                  </a:lnTo>
                  <a:lnTo>
                    <a:pt x="378" y="431"/>
                  </a:lnTo>
                  <a:lnTo>
                    <a:pt x="384" y="421"/>
                  </a:lnTo>
                  <a:lnTo>
                    <a:pt x="390" y="405"/>
                  </a:lnTo>
                  <a:lnTo>
                    <a:pt x="406" y="386"/>
                  </a:lnTo>
                  <a:lnTo>
                    <a:pt x="419" y="383"/>
                  </a:lnTo>
                  <a:lnTo>
                    <a:pt x="427" y="384"/>
                  </a:lnTo>
                  <a:lnTo>
                    <a:pt x="437" y="390"/>
                  </a:lnTo>
                  <a:lnTo>
                    <a:pt x="444" y="393"/>
                  </a:lnTo>
                  <a:lnTo>
                    <a:pt x="444" y="385"/>
                  </a:lnTo>
                  <a:lnTo>
                    <a:pt x="433" y="377"/>
                  </a:lnTo>
                  <a:lnTo>
                    <a:pt x="435" y="373"/>
                  </a:lnTo>
                  <a:lnTo>
                    <a:pt x="442" y="372"/>
                  </a:lnTo>
                  <a:lnTo>
                    <a:pt x="431" y="368"/>
                  </a:lnTo>
                  <a:lnTo>
                    <a:pt x="420" y="359"/>
                  </a:lnTo>
                  <a:lnTo>
                    <a:pt x="426" y="357"/>
                  </a:lnTo>
                  <a:lnTo>
                    <a:pt x="430" y="341"/>
                  </a:lnTo>
                  <a:lnTo>
                    <a:pt x="421" y="335"/>
                  </a:lnTo>
                  <a:lnTo>
                    <a:pt x="414" y="321"/>
                  </a:lnTo>
                  <a:lnTo>
                    <a:pt x="410" y="300"/>
                  </a:lnTo>
                  <a:lnTo>
                    <a:pt x="410" y="297"/>
                  </a:lnTo>
                  <a:lnTo>
                    <a:pt x="406" y="293"/>
                  </a:lnTo>
                  <a:lnTo>
                    <a:pt x="395" y="277"/>
                  </a:lnTo>
                  <a:lnTo>
                    <a:pt x="389" y="277"/>
                  </a:lnTo>
                  <a:lnTo>
                    <a:pt x="383" y="275"/>
                  </a:lnTo>
                  <a:lnTo>
                    <a:pt x="378" y="269"/>
                  </a:lnTo>
                  <a:lnTo>
                    <a:pt x="377" y="269"/>
                  </a:lnTo>
                  <a:lnTo>
                    <a:pt x="372" y="262"/>
                  </a:lnTo>
                  <a:lnTo>
                    <a:pt x="361" y="260"/>
                  </a:lnTo>
                  <a:lnTo>
                    <a:pt x="342" y="250"/>
                  </a:lnTo>
                  <a:lnTo>
                    <a:pt x="334" y="251"/>
                  </a:lnTo>
                  <a:lnTo>
                    <a:pt x="313" y="240"/>
                  </a:lnTo>
                  <a:lnTo>
                    <a:pt x="299" y="237"/>
                  </a:lnTo>
                  <a:lnTo>
                    <a:pt x="290" y="235"/>
                  </a:lnTo>
                  <a:lnTo>
                    <a:pt x="270" y="228"/>
                  </a:lnTo>
                  <a:lnTo>
                    <a:pt x="260" y="227"/>
                  </a:lnTo>
                  <a:lnTo>
                    <a:pt x="243" y="224"/>
                  </a:lnTo>
                  <a:lnTo>
                    <a:pt x="229" y="223"/>
                  </a:lnTo>
                  <a:lnTo>
                    <a:pt x="228" y="219"/>
                  </a:lnTo>
                  <a:lnTo>
                    <a:pt x="224" y="218"/>
                  </a:lnTo>
                  <a:lnTo>
                    <a:pt x="215" y="213"/>
                  </a:lnTo>
                  <a:lnTo>
                    <a:pt x="210" y="206"/>
                  </a:lnTo>
                  <a:lnTo>
                    <a:pt x="207" y="199"/>
                  </a:lnTo>
                  <a:lnTo>
                    <a:pt x="199" y="199"/>
                  </a:lnTo>
                  <a:lnTo>
                    <a:pt x="189" y="197"/>
                  </a:lnTo>
                  <a:lnTo>
                    <a:pt x="188" y="203"/>
                  </a:lnTo>
                  <a:lnTo>
                    <a:pt x="184" y="197"/>
                  </a:lnTo>
                  <a:lnTo>
                    <a:pt x="175" y="191"/>
                  </a:lnTo>
                  <a:lnTo>
                    <a:pt x="170" y="189"/>
                  </a:lnTo>
                  <a:lnTo>
                    <a:pt x="168" y="183"/>
                  </a:lnTo>
                  <a:lnTo>
                    <a:pt x="158" y="179"/>
                  </a:lnTo>
                  <a:lnTo>
                    <a:pt x="156" y="171"/>
                  </a:lnTo>
                  <a:lnTo>
                    <a:pt x="157" y="162"/>
                  </a:lnTo>
                  <a:lnTo>
                    <a:pt x="161" y="149"/>
                  </a:lnTo>
                  <a:lnTo>
                    <a:pt x="159" y="142"/>
                  </a:lnTo>
                  <a:lnTo>
                    <a:pt x="157" y="148"/>
                  </a:lnTo>
                  <a:lnTo>
                    <a:pt x="156" y="159"/>
                  </a:lnTo>
                  <a:lnTo>
                    <a:pt x="152" y="167"/>
                  </a:lnTo>
                  <a:lnTo>
                    <a:pt x="145" y="181"/>
                  </a:lnTo>
                  <a:lnTo>
                    <a:pt x="142" y="189"/>
                  </a:lnTo>
                  <a:lnTo>
                    <a:pt x="138" y="196"/>
                  </a:lnTo>
                  <a:lnTo>
                    <a:pt x="132" y="203"/>
                  </a:lnTo>
                  <a:lnTo>
                    <a:pt x="113" y="206"/>
                  </a:lnTo>
                  <a:lnTo>
                    <a:pt x="108" y="203"/>
                  </a:lnTo>
                  <a:lnTo>
                    <a:pt x="105" y="200"/>
                  </a:lnTo>
                  <a:lnTo>
                    <a:pt x="105" y="190"/>
                  </a:lnTo>
                  <a:lnTo>
                    <a:pt x="102" y="179"/>
                  </a:lnTo>
                  <a:lnTo>
                    <a:pt x="103" y="174"/>
                  </a:lnTo>
                  <a:lnTo>
                    <a:pt x="103" y="163"/>
                  </a:lnTo>
                  <a:lnTo>
                    <a:pt x="95" y="163"/>
                  </a:lnTo>
                  <a:lnTo>
                    <a:pt x="88" y="149"/>
                  </a:lnTo>
                  <a:lnTo>
                    <a:pt x="78" y="143"/>
                  </a:lnTo>
                  <a:lnTo>
                    <a:pt x="65" y="143"/>
                  </a:lnTo>
                  <a:lnTo>
                    <a:pt x="56" y="141"/>
                  </a:lnTo>
                  <a:lnTo>
                    <a:pt x="57" y="132"/>
                  </a:lnTo>
                  <a:lnTo>
                    <a:pt x="67" y="127"/>
                  </a:lnTo>
                  <a:lnTo>
                    <a:pt x="81" y="127"/>
                  </a:lnTo>
                  <a:lnTo>
                    <a:pt x="95" y="130"/>
                  </a:lnTo>
                  <a:lnTo>
                    <a:pt x="115" y="119"/>
                  </a:lnTo>
                  <a:lnTo>
                    <a:pt x="125" y="115"/>
                  </a:lnTo>
                  <a:lnTo>
                    <a:pt x="135" y="119"/>
                  </a:lnTo>
                  <a:lnTo>
                    <a:pt x="147" y="120"/>
                  </a:lnTo>
                  <a:lnTo>
                    <a:pt x="156" y="116"/>
                  </a:lnTo>
                  <a:lnTo>
                    <a:pt x="157" y="105"/>
                  </a:lnTo>
                  <a:lnTo>
                    <a:pt x="161" y="99"/>
                  </a:lnTo>
                  <a:lnTo>
                    <a:pt x="162" y="93"/>
                  </a:lnTo>
                  <a:lnTo>
                    <a:pt x="152" y="97"/>
                  </a:lnTo>
                  <a:lnTo>
                    <a:pt x="132" y="101"/>
                  </a:lnTo>
                  <a:lnTo>
                    <a:pt x="110" y="106"/>
                  </a:lnTo>
                  <a:lnTo>
                    <a:pt x="94" y="106"/>
                  </a:lnTo>
                  <a:lnTo>
                    <a:pt x="86" y="104"/>
                  </a:lnTo>
                  <a:lnTo>
                    <a:pt x="77" y="106"/>
                  </a:lnTo>
                  <a:lnTo>
                    <a:pt x="62" y="99"/>
                  </a:lnTo>
                  <a:lnTo>
                    <a:pt x="55" y="83"/>
                  </a:lnTo>
                  <a:lnTo>
                    <a:pt x="52" y="72"/>
                  </a:lnTo>
                  <a:lnTo>
                    <a:pt x="46" y="67"/>
                  </a:lnTo>
                  <a:lnTo>
                    <a:pt x="36" y="62"/>
                  </a:lnTo>
                  <a:lnTo>
                    <a:pt x="27" y="63"/>
                  </a:lnTo>
                  <a:lnTo>
                    <a:pt x="19" y="60"/>
                  </a:lnTo>
                  <a:lnTo>
                    <a:pt x="17" y="66"/>
                  </a:lnTo>
                  <a:lnTo>
                    <a:pt x="0" y="58"/>
                  </a:lnTo>
                  <a:lnTo>
                    <a:pt x="2" y="51"/>
                  </a:lnTo>
                  <a:lnTo>
                    <a:pt x="7" y="45"/>
                  </a:lnTo>
                  <a:lnTo>
                    <a:pt x="16" y="28"/>
                  </a:lnTo>
                  <a:lnTo>
                    <a:pt x="19" y="25"/>
                  </a:lnTo>
                  <a:lnTo>
                    <a:pt x="29" y="23"/>
                  </a:lnTo>
                  <a:lnTo>
                    <a:pt x="38" y="23"/>
                  </a:lnTo>
                  <a:lnTo>
                    <a:pt x="48" y="19"/>
                  </a:lnTo>
                  <a:lnTo>
                    <a:pt x="66" y="3"/>
                  </a:lnTo>
                  <a:lnTo>
                    <a:pt x="78" y="0"/>
                  </a:lnTo>
                  <a:lnTo>
                    <a:pt x="93" y="0"/>
                  </a:lnTo>
                  <a:lnTo>
                    <a:pt x="107" y="2"/>
                  </a:lnTo>
                  <a:lnTo>
                    <a:pt x="119" y="11"/>
                  </a:lnTo>
                  <a:lnTo>
                    <a:pt x="126" y="18"/>
                  </a:lnTo>
                  <a:lnTo>
                    <a:pt x="135" y="23"/>
                  </a:lnTo>
                  <a:lnTo>
                    <a:pt x="168" y="23"/>
                  </a:lnTo>
                  <a:lnTo>
                    <a:pt x="172" y="39"/>
                  </a:lnTo>
                  <a:lnTo>
                    <a:pt x="178" y="49"/>
                  </a:lnTo>
                  <a:lnTo>
                    <a:pt x="179" y="65"/>
                  </a:lnTo>
                  <a:lnTo>
                    <a:pt x="175" y="77"/>
                  </a:lnTo>
                  <a:lnTo>
                    <a:pt x="174" y="90"/>
                  </a:lnTo>
                  <a:lnTo>
                    <a:pt x="179" y="114"/>
                  </a:lnTo>
                  <a:lnTo>
                    <a:pt x="193" y="132"/>
                  </a:lnTo>
                  <a:lnTo>
                    <a:pt x="194" y="127"/>
                  </a:lnTo>
                  <a:lnTo>
                    <a:pt x="195" y="119"/>
                  </a:lnTo>
                  <a:lnTo>
                    <a:pt x="205" y="122"/>
                  </a:lnTo>
                  <a:lnTo>
                    <a:pt x="210" y="138"/>
                  </a:lnTo>
                  <a:lnTo>
                    <a:pt x="213" y="142"/>
                  </a:lnTo>
                  <a:lnTo>
                    <a:pt x="218" y="153"/>
                  </a:lnTo>
                  <a:lnTo>
                    <a:pt x="234" y="164"/>
                  </a:lnTo>
                  <a:lnTo>
                    <a:pt x="242" y="164"/>
                  </a:lnTo>
                  <a:lnTo>
                    <a:pt x="255" y="163"/>
                  </a:lnTo>
                  <a:lnTo>
                    <a:pt x="261" y="151"/>
                  </a:lnTo>
                  <a:lnTo>
                    <a:pt x="269" y="148"/>
                  </a:lnTo>
                  <a:lnTo>
                    <a:pt x="275" y="143"/>
                  </a:lnTo>
                  <a:lnTo>
                    <a:pt x="276" y="135"/>
                  </a:lnTo>
                  <a:lnTo>
                    <a:pt x="296" y="120"/>
                  </a:lnTo>
                  <a:lnTo>
                    <a:pt x="302" y="103"/>
                  </a:lnTo>
                  <a:lnTo>
                    <a:pt x="310" y="100"/>
                  </a:lnTo>
                  <a:lnTo>
                    <a:pt x="318" y="100"/>
                  </a:lnTo>
                  <a:lnTo>
                    <a:pt x="336" y="97"/>
                  </a:lnTo>
                  <a:lnTo>
                    <a:pt x="345" y="90"/>
                  </a:lnTo>
                  <a:lnTo>
                    <a:pt x="344" y="81"/>
                  </a:lnTo>
                  <a:lnTo>
                    <a:pt x="349" y="77"/>
                  </a:lnTo>
                  <a:lnTo>
                    <a:pt x="361" y="67"/>
                  </a:lnTo>
                  <a:lnTo>
                    <a:pt x="380" y="57"/>
                  </a:lnTo>
                  <a:lnTo>
                    <a:pt x="387" y="60"/>
                  </a:lnTo>
                  <a:lnTo>
                    <a:pt x="390" y="65"/>
                  </a:lnTo>
                  <a:lnTo>
                    <a:pt x="410" y="72"/>
                  </a:lnTo>
                  <a:lnTo>
                    <a:pt x="421" y="77"/>
                  </a:lnTo>
                  <a:lnTo>
                    <a:pt x="427" y="78"/>
                  </a:lnTo>
                  <a:lnTo>
                    <a:pt x="432" y="83"/>
                  </a:lnTo>
                  <a:lnTo>
                    <a:pt x="455" y="90"/>
                  </a:lnTo>
                  <a:lnTo>
                    <a:pt x="471" y="100"/>
                  </a:lnTo>
                  <a:lnTo>
                    <a:pt x="479" y="104"/>
                  </a:lnTo>
                  <a:lnTo>
                    <a:pt x="491" y="108"/>
                  </a:lnTo>
                  <a:lnTo>
                    <a:pt x="501" y="106"/>
                  </a:lnTo>
                  <a:lnTo>
                    <a:pt x="506" y="104"/>
                  </a:lnTo>
                  <a:lnTo>
                    <a:pt x="514" y="108"/>
                  </a:lnTo>
                  <a:lnTo>
                    <a:pt x="519" y="106"/>
                  </a:lnTo>
                  <a:lnTo>
                    <a:pt x="523" y="108"/>
                  </a:lnTo>
                  <a:lnTo>
                    <a:pt x="534" y="114"/>
                  </a:lnTo>
                  <a:lnTo>
                    <a:pt x="539" y="114"/>
                  </a:lnTo>
                  <a:lnTo>
                    <a:pt x="541" y="116"/>
                  </a:lnTo>
                  <a:lnTo>
                    <a:pt x="541" y="119"/>
                  </a:lnTo>
                  <a:lnTo>
                    <a:pt x="543" y="121"/>
                  </a:lnTo>
                  <a:lnTo>
                    <a:pt x="549" y="121"/>
                  </a:lnTo>
                  <a:lnTo>
                    <a:pt x="551" y="120"/>
                  </a:lnTo>
                  <a:lnTo>
                    <a:pt x="556" y="120"/>
                  </a:lnTo>
                  <a:lnTo>
                    <a:pt x="555" y="129"/>
                  </a:lnTo>
                  <a:lnTo>
                    <a:pt x="560" y="254"/>
                  </a:lnTo>
                  <a:lnTo>
                    <a:pt x="560" y="326"/>
                  </a:lnTo>
                  <a:lnTo>
                    <a:pt x="556" y="347"/>
                  </a:lnTo>
                  <a:lnTo>
                    <a:pt x="555" y="351"/>
                  </a:lnTo>
                  <a:lnTo>
                    <a:pt x="562" y="368"/>
                  </a:lnTo>
                  <a:lnTo>
                    <a:pt x="562" y="409"/>
                  </a:lnTo>
                  <a:lnTo>
                    <a:pt x="565" y="466"/>
                  </a:lnTo>
                  <a:lnTo>
                    <a:pt x="568" y="48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82" name="Freeform 139">
              <a:extLst>
                <a:ext uri="{FF2B5EF4-FFF2-40B4-BE49-F238E27FC236}">
                  <a16:creationId xmlns:a16="http://schemas.microsoft.com/office/drawing/2014/main" id="{D6638D5C-23E5-DEDA-02F6-0E45A441318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0683775" y="4319738"/>
              <a:ext cx="81619" cy="73752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0"/>
                </a:cxn>
                <a:cxn ang="0">
                  <a:pos x="20" y="11"/>
                </a:cxn>
                <a:cxn ang="0">
                  <a:pos x="26" y="16"/>
                </a:cxn>
                <a:cxn ang="0">
                  <a:pos x="34" y="20"/>
                </a:cxn>
                <a:cxn ang="0">
                  <a:pos x="54" y="35"/>
                </a:cxn>
                <a:cxn ang="0">
                  <a:pos x="66" y="36"/>
                </a:cxn>
                <a:cxn ang="0">
                  <a:pos x="75" y="43"/>
                </a:cxn>
                <a:cxn ang="0">
                  <a:pos x="81" y="49"/>
                </a:cxn>
                <a:cxn ang="0">
                  <a:pos x="95" y="58"/>
                </a:cxn>
                <a:cxn ang="0">
                  <a:pos x="100" y="66"/>
                </a:cxn>
                <a:cxn ang="0">
                  <a:pos x="107" y="71"/>
                </a:cxn>
                <a:cxn ang="0">
                  <a:pos x="117" y="74"/>
                </a:cxn>
                <a:cxn ang="0">
                  <a:pos x="121" y="78"/>
                </a:cxn>
                <a:cxn ang="0">
                  <a:pos x="124" y="87"/>
                </a:cxn>
                <a:cxn ang="0">
                  <a:pos x="129" y="93"/>
                </a:cxn>
                <a:cxn ang="0">
                  <a:pos x="129" y="100"/>
                </a:cxn>
                <a:cxn ang="0">
                  <a:pos x="124" y="107"/>
                </a:cxn>
                <a:cxn ang="0">
                  <a:pos x="120" y="119"/>
                </a:cxn>
                <a:cxn ang="0">
                  <a:pos x="111" y="119"/>
                </a:cxn>
                <a:cxn ang="0">
                  <a:pos x="105" y="93"/>
                </a:cxn>
                <a:cxn ang="0">
                  <a:pos x="97" y="71"/>
                </a:cxn>
                <a:cxn ang="0">
                  <a:pos x="86" y="53"/>
                </a:cxn>
                <a:cxn ang="0">
                  <a:pos x="80" y="49"/>
                </a:cxn>
                <a:cxn ang="0">
                  <a:pos x="66" y="47"/>
                </a:cxn>
                <a:cxn ang="0">
                  <a:pos x="54" y="39"/>
                </a:cxn>
                <a:cxn ang="0">
                  <a:pos x="46" y="31"/>
                </a:cxn>
                <a:cxn ang="0">
                  <a:pos x="40" y="30"/>
                </a:cxn>
                <a:cxn ang="0">
                  <a:pos x="31" y="23"/>
                </a:cxn>
                <a:cxn ang="0">
                  <a:pos x="26" y="21"/>
                </a:cxn>
                <a:cxn ang="0">
                  <a:pos x="9" y="10"/>
                </a:cxn>
                <a:cxn ang="0">
                  <a:pos x="0" y="9"/>
                </a:cxn>
                <a:cxn ang="0">
                  <a:pos x="0" y="3"/>
                </a:cxn>
              </a:cxnLst>
              <a:rect l="0" t="0" r="r" b="b"/>
              <a:pathLst>
                <a:path w="129" h="119">
                  <a:moveTo>
                    <a:pt x="0" y="3"/>
                  </a:moveTo>
                  <a:lnTo>
                    <a:pt x="2" y="0"/>
                  </a:lnTo>
                  <a:lnTo>
                    <a:pt x="20" y="11"/>
                  </a:lnTo>
                  <a:lnTo>
                    <a:pt x="26" y="16"/>
                  </a:lnTo>
                  <a:lnTo>
                    <a:pt x="34" y="20"/>
                  </a:lnTo>
                  <a:lnTo>
                    <a:pt x="54" y="35"/>
                  </a:lnTo>
                  <a:lnTo>
                    <a:pt x="66" y="36"/>
                  </a:lnTo>
                  <a:lnTo>
                    <a:pt x="75" y="43"/>
                  </a:lnTo>
                  <a:lnTo>
                    <a:pt x="81" y="49"/>
                  </a:lnTo>
                  <a:lnTo>
                    <a:pt x="95" y="58"/>
                  </a:lnTo>
                  <a:lnTo>
                    <a:pt x="100" y="66"/>
                  </a:lnTo>
                  <a:lnTo>
                    <a:pt x="107" y="71"/>
                  </a:lnTo>
                  <a:lnTo>
                    <a:pt x="117" y="74"/>
                  </a:lnTo>
                  <a:lnTo>
                    <a:pt x="121" y="78"/>
                  </a:lnTo>
                  <a:lnTo>
                    <a:pt x="124" y="87"/>
                  </a:lnTo>
                  <a:lnTo>
                    <a:pt x="129" y="93"/>
                  </a:lnTo>
                  <a:lnTo>
                    <a:pt x="129" y="100"/>
                  </a:lnTo>
                  <a:lnTo>
                    <a:pt x="124" y="107"/>
                  </a:lnTo>
                  <a:lnTo>
                    <a:pt x="120" y="119"/>
                  </a:lnTo>
                  <a:lnTo>
                    <a:pt x="111" y="119"/>
                  </a:lnTo>
                  <a:lnTo>
                    <a:pt x="105" y="93"/>
                  </a:lnTo>
                  <a:lnTo>
                    <a:pt x="97" y="71"/>
                  </a:lnTo>
                  <a:lnTo>
                    <a:pt x="86" y="53"/>
                  </a:lnTo>
                  <a:lnTo>
                    <a:pt x="80" y="49"/>
                  </a:lnTo>
                  <a:lnTo>
                    <a:pt x="66" y="47"/>
                  </a:lnTo>
                  <a:lnTo>
                    <a:pt x="54" y="39"/>
                  </a:lnTo>
                  <a:lnTo>
                    <a:pt x="46" y="31"/>
                  </a:lnTo>
                  <a:lnTo>
                    <a:pt x="40" y="30"/>
                  </a:lnTo>
                  <a:lnTo>
                    <a:pt x="31" y="23"/>
                  </a:lnTo>
                  <a:lnTo>
                    <a:pt x="26" y="21"/>
                  </a:lnTo>
                  <a:lnTo>
                    <a:pt x="9" y="10"/>
                  </a:lnTo>
                  <a:lnTo>
                    <a:pt x="0" y="9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83" name="Freeform 140">
              <a:extLst>
                <a:ext uri="{FF2B5EF4-FFF2-40B4-BE49-F238E27FC236}">
                  <a16:creationId xmlns:a16="http://schemas.microsoft.com/office/drawing/2014/main" id="{EBCFE48B-9B20-5659-2B35-725B8453AE2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025067" y="3426805"/>
              <a:ext cx="244856" cy="513634"/>
            </a:xfrm>
            <a:custGeom>
              <a:avLst/>
              <a:gdLst/>
              <a:ahLst/>
              <a:cxnLst>
                <a:cxn ang="0">
                  <a:pos x="237" y="758"/>
                </a:cxn>
                <a:cxn ang="0">
                  <a:pos x="250" y="749"/>
                </a:cxn>
                <a:cxn ang="0">
                  <a:pos x="270" y="727"/>
                </a:cxn>
                <a:cxn ang="0">
                  <a:pos x="321" y="713"/>
                </a:cxn>
                <a:cxn ang="0">
                  <a:pos x="376" y="679"/>
                </a:cxn>
                <a:cxn ang="0">
                  <a:pos x="387" y="654"/>
                </a:cxn>
                <a:cxn ang="0">
                  <a:pos x="388" y="643"/>
                </a:cxn>
                <a:cxn ang="0">
                  <a:pos x="388" y="607"/>
                </a:cxn>
                <a:cxn ang="0">
                  <a:pos x="395" y="596"/>
                </a:cxn>
                <a:cxn ang="0">
                  <a:pos x="389" y="557"/>
                </a:cxn>
                <a:cxn ang="0">
                  <a:pos x="382" y="507"/>
                </a:cxn>
                <a:cxn ang="0">
                  <a:pos x="336" y="409"/>
                </a:cxn>
                <a:cxn ang="0">
                  <a:pos x="323" y="401"/>
                </a:cxn>
                <a:cxn ang="0">
                  <a:pos x="281" y="372"/>
                </a:cxn>
                <a:cxn ang="0">
                  <a:pos x="255" y="344"/>
                </a:cxn>
                <a:cxn ang="0">
                  <a:pos x="228" y="297"/>
                </a:cxn>
                <a:cxn ang="0">
                  <a:pos x="194" y="245"/>
                </a:cxn>
                <a:cxn ang="0">
                  <a:pos x="239" y="171"/>
                </a:cxn>
                <a:cxn ang="0">
                  <a:pos x="258" y="140"/>
                </a:cxn>
                <a:cxn ang="0">
                  <a:pos x="307" y="105"/>
                </a:cxn>
                <a:cxn ang="0">
                  <a:pos x="312" y="97"/>
                </a:cxn>
                <a:cxn ang="0">
                  <a:pos x="255" y="77"/>
                </a:cxn>
                <a:cxn ang="0">
                  <a:pos x="244" y="26"/>
                </a:cxn>
                <a:cxn ang="0">
                  <a:pos x="184" y="5"/>
                </a:cxn>
                <a:cxn ang="0">
                  <a:pos x="142" y="19"/>
                </a:cxn>
                <a:cxn ang="0">
                  <a:pos x="104" y="33"/>
                </a:cxn>
                <a:cxn ang="0">
                  <a:pos x="71" y="31"/>
                </a:cxn>
                <a:cxn ang="0">
                  <a:pos x="36" y="33"/>
                </a:cxn>
                <a:cxn ang="0">
                  <a:pos x="13" y="37"/>
                </a:cxn>
                <a:cxn ang="0">
                  <a:pos x="12" y="60"/>
                </a:cxn>
                <a:cxn ang="0">
                  <a:pos x="41" y="112"/>
                </a:cxn>
                <a:cxn ang="0">
                  <a:pos x="97" y="134"/>
                </a:cxn>
                <a:cxn ang="0">
                  <a:pos x="129" y="162"/>
                </a:cxn>
                <a:cxn ang="0">
                  <a:pos x="146" y="192"/>
                </a:cxn>
                <a:cxn ang="0">
                  <a:pos x="107" y="208"/>
                </a:cxn>
                <a:cxn ang="0">
                  <a:pos x="107" y="231"/>
                </a:cxn>
                <a:cxn ang="0">
                  <a:pos x="165" y="280"/>
                </a:cxn>
                <a:cxn ang="0">
                  <a:pos x="213" y="332"/>
                </a:cxn>
                <a:cxn ang="0">
                  <a:pos x="238" y="371"/>
                </a:cxn>
                <a:cxn ang="0">
                  <a:pos x="265" y="396"/>
                </a:cxn>
                <a:cxn ang="0">
                  <a:pos x="292" y="457"/>
                </a:cxn>
                <a:cxn ang="0">
                  <a:pos x="299" y="558"/>
                </a:cxn>
                <a:cxn ang="0">
                  <a:pos x="281" y="625"/>
                </a:cxn>
                <a:cxn ang="0">
                  <a:pos x="238" y="646"/>
                </a:cxn>
                <a:cxn ang="0">
                  <a:pos x="206" y="674"/>
                </a:cxn>
                <a:cxn ang="0">
                  <a:pos x="194" y="697"/>
                </a:cxn>
                <a:cxn ang="0">
                  <a:pos x="158" y="705"/>
                </a:cxn>
                <a:cxn ang="0">
                  <a:pos x="134" y="726"/>
                </a:cxn>
                <a:cxn ang="0">
                  <a:pos x="161" y="752"/>
                </a:cxn>
                <a:cxn ang="0">
                  <a:pos x="148" y="797"/>
                </a:cxn>
                <a:cxn ang="0">
                  <a:pos x="153" y="832"/>
                </a:cxn>
                <a:cxn ang="0">
                  <a:pos x="195" y="797"/>
                </a:cxn>
                <a:cxn ang="0">
                  <a:pos x="228" y="773"/>
                </a:cxn>
              </a:cxnLst>
              <a:rect l="0" t="0" r="r" b="b"/>
              <a:pathLst>
                <a:path w="395" h="832">
                  <a:moveTo>
                    <a:pt x="228" y="773"/>
                  </a:moveTo>
                  <a:lnTo>
                    <a:pt x="238" y="776"/>
                  </a:lnTo>
                  <a:lnTo>
                    <a:pt x="242" y="768"/>
                  </a:lnTo>
                  <a:lnTo>
                    <a:pt x="237" y="758"/>
                  </a:lnTo>
                  <a:lnTo>
                    <a:pt x="239" y="753"/>
                  </a:lnTo>
                  <a:lnTo>
                    <a:pt x="245" y="754"/>
                  </a:lnTo>
                  <a:lnTo>
                    <a:pt x="247" y="748"/>
                  </a:lnTo>
                  <a:lnTo>
                    <a:pt x="250" y="749"/>
                  </a:lnTo>
                  <a:lnTo>
                    <a:pt x="249" y="741"/>
                  </a:lnTo>
                  <a:lnTo>
                    <a:pt x="253" y="737"/>
                  </a:lnTo>
                  <a:lnTo>
                    <a:pt x="255" y="731"/>
                  </a:lnTo>
                  <a:lnTo>
                    <a:pt x="270" y="727"/>
                  </a:lnTo>
                  <a:lnTo>
                    <a:pt x="276" y="731"/>
                  </a:lnTo>
                  <a:lnTo>
                    <a:pt x="283" y="731"/>
                  </a:lnTo>
                  <a:lnTo>
                    <a:pt x="308" y="716"/>
                  </a:lnTo>
                  <a:lnTo>
                    <a:pt x="321" y="713"/>
                  </a:lnTo>
                  <a:lnTo>
                    <a:pt x="330" y="701"/>
                  </a:lnTo>
                  <a:lnTo>
                    <a:pt x="361" y="687"/>
                  </a:lnTo>
                  <a:lnTo>
                    <a:pt x="367" y="681"/>
                  </a:lnTo>
                  <a:lnTo>
                    <a:pt x="376" y="679"/>
                  </a:lnTo>
                  <a:lnTo>
                    <a:pt x="378" y="673"/>
                  </a:lnTo>
                  <a:lnTo>
                    <a:pt x="379" y="665"/>
                  </a:lnTo>
                  <a:lnTo>
                    <a:pt x="385" y="660"/>
                  </a:lnTo>
                  <a:lnTo>
                    <a:pt x="387" y="654"/>
                  </a:lnTo>
                  <a:lnTo>
                    <a:pt x="383" y="650"/>
                  </a:lnTo>
                  <a:lnTo>
                    <a:pt x="385" y="646"/>
                  </a:lnTo>
                  <a:lnTo>
                    <a:pt x="388" y="647"/>
                  </a:lnTo>
                  <a:lnTo>
                    <a:pt x="388" y="643"/>
                  </a:lnTo>
                  <a:lnTo>
                    <a:pt x="383" y="619"/>
                  </a:lnTo>
                  <a:lnTo>
                    <a:pt x="384" y="615"/>
                  </a:lnTo>
                  <a:lnTo>
                    <a:pt x="388" y="618"/>
                  </a:lnTo>
                  <a:lnTo>
                    <a:pt x="388" y="607"/>
                  </a:lnTo>
                  <a:lnTo>
                    <a:pt x="392" y="602"/>
                  </a:lnTo>
                  <a:lnTo>
                    <a:pt x="395" y="603"/>
                  </a:lnTo>
                  <a:lnTo>
                    <a:pt x="395" y="607"/>
                  </a:lnTo>
                  <a:lnTo>
                    <a:pt x="395" y="596"/>
                  </a:lnTo>
                  <a:lnTo>
                    <a:pt x="394" y="587"/>
                  </a:lnTo>
                  <a:lnTo>
                    <a:pt x="390" y="585"/>
                  </a:lnTo>
                  <a:lnTo>
                    <a:pt x="389" y="569"/>
                  </a:lnTo>
                  <a:lnTo>
                    <a:pt x="389" y="557"/>
                  </a:lnTo>
                  <a:lnTo>
                    <a:pt x="388" y="549"/>
                  </a:lnTo>
                  <a:lnTo>
                    <a:pt x="388" y="539"/>
                  </a:lnTo>
                  <a:lnTo>
                    <a:pt x="385" y="536"/>
                  </a:lnTo>
                  <a:lnTo>
                    <a:pt x="382" y="507"/>
                  </a:lnTo>
                  <a:lnTo>
                    <a:pt x="366" y="456"/>
                  </a:lnTo>
                  <a:lnTo>
                    <a:pt x="344" y="434"/>
                  </a:lnTo>
                  <a:lnTo>
                    <a:pt x="337" y="424"/>
                  </a:lnTo>
                  <a:lnTo>
                    <a:pt x="336" y="409"/>
                  </a:lnTo>
                  <a:lnTo>
                    <a:pt x="335" y="413"/>
                  </a:lnTo>
                  <a:lnTo>
                    <a:pt x="329" y="414"/>
                  </a:lnTo>
                  <a:lnTo>
                    <a:pt x="329" y="409"/>
                  </a:lnTo>
                  <a:lnTo>
                    <a:pt x="323" y="401"/>
                  </a:lnTo>
                  <a:lnTo>
                    <a:pt x="306" y="398"/>
                  </a:lnTo>
                  <a:lnTo>
                    <a:pt x="298" y="387"/>
                  </a:lnTo>
                  <a:lnTo>
                    <a:pt x="290" y="378"/>
                  </a:lnTo>
                  <a:lnTo>
                    <a:pt x="281" y="372"/>
                  </a:lnTo>
                  <a:lnTo>
                    <a:pt x="274" y="362"/>
                  </a:lnTo>
                  <a:lnTo>
                    <a:pt x="270" y="359"/>
                  </a:lnTo>
                  <a:lnTo>
                    <a:pt x="265" y="351"/>
                  </a:lnTo>
                  <a:lnTo>
                    <a:pt x="255" y="344"/>
                  </a:lnTo>
                  <a:lnTo>
                    <a:pt x="248" y="334"/>
                  </a:lnTo>
                  <a:lnTo>
                    <a:pt x="236" y="324"/>
                  </a:lnTo>
                  <a:lnTo>
                    <a:pt x="234" y="312"/>
                  </a:lnTo>
                  <a:lnTo>
                    <a:pt x="228" y="297"/>
                  </a:lnTo>
                  <a:lnTo>
                    <a:pt x="217" y="290"/>
                  </a:lnTo>
                  <a:lnTo>
                    <a:pt x="197" y="270"/>
                  </a:lnTo>
                  <a:lnTo>
                    <a:pt x="191" y="258"/>
                  </a:lnTo>
                  <a:lnTo>
                    <a:pt x="194" y="245"/>
                  </a:lnTo>
                  <a:lnTo>
                    <a:pt x="197" y="235"/>
                  </a:lnTo>
                  <a:lnTo>
                    <a:pt x="199" y="222"/>
                  </a:lnTo>
                  <a:lnTo>
                    <a:pt x="211" y="195"/>
                  </a:lnTo>
                  <a:lnTo>
                    <a:pt x="239" y="171"/>
                  </a:lnTo>
                  <a:lnTo>
                    <a:pt x="243" y="166"/>
                  </a:lnTo>
                  <a:lnTo>
                    <a:pt x="247" y="152"/>
                  </a:lnTo>
                  <a:lnTo>
                    <a:pt x="253" y="145"/>
                  </a:lnTo>
                  <a:lnTo>
                    <a:pt x="258" y="140"/>
                  </a:lnTo>
                  <a:lnTo>
                    <a:pt x="276" y="132"/>
                  </a:lnTo>
                  <a:lnTo>
                    <a:pt x="286" y="124"/>
                  </a:lnTo>
                  <a:lnTo>
                    <a:pt x="287" y="116"/>
                  </a:lnTo>
                  <a:lnTo>
                    <a:pt x="307" y="105"/>
                  </a:lnTo>
                  <a:lnTo>
                    <a:pt x="315" y="108"/>
                  </a:lnTo>
                  <a:lnTo>
                    <a:pt x="318" y="106"/>
                  </a:lnTo>
                  <a:lnTo>
                    <a:pt x="319" y="102"/>
                  </a:lnTo>
                  <a:lnTo>
                    <a:pt x="312" y="97"/>
                  </a:lnTo>
                  <a:lnTo>
                    <a:pt x="293" y="98"/>
                  </a:lnTo>
                  <a:lnTo>
                    <a:pt x="283" y="96"/>
                  </a:lnTo>
                  <a:lnTo>
                    <a:pt x="278" y="91"/>
                  </a:lnTo>
                  <a:lnTo>
                    <a:pt x="255" y="77"/>
                  </a:lnTo>
                  <a:lnTo>
                    <a:pt x="248" y="65"/>
                  </a:lnTo>
                  <a:lnTo>
                    <a:pt x="243" y="50"/>
                  </a:lnTo>
                  <a:lnTo>
                    <a:pt x="248" y="35"/>
                  </a:lnTo>
                  <a:lnTo>
                    <a:pt x="244" y="26"/>
                  </a:lnTo>
                  <a:lnTo>
                    <a:pt x="224" y="25"/>
                  </a:lnTo>
                  <a:lnTo>
                    <a:pt x="211" y="21"/>
                  </a:lnTo>
                  <a:lnTo>
                    <a:pt x="196" y="15"/>
                  </a:lnTo>
                  <a:lnTo>
                    <a:pt x="184" y="5"/>
                  </a:lnTo>
                  <a:lnTo>
                    <a:pt x="169" y="0"/>
                  </a:lnTo>
                  <a:lnTo>
                    <a:pt x="162" y="1"/>
                  </a:lnTo>
                  <a:lnTo>
                    <a:pt x="152" y="12"/>
                  </a:lnTo>
                  <a:lnTo>
                    <a:pt x="142" y="19"/>
                  </a:lnTo>
                  <a:lnTo>
                    <a:pt x="127" y="27"/>
                  </a:lnTo>
                  <a:lnTo>
                    <a:pt x="121" y="28"/>
                  </a:lnTo>
                  <a:lnTo>
                    <a:pt x="113" y="26"/>
                  </a:lnTo>
                  <a:lnTo>
                    <a:pt x="104" y="33"/>
                  </a:lnTo>
                  <a:lnTo>
                    <a:pt x="94" y="38"/>
                  </a:lnTo>
                  <a:lnTo>
                    <a:pt x="91" y="32"/>
                  </a:lnTo>
                  <a:lnTo>
                    <a:pt x="77" y="36"/>
                  </a:lnTo>
                  <a:lnTo>
                    <a:pt x="71" y="31"/>
                  </a:lnTo>
                  <a:lnTo>
                    <a:pt x="65" y="32"/>
                  </a:lnTo>
                  <a:lnTo>
                    <a:pt x="50" y="42"/>
                  </a:lnTo>
                  <a:lnTo>
                    <a:pt x="44" y="41"/>
                  </a:lnTo>
                  <a:lnTo>
                    <a:pt x="36" y="33"/>
                  </a:lnTo>
                  <a:lnTo>
                    <a:pt x="23" y="31"/>
                  </a:lnTo>
                  <a:lnTo>
                    <a:pt x="21" y="28"/>
                  </a:lnTo>
                  <a:lnTo>
                    <a:pt x="17" y="31"/>
                  </a:lnTo>
                  <a:lnTo>
                    <a:pt x="13" y="37"/>
                  </a:lnTo>
                  <a:lnTo>
                    <a:pt x="7" y="44"/>
                  </a:lnTo>
                  <a:lnTo>
                    <a:pt x="7" y="48"/>
                  </a:lnTo>
                  <a:lnTo>
                    <a:pt x="0" y="44"/>
                  </a:lnTo>
                  <a:lnTo>
                    <a:pt x="12" y="60"/>
                  </a:lnTo>
                  <a:lnTo>
                    <a:pt x="29" y="80"/>
                  </a:lnTo>
                  <a:lnTo>
                    <a:pt x="39" y="90"/>
                  </a:lnTo>
                  <a:lnTo>
                    <a:pt x="44" y="100"/>
                  </a:lnTo>
                  <a:lnTo>
                    <a:pt x="41" y="112"/>
                  </a:lnTo>
                  <a:lnTo>
                    <a:pt x="43" y="120"/>
                  </a:lnTo>
                  <a:lnTo>
                    <a:pt x="57" y="135"/>
                  </a:lnTo>
                  <a:lnTo>
                    <a:pt x="77" y="139"/>
                  </a:lnTo>
                  <a:lnTo>
                    <a:pt x="97" y="134"/>
                  </a:lnTo>
                  <a:lnTo>
                    <a:pt x="113" y="135"/>
                  </a:lnTo>
                  <a:lnTo>
                    <a:pt x="122" y="146"/>
                  </a:lnTo>
                  <a:lnTo>
                    <a:pt x="127" y="155"/>
                  </a:lnTo>
                  <a:lnTo>
                    <a:pt x="129" y="162"/>
                  </a:lnTo>
                  <a:lnTo>
                    <a:pt x="137" y="168"/>
                  </a:lnTo>
                  <a:lnTo>
                    <a:pt x="141" y="177"/>
                  </a:lnTo>
                  <a:lnTo>
                    <a:pt x="147" y="183"/>
                  </a:lnTo>
                  <a:lnTo>
                    <a:pt x="146" y="192"/>
                  </a:lnTo>
                  <a:lnTo>
                    <a:pt x="130" y="208"/>
                  </a:lnTo>
                  <a:lnTo>
                    <a:pt x="125" y="208"/>
                  </a:lnTo>
                  <a:lnTo>
                    <a:pt x="114" y="205"/>
                  </a:lnTo>
                  <a:lnTo>
                    <a:pt x="107" y="208"/>
                  </a:lnTo>
                  <a:lnTo>
                    <a:pt x="103" y="213"/>
                  </a:lnTo>
                  <a:lnTo>
                    <a:pt x="99" y="222"/>
                  </a:lnTo>
                  <a:lnTo>
                    <a:pt x="100" y="229"/>
                  </a:lnTo>
                  <a:lnTo>
                    <a:pt x="107" y="231"/>
                  </a:lnTo>
                  <a:lnTo>
                    <a:pt x="115" y="237"/>
                  </a:lnTo>
                  <a:lnTo>
                    <a:pt x="134" y="247"/>
                  </a:lnTo>
                  <a:lnTo>
                    <a:pt x="161" y="267"/>
                  </a:lnTo>
                  <a:lnTo>
                    <a:pt x="165" y="280"/>
                  </a:lnTo>
                  <a:lnTo>
                    <a:pt x="188" y="301"/>
                  </a:lnTo>
                  <a:lnTo>
                    <a:pt x="191" y="311"/>
                  </a:lnTo>
                  <a:lnTo>
                    <a:pt x="208" y="331"/>
                  </a:lnTo>
                  <a:lnTo>
                    <a:pt x="213" y="332"/>
                  </a:lnTo>
                  <a:lnTo>
                    <a:pt x="231" y="344"/>
                  </a:lnTo>
                  <a:lnTo>
                    <a:pt x="236" y="358"/>
                  </a:lnTo>
                  <a:lnTo>
                    <a:pt x="239" y="370"/>
                  </a:lnTo>
                  <a:lnTo>
                    <a:pt x="238" y="371"/>
                  </a:lnTo>
                  <a:lnTo>
                    <a:pt x="239" y="372"/>
                  </a:lnTo>
                  <a:lnTo>
                    <a:pt x="243" y="386"/>
                  </a:lnTo>
                  <a:lnTo>
                    <a:pt x="251" y="386"/>
                  </a:lnTo>
                  <a:lnTo>
                    <a:pt x="265" y="396"/>
                  </a:lnTo>
                  <a:lnTo>
                    <a:pt x="274" y="404"/>
                  </a:lnTo>
                  <a:lnTo>
                    <a:pt x="278" y="421"/>
                  </a:lnTo>
                  <a:lnTo>
                    <a:pt x="291" y="450"/>
                  </a:lnTo>
                  <a:lnTo>
                    <a:pt x="292" y="457"/>
                  </a:lnTo>
                  <a:lnTo>
                    <a:pt x="292" y="490"/>
                  </a:lnTo>
                  <a:lnTo>
                    <a:pt x="290" y="527"/>
                  </a:lnTo>
                  <a:lnTo>
                    <a:pt x="292" y="543"/>
                  </a:lnTo>
                  <a:lnTo>
                    <a:pt x="299" y="558"/>
                  </a:lnTo>
                  <a:lnTo>
                    <a:pt x="298" y="607"/>
                  </a:lnTo>
                  <a:lnTo>
                    <a:pt x="296" y="619"/>
                  </a:lnTo>
                  <a:lnTo>
                    <a:pt x="290" y="628"/>
                  </a:lnTo>
                  <a:lnTo>
                    <a:pt x="281" y="625"/>
                  </a:lnTo>
                  <a:lnTo>
                    <a:pt x="271" y="634"/>
                  </a:lnTo>
                  <a:lnTo>
                    <a:pt x="264" y="638"/>
                  </a:lnTo>
                  <a:lnTo>
                    <a:pt x="256" y="638"/>
                  </a:lnTo>
                  <a:lnTo>
                    <a:pt x="238" y="646"/>
                  </a:lnTo>
                  <a:lnTo>
                    <a:pt x="237" y="656"/>
                  </a:lnTo>
                  <a:lnTo>
                    <a:pt x="218" y="657"/>
                  </a:lnTo>
                  <a:lnTo>
                    <a:pt x="208" y="661"/>
                  </a:lnTo>
                  <a:lnTo>
                    <a:pt x="206" y="674"/>
                  </a:lnTo>
                  <a:lnTo>
                    <a:pt x="207" y="683"/>
                  </a:lnTo>
                  <a:lnTo>
                    <a:pt x="208" y="692"/>
                  </a:lnTo>
                  <a:lnTo>
                    <a:pt x="202" y="694"/>
                  </a:lnTo>
                  <a:lnTo>
                    <a:pt x="194" y="697"/>
                  </a:lnTo>
                  <a:lnTo>
                    <a:pt x="183" y="704"/>
                  </a:lnTo>
                  <a:lnTo>
                    <a:pt x="173" y="708"/>
                  </a:lnTo>
                  <a:lnTo>
                    <a:pt x="165" y="705"/>
                  </a:lnTo>
                  <a:lnTo>
                    <a:pt x="158" y="705"/>
                  </a:lnTo>
                  <a:lnTo>
                    <a:pt x="157" y="715"/>
                  </a:lnTo>
                  <a:lnTo>
                    <a:pt x="152" y="720"/>
                  </a:lnTo>
                  <a:lnTo>
                    <a:pt x="145" y="724"/>
                  </a:lnTo>
                  <a:lnTo>
                    <a:pt x="134" y="726"/>
                  </a:lnTo>
                  <a:lnTo>
                    <a:pt x="129" y="727"/>
                  </a:lnTo>
                  <a:lnTo>
                    <a:pt x="136" y="738"/>
                  </a:lnTo>
                  <a:lnTo>
                    <a:pt x="154" y="746"/>
                  </a:lnTo>
                  <a:lnTo>
                    <a:pt x="161" y="752"/>
                  </a:lnTo>
                  <a:lnTo>
                    <a:pt x="157" y="760"/>
                  </a:lnTo>
                  <a:lnTo>
                    <a:pt x="150" y="770"/>
                  </a:lnTo>
                  <a:lnTo>
                    <a:pt x="148" y="786"/>
                  </a:lnTo>
                  <a:lnTo>
                    <a:pt x="148" y="797"/>
                  </a:lnTo>
                  <a:lnTo>
                    <a:pt x="151" y="810"/>
                  </a:lnTo>
                  <a:lnTo>
                    <a:pt x="156" y="822"/>
                  </a:lnTo>
                  <a:lnTo>
                    <a:pt x="151" y="827"/>
                  </a:lnTo>
                  <a:lnTo>
                    <a:pt x="153" y="832"/>
                  </a:lnTo>
                  <a:lnTo>
                    <a:pt x="162" y="830"/>
                  </a:lnTo>
                  <a:lnTo>
                    <a:pt x="175" y="821"/>
                  </a:lnTo>
                  <a:lnTo>
                    <a:pt x="186" y="807"/>
                  </a:lnTo>
                  <a:lnTo>
                    <a:pt x="195" y="797"/>
                  </a:lnTo>
                  <a:lnTo>
                    <a:pt x="216" y="789"/>
                  </a:lnTo>
                  <a:lnTo>
                    <a:pt x="220" y="785"/>
                  </a:lnTo>
                  <a:lnTo>
                    <a:pt x="220" y="778"/>
                  </a:lnTo>
                  <a:lnTo>
                    <a:pt x="228" y="7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84" name="Freeform 141">
              <a:extLst>
                <a:ext uri="{FF2B5EF4-FFF2-40B4-BE49-F238E27FC236}">
                  <a16:creationId xmlns:a16="http://schemas.microsoft.com/office/drawing/2014/main" id="{C0E32A53-C6C2-9FAB-A025-9C478CFC282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277823" y="3998388"/>
              <a:ext cx="329109" cy="202820"/>
            </a:xfrm>
            <a:custGeom>
              <a:avLst/>
              <a:gdLst/>
              <a:ahLst/>
              <a:cxnLst>
                <a:cxn ang="0">
                  <a:pos x="249" y="133"/>
                </a:cxn>
                <a:cxn ang="0">
                  <a:pos x="268" y="155"/>
                </a:cxn>
                <a:cxn ang="0">
                  <a:pos x="281" y="158"/>
                </a:cxn>
                <a:cxn ang="0">
                  <a:pos x="288" y="121"/>
                </a:cxn>
                <a:cxn ang="0">
                  <a:pos x="301" y="122"/>
                </a:cxn>
                <a:cxn ang="0">
                  <a:pos x="312" y="139"/>
                </a:cxn>
                <a:cxn ang="0">
                  <a:pos x="319" y="128"/>
                </a:cxn>
                <a:cxn ang="0">
                  <a:pos x="309" y="111"/>
                </a:cxn>
                <a:cxn ang="0">
                  <a:pos x="328" y="96"/>
                </a:cxn>
                <a:cxn ang="0">
                  <a:pos x="324" y="81"/>
                </a:cxn>
                <a:cxn ang="0">
                  <a:pos x="351" y="64"/>
                </a:cxn>
                <a:cxn ang="0">
                  <a:pos x="383" y="20"/>
                </a:cxn>
                <a:cxn ang="0">
                  <a:pos x="392" y="0"/>
                </a:cxn>
                <a:cxn ang="0">
                  <a:pos x="395" y="14"/>
                </a:cxn>
                <a:cxn ang="0">
                  <a:pos x="404" y="9"/>
                </a:cxn>
                <a:cxn ang="0">
                  <a:pos x="417" y="4"/>
                </a:cxn>
                <a:cxn ang="0">
                  <a:pos x="433" y="20"/>
                </a:cxn>
                <a:cxn ang="0">
                  <a:pos x="442" y="43"/>
                </a:cxn>
                <a:cxn ang="0">
                  <a:pos x="448" y="57"/>
                </a:cxn>
                <a:cxn ang="0">
                  <a:pos x="463" y="54"/>
                </a:cxn>
                <a:cxn ang="0">
                  <a:pos x="462" y="68"/>
                </a:cxn>
                <a:cxn ang="0">
                  <a:pos x="474" y="65"/>
                </a:cxn>
                <a:cxn ang="0">
                  <a:pos x="502" y="80"/>
                </a:cxn>
                <a:cxn ang="0">
                  <a:pos x="530" y="95"/>
                </a:cxn>
                <a:cxn ang="0">
                  <a:pos x="512" y="108"/>
                </a:cxn>
                <a:cxn ang="0">
                  <a:pos x="482" y="110"/>
                </a:cxn>
                <a:cxn ang="0">
                  <a:pos x="476" y="126"/>
                </a:cxn>
                <a:cxn ang="0">
                  <a:pos x="492" y="137"/>
                </a:cxn>
                <a:cxn ang="0">
                  <a:pos x="463" y="149"/>
                </a:cxn>
                <a:cxn ang="0">
                  <a:pos x="446" y="143"/>
                </a:cxn>
                <a:cxn ang="0">
                  <a:pos x="439" y="151"/>
                </a:cxn>
                <a:cxn ang="0">
                  <a:pos x="412" y="142"/>
                </a:cxn>
                <a:cxn ang="0">
                  <a:pos x="336" y="150"/>
                </a:cxn>
                <a:cxn ang="0">
                  <a:pos x="323" y="201"/>
                </a:cxn>
                <a:cxn ang="0">
                  <a:pos x="282" y="275"/>
                </a:cxn>
                <a:cxn ang="0">
                  <a:pos x="265" y="299"/>
                </a:cxn>
                <a:cxn ang="0">
                  <a:pos x="231" y="307"/>
                </a:cxn>
                <a:cxn ang="0">
                  <a:pos x="189" y="306"/>
                </a:cxn>
                <a:cxn ang="0">
                  <a:pos x="178" y="296"/>
                </a:cxn>
                <a:cxn ang="0">
                  <a:pos x="139" y="305"/>
                </a:cxn>
                <a:cxn ang="0">
                  <a:pos x="105" y="326"/>
                </a:cxn>
                <a:cxn ang="0">
                  <a:pos x="77" y="323"/>
                </a:cxn>
                <a:cxn ang="0">
                  <a:pos x="40" y="325"/>
                </a:cxn>
                <a:cxn ang="0">
                  <a:pos x="0" y="269"/>
                </a:cxn>
                <a:cxn ang="0">
                  <a:pos x="7" y="264"/>
                </a:cxn>
                <a:cxn ang="0">
                  <a:pos x="28" y="283"/>
                </a:cxn>
                <a:cxn ang="0">
                  <a:pos x="53" y="284"/>
                </a:cxn>
                <a:cxn ang="0">
                  <a:pos x="84" y="293"/>
                </a:cxn>
                <a:cxn ang="0">
                  <a:pos x="91" y="269"/>
                </a:cxn>
                <a:cxn ang="0">
                  <a:pos x="96" y="250"/>
                </a:cxn>
                <a:cxn ang="0">
                  <a:pos x="103" y="239"/>
                </a:cxn>
                <a:cxn ang="0">
                  <a:pos x="116" y="221"/>
                </a:cxn>
                <a:cxn ang="0">
                  <a:pos x="137" y="218"/>
                </a:cxn>
                <a:cxn ang="0">
                  <a:pos x="161" y="215"/>
                </a:cxn>
                <a:cxn ang="0">
                  <a:pos x="190" y="201"/>
                </a:cxn>
                <a:cxn ang="0">
                  <a:pos x="215" y="167"/>
                </a:cxn>
                <a:cxn ang="0">
                  <a:pos x="240" y="131"/>
                </a:cxn>
              </a:cxnLst>
              <a:rect l="0" t="0" r="r" b="b"/>
              <a:pathLst>
                <a:path w="530" h="330">
                  <a:moveTo>
                    <a:pt x="242" y="129"/>
                  </a:moveTo>
                  <a:lnTo>
                    <a:pt x="245" y="131"/>
                  </a:lnTo>
                  <a:lnTo>
                    <a:pt x="249" y="133"/>
                  </a:lnTo>
                  <a:lnTo>
                    <a:pt x="259" y="144"/>
                  </a:lnTo>
                  <a:lnTo>
                    <a:pt x="263" y="150"/>
                  </a:lnTo>
                  <a:lnTo>
                    <a:pt x="268" y="155"/>
                  </a:lnTo>
                  <a:lnTo>
                    <a:pt x="271" y="159"/>
                  </a:lnTo>
                  <a:lnTo>
                    <a:pt x="276" y="160"/>
                  </a:lnTo>
                  <a:lnTo>
                    <a:pt x="281" y="158"/>
                  </a:lnTo>
                  <a:lnTo>
                    <a:pt x="283" y="150"/>
                  </a:lnTo>
                  <a:lnTo>
                    <a:pt x="285" y="126"/>
                  </a:lnTo>
                  <a:lnTo>
                    <a:pt x="288" y="121"/>
                  </a:lnTo>
                  <a:lnTo>
                    <a:pt x="293" y="118"/>
                  </a:lnTo>
                  <a:lnTo>
                    <a:pt x="298" y="118"/>
                  </a:lnTo>
                  <a:lnTo>
                    <a:pt x="301" y="122"/>
                  </a:lnTo>
                  <a:lnTo>
                    <a:pt x="303" y="129"/>
                  </a:lnTo>
                  <a:lnTo>
                    <a:pt x="307" y="137"/>
                  </a:lnTo>
                  <a:lnTo>
                    <a:pt x="312" y="139"/>
                  </a:lnTo>
                  <a:lnTo>
                    <a:pt x="318" y="139"/>
                  </a:lnTo>
                  <a:lnTo>
                    <a:pt x="319" y="134"/>
                  </a:lnTo>
                  <a:lnTo>
                    <a:pt x="319" y="128"/>
                  </a:lnTo>
                  <a:lnTo>
                    <a:pt x="318" y="123"/>
                  </a:lnTo>
                  <a:lnTo>
                    <a:pt x="314" y="116"/>
                  </a:lnTo>
                  <a:lnTo>
                    <a:pt x="309" y="111"/>
                  </a:lnTo>
                  <a:lnTo>
                    <a:pt x="315" y="110"/>
                  </a:lnTo>
                  <a:lnTo>
                    <a:pt x="320" y="106"/>
                  </a:lnTo>
                  <a:lnTo>
                    <a:pt x="328" y="96"/>
                  </a:lnTo>
                  <a:lnTo>
                    <a:pt x="322" y="94"/>
                  </a:lnTo>
                  <a:lnTo>
                    <a:pt x="319" y="88"/>
                  </a:lnTo>
                  <a:lnTo>
                    <a:pt x="324" y="81"/>
                  </a:lnTo>
                  <a:lnTo>
                    <a:pt x="329" y="79"/>
                  </a:lnTo>
                  <a:lnTo>
                    <a:pt x="339" y="79"/>
                  </a:lnTo>
                  <a:lnTo>
                    <a:pt x="351" y="64"/>
                  </a:lnTo>
                  <a:lnTo>
                    <a:pt x="357" y="53"/>
                  </a:lnTo>
                  <a:lnTo>
                    <a:pt x="357" y="47"/>
                  </a:lnTo>
                  <a:lnTo>
                    <a:pt x="383" y="20"/>
                  </a:lnTo>
                  <a:lnTo>
                    <a:pt x="387" y="13"/>
                  </a:lnTo>
                  <a:lnTo>
                    <a:pt x="388" y="6"/>
                  </a:lnTo>
                  <a:lnTo>
                    <a:pt x="392" y="0"/>
                  </a:lnTo>
                  <a:lnTo>
                    <a:pt x="394" y="0"/>
                  </a:lnTo>
                  <a:lnTo>
                    <a:pt x="395" y="3"/>
                  </a:lnTo>
                  <a:lnTo>
                    <a:pt x="395" y="14"/>
                  </a:lnTo>
                  <a:lnTo>
                    <a:pt x="393" y="20"/>
                  </a:lnTo>
                  <a:lnTo>
                    <a:pt x="393" y="22"/>
                  </a:lnTo>
                  <a:lnTo>
                    <a:pt x="404" y="9"/>
                  </a:lnTo>
                  <a:lnTo>
                    <a:pt x="408" y="2"/>
                  </a:lnTo>
                  <a:lnTo>
                    <a:pt x="415" y="2"/>
                  </a:lnTo>
                  <a:lnTo>
                    <a:pt x="417" y="4"/>
                  </a:lnTo>
                  <a:lnTo>
                    <a:pt x="422" y="19"/>
                  </a:lnTo>
                  <a:lnTo>
                    <a:pt x="428" y="22"/>
                  </a:lnTo>
                  <a:lnTo>
                    <a:pt x="433" y="20"/>
                  </a:lnTo>
                  <a:lnTo>
                    <a:pt x="443" y="29"/>
                  </a:lnTo>
                  <a:lnTo>
                    <a:pt x="446" y="40"/>
                  </a:lnTo>
                  <a:lnTo>
                    <a:pt x="442" y="43"/>
                  </a:lnTo>
                  <a:lnTo>
                    <a:pt x="443" y="57"/>
                  </a:lnTo>
                  <a:lnTo>
                    <a:pt x="444" y="58"/>
                  </a:lnTo>
                  <a:lnTo>
                    <a:pt x="448" y="57"/>
                  </a:lnTo>
                  <a:lnTo>
                    <a:pt x="452" y="57"/>
                  </a:lnTo>
                  <a:lnTo>
                    <a:pt x="458" y="54"/>
                  </a:lnTo>
                  <a:lnTo>
                    <a:pt x="463" y="54"/>
                  </a:lnTo>
                  <a:lnTo>
                    <a:pt x="467" y="59"/>
                  </a:lnTo>
                  <a:lnTo>
                    <a:pt x="465" y="64"/>
                  </a:lnTo>
                  <a:lnTo>
                    <a:pt x="462" y="68"/>
                  </a:lnTo>
                  <a:lnTo>
                    <a:pt x="463" y="70"/>
                  </a:lnTo>
                  <a:lnTo>
                    <a:pt x="469" y="70"/>
                  </a:lnTo>
                  <a:lnTo>
                    <a:pt x="474" y="65"/>
                  </a:lnTo>
                  <a:lnTo>
                    <a:pt x="480" y="65"/>
                  </a:lnTo>
                  <a:lnTo>
                    <a:pt x="486" y="69"/>
                  </a:lnTo>
                  <a:lnTo>
                    <a:pt x="502" y="80"/>
                  </a:lnTo>
                  <a:lnTo>
                    <a:pt x="523" y="86"/>
                  </a:lnTo>
                  <a:lnTo>
                    <a:pt x="529" y="91"/>
                  </a:lnTo>
                  <a:lnTo>
                    <a:pt x="530" y="95"/>
                  </a:lnTo>
                  <a:lnTo>
                    <a:pt x="528" y="100"/>
                  </a:lnTo>
                  <a:lnTo>
                    <a:pt x="518" y="104"/>
                  </a:lnTo>
                  <a:lnTo>
                    <a:pt x="512" y="108"/>
                  </a:lnTo>
                  <a:lnTo>
                    <a:pt x="501" y="112"/>
                  </a:lnTo>
                  <a:lnTo>
                    <a:pt x="491" y="115"/>
                  </a:lnTo>
                  <a:lnTo>
                    <a:pt x="482" y="110"/>
                  </a:lnTo>
                  <a:lnTo>
                    <a:pt x="475" y="113"/>
                  </a:lnTo>
                  <a:lnTo>
                    <a:pt x="474" y="121"/>
                  </a:lnTo>
                  <a:lnTo>
                    <a:pt x="476" y="126"/>
                  </a:lnTo>
                  <a:lnTo>
                    <a:pt x="482" y="132"/>
                  </a:lnTo>
                  <a:lnTo>
                    <a:pt x="487" y="133"/>
                  </a:lnTo>
                  <a:lnTo>
                    <a:pt x="492" y="137"/>
                  </a:lnTo>
                  <a:lnTo>
                    <a:pt x="494" y="140"/>
                  </a:lnTo>
                  <a:lnTo>
                    <a:pt x="480" y="143"/>
                  </a:lnTo>
                  <a:lnTo>
                    <a:pt x="463" y="149"/>
                  </a:lnTo>
                  <a:lnTo>
                    <a:pt x="457" y="149"/>
                  </a:lnTo>
                  <a:lnTo>
                    <a:pt x="452" y="147"/>
                  </a:lnTo>
                  <a:lnTo>
                    <a:pt x="446" y="143"/>
                  </a:lnTo>
                  <a:lnTo>
                    <a:pt x="444" y="143"/>
                  </a:lnTo>
                  <a:lnTo>
                    <a:pt x="443" y="148"/>
                  </a:lnTo>
                  <a:lnTo>
                    <a:pt x="439" y="151"/>
                  </a:lnTo>
                  <a:lnTo>
                    <a:pt x="435" y="151"/>
                  </a:lnTo>
                  <a:lnTo>
                    <a:pt x="421" y="147"/>
                  </a:lnTo>
                  <a:lnTo>
                    <a:pt x="412" y="142"/>
                  </a:lnTo>
                  <a:lnTo>
                    <a:pt x="361" y="140"/>
                  </a:lnTo>
                  <a:lnTo>
                    <a:pt x="342" y="142"/>
                  </a:lnTo>
                  <a:lnTo>
                    <a:pt x="336" y="150"/>
                  </a:lnTo>
                  <a:lnTo>
                    <a:pt x="330" y="167"/>
                  </a:lnTo>
                  <a:lnTo>
                    <a:pt x="328" y="189"/>
                  </a:lnTo>
                  <a:lnTo>
                    <a:pt x="323" y="201"/>
                  </a:lnTo>
                  <a:lnTo>
                    <a:pt x="297" y="230"/>
                  </a:lnTo>
                  <a:lnTo>
                    <a:pt x="291" y="257"/>
                  </a:lnTo>
                  <a:lnTo>
                    <a:pt x="282" y="275"/>
                  </a:lnTo>
                  <a:lnTo>
                    <a:pt x="275" y="287"/>
                  </a:lnTo>
                  <a:lnTo>
                    <a:pt x="271" y="294"/>
                  </a:lnTo>
                  <a:lnTo>
                    <a:pt x="265" y="299"/>
                  </a:lnTo>
                  <a:lnTo>
                    <a:pt x="252" y="303"/>
                  </a:lnTo>
                  <a:lnTo>
                    <a:pt x="240" y="305"/>
                  </a:lnTo>
                  <a:lnTo>
                    <a:pt x="231" y="307"/>
                  </a:lnTo>
                  <a:lnTo>
                    <a:pt x="220" y="314"/>
                  </a:lnTo>
                  <a:lnTo>
                    <a:pt x="210" y="314"/>
                  </a:lnTo>
                  <a:lnTo>
                    <a:pt x="189" y="306"/>
                  </a:lnTo>
                  <a:lnTo>
                    <a:pt x="184" y="306"/>
                  </a:lnTo>
                  <a:lnTo>
                    <a:pt x="183" y="299"/>
                  </a:lnTo>
                  <a:lnTo>
                    <a:pt x="178" y="296"/>
                  </a:lnTo>
                  <a:lnTo>
                    <a:pt x="151" y="295"/>
                  </a:lnTo>
                  <a:lnTo>
                    <a:pt x="146" y="296"/>
                  </a:lnTo>
                  <a:lnTo>
                    <a:pt x="139" y="305"/>
                  </a:lnTo>
                  <a:lnTo>
                    <a:pt x="123" y="323"/>
                  </a:lnTo>
                  <a:lnTo>
                    <a:pt x="115" y="327"/>
                  </a:lnTo>
                  <a:lnTo>
                    <a:pt x="105" y="326"/>
                  </a:lnTo>
                  <a:lnTo>
                    <a:pt x="96" y="326"/>
                  </a:lnTo>
                  <a:lnTo>
                    <a:pt x="87" y="330"/>
                  </a:lnTo>
                  <a:lnTo>
                    <a:pt x="77" y="323"/>
                  </a:lnTo>
                  <a:lnTo>
                    <a:pt x="66" y="325"/>
                  </a:lnTo>
                  <a:lnTo>
                    <a:pt x="54" y="328"/>
                  </a:lnTo>
                  <a:lnTo>
                    <a:pt x="40" y="325"/>
                  </a:lnTo>
                  <a:lnTo>
                    <a:pt x="27" y="314"/>
                  </a:lnTo>
                  <a:lnTo>
                    <a:pt x="0" y="274"/>
                  </a:lnTo>
                  <a:lnTo>
                    <a:pt x="0" y="269"/>
                  </a:lnTo>
                  <a:lnTo>
                    <a:pt x="2" y="268"/>
                  </a:lnTo>
                  <a:lnTo>
                    <a:pt x="5" y="266"/>
                  </a:lnTo>
                  <a:lnTo>
                    <a:pt x="7" y="264"/>
                  </a:lnTo>
                  <a:lnTo>
                    <a:pt x="10" y="273"/>
                  </a:lnTo>
                  <a:lnTo>
                    <a:pt x="13" y="278"/>
                  </a:lnTo>
                  <a:lnTo>
                    <a:pt x="28" y="283"/>
                  </a:lnTo>
                  <a:lnTo>
                    <a:pt x="34" y="284"/>
                  </a:lnTo>
                  <a:lnTo>
                    <a:pt x="48" y="283"/>
                  </a:lnTo>
                  <a:lnTo>
                    <a:pt x="53" y="284"/>
                  </a:lnTo>
                  <a:lnTo>
                    <a:pt x="59" y="288"/>
                  </a:lnTo>
                  <a:lnTo>
                    <a:pt x="67" y="290"/>
                  </a:lnTo>
                  <a:lnTo>
                    <a:pt x="84" y="293"/>
                  </a:lnTo>
                  <a:lnTo>
                    <a:pt x="86" y="285"/>
                  </a:lnTo>
                  <a:lnTo>
                    <a:pt x="89" y="279"/>
                  </a:lnTo>
                  <a:lnTo>
                    <a:pt x="91" y="269"/>
                  </a:lnTo>
                  <a:lnTo>
                    <a:pt x="93" y="263"/>
                  </a:lnTo>
                  <a:lnTo>
                    <a:pt x="91" y="253"/>
                  </a:lnTo>
                  <a:lnTo>
                    <a:pt x="96" y="250"/>
                  </a:lnTo>
                  <a:lnTo>
                    <a:pt x="102" y="251"/>
                  </a:lnTo>
                  <a:lnTo>
                    <a:pt x="103" y="253"/>
                  </a:lnTo>
                  <a:lnTo>
                    <a:pt x="103" y="239"/>
                  </a:lnTo>
                  <a:lnTo>
                    <a:pt x="105" y="235"/>
                  </a:lnTo>
                  <a:lnTo>
                    <a:pt x="113" y="225"/>
                  </a:lnTo>
                  <a:lnTo>
                    <a:pt x="116" y="221"/>
                  </a:lnTo>
                  <a:lnTo>
                    <a:pt x="134" y="220"/>
                  </a:lnTo>
                  <a:lnTo>
                    <a:pt x="137" y="219"/>
                  </a:lnTo>
                  <a:lnTo>
                    <a:pt x="137" y="218"/>
                  </a:lnTo>
                  <a:lnTo>
                    <a:pt x="142" y="217"/>
                  </a:lnTo>
                  <a:lnTo>
                    <a:pt x="152" y="217"/>
                  </a:lnTo>
                  <a:lnTo>
                    <a:pt x="161" y="215"/>
                  </a:lnTo>
                  <a:lnTo>
                    <a:pt x="174" y="214"/>
                  </a:lnTo>
                  <a:lnTo>
                    <a:pt x="179" y="212"/>
                  </a:lnTo>
                  <a:lnTo>
                    <a:pt x="190" y="201"/>
                  </a:lnTo>
                  <a:lnTo>
                    <a:pt x="205" y="183"/>
                  </a:lnTo>
                  <a:lnTo>
                    <a:pt x="207" y="177"/>
                  </a:lnTo>
                  <a:lnTo>
                    <a:pt x="215" y="167"/>
                  </a:lnTo>
                  <a:lnTo>
                    <a:pt x="231" y="154"/>
                  </a:lnTo>
                  <a:lnTo>
                    <a:pt x="238" y="143"/>
                  </a:lnTo>
                  <a:lnTo>
                    <a:pt x="240" y="131"/>
                  </a:lnTo>
                  <a:lnTo>
                    <a:pt x="242" y="12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85" name="Freeform 142">
              <a:extLst>
                <a:ext uri="{FF2B5EF4-FFF2-40B4-BE49-F238E27FC236}">
                  <a16:creationId xmlns:a16="http://schemas.microsoft.com/office/drawing/2014/main" id="{41FDF6D1-4464-A753-1208-223F3D94916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959245" y="4003656"/>
              <a:ext cx="139542" cy="181748"/>
            </a:xfrm>
            <a:custGeom>
              <a:avLst/>
              <a:gdLst/>
              <a:ahLst/>
              <a:cxnLst>
                <a:cxn ang="0">
                  <a:pos x="5" y="16"/>
                </a:cxn>
                <a:cxn ang="0">
                  <a:pos x="2" y="16"/>
                </a:cxn>
                <a:cxn ang="0">
                  <a:pos x="7" y="24"/>
                </a:cxn>
                <a:cxn ang="0">
                  <a:pos x="10" y="43"/>
                </a:cxn>
                <a:cxn ang="0">
                  <a:pos x="14" y="55"/>
                </a:cxn>
                <a:cxn ang="0">
                  <a:pos x="15" y="87"/>
                </a:cxn>
                <a:cxn ang="0">
                  <a:pos x="18" y="98"/>
                </a:cxn>
                <a:cxn ang="0">
                  <a:pos x="26" y="104"/>
                </a:cxn>
                <a:cxn ang="0">
                  <a:pos x="27" y="115"/>
                </a:cxn>
                <a:cxn ang="0">
                  <a:pos x="26" y="130"/>
                </a:cxn>
                <a:cxn ang="0">
                  <a:pos x="32" y="141"/>
                </a:cxn>
                <a:cxn ang="0">
                  <a:pos x="33" y="148"/>
                </a:cxn>
                <a:cxn ang="0">
                  <a:pos x="52" y="173"/>
                </a:cxn>
                <a:cxn ang="0">
                  <a:pos x="60" y="183"/>
                </a:cxn>
                <a:cxn ang="0">
                  <a:pos x="66" y="196"/>
                </a:cxn>
                <a:cxn ang="0">
                  <a:pos x="68" y="208"/>
                </a:cxn>
                <a:cxn ang="0">
                  <a:pos x="77" y="218"/>
                </a:cxn>
                <a:cxn ang="0">
                  <a:pos x="93" y="229"/>
                </a:cxn>
                <a:cxn ang="0">
                  <a:pos x="114" y="248"/>
                </a:cxn>
                <a:cxn ang="0">
                  <a:pos x="129" y="253"/>
                </a:cxn>
                <a:cxn ang="0">
                  <a:pos x="144" y="265"/>
                </a:cxn>
                <a:cxn ang="0">
                  <a:pos x="152" y="269"/>
                </a:cxn>
                <a:cxn ang="0">
                  <a:pos x="166" y="276"/>
                </a:cxn>
                <a:cxn ang="0">
                  <a:pos x="178" y="287"/>
                </a:cxn>
                <a:cxn ang="0">
                  <a:pos x="182" y="285"/>
                </a:cxn>
                <a:cxn ang="0">
                  <a:pos x="185" y="291"/>
                </a:cxn>
                <a:cxn ang="0">
                  <a:pos x="189" y="287"/>
                </a:cxn>
                <a:cxn ang="0">
                  <a:pos x="192" y="281"/>
                </a:cxn>
                <a:cxn ang="0">
                  <a:pos x="198" y="277"/>
                </a:cxn>
                <a:cxn ang="0">
                  <a:pos x="211" y="280"/>
                </a:cxn>
                <a:cxn ang="0">
                  <a:pos x="220" y="288"/>
                </a:cxn>
                <a:cxn ang="0">
                  <a:pos x="224" y="281"/>
                </a:cxn>
                <a:cxn ang="0">
                  <a:pos x="226" y="265"/>
                </a:cxn>
                <a:cxn ang="0">
                  <a:pos x="210" y="237"/>
                </a:cxn>
                <a:cxn ang="0">
                  <a:pos x="205" y="222"/>
                </a:cxn>
                <a:cxn ang="0">
                  <a:pos x="188" y="210"/>
                </a:cxn>
                <a:cxn ang="0">
                  <a:pos x="182" y="191"/>
                </a:cxn>
                <a:cxn ang="0">
                  <a:pos x="179" y="151"/>
                </a:cxn>
                <a:cxn ang="0">
                  <a:pos x="183" y="126"/>
                </a:cxn>
                <a:cxn ang="0">
                  <a:pos x="183" y="108"/>
                </a:cxn>
                <a:cxn ang="0">
                  <a:pos x="181" y="95"/>
                </a:cxn>
                <a:cxn ang="0">
                  <a:pos x="174" y="83"/>
                </a:cxn>
                <a:cxn ang="0">
                  <a:pos x="158" y="60"/>
                </a:cxn>
                <a:cxn ang="0">
                  <a:pos x="136" y="44"/>
                </a:cxn>
                <a:cxn ang="0">
                  <a:pos x="123" y="28"/>
                </a:cxn>
                <a:cxn ang="0">
                  <a:pos x="111" y="29"/>
                </a:cxn>
                <a:cxn ang="0">
                  <a:pos x="103" y="41"/>
                </a:cxn>
                <a:cxn ang="0">
                  <a:pos x="92" y="43"/>
                </a:cxn>
                <a:cxn ang="0">
                  <a:pos x="81" y="41"/>
                </a:cxn>
                <a:cxn ang="0">
                  <a:pos x="58" y="56"/>
                </a:cxn>
                <a:cxn ang="0">
                  <a:pos x="54" y="45"/>
                </a:cxn>
                <a:cxn ang="0">
                  <a:pos x="57" y="29"/>
                </a:cxn>
                <a:cxn ang="0">
                  <a:pos x="47" y="14"/>
                </a:cxn>
                <a:cxn ang="0">
                  <a:pos x="37" y="12"/>
                </a:cxn>
                <a:cxn ang="0">
                  <a:pos x="20" y="9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5" y="16"/>
                </a:cxn>
              </a:cxnLst>
              <a:rect l="0" t="0" r="r" b="b"/>
              <a:pathLst>
                <a:path w="226" h="291">
                  <a:moveTo>
                    <a:pt x="5" y="16"/>
                  </a:moveTo>
                  <a:lnTo>
                    <a:pt x="2" y="16"/>
                  </a:lnTo>
                  <a:lnTo>
                    <a:pt x="7" y="24"/>
                  </a:lnTo>
                  <a:lnTo>
                    <a:pt x="10" y="43"/>
                  </a:lnTo>
                  <a:lnTo>
                    <a:pt x="14" y="55"/>
                  </a:lnTo>
                  <a:lnTo>
                    <a:pt x="15" y="87"/>
                  </a:lnTo>
                  <a:lnTo>
                    <a:pt x="18" y="98"/>
                  </a:lnTo>
                  <a:lnTo>
                    <a:pt x="26" y="104"/>
                  </a:lnTo>
                  <a:lnTo>
                    <a:pt x="27" y="115"/>
                  </a:lnTo>
                  <a:lnTo>
                    <a:pt x="26" y="130"/>
                  </a:lnTo>
                  <a:lnTo>
                    <a:pt x="32" y="141"/>
                  </a:lnTo>
                  <a:lnTo>
                    <a:pt x="33" y="148"/>
                  </a:lnTo>
                  <a:lnTo>
                    <a:pt x="52" y="173"/>
                  </a:lnTo>
                  <a:lnTo>
                    <a:pt x="60" y="183"/>
                  </a:lnTo>
                  <a:lnTo>
                    <a:pt x="66" y="196"/>
                  </a:lnTo>
                  <a:lnTo>
                    <a:pt x="68" y="208"/>
                  </a:lnTo>
                  <a:lnTo>
                    <a:pt x="77" y="218"/>
                  </a:lnTo>
                  <a:lnTo>
                    <a:pt x="93" y="229"/>
                  </a:lnTo>
                  <a:lnTo>
                    <a:pt x="114" y="248"/>
                  </a:lnTo>
                  <a:lnTo>
                    <a:pt x="129" y="253"/>
                  </a:lnTo>
                  <a:lnTo>
                    <a:pt x="144" y="265"/>
                  </a:lnTo>
                  <a:lnTo>
                    <a:pt x="152" y="269"/>
                  </a:lnTo>
                  <a:lnTo>
                    <a:pt x="166" y="276"/>
                  </a:lnTo>
                  <a:lnTo>
                    <a:pt x="178" y="287"/>
                  </a:lnTo>
                  <a:lnTo>
                    <a:pt x="182" y="285"/>
                  </a:lnTo>
                  <a:lnTo>
                    <a:pt x="185" y="291"/>
                  </a:lnTo>
                  <a:lnTo>
                    <a:pt x="189" y="287"/>
                  </a:lnTo>
                  <a:lnTo>
                    <a:pt x="192" y="281"/>
                  </a:lnTo>
                  <a:lnTo>
                    <a:pt x="198" y="277"/>
                  </a:lnTo>
                  <a:lnTo>
                    <a:pt x="211" y="280"/>
                  </a:lnTo>
                  <a:lnTo>
                    <a:pt x="220" y="288"/>
                  </a:lnTo>
                  <a:lnTo>
                    <a:pt x="224" y="281"/>
                  </a:lnTo>
                  <a:lnTo>
                    <a:pt x="226" y="265"/>
                  </a:lnTo>
                  <a:lnTo>
                    <a:pt x="210" y="237"/>
                  </a:lnTo>
                  <a:lnTo>
                    <a:pt x="205" y="222"/>
                  </a:lnTo>
                  <a:lnTo>
                    <a:pt x="188" y="210"/>
                  </a:lnTo>
                  <a:lnTo>
                    <a:pt x="182" y="191"/>
                  </a:lnTo>
                  <a:lnTo>
                    <a:pt x="179" y="151"/>
                  </a:lnTo>
                  <a:lnTo>
                    <a:pt x="183" y="126"/>
                  </a:lnTo>
                  <a:lnTo>
                    <a:pt x="183" y="108"/>
                  </a:lnTo>
                  <a:lnTo>
                    <a:pt x="181" y="95"/>
                  </a:lnTo>
                  <a:lnTo>
                    <a:pt x="174" y="83"/>
                  </a:lnTo>
                  <a:lnTo>
                    <a:pt x="158" y="60"/>
                  </a:lnTo>
                  <a:lnTo>
                    <a:pt x="136" y="44"/>
                  </a:lnTo>
                  <a:lnTo>
                    <a:pt x="123" y="28"/>
                  </a:lnTo>
                  <a:lnTo>
                    <a:pt x="111" y="29"/>
                  </a:lnTo>
                  <a:lnTo>
                    <a:pt x="103" y="41"/>
                  </a:lnTo>
                  <a:lnTo>
                    <a:pt x="92" y="43"/>
                  </a:lnTo>
                  <a:lnTo>
                    <a:pt x="81" y="41"/>
                  </a:lnTo>
                  <a:lnTo>
                    <a:pt x="58" y="56"/>
                  </a:lnTo>
                  <a:lnTo>
                    <a:pt x="54" y="45"/>
                  </a:lnTo>
                  <a:lnTo>
                    <a:pt x="57" y="29"/>
                  </a:lnTo>
                  <a:lnTo>
                    <a:pt x="47" y="14"/>
                  </a:lnTo>
                  <a:lnTo>
                    <a:pt x="37" y="12"/>
                  </a:lnTo>
                  <a:lnTo>
                    <a:pt x="20" y="9"/>
                  </a:lnTo>
                  <a:lnTo>
                    <a:pt x="12" y="0"/>
                  </a:lnTo>
                  <a:lnTo>
                    <a:pt x="0" y="0"/>
                  </a:lnTo>
                  <a:lnTo>
                    <a:pt x="5" y="1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86" name="Freeform 143">
              <a:extLst>
                <a:ext uri="{FF2B5EF4-FFF2-40B4-BE49-F238E27FC236}">
                  <a16:creationId xmlns:a16="http://schemas.microsoft.com/office/drawing/2014/main" id="{64EFE739-C619-9D25-7459-FDE3317A651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872360" y="3516362"/>
              <a:ext cx="265920" cy="524171"/>
            </a:xfrm>
            <a:custGeom>
              <a:avLst/>
              <a:gdLst/>
              <a:ahLst/>
              <a:cxnLst>
                <a:cxn ang="0">
                  <a:pos x="125" y="24"/>
                </a:cxn>
                <a:cxn ang="0">
                  <a:pos x="77" y="49"/>
                </a:cxn>
                <a:cxn ang="0">
                  <a:pos x="23" y="67"/>
                </a:cxn>
                <a:cxn ang="0">
                  <a:pos x="0" y="135"/>
                </a:cxn>
                <a:cxn ang="0">
                  <a:pos x="40" y="199"/>
                </a:cxn>
                <a:cxn ang="0">
                  <a:pos x="52" y="252"/>
                </a:cxn>
                <a:cxn ang="0">
                  <a:pos x="53" y="283"/>
                </a:cxn>
                <a:cxn ang="0">
                  <a:pos x="38" y="315"/>
                </a:cxn>
                <a:cxn ang="0">
                  <a:pos x="58" y="366"/>
                </a:cxn>
                <a:cxn ang="0">
                  <a:pos x="82" y="434"/>
                </a:cxn>
                <a:cxn ang="0">
                  <a:pos x="111" y="503"/>
                </a:cxn>
                <a:cxn ang="0">
                  <a:pos x="72" y="559"/>
                </a:cxn>
                <a:cxn ang="0">
                  <a:pos x="59" y="597"/>
                </a:cxn>
                <a:cxn ang="0">
                  <a:pos x="37" y="681"/>
                </a:cxn>
                <a:cxn ang="0">
                  <a:pos x="80" y="725"/>
                </a:cxn>
                <a:cxn ang="0">
                  <a:pos x="118" y="774"/>
                </a:cxn>
                <a:cxn ang="0">
                  <a:pos x="160" y="797"/>
                </a:cxn>
                <a:cxn ang="0">
                  <a:pos x="194" y="833"/>
                </a:cxn>
                <a:cxn ang="0">
                  <a:pos x="243" y="829"/>
                </a:cxn>
                <a:cxn ang="0">
                  <a:pos x="215" y="778"/>
                </a:cxn>
                <a:cxn ang="0">
                  <a:pos x="157" y="745"/>
                </a:cxn>
                <a:cxn ang="0">
                  <a:pos x="131" y="676"/>
                </a:cxn>
                <a:cxn ang="0">
                  <a:pos x="102" y="651"/>
                </a:cxn>
                <a:cxn ang="0">
                  <a:pos x="85" y="607"/>
                </a:cxn>
                <a:cxn ang="0">
                  <a:pos x="93" y="568"/>
                </a:cxn>
                <a:cxn ang="0">
                  <a:pos x="112" y="515"/>
                </a:cxn>
                <a:cxn ang="0">
                  <a:pos x="133" y="439"/>
                </a:cxn>
                <a:cxn ang="0">
                  <a:pos x="161" y="409"/>
                </a:cxn>
                <a:cxn ang="0">
                  <a:pos x="179" y="455"/>
                </a:cxn>
                <a:cxn ang="0">
                  <a:pos x="189" y="458"/>
                </a:cxn>
                <a:cxn ang="0">
                  <a:pos x="251" y="476"/>
                </a:cxn>
                <a:cxn ang="0">
                  <a:pos x="271" y="489"/>
                </a:cxn>
                <a:cxn ang="0">
                  <a:pos x="292" y="510"/>
                </a:cxn>
                <a:cxn ang="0">
                  <a:pos x="265" y="462"/>
                </a:cxn>
                <a:cxn ang="0">
                  <a:pos x="265" y="407"/>
                </a:cxn>
                <a:cxn ang="0">
                  <a:pos x="298" y="366"/>
                </a:cxn>
                <a:cxn ang="0">
                  <a:pos x="368" y="365"/>
                </a:cxn>
                <a:cxn ang="0">
                  <a:pos x="416" y="365"/>
                </a:cxn>
                <a:cxn ang="0">
                  <a:pos x="431" y="302"/>
                </a:cxn>
                <a:cxn ang="0">
                  <a:pos x="416" y="275"/>
                </a:cxn>
                <a:cxn ang="0">
                  <a:pos x="389" y="252"/>
                </a:cxn>
                <a:cxn ang="0">
                  <a:pos x="382" y="191"/>
                </a:cxn>
                <a:cxn ang="0">
                  <a:pos x="360" y="165"/>
                </a:cxn>
                <a:cxn ang="0">
                  <a:pos x="323" y="134"/>
                </a:cxn>
                <a:cxn ang="0">
                  <a:pos x="292" y="153"/>
                </a:cxn>
                <a:cxn ang="0">
                  <a:pos x="255" y="156"/>
                </a:cxn>
                <a:cxn ang="0">
                  <a:pos x="220" y="151"/>
                </a:cxn>
                <a:cxn ang="0">
                  <a:pos x="183" y="182"/>
                </a:cxn>
                <a:cxn ang="0">
                  <a:pos x="188" y="126"/>
                </a:cxn>
                <a:cxn ang="0">
                  <a:pos x="190" y="81"/>
                </a:cxn>
                <a:cxn ang="0">
                  <a:pos x="163" y="59"/>
                </a:cxn>
                <a:cxn ang="0">
                  <a:pos x="152" y="16"/>
                </a:cxn>
                <a:cxn ang="0">
                  <a:pos x="141" y="0"/>
                </a:cxn>
              </a:cxnLst>
              <a:rect l="0" t="0" r="r" b="b"/>
              <a:pathLst>
                <a:path w="431" h="844">
                  <a:moveTo>
                    <a:pt x="144" y="0"/>
                  </a:moveTo>
                  <a:lnTo>
                    <a:pt x="138" y="3"/>
                  </a:lnTo>
                  <a:lnTo>
                    <a:pt x="131" y="11"/>
                  </a:lnTo>
                  <a:lnTo>
                    <a:pt x="125" y="24"/>
                  </a:lnTo>
                  <a:lnTo>
                    <a:pt x="112" y="27"/>
                  </a:lnTo>
                  <a:lnTo>
                    <a:pt x="103" y="32"/>
                  </a:lnTo>
                  <a:lnTo>
                    <a:pt x="88" y="43"/>
                  </a:lnTo>
                  <a:lnTo>
                    <a:pt x="77" y="49"/>
                  </a:lnTo>
                  <a:lnTo>
                    <a:pt x="66" y="60"/>
                  </a:lnTo>
                  <a:lnTo>
                    <a:pt x="55" y="64"/>
                  </a:lnTo>
                  <a:lnTo>
                    <a:pt x="37" y="65"/>
                  </a:lnTo>
                  <a:lnTo>
                    <a:pt x="23" y="67"/>
                  </a:lnTo>
                  <a:lnTo>
                    <a:pt x="9" y="106"/>
                  </a:lnTo>
                  <a:lnTo>
                    <a:pt x="7" y="118"/>
                  </a:lnTo>
                  <a:lnTo>
                    <a:pt x="9" y="128"/>
                  </a:lnTo>
                  <a:lnTo>
                    <a:pt x="0" y="135"/>
                  </a:lnTo>
                  <a:lnTo>
                    <a:pt x="1" y="142"/>
                  </a:lnTo>
                  <a:lnTo>
                    <a:pt x="7" y="159"/>
                  </a:lnTo>
                  <a:lnTo>
                    <a:pt x="17" y="182"/>
                  </a:lnTo>
                  <a:lnTo>
                    <a:pt x="40" y="199"/>
                  </a:lnTo>
                  <a:lnTo>
                    <a:pt x="48" y="209"/>
                  </a:lnTo>
                  <a:lnTo>
                    <a:pt x="50" y="225"/>
                  </a:lnTo>
                  <a:lnTo>
                    <a:pt x="49" y="240"/>
                  </a:lnTo>
                  <a:lnTo>
                    <a:pt x="52" y="252"/>
                  </a:lnTo>
                  <a:lnTo>
                    <a:pt x="61" y="253"/>
                  </a:lnTo>
                  <a:lnTo>
                    <a:pt x="65" y="263"/>
                  </a:lnTo>
                  <a:lnTo>
                    <a:pt x="59" y="269"/>
                  </a:lnTo>
                  <a:lnTo>
                    <a:pt x="53" y="283"/>
                  </a:lnTo>
                  <a:lnTo>
                    <a:pt x="50" y="291"/>
                  </a:lnTo>
                  <a:lnTo>
                    <a:pt x="50" y="304"/>
                  </a:lnTo>
                  <a:lnTo>
                    <a:pt x="47" y="307"/>
                  </a:lnTo>
                  <a:lnTo>
                    <a:pt x="38" y="315"/>
                  </a:lnTo>
                  <a:lnTo>
                    <a:pt x="34" y="323"/>
                  </a:lnTo>
                  <a:lnTo>
                    <a:pt x="33" y="337"/>
                  </a:lnTo>
                  <a:lnTo>
                    <a:pt x="39" y="354"/>
                  </a:lnTo>
                  <a:lnTo>
                    <a:pt x="58" y="366"/>
                  </a:lnTo>
                  <a:lnTo>
                    <a:pt x="76" y="386"/>
                  </a:lnTo>
                  <a:lnTo>
                    <a:pt x="79" y="392"/>
                  </a:lnTo>
                  <a:lnTo>
                    <a:pt x="81" y="401"/>
                  </a:lnTo>
                  <a:lnTo>
                    <a:pt x="82" y="434"/>
                  </a:lnTo>
                  <a:lnTo>
                    <a:pt x="88" y="452"/>
                  </a:lnTo>
                  <a:lnTo>
                    <a:pt x="91" y="454"/>
                  </a:lnTo>
                  <a:lnTo>
                    <a:pt x="96" y="469"/>
                  </a:lnTo>
                  <a:lnTo>
                    <a:pt x="111" y="503"/>
                  </a:lnTo>
                  <a:lnTo>
                    <a:pt x="109" y="510"/>
                  </a:lnTo>
                  <a:lnTo>
                    <a:pt x="91" y="540"/>
                  </a:lnTo>
                  <a:lnTo>
                    <a:pt x="80" y="547"/>
                  </a:lnTo>
                  <a:lnTo>
                    <a:pt x="72" y="559"/>
                  </a:lnTo>
                  <a:lnTo>
                    <a:pt x="70" y="574"/>
                  </a:lnTo>
                  <a:lnTo>
                    <a:pt x="65" y="586"/>
                  </a:lnTo>
                  <a:lnTo>
                    <a:pt x="60" y="594"/>
                  </a:lnTo>
                  <a:lnTo>
                    <a:pt x="59" y="597"/>
                  </a:lnTo>
                  <a:lnTo>
                    <a:pt x="54" y="610"/>
                  </a:lnTo>
                  <a:lnTo>
                    <a:pt x="53" y="618"/>
                  </a:lnTo>
                  <a:lnTo>
                    <a:pt x="39" y="664"/>
                  </a:lnTo>
                  <a:lnTo>
                    <a:pt x="37" y="681"/>
                  </a:lnTo>
                  <a:lnTo>
                    <a:pt x="37" y="696"/>
                  </a:lnTo>
                  <a:lnTo>
                    <a:pt x="40" y="705"/>
                  </a:lnTo>
                  <a:lnTo>
                    <a:pt x="60" y="703"/>
                  </a:lnTo>
                  <a:lnTo>
                    <a:pt x="80" y="725"/>
                  </a:lnTo>
                  <a:lnTo>
                    <a:pt x="86" y="729"/>
                  </a:lnTo>
                  <a:lnTo>
                    <a:pt x="101" y="750"/>
                  </a:lnTo>
                  <a:lnTo>
                    <a:pt x="112" y="759"/>
                  </a:lnTo>
                  <a:lnTo>
                    <a:pt x="118" y="774"/>
                  </a:lnTo>
                  <a:lnTo>
                    <a:pt x="145" y="804"/>
                  </a:lnTo>
                  <a:lnTo>
                    <a:pt x="140" y="788"/>
                  </a:lnTo>
                  <a:lnTo>
                    <a:pt x="152" y="788"/>
                  </a:lnTo>
                  <a:lnTo>
                    <a:pt x="160" y="797"/>
                  </a:lnTo>
                  <a:lnTo>
                    <a:pt x="177" y="800"/>
                  </a:lnTo>
                  <a:lnTo>
                    <a:pt x="187" y="802"/>
                  </a:lnTo>
                  <a:lnTo>
                    <a:pt x="197" y="817"/>
                  </a:lnTo>
                  <a:lnTo>
                    <a:pt x="194" y="833"/>
                  </a:lnTo>
                  <a:lnTo>
                    <a:pt x="198" y="844"/>
                  </a:lnTo>
                  <a:lnTo>
                    <a:pt x="221" y="829"/>
                  </a:lnTo>
                  <a:lnTo>
                    <a:pt x="232" y="831"/>
                  </a:lnTo>
                  <a:lnTo>
                    <a:pt x="243" y="829"/>
                  </a:lnTo>
                  <a:lnTo>
                    <a:pt x="251" y="817"/>
                  </a:lnTo>
                  <a:lnTo>
                    <a:pt x="242" y="804"/>
                  </a:lnTo>
                  <a:lnTo>
                    <a:pt x="230" y="790"/>
                  </a:lnTo>
                  <a:lnTo>
                    <a:pt x="215" y="778"/>
                  </a:lnTo>
                  <a:lnTo>
                    <a:pt x="181" y="773"/>
                  </a:lnTo>
                  <a:lnTo>
                    <a:pt x="168" y="758"/>
                  </a:lnTo>
                  <a:lnTo>
                    <a:pt x="162" y="754"/>
                  </a:lnTo>
                  <a:lnTo>
                    <a:pt x="157" y="745"/>
                  </a:lnTo>
                  <a:lnTo>
                    <a:pt x="151" y="709"/>
                  </a:lnTo>
                  <a:lnTo>
                    <a:pt x="145" y="699"/>
                  </a:lnTo>
                  <a:lnTo>
                    <a:pt x="136" y="691"/>
                  </a:lnTo>
                  <a:lnTo>
                    <a:pt x="131" y="676"/>
                  </a:lnTo>
                  <a:lnTo>
                    <a:pt x="129" y="660"/>
                  </a:lnTo>
                  <a:lnTo>
                    <a:pt x="124" y="649"/>
                  </a:lnTo>
                  <a:lnTo>
                    <a:pt x="114" y="646"/>
                  </a:lnTo>
                  <a:lnTo>
                    <a:pt x="102" y="651"/>
                  </a:lnTo>
                  <a:lnTo>
                    <a:pt x="92" y="649"/>
                  </a:lnTo>
                  <a:lnTo>
                    <a:pt x="88" y="640"/>
                  </a:lnTo>
                  <a:lnTo>
                    <a:pt x="86" y="623"/>
                  </a:lnTo>
                  <a:lnTo>
                    <a:pt x="85" y="607"/>
                  </a:lnTo>
                  <a:lnTo>
                    <a:pt x="85" y="592"/>
                  </a:lnTo>
                  <a:lnTo>
                    <a:pt x="86" y="586"/>
                  </a:lnTo>
                  <a:lnTo>
                    <a:pt x="92" y="578"/>
                  </a:lnTo>
                  <a:lnTo>
                    <a:pt x="93" y="568"/>
                  </a:lnTo>
                  <a:lnTo>
                    <a:pt x="98" y="563"/>
                  </a:lnTo>
                  <a:lnTo>
                    <a:pt x="103" y="553"/>
                  </a:lnTo>
                  <a:lnTo>
                    <a:pt x="103" y="542"/>
                  </a:lnTo>
                  <a:lnTo>
                    <a:pt x="112" y="515"/>
                  </a:lnTo>
                  <a:lnTo>
                    <a:pt x="119" y="501"/>
                  </a:lnTo>
                  <a:lnTo>
                    <a:pt x="126" y="487"/>
                  </a:lnTo>
                  <a:lnTo>
                    <a:pt x="128" y="471"/>
                  </a:lnTo>
                  <a:lnTo>
                    <a:pt x="133" y="439"/>
                  </a:lnTo>
                  <a:lnTo>
                    <a:pt x="129" y="415"/>
                  </a:lnTo>
                  <a:lnTo>
                    <a:pt x="142" y="411"/>
                  </a:lnTo>
                  <a:lnTo>
                    <a:pt x="157" y="409"/>
                  </a:lnTo>
                  <a:lnTo>
                    <a:pt x="161" y="409"/>
                  </a:lnTo>
                  <a:lnTo>
                    <a:pt x="168" y="411"/>
                  </a:lnTo>
                  <a:lnTo>
                    <a:pt x="179" y="414"/>
                  </a:lnTo>
                  <a:lnTo>
                    <a:pt x="182" y="419"/>
                  </a:lnTo>
                  <a:lnTo>
                    <a:pt x="179" y="455"/>
                  </a:lnTo>
                  <a:lnTo>
                    <a:pt x="183" y="462"/>
                  </a:lnTo>
                  <a:lnTo>
                    <a:pt x="187" y="462"/>
                  </a:lnTo>
                  <a:lnTo>
                    <a:pt x="184" y="458"/>
                  </a:lnTo>
                  <a:lnTo>
                    <a:pt x="189" y="458"/>
                  </a:lnTo>
                  <a:lnTo>
                    <a:pt x="212" y="460"/>
                  </a:lnTo>
                  <a:lnTo>
                    <a:pt x="222" y="458"/>
                  </a:lnTo>
                  <a:lnTo>
                    <a:pt x="233" y="461"/>
                  </a:lnTo>
                  <a:lnTo>
                    <a:pt x="251" y="476"/>
                  </a:lnTo>
                  <a:lnTo>
                    <a:pt x="257" y="484"/>
                  </a:lnTo>
                  <a:lnTo>
                    <a:pt x="264" y="488"/>
                  </a:lnTo>
                  <a:lnTo>
                    <a:pt x="270" y="492"/>
                  </a:lnTo>
                  <a:lnTo>
                    <a:pt x="271" y="489"/>
                  </a:lnTo>
                  <a:lnTo>
                    <a:pt x="276" y="493"/>
                  </a:lnTo>
                  <a:lnTo>
                    <a:pt x="285" y="511"/>
                  </a:lnTo>
                  <a:lnTo>
                    <a:pt x="291" y="516"/>
                  </a:lnTo>
                  <a:lnTo>
                    <a:pt x="292" y="510"/>
                  </a:lnTo>
                  <a:lnTo>
                    <a:pt x="292" y="501"/>
                  </a:lnTo>
                  <a:lnTo>
                    <a:pt x="286" y="487"/>
                  </a:lnTo>
                  <a:lnTo>
                    <a:pt x="280" y="473"/>
                  </a:lnTo>
                  <a:lnTo>
                    <a:pt x="265" y="462"/>
                  </a:lnTo>
                  <a:lnTo>
                    <a:pt x="258" y="440"/>
                  </a:lnTo>
                  <a:lnTo>
                    <a:pt x="255" y="429"/>
                  </a:lnTo>
                  <a:lnTo>
                    <a:pt x="258" y="411"/>
                  </a:lnTo>
                  <a:lnTo>
                    <a:pt x="265" y="407"/>
                  </a:lnTo>
                  <a:lnTo>
                    <a:pt x="270" y="396"/>
                  </a:lnTo>
                  <a:lnTo>
                    <a:pt x="278" y="392"/>
                  </a:lnTo>
                  <a:lnTo>
                    <a:pt x="292" y="372"/>
                  </a:lnTo>
                  <a:lnTo>
                    <a:pt x="298" y="366"/>
                  </a:lnTo>
                  <a:lnTo>
                    <a:pt x="307" y="363"/>
                  </a:lnTo>
                  <a:lnTo>
                    <a:pt x="334" y="365"/>
                  </a:lnTo>
                  <a:lnTo>
                    <a:pt x="350" y="368"/>
                  </a:lnTo>
                  <a:lnTo>
                    <a:pt x="368" y="365"/>
                  </a:lnTo>
                  <a:lnTo>
                    <a:pt x="396" y="364"/>
                  </a:lnTo>
                  <a:lnTo>
                    <a:pt x="405" y="374"/>
                  </a:lnTo>
                  <a:lnTo>
                    <a:pt x="416" y="369"/>
                  </a:lnTo>
                  <a:lnTo>
                    <a:pt x="416" y="365"/>
                  </a:lnTo>
                  <a:lnTo>
                    <a:pt x="420" y="365"/>
                  </a:lnTo>
                  <a:lnTo>
                    <a:pt x="427" y="354"/>
                  </a:lnTo>
                  <a:lnTo>
                    <a:pt x="427" y="312"/>
                  </a:lnTo>
                  <a:lnTo>
                    <a:pt x="431" y="302"/>
                  </a:lnTo>
                  <a:lnTo>
                    <a:pt x="430" y="293"/>
                  </a:lnTo>
                  <a:lnTo>
                    <a:pt x="429" y="286"/>
                  </a:lnTo>
                  <a:lnTo>
                    <a:pt x="424" y="280"/>
                  </a:lnTo>
                  <a:lnTo>
                    <a:pt x="416" y="275"/>
                  </a:lnTo>
                  <a:lnTo>
                    <a:pt x="414" y="268"/>
                  </a:lnTo>
                  <a:lnTo>
                    <a:pt x="404" y="267"/>
                  </a:lnTo>
                  <a:lnTo>
                    <a:pt x="397" y="262"/>
                  </a:lnTo>
                  <a:lnTo>
                    <a:pt x="389" y="252"/>
                  </a:lnTo>
                  <a:lnTo>
                    <a:pt x="386" y="241"/>
                  </a:lnTo>
                  <a:lnTo>
                    <a:pt x="387" y="216"/>
                  </a:lnTo>
                  <a:lnTo>
                    <a:pt x="386" y="203"/>
                  </a:lnTo>
                  <a:lnTo>
                    <a:pt x="382" y="191"/>
                  </a:lnTo>
                  <a:lnTo>
                    <a:pt x="377" y="181"/>
                  </a:lnTo>
                  <a:lnTo>
                    <a:pt x="370" y="176"/>
                  </a:lnTo>
                  <a:lnTo>
                    <a:pt x="368" y="169"/>
                  </a:lnTo>
                  <a:lnTo>
                    <a:pt x="360" y="165"/>
                  </a:lnTo>
                  <a:lnTo>
                    <a:pt x="353" y="158"/>
                  </a:lnTo>
                  <a:lnTo>
                    <a:pt x="348" y="150"/>
                  </a:lnTo>
                  <a:lnTo>
                    <a:pt x="335" y="135"/>
                  </a:lnTo>
                  <a:lnTo>
                    <a:pt x="323" y="134"/>
                  </a:lnTo>
                  <a:lnTo>
                    <a:pt x="312" y="135"/>
                  </a:lnTo>
                  <a:lnTo>
                    <a:pt x="301" y="138"/>
                  </a:lnTo>
                  <a:lnTo>
                    <a:pt x="297" y="149"/>
                  </a:lnTo>
                  <a:lnTo>
                    <a:pt x="292" y="153"/>
                  </a:lnTo>
                  <a:lnTo>
                    <a:pt x="285" y="156"/>
                  </a:lnTo>
                  <a:lnTo>
                    <a:pt x="273" y="162"/>
                  </a:lnTo>
                  <a:lnTo>
                    <a:pt x="264" y="162"/>
                  </a:lnTo>
                  <a:lnTo>
                    <a:pt x="255" y="156"/>
                  </a:lnTo>
                  <a:lnTo>
                    <a:pt x="249" y="146"/>
                  </a:lnTo>
                  <a:lnTo>
                    <a:pt x="242" y="144"/>
                  </a:lnTo>
                  <a:lnTo>
                    <a:pt x="233" y="146"/>
                  </a:lnTo>
                  <a:lnTo>
                    <a:pt x="220" y="151"/>
                  </a:lnTo>
                  <a:lnTo>
                    <a:pt x="208" y="164"/>
                  </a:lnTo>
                  <a:lnTo>
                    <a:pt x="195" y="169"/>
                  </a:lnTo>
                  <a:lnTo>
                    <a:pt x="188" y="178"/>
                  </a:lnTo>
                  <a:lnTo>
                    <a:pt x="183" y="182"/>
                  </a:lnTo>
                  <a:lnTo>
                    <a:pt x="184" y="177"/>
                  </a:lnTo>
                  <a:lnTo>
                    <a:pt x="181" y="164"/>
                  </a:lnTo>
                  <a:lnTo>
                    <a:pt x="185" y="150"/>
                  </a:lnTo>
                  <a:lnTo>
                    <a:pt x="188" y="126"/>
                  </a:lnTo>
                  <a:lnTo>
                    <a:pt x="193" y="115"/>
                  </a:lnTo>
                  <a:lnTo>
                    <a:pt x="193" y="106"/>
                  </a:lnTo>
                  <a:lnTo>
                    <a:pt x="194" y="97"/>
                  </a:lnTo>
                  <a:lnTo>
                    <a:pt x="190" y="81"/>
                  </a:lnTo>
                  <a:lnTo>
                    <a:pt x="194" y="64"/>
                  </a:lnTo>
                  <a:lnTo>
                    <a:pt x="190" y="60"/>
                  </a:lnTo>
                  <a:lnTo>
                    <a:pt x="169" y="60"/>
                  </a:lnTo>
                  <a:lnTo>
                    <a:pt x="163" y="59"/>
                  </a:lnTo>
                  <a:lnTo>
                    <a:pt x="161" y="58"/>
                  </a:lnTo>
                  <a:lnTo>
                    <a:pt x="161" y="40"/>
                  </a:lnTo>
                  <a:lnTo>
                    <a:pt x="158" y="25"/>
                  </a:lnTo>
                  <a:lnTo>
                    <a:pt x="152" y="16"/>
                  </a:lnTo>
                  <a:lnTo>
                    <a:pt x="149" y="11"/>
                  </a:lnTo>
                  <a:lnTo>
                    <a:pt x="142" y="14"/>
                  </a:lnTo>
                  <a:lnTo>
                    <a:pt x="140" y="8"/>
                  </a:lnTo>
                  <a:lnTo>
                    <a:pt x="141" y="0"/>
                  </a:lnTo>
                  <a:lnTo>
                    <a:pt x="14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87" name="Freeform 144">
              <a:extLst>
                <a:ext uri="{FF2B5EF4-FFF2-40B4-BE49-F238E27FC236}">
                  <a16:creationId xmlns:a16="http://schemas.microsoft.com/office/drawing/2014/main" id="{75345D02-AF55-1F1A-3D8C-AC885257345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688060" y="3234522"/>
              <a:ext cx="302780" cy="650603"/>
            </a:xfrm>
            <a:custGeom>
              <a:avLst/>
              <a:gdLst/>
              <a:ahLst/>
              <a:cxnLst>
                <a:cxn ang="0">
                  <a:pos x="125" y="657"/>
                </a:cxn>
                <a:cxn ang="0">
                  <a:pos x="116" y="592"/>
                </a:cxn>
                <a:cxn ang="0">
                  <a:pos x="89" y="559"/>
                </a:cxn>
                <a:cxn ang="0">
                  <a:pos x="85" y="536"/>
                </a:cxn>
                <a:cxn ang="0">
                  <a:pos x="78" y="512"/>
                </a:cxn>
                <a:cxn ang="0">
                  <a:pos x="22" y="470"/>
                </a:cxn>
                <a:cxn ang="0">
                  <a:pos x="0" y="443"/>
                </a:cxn>
                <a:cxn ang="0">
                  <a:pos x="19" y="416"/>
                </a:cxn>
                <a:cxn ang="0">
                  <a:pos x="27" y="376"/>
                </a:cxn>
                <a:cxn ang="0">
                  <a:pos x="47" y="365"/>
                </a:cxn>
                <a:cxn ang="0">
                  <a:pos x="42" y="326"/>
                </a:cxn>
                <a:cxn ang="0">
                  <a:pos x="59" y="276"/>
                </a:cxn>
                <a:cxn ang="0">
                  <a:pos x="101" y="268"/>
                </a:cxn>
                <a:cxn ang="0">
                  <a:pos x="134" y="197"/>
                </a:cxn>
                <a:cxn ang="0">
                  <a:pos x="160" y="155"/>
                </a:cxn>
                <a:cxn ang="0">
                  <a:pos x="194" y="92"/>
                </a:cxn>
                <a:cxn ang="0">
                  <a:pos x="242" y="63"/>
                </a:cxn>
                <a:cxn ang="0">
                  <a:pos x="264" y="33"/>
                </a:cxn>
                <a:cxn ang="0">
                  <a:pos x="290" y="5"/>
                </a:cxn>
                <a:cxn ang="0">
                  <a:pos x="322" y="20"/>
                </a:cxn>
                <a:cxn ang="0">
                  <a:pos x="354" y="79"/>
                </a:cxn>
                <a:cxn ang="0">
                  <a:pos x="342" y="163"/>
                </a:cxn>
                <a:cxn ang="0">
                  <a:pos x="311" y="198"/>
                </a:cxn>
                <a:cxn ang="0">
                  <a:pos x="304" y="256"/>
                </a:cxn>
                <a:cxn ang="0">
                  <a:pos x="323" y="258"/>
                </a:cxn>
                <a:cxn ang="0">
                  <a:pos x="366" y="281"/>
                </a:cxn>
                <a:cxn ang="0">
                  <a:pos x="391" y="346"/>
                </a:cxn>
                <a:cxn ang="0">
                  <a:pos x="423" y="387"/>
                </a:cxn>
                <a:cxn ang="0">
                  <a:pos x="488" y="391"/>
                </a:cxn>
                <a:cxn ang="0">
                  <a:pos x="456" y="427"/>
                </a:cxn>
                <a:cxn ang="0">
                  <a:pos x="445" y="443"/>
                </a:cxn>
                <a:cxn ang="0">
                  <a:pos x="426" y="464"/>
                </a:cxn>
                <a:cxn ang="0">
                  <a:pos x="383" y="496"/>
                </a:cxn>
                <a:cxn ang="0">
                  <a:pos x="332" y="518"/>
                </a:cxn>
                <a:cxn ang="0">
                  <a:pos x="304" y="581"/>
                </a:cxn>
                <a:cxn ang="0">
                  <a:pos x="312" y="635"/>
                </a:cxn>
                <a:cxn ang="0">
                  <a:pos x="344" y="693"/>
                </a:cxn>
                <a:cxn ang="0">
                  <a:pos x="354" y="722"/>
                </a:cxn>
                <a:cxn ang="0">
                  <a:pos x="342" y="760"/>
                </a:cxn>
                <a:cxn ang="0">
                  <a:pos x="334" y="807"/>
                </a:cxn>
                <a:cxn ang="0">
                  <a:pos x="376" y="854"/>
                </a:cxn>
                <a:cxn ang="0">
                  <a:pos x="391" y="922"/>
                </a:cxn>
                <a:cxn ang="0">
                  <a:pos x="375" y="1000"/>
                </a:cxn>
                <a:cxn ang="0">
                  <a:pos x="355" y="1047"/>
                </a:cxn>
                <a:cxn ang="0">
                  <a:pos x="349" y="1017"/>
                </a:cxn>
                <a:cxn ang="0">
                  <a:pos x="351" y="958"/>
                </a:cxn>
                <a:cxn ang="0">
                  <a:pos x="351" y="937"/>
                </a:cxn>
                <a:cxn ang="0">
                  <a:pos x="333" y="851"/>
                </a:cxn>
                <a:cxn ang="0">
                  <a:pos x="317" y="821"/>
                </a:cxn>
                <a:cxn ang="0">
                  <a:pos x="297" y="721"/>
                </a:cxn>
                <a:cxn ang="0">
                  <a:pos x="279" y="688"/>
                </a:cxn>
                <a:cxn ang="0">
                  <a:pos x="251" y="653"/>
                </a:cxn>
                <a:cxn ang="0">
                  <a:pos x="226" y="693"/>
                </a:cxn>
                <a:cxn ang="0">
                  <a:pos x="179" y="726"/>
                </a:cxn>
                <a:cxn ang="0">
                  <a:pos x="154" y="728"/>
                </a:cxn>
                <a:cxn ang="0">
                  <a:pos x="122" y="726"/>
                </a:cxn>
                <a:cxn ang="0">
                  <a:pos x="112" y="704"/>
                </a:cxn>
              </a:cxnLst>
              <a:rect l="0" t="0" r="r" b="b"/>
              <a:pathLst>
                <a:path w="489" h="1050">
                  <a:moveTo>
                    <a:pt x="112" y="704"/>
                  </a:moveTo>
                  <a:lnTo>
                    <a:pt x="117" y="690"/>
                  </a:lnTo>
                  <a:lnTo>
                    <a:pt x="119" y="673"/>
                  </a:lnTo>
                  <a:lnTo>
                    <a:pt x="125" y="657"/>
                  </a:lnTo>
                  <a:lnTo>
                    <a:pt x="125" y="638"/>
                  </a:lnTo>
                  <a:lnTo>
                    <a:pt x="121" y="607"/>
                  </a:lnTo>
                  <a:lnTo>
                    <a:pt x="117" y="599"/>
                  </a:lnTo>
                  <a:lnTo>
                    <a:pt x="116" y="592"/>
                  </a:lnTo>
                  <a:lnTo>
                    <a:pt x="109" y="580"/>
                  </a:lnTo>
                  <a:lnTo>
                    <a:pt x="95" y="556"/>
                  </a:lnTo>
                  <a:lnTo>
                    <a:pt x="92" y="545"/>
                  </a:lnTo>
                  <a:lnTo>
                    <a:pt x="89" y="559"/>
                  </a:lnTo>
                  <a:lnTo>
                    <a:pt x="78" y="553"/>
                  </a:lnTo>
                  <a:lnTo>
                    <a:pt x="71" y="539"/>
                  </a:lnTo>
                  <a:lnTo>
                    <a:pt x="74" y="531"/>
                  </a:lnTo>
                  <a:lnTo>
                    <a:pt x="85" y="536"/>
                  </a:lnTo>
                  <a:lnTo>
                    <a:pt x="84" y="531"/>
                  </a:lnTo>
                  <a:lnTo>
                    <a:pt x="76" y="525"/>
                  </a:lnTo>
                  <a:lnTo>
                    <a:pt x="79" y="518"/>
                  </a:lnTo>
                  <a:lnTo>
                    <a:pt x="78" y="512"/>
                  </a:lnTo>
                  <a:lnTo>
                    <a:pt x="38" y="493"/>
                  </a:lnTo>
                  <a:lnTo>
                    <a:pt x="37" y="482"/>
                  </a:lnTo>
                  <a:lnTo>
                    <a:pt x="28" y="479"/>
                  </a:lnTo>
                  <a:lnTo>
                    <a:pt x="22" y="470"/>
                  </a:lnTo>
                  <a:lnTo>
                    <a:pt x="21" y="474"/>
                  </a:lnTo>
                  <a:lnTo>
                    <a:pt x="14" y="468"/>
                  </a:lnTo>
                  <a:lnTo>
                    <a:pt x="10" y="458"/>
                  </a:lnTo>
                  <a:lnTo>
                    <a:pt x="0" y="443"/>
                  </a:lnTo>
                  <a:lnTo>
                    <a:pt x="1" y="425"/>
                  </a:lnTo>
                  <a:lnTo>
                    <a:pt x="3" y="418"/>
                  </a:lnTo>
                  <a:lnTo>
                    <a:pt x="7" y="413"/>
                  </a:lnTo>
                  <a:lnTo>
                    <a:pt x="19" y="416"/>
                  </a:lnTo>
                  <a:lnTo>
                    <a:pt x="17" y="387"/>
                  </a:lnTo>
                  <a:lnTo>
                    <a:pt x="19" y="384"/>
                  </a:lnTo>
                  <a:lnTo>
                    <a:pt x="22" y="381"/>
                  </a:lnTo>
                  <a:lnTo>
                    <a:pt x="27" y="376"/>
                  </a:lnTo>
                  <a:lnTo>
                    <a:pt x="36" y="378"/>
                  </a:lnTo>
                  <a:lnTo>
                    <a:pt x="41" y="377"/>
                  </a:lnTo>
                  <a:lnTo>
                    <a:pt x="46" y="371"/>
                  </a:lnTo>
                  <a:lnTo>
                    <a:pt x="47" y="365"/>
                  </a:lnTo>
                  <a:lnTo>
                    <a:pt x="44" y="365"/>
                  </a:lnTo>
                  <a:lnTo>
                    <a:pt x="41" y="355"/>
                  </a:lnTo>
                  <a:lnTo>
                    <a:pt x="41" y="339"/>
                  </a:lnTo>
                  <a:lnTo>
                    <a:pt x="42" y="326"/>
                  </a:lnTo>
                  <a:lnTo>
                    <a:pt x="53" y="327"/>
                  </a:lnTo>
                  <a:lnTo>
                    <a:pt x="57" y="322"/>
                  </a:lnTo>
                  <a:lnTo>
                    <a:pt x="60" y="302"/>
                  </a:lnTo>
                  <a:lnTo>
                    <a:pt x="59" y="276"/>
                  </a:lnTo>
                  <a:lnTo>
                    <a:pt x="66" y="269"/>
                  </a:lnTo>
                  <a:lnTo>
                    <a:pt x="80" y="265"/>
                  </a:lnTo>
                  <a:lnTo>
                    <a:pt x="93" y="268"/>
                  </a:lnTo>
                  <a:lnTo>
                    <a:pt x="101" y="268"/>
                  </a:lnTo>
                  <a:lnTo>
                    <a:pt x="106" y="263"/>
                  </a:lnTo>
                  <a:lnTo>
                    <a:pt x="112" y="243"/>
                  </a:lnTo>
                  <a:lnTo>
                    <a:pt x="130" y="208"/>
                  </a:lnTo>
                  <a:lnTo>
                    <a:pt x="134" y="197"/>
                  </a:lnTo>
                  <a:lnTo>
                    <a:pt x="132" y="187"/>
                  </a:lnTo>
                  <a:lnTo>
                    <a:pt x="138" y="178"/>
                  </a:lnTo>
                  <a:lnTo>
                    <a:pt x="154" y="167"/>
                  </a:lnTo>
                  <a:lnTo>
                    <a:pt x="160" y="155"/>
                  </a:lnTo>
                  <a:lnTo>
                    <a:pt x="159" y="127"/>
                  </a:lnTo>
                  <a:lnTo>
                    <a:pt x="166" y="111"/>
                  </a:lnTo>
                  <a:lnTo>
                    <a:pt x="179" y="100"/>
                  </a:lnTo>
                  <a:lnTo>
                    <a:pt x="194" y="92"/>
                  </a:lnTo>
                  <a:lnTo>
                    <a:pt x="204" y="84"/>
                  </a:lnTo>
                  <a:lnTo>
                    <a:pt x="211" y="70"/>
                  </a:lnTo>
                  <a:lnTo>
                    <a:pt x="231" y="66"/>
                  </a:lnTo>
                  <a:lnTo>
                    <a:pt x="242" y="63"/>
                  </a:lnTo>
                  <a:lnTo>
                    <a:pt x="258" y="68"/>
                  </a:lnTo>
                  <a:lnTo>
                    <a:pt x="263" y="63"/>
                  </a:lnTo>
                  <a:lnTo>
                    <a:pt x="259" y="47"/>
                  </a:lnTo>
                  <a:lnTo>
                    <a:pt x="264" y="33"/>
                  </a:lnTo>
                  <a:lnTo>
                    <a:pt x="275" y="28"/>
                  </a:lnTo>
                  <a:lnTo>
                    <a:pt x="281" y="21"/>
                  </a:lnTo>
                  <a:lnTo>
                    <a:pt x="281" y="9"/>
                  </a:lnTo>
                  <a:lnTo>
                    <a:pt x="290" y="5"/>
                  </a:lnTo>
                  <a:lnTo>
                    <a:pt x="294" y="0"/>
                  </a:lnTo>
                  <a:lnTo>
                    <a:pt x="297" y="0"/>
                  </a:lnTo>
                  <a:lnTo>
                    <a:pt x="310" y="6"/>
                  </a:lnTo>
                  <a:lnTo>
                    <a:pt x="322" y="20"/>
                  </a:lnTo>
                  <a:lnTo>
                    <a:pt x="326" y="37"/>
                  </a:lnTo>
                  <a:lnTo>
                    <a:pt x="331" y="45"/>
                  </a:lnTo>
                  <a:lnTo>
                    <a:pt x="347" y="47"/>
                  </a:lnTo>
                  <a:lnTo>
                    <a:pt x="354" y="79"/>
                  </a:lnTo>
                  <a:lnTo>
                    <a:pt x="355" y="100"/>
                  </a:lnTo>
                  <a:lnTo>
                    <a:pt x="351" y="128"/>
                  </a:lnTo>
                  <a:lnTo>
                    <a:pt x="351" y="136"/>
                  </a:lnTo>
                  <a:lnTo>
                    <a:pt x="342" y="163"/>
                  </a:lnTo>
                  <a:lnTo>
                    <a:pt x="333" y="174"/>
                  </a:lnTo>
                  <a:lnTo>
                    <a:pt x="326" y="177"/>
                  </a:lnTo>
                  <a:lnTo>
                    <a:pt x="322" y="187"/>
                  </a:lnTo>
                  <a:lnTo>
                    <a:pt x="311" y="198"/>
                  </a:lnTo>
                  <a:lnTo>
                    <a:pt x="307" y="217"/>
                  </a:lnTo>
                  <a:lnTo>
                    <a:pt x="301" y="231"/>
                  </a:lnTo>
                  <a:lnTo>
                    <a:pt x="305" y="247"/>
                  </a:lnTo>
                  <a:lnTo>
                    <a:pt x="304" y="256"/>
                  </a:lnTo>
                  <a:lnTo>
                    <a:pt x="294" y="273"/>
                  </a:lnTo>
                  <a:lnTo>
                    <a:pt x="299" y="278"/>
                  </a:lnTo>
                  <a:lnTo>
                    <a:pt x="312" y="264"/>
                  </a:lnTo>
                  <a:lnTo>
                    <a:pt x="323" y="258"/>
                  </a:lnTo>
                  <a:lnTo>
                    <a:pt x="342" y="257"/>
                  </a:lnTo>
                  <a:lnTo>
                    <a:pt x="361" y="256"/>
                  </a:lnTo>
                  <a:lnTo>
                    <a:pt x="361" y="267"/>
                  </a:lnTo>
                  <a:lnTo>
                    <a:pt x="366" y="281"/>
                  </a:lnTo>
                  <a:lnTo>
                    <a:pt x="367" y="301"/>
                  </a:lnTo>
                  <a:lnTo>
                    <a:pt x="381" y="311"/>
                  </a:lnTo>
                  <a:lnTo>
                    <a:pt x="397" y="319"/>
                  </a:lnTo>
                  <a:lnTo>
                    <a:pt x="391" y="346"/>
                  </a:lnTo>
                  <a:lnTo>
                    <a:pt x="387" y="366"/>
                  </a:lnTo>
                  <a:lnTo>
                    <a:pt x="402" y="369"/>
                  </a:lnTo>
                  <a:lnTo>
                    <a:pt x="420" y="375"/>
                  </a:lnTo>
                  <a:lnTo>
                    <a:pt x="423" y="387"/>
                  </a:lnTo>
                  <a:lnTo>
                    <a:pt x="441" y="404"/>
                  </a:lnTo>
                  <a:lnTo>
                    <a:pt x="461" y="402"/>
                  </a:lnTo>
                  <a:lnTo>
                    <a:pt x="476" y="389"/>
                  </a:lnTo>
                  <a:lnTo>
                    <a:pt x="488" y="391"/>
                  </a:lnTo>
                  <a:lnTo>
                    <a:pt x="489" y="397"/>
                  </a:lnTo>
                  <a:lnTo>
                    <a:pt x="488" y="402"/>
                  </a:lnTo>
                  <a:lnTo>
                    <a:pt x="483" y="409"/>
                  </a:lnTo>
                  <a:lnTo>
                    <a:pt x="456" y="427"/>
                  </a:lnTo>
                  <a:lnTo>
                    <a:pt x="456" y="432"/>
                  </a:lnTo>
                  <a:lnTo>
                    <a:pt x="458" y="440"/>
                  </a:lnTo>
                  <a:lnTo>
                    <a:pt x="452" y="441"/>
                  </a:lnTo>
                  <a:lnTo>
                    <a:pt x="445" y="443"/>
                  </a:lnTo>
                  <a:lnTo>
                    <a:pt x="440" y="447"/>
                  </a:lnTo>
                  <a:lnTo>
                    <a:pt x="439" y="453"/>
                  </a:lnTo>
                  <a:lnTo>
                    <a:pt x="433" y="456"/>
                  </a:lnTo>
                  <a:lnTo>
                    <a:pt x="426" y="464"/>
                  </a:lnTo>
                  <a:lnTo>
                    <a:pt x="420" y="477"/>
                  </a:lnTo>
                  <a:lnTo>
                    <a:pt x="407" y="480"/>
                  </a:lnTo>
                  <a:lnTo>
                    <a:pt x="398" y="485"/>
                  </a:lnTo>
                  <a:lnTo>
                    <a:pt x="383" y="496"/>
                  </a:lnTo>
                  <a:lnTo>
                    <a:pt x="372" y="502"/>
                  </a:lnTo>
                  <a:lnTo>
                    <a:pt x="361" y="513"/>
                  </a:lnTo>
                  <a:lnTo>
                    <a:pt x="350" y="517"/>
                  </a:lnTo>
                  <a:lnTo>
                    <a:pt x="332" y="518"/>
                  </a:lnTo>
                  <a:lnTo>
                    <a:pt x="318" y="520"/>
                  </a:lnTo>
                  <a:lnTo>
                    <a:pt x="304" y="559"/>
                  </a:lnTo>
                  <a:lnTo>
                    <a:pt x="302" y="571"/>
                  </a:lnTo>
                  <a:lnTo>
                    <a:pt x="304" y="581"/>
                  </a:lnTo>
                  <a:lnTo>
                    <a:pt x="295" y="588"/>
                  </a:lnTo>
                  <a:lnTo>
                    <a:pt x="296" y="595"/>
                  </a:lnTo>
                  <a:lnTo>
                    <a:pt x="302" y="612"/>
                  </a:lnTo>
                  <a:lnTo>
                    <a:pt x="312" y="635"/>
                  </a:lnTo>
                  <a:lnTo>
                    <a:pt x="335" y="652"/>
                  </a:lnTo>
                  <a:lnTo>
                    <a:pt x="343" y="662"/>
                  </a:lnTo>
                  <a:lnTo>
                    <a:pt x="345" y="678"/>
                  </a:lnTo>
                  <a:lnTo>
                    <a:pt x="344" y="693"/>
                  </a:lnTo>
                  <a:lnTo>
                    <a:pt x="347" y="705"/>
                  </a:lnTo>
                  <a:lnTo>
                    <a:pt x="356" y="706"/>
                  </a:lnTo>
                  <a:lnTo>
                    <a:pt x="360" y="716"/>
                  </a:lnTo>
                  <a:lnTo>
                    <a:pt x="354" y="722"/>
                  </a:lnTo>
                  <a:lnTo>
                    <a:pt x="348" y="736"/>
                  </a:lnTo>
                  <a:lnTo>
                    <a:pt x="345" y="744"/>
                  </a:lnTo>
                  <a:lnTo>
                    <a:pt x="345" y="757"/>
                  </a:lnTo>
                  <a:lnTo>
                    <a:pt x="342" y="760"/>
                  </a:lnTo>
                  <a:lnTo>
                    <a:pt x="333" y="768"/>
                  </a:lnTo>
                  <a:lnTo>
                    <a:pt x="329" y="776"/>
                  </a:lnTo>
                  <a:lnTo>
                    <a:pt x="328" y="790"/>
                  </a:lnTo>
                  <a:lnTo>
                    <a:pt x="334" y="807"/>
                  </a:lnTo>
                  <a:lnTo>
                    <a:pt x="353" y="819"/>
                  </a:lnTo>
                  <a:lnTo>
                    <a:pt x="371" y="839"/>
                  </a:lnTo>
                  <a:lnTo>
                    <a:pt x="374" y="845"/>
                  </a:lnTo>
                  <a:lnTo>
                    <a:pt x="376" y="854"/>
                  </a:lnTo>
                  <a:lnTo>
                    <a:pt x="377" y="887"/>
                  </a:lnTo>
                  <a:lnTo>
                    <a:pt x="383" y="905"/>
                  </a:lnTo>
                  <a:lnTo>
                    <a:pt x="386" y="907"/>
                  </a:lnTo>
                  <a:lnTo>
                    <a:pt x="391" y="922"/>
                  </a:lnTo>
                  <a:lnTo>
                    <a:pt x="406" y="956"/>
                  </a:lnTo>
                  <a:lnTo>
                    <a:pt x="404" y="963"/>
                  </a:lnTo>
                  <a:lnTo>
                    <a:pt x="386" y="993"/>
                  </a:lnTo>
                  <a:lnTo>
                    <a:pt x="375" y="1000"/>
                  </a:lnTo>
                  <a:lnTo>
                    <a:pt x="367" y="1012"/>
                  </a:lnTo>
                  <a:lnTo>
                    <a:pt x="365" y="1027"/>
                  </a:lnTo>
                  <a:lnTo>
                    <a:pt x="360" y="1039"/>
                  </a:lnTo>
                  <a:lnTo>
                    <a:pt x="355" y="1047"/>
                  </a:lnTo>
                  <a:lnTo>
                    <a:pt x="354" y="1050"/>
                  </a:lnTo>
                  <a:lnTo>
                    <a:pt x="344" y="1043"/>
                  </a:lnTo>
                  <a:lnTo>
                    <a:pt x="345" y="1031"/>
                  </a:lnTo>
                  <a:lnTo>
                    <a:pt x="349" y="1017"/>
                  </a:lnTo>
                  <a:lnTo>
                    <a:pt x="359" y="993"/>
                  </a:lnTo>
                  <a:lnTo>
                    <a:pt x="359" y="981"/>
                  </a:lnTo>
                  <a:lnTo>
                    <a:pt x="361" y="964"/>
                  </a:lnTo>
                  <a:lnTo>
                    <a:pt x="351" y="958"/>
                  </a:lnTo>
                  <a:lnTo>
                    <a:pt x="344" y="953"/>
                  </a:lnTo>
                  <a:lnTo>
                    <a:pt x="345" y="946"/>
                  </a:lnTo>
                  <a:lnTo>
                    <a:pt x="354" y="947"/>
                  </a:lnTo>
                  <a:lnTo>
                    <a:pt x="351" y="937"/>
                  </a:lnTo>
                  <a:lnTo>
                    <a:pt x="354" y="924"/>
                  </a:lnTo>
                  <a:lnTo>
                    <a:pt x="349" y="897"/>
                  </a:lnTo>
                  <a:lnTo>
                    <a:pt x="338" y="870"/>
                  </a:lnTo>
                  <a:lnTo>
                    <a:pt x="333" y="851"/>
                  </a:lnTo>
                  <a:lnTo>
                    <a:pt x="329" y="855"/>
                  </a:lnTo>
                  <a:lnTo>
                    <a:pt x="327" y="860"/>
                  </a:lnTo>
                  <a:lnTo>
                    <a:pt x="322" y="844"/>
                  </a:lnTo>
                  <a:lnTo>
                    <a:pt x="317" y="821"/>
                  </a:lnTo>
                  <a:lnTo>
                    <a:pt x="311" y="805"/>
                  </a:lnTo>
                  <a:lnTo>
                    <a:pt x="306" y="784"/>
                  </a:lnTo>
                  <a:lnTo>
                    <a:pt x="301" y="759"/>
                  </a:lnTo>
                  <a:lnTo>
                    <a:pt x="297" y="721"/>
                  </a:lnTo>
                  <a:lnTo>
                    <a:pt x="299" y="695"/>
                  </a:lnTo>
                  <a:lnTo>
                    <a:pt x="295" y="695"/>
                  </a:lnTo>
                  <a:lnTo>
                    <a:pt x="291" y="694"/>
                  </a:lnTo>
                  <a:lnTo>
                    <a:pt x="279" y="688"/>
                  </a:lnTo>
                  <a:lnTo>
                    <a:pt x="269" y="679"/>
                  </a:lnTo>
                  <a:lnTo>
                    <a:pt x="262" y="671"/>
                  </a:lnTo>
                  <a:lnTo>
                    <a:pt x="254" y="673"/>
                  </a:lnTo>
                  <a:lnTo>
                    <a:pt x="251" y="653"/>
                  </a:lnTo>
                  <a:lnTo>
                    <a:pt x="246" y="642"/>
                  </a:lnTo>
                  <a:lnTo>
                    <a:pt x="246" y="662"/>
                  </a:lnTo>
                  <a:lnTo>
                    <a:pt x="241" y="685"/>
                  </a:lnTo>
                  <a:lnTo>
                    <a:pt x="226" y="693"/>
                  </a:lnTo>
                  <a:lnTo>
                    <a:pt x="211" y="700"/>
                  </a:lnTo>
                  <a:lnTo>
                    <a:pt x="200" y="710"/>
                  </a:lnTo>
                  <a:lnTo>
                    <a:pt x="189" y="717"/>
                  </a:lnTo>
                  <a:lnTo>
                    <a:pt x="179" y="726"/>
                  </a:lnTo>
                  <a:lnTo>
                    <a:pt x="170" y="738"/>
                  </a:lnTo>
                  <a:lnTo>
                    <a:pt x="165" y="733"/>
                  </a:lnTo>
                  <a:lnTo>
                    <a:pt x="159" y="735"/>
                  </a:lnTo>
                  <a:lnTo>
                    <a:pt x="154" y="728"/>
                  </a:lnTo>
                  <a:lnTo>
                    <a:pt x="146" y="738"/>
                  </a:lnTo>
                  <a:lnTo>
                    <a:pt x="136" y="733"/>
                  </a:lnTo>
                  <a:lnTo>
                    <a:pt x="127" y="730"/>
                  </a:lnTo>
                  <a:lnTo>
                    <a:pt x="122" y="726"/>
                  </a:lnTo>
                  <a:lnTo>
                    <a:pt x="125" y="717"/>
                  </a:lnTo>
                  <a:lnTo>
                    <a:pt x="116" y="725"/>
                  </a:lnTo>
                  <a:lnTo>
                    <a:pt x="109" y="721"/>
                  </a:lnTo>
                  <a:lnTo>
                    <a:pt x="112" y="70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88" name="Freeform 145">
              <a:extLst>
                <a:ext uri="{FF2B5EF4-FFF2-40B4-BE49-F238E27FC236}">
                  <a16:creationId xmlns:a16="http://schemas.microsoft.com/office/drawing/2014/main" id="{3EC19A8C-B105-2B79-586E-67C59E4AFA0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030333" y="3729717"/>
              <a:ext cx="179036" cy="147505"/>
            </a:xfrm>
            <a:custGeom>
              <a:avLst/>
              <a:gdLst/>
              <a:ahLst/>
              <a:cxnLst>
                <a:cxn ang="0">
                  <a:pos x="115" y="236"/>
                </a:cxn>
                <a:cxn ang="0">
                  <a:pos x="106" y="230"/>
                </a:cxn>
                <a:cxn ang="0">
                  <a:pos x="82" y="232"/>
                </a:cxn>
                <a:cxn ang="0">
                  <a:pos x="72" y="221"/>
                </a:cxn>
                <a:cxn ang="0">
                  <a:pos x="75" y="204"/>
                </a:cxn>
                <a:cxn ang="0">
                  <a:pos x="64" y="203"/>
                </a:cxn>
                <a:cxn ang="0">
                  <a:pos x="50" y="214"/>
                </a:cxn>
                <a:cxn ang="0">
                  <a:pos x="41" y="186"/>
                </a:cxn>
                <a:cxn ang="0">
                  <a:pos x="45" y="184"/>
                </a:cxn>
                <a:cxn ang="0">
                  <a:pos x="36" y="172"/>
                </a:cxn>
                <a:cxn ang="0">
                  <a:pos x="37" y="157"/>
                </a:cxn>
                <a:cxn ang="0">
                  <a:pos x="25" y="129"/>
                </a:cxn>
                <a:cxn ang="0">
                  <a:pos x="3" y="96"/>
                </a:cxn>
                <a:cxn ang="0">
                  <a:pos x="3" y="67"/>
                </a:cxn>
                <a:cxn ang="0">
                  <a:pos x="15" y="52"/>
                </a:cxn>
                <a:cxn ang="0">
                  <a:pos x="37" y="28"/>
                </a:cxn>
                <a:cxn ang="0">
                  <a:pos x="52" y="19"/>
                </a:cxn>
                <a:cxn ang="0">
                  <a:pos x="95" y="24"/>
                </a:cxn>
                <a:cxn ang="0">
                  <a:pos x="141" y="20"/>
                </a:cxn>
                <a:cxn ang="0">
                  <a:pos x="161" y="25"/>
                </a:cxn>
                <a:cxn ang="0">
                  <a:pos x="187" y="37"/>
                </a:cxn>
                <a:cxn ang="0">
                  <a:pos x="207" y="38"/>
                </a:cxn>
                <a:cxn ang="0">
                  <a:pos x="223" y="15"/>
                </a:cxn>
                <a:cxn ang="0">
                  <a:pos x="242" y="11"/>
                </a:cxn>
                <a:cxn ang="0">
                  <a:pos x="258" y="20"/>
                </a:cxn>
                <a:cxn ang="0">
                  <a:pos x="279" y="6"/>
                </a:cxn>
                <a:cxn ang="0">
                  <a:pos x="281" y="37"/>
                </a:cxn>
                <a:cxn ang="0">
                  <a:pos x="290" y="68"/>
                </a:cxn>
                <a:cxn ang="0">
                  <a:pos x="287" y="129"/>
                </a:cxn>
                <a:cxn ang="0">
                  <a:pos x="272" y="135"/>
                </a:cxn>
                <a:cxn ang="0">
                  <a:pos x="255" y="148"/>
                </a:cxn>
                <a:cxn ang="0">
                  <a:pos x="229" y="156"/>
                </a:cxn>
                <a:cxn ang="0">
                  <a:pos x="209" y="167"/>
                </a:cxn>
                <a:cxn ang="0">
                  <a:pos x="197" y="184"/>
                </a:cxn>
                <a:cxn ang="0">
                  <a:pos x="199" y="202"/>
                </a:cxn>
                <a:cxn ang="0">
                  <a:pos x="185" y="207"/>
                </a:cxn>
                <a:cxn ang="0">
                  <a:pos x="164" y="218"/>
                </a:cxn>
                <a:cxn ang="0">
                  <a:pos x="149" y="215"/>
                </a:cxn>
                <a:cxn ang="0">
                  <a:pos x="143" y="230"/>
                </a:cxn>
                <a:cxn ang="0">
                  <a:pos x="125" y="236"/>
                </a:cxn>
              </a:cxnLst>
              <a:rect l="0" t="0" r="r" b="b"/>
              <a:pathLst>
                <a:path w="290" h="237">
                  <a:moveTo>
                    <a:pt x="120" y="237"/>
                  </a:moveTo>
                  <a:lnTo>
                    <a:pt x="115" y="236"/>
                  </a:lnTo>
                  <a:lnTo>
                    <a:pt x="112" y="234"/>
                  </a:lnTo>
                  <a:lnTo>
                    <a:pt x="106" y="230"/>
                  </a:lnTo>
                  <a:lnTo>
                    <a:pt x="89" y="229"/>
                  </a:lnTo>
                  <a:lnTo>
                    <a:pt x="82" y="232"/>
                  </a:lnTo>
                  <a:lnTo>
                    <a:pt x="72" y="232"/>
                  </a:lnTo>
                  <a:lnTo>
                    <a:pt x="72" y="221"/>
                  </a:lnTo>
                  <a:lnTo>
                    <a:pt x="77" y="214"/>
                  </a:lnTo>
                  <a:lnTo>
                    <a:pt x="75" y="204"/>
                  </a:lnTo>
                  <a:lnTo>
                    <a:pt x="69" y="202"/>
                  </a:lnTo>
                  <a:lnTo>
                    <a:pt x="64" y="203"/>
                  </a:lnTo>
                  <a:lnTo>
                    <a:pt x="59" y="211"/>
                  </a:lnTo>
                  <a:lnTo>
                    <a:pt x="50" y="214"/>
                  </a:lnTo>
                  <a:lnTo>
                    <a:pt x="41" y="188"/>
                  </a:lnTo>
                  <a:lnTo>
                    <a:pt x="41" y="186"/>
                  </a:lnTo>
                  <a:lnTo>
                    <a:pt x="45" y="189"/>
                  </a:lnTo>
                  <a:lnTo>
                    <a:pt x="45" y="184"/>
                  </a:lnTo>
                  <a:lnTo>
                    <a:pt x="36" y="173"/>
                  </a:lnTo>
                  <a:lnTo>
                    <a:pt x="36" y="172"/>
                  </a:lnTo>
                  <a:lnTo>
                    <a:pt x="37" y="166"/>
                  </a:lnTo>
                  <a:lnTo>
                    <a:pt x="37" y="157"/>
                  </a:lnTo>
                  <a:lnTo>
                    <a:pt x="31" y="143"/>
                  </a:lnTo>
                  <a:lnTo>
                    <a:pt x="25" y="129"/>
                  </a:lnTo>
                  <a:lnTo>
                    <a:pt x="10" y="118"/>
                  </a:lnTo>
                  <a:lnTo>
                    <a:pt x="3" y="96"/>
                  </a:lnTo>
                  <a:lnTo>
                    <a:pt x="0" y="85"/>
                  </a:lnTo>
                  <a:lnTo>
                    <a:pt x="3" y="67"/>
                  </a:lnTo>
                  <a:lnTo>
                    <a:pt x="10" y="63"/>
                  </a:lnTo>
                  <a:lnTo>
                    <a:pt x="15" y="52"/>
                  </a:lnTo>
                  <a:lnTo>
                    <a:pt x="23" y="48"/>
                  </a:lnTo>
                  <a:lnTo>
                    <a:pt x="37" y="28"/>
                  </a:lnTo>
                  <a:lnTo>
                    <a:pt x="43" y="22"/>
                  </a:lnTo>
                  <a:lnTo>
                    <a:pt x="52" y="19"/>
                  </a:lnTo>
                  <a:lnTo>
                    <a:pt x="79" y="21"/>
                  </a:lnTo>
                  <a:lnTo>
                    <a:pt x="95" y="24"/>
                  </a:lnTo>
                  <a:lnTo>
                    <a:pt x="113" y="21"/>
                  </a:lnTo>
                  <a:lnTo>
                    <a:pt x="141" y="20"/>
                  </a:lnTo>
                  <a:lnTo>
                    <a:pt x="150" y="30"/>
                  </a:lnTo>
                  <a:lnTo>
                    <a:pt x="161" y="25"/>
                  </a:lnTo>
                  <a:lnTo>
                    <a:pt x="169" y="33"/>
                  </a:lnTo>
                  <a:lnTo>
                    <a:pt x="187" y="37"/>
                  </a:lnTo>
                  <a:lnTo>
                    <a:pt x="198" y="41"/>
                  </a:lnTo>
                  <a:lnTo>
                    <a:pt x="207" y="38"/>
                  </a:lnTo>
                  <a:lnTo>
                    <a:pt x="207" y="24"/>
                  </a:lnTo>
                  <a:lnTo>
                    <a:pt x="223" y="15"/>
                  </a:lnTo>
                  <a:lnTo>
                    <a:pt x="234" y="11"/>
                  </a:lnTo>
                  <a:lnTo>
                    <a:pt x="242" y="11"/>
                  </a:lnTo>
                  <a:lnTo>
                    <a:pt x="251" y="20"/>
                  </a:lnTo>
                  <a:lnTo>
                    <a:pt x="258" y="20"/>
                  </a:lnTo>
                  <a:lnTo>
                    <a:pt x="268" y="15"/>
                  </a:lnTo>
                  <a:lnTo>
                    <a:pt x="279" y="6"/>
                  </a:lnTo>
                  <a:lnTo>
                    <a:pt x="283" y="0"/>
                  </a:lnTo>
                  <a:lnTo>
                    <a:pt x="281" y="37"/>
                  </a:lnTo>
                  <a:lnTo>
                    <a:pt x="283" y="53"/>
                  </a:lnTo>
                  <a:lnTo>
                    <a:pt x="290" y="68"/>
                  </a:lnTo>
                  <a:lnTo>
                    <a:pt x="289" y="117"/>
                  </a:lnTo>
                  <a:lnTo>
                    <a:pt x="287" y="129"/>
                  </a:lnTo>
                  <a:lnTo>
                    <a:pt x="281" y="138"/>
                  </a:lnTo>
                  <a:lnTo>
                    <a:pt x="272" y="135"/>
                  </a:lnTo>
                  <a:lnTo>
                    <a:pt x="262" y="144"/>
                  </a:lnTo>
                  <a:lnTo>
                    <a:pt x="255" y="148"/>
                  </a:lnTo>
                  <a:lnTo>
                    <a:pt x="247" y="148"/>
                  </a:lnTo>
                  <a:lnTo>
                    <a:pt x="229" y="156"/>
                  </a:lnTo>
                  <a:lnTo>
                    <a:pt x="228" y="166"/>
                  </a:lnTo>
                  <a:lnTo>
                    <a:pt x="209" y="167"/>
                  </a:lnTo>
                  <a:lnTo>
                    <a:pt x="199" y="171"/>
                  </a:lnTo>
                  <a:lnTo>
                    <a:pt x="197" y="184"/>
                  </a:lnTo>
                  <a:lnTo>
                    <a:pt x="198" y="193"/>
                  </a:lnTo>
                  <a:lnTo>
                    <a:pt x="199" y="202"/>
                  </a:lnTo>
                  <a:lnTo>
                    <a:pt x="193" y="204"/>
                  </a:lnTo>
                  <a:lnTo>
                    <a:pt x="185" y="207"/>
                  </a:lnTo>
                  <a:lnTo>
                    <a:pt x="174" y="214"/>
                  </a:lnTo>
                  <a:lnTo>
                    <a:pt x="164" y="218"/>
                  </a:lnTo>
                  <a:lnTo>
                    <a:pt x="156" y="215"/>
                  </a:lnTo>
                  <a:lnTo>
                    <a:pt x="149" y="215"/>
                  </a:lnTo>
                  <a:lnTo>
                    <a:pt x="148" y="225"/>
                  </a:lnTo>
                  <a:lnTo>
                    <a:pt x="143" y="230"/>
                  </a:lnTo>
                  <a:lnTo>
                    <a:pt x="136" y="234"/>
                  </a:lnTo>
                  <a:lnTo>
                    <a:pt x="125" y="236"/>
                  </a:lnTo>
                  <a:lnTo>
                    <a:pt x="120" y="23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89" name="Freeform 146">
              <a:extLst>
                <a:ext uri="{FF2B5EF4-FFF2-40B4-BE49-F238E27FC236}">
                  <a16:creationId xmlns:a16="http://schemas.microsoft.com/office/drawing/2014/main" id="{606171A0-D41D-2C71-1A26-01E7E347FEE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959245" y="3450512"/>
              <a:ext cx="244856" cy="305546"/>
            </a:xfrm>
            <a:custGeom>
              <a:avLst/>
              <a:gdLst/>
              <a:ahLst/>
              <a:cxnLst>
                <a:cxn ang="0">
                  <a:pos x="135" y="39"/>
                </a:cxn>
                <a:cxn ang="0">
                  <a:pos x="147" y="71"/>
                </a:cxn>
                <a:cxn ang="0">
                  <a:pos x="183" y="98"/>
                </a:cxn>
                <a:cxn ang="0">
                  <a:pos x="228" y="105"/>
                </a:cxn>
                <a:cxn ang="0">
                  <a:pos x="243" y="127"/>
                </a:cxn>
                <a:cxn ang="0">
                  <a:pos x="252" y="151"/>
                </a:cxn>
                <a:cxn ang="0">
                  <a:pos x="220" y="164"/>
                </a:cxn>
                <a:cxn ang="0">
                  <a:pos x="205" y="181"/>
                </a:cxn>
                <a:cxn ang="0">
                  <a:pos x="221" y="196"/>
                </a:cxn>
                <a:cxn ang="0">
                  <a:pos x="271" y="239"/>
                </a:cxn>
                <a:cxn ang="0">
                  <a:pos x="314" y="290"/>
                </a:cxn>
                <a:cxn ang="0">
                  <a:pos x="342" y="317"/>
                </a:cxn>
                <a:cxn ang="0">
                  <a:pos x="345" y="331"/>
                </a:cxn>
                <a:cxn ang="0">
                  <a:pos x="371" y="355"/>
                </a:cxn>
                <a:cxn ang="0">
                  <a:pos x="397" y="409"/>
                </a:cxn>
                <a:cxn ang="0">
                  <a:pos x="394" y="455"/>
                </a:cxn>
                <a:cxn ang="0">
                  <a:pos x="366" y="469"/>
                </a:cxn>
                <a:cxn ang="0">
                  <a:pos x="338" y="464"/>
                </a:cxn>
                <a:cxn ang="0">
                  <a:pos x="313" y="490"/>
                </a:cxn>
                <a:cxn ang="0">
                  <a:pos x="276" y="474"/>
                </a:cxn>
                <a:cxn ang="0">
                  <a:pos x="287" y="459"/>
                </a:cxn>
                <a:cxn ang="0">
                  <a:pos x="290" y="398"/>
                </a:cxn>
                <a:cxn ang="0">
                  <a:pos x="276" y="380"/>
                </a:cxn>
                <a:cxn ang="0">
                  <a:pos x="257" y="367"/>
                </a:cxn>
                <a:cxn ang="0">
                  <a:pos x="247" y="321"/>
                </a:cxn>
                <a:cxn ang="0">
                  <a:pos x="237" y="286"/>
                </a:cxn>
                <a:cxn ang="0">
                  <a:pos x="220" y="270"/>
                </a:cxn>
                <a:cxn ang="0">
                  <a:pos x="195" y="240"/>
                </a:cxn>
                <a:cxn ang="0">
                  <a:pos x="161" y="243"/>
                </a:cxn>
                <a:cxn ang="0">
                  <a:pos x="145" y="261"/>
                </a:cxn>
                <a:cxn ang="0">
                  <a:pos x="115" y="261"/>
                </a:cxn>
                <a:cxn ang="0">
                  <a:pos x="93" y="251"/>
                </a:cxn>
                <a:cxn ang="0">
                  <a:pos x="55" y="274"/>
                </a:cxn>
                <a:cxn ang="0">
                  <a:pos x="44" y="282"/>
                </a:cxn>
                <a:cxn ang="0">
                  <a:pos x="48" y="231"/>
                </a:cxn>
                <a:cxn ang="0">
                  <a:pos x="54" y="202"/>
                </a:cxn>
                <a:cxn ang="0">
                  <a:pos x="50" y="165"/>
                </a:cxn>
                <a:cxn ang="0">
                  <a:pos x="21" y="163"/>
                </a:cxn>
                <a:cxn ang="0">
                  <a:pos x="12" y="121"/>
                </a:cxn>
                <a:cxn ang="0">
                  <a:pos x="0" y="113"/>
                </a:cxn>
                <a:cxn ang="0">
                  <a:pos x="5" y="99"/>
                </a:cxn>
                <a:cxn ang="0">
                  <a:pos x="23" y="92"/>
                </a:cxn>
                <a:cxn ang="0">
                  <a:pos x="48" y="61"/>
                </a:cxn>
                <a:cxn ang="0">
                  <a:pos x="59" y="76"/>
                </a:cxn>
                <a:cxn ang="0">
                  <a:pos x="85" y="52"/>
                </a:cxn>
                <a:cxn ang="0">
                  <a:pos x="77" y="7"/>
                </a:cxn>
                <a:cxn ang="0">
                  <a:pos x="106" y="3"/>
                </a:cxn>
              </a:cxnLst>
              <a:rect l="0" t="0" r="r" b="b"/>
              <a:pathLst>
                <a:path w="398" h="490">
                  <a:moveTo>
                    <a:pt x="106" y="3"/>
                  </a:moveTo>
                  <a:lnTo>
                    <a:pt x="118" y="19"/>
                  </a:lnTo>
                  <a:lnTo>
                    <a:pt x="135" y="39"/>
                  </a:lnTo>
                  <a:lnTo>
                    <a:pt x="145" y="49"/>
                  </a:lnTo>
                  <a:lnTo>
                    <a:pt x="150" y="59"/>
                  </a:lnTo>
                  <a:lnTo>
                    <a:pt x="147" y="71"/>
                  </a:lnTo>
                  <a:lnTo>
                    <a:pt x="149" y="79"/>
                  </a:lnTo>
                  <a:lnTo>
                    <a:pt x="163" y="94"/>
                  </a:lnTo>
                  <a:lnTo>
                    <a:pt x="183" y="98"/>
                  </a:lnTo>
                  <a:lnTo>
                    <a:pt x="203" y="93"/>
                  </a:lnTo>
                  <a:lnTo>
                    <a:pt x="219" y="94"/>
                  </a:lnTo>
                  <a:lnTo>
                    <a:pt x="228" y="105"/>
                  </a:lnTo>
                  <a:lnTo>
                    <a:pt x="233" y="114"/>
                  </a:lnTo>
                  <a:lnTo>
                    <a:pt x="235" y="121"/>
                  </a:lnTo>
                  <a:lnTo>
                    <a:pt x="243" y="127"/>
                  </a:lnTo>
                  <a:lnTo>
                    <a:pt x="247" y="136"/>
                  </a:lnTo>
                  <a:lnTo>
                    <a:pt x="253" y="142"/>
                  </a:lnTo>
                  <a:lnTo>
                    <a:pt x="252" y="151"/>
                  </a:lnTo>
                  <a:lnTo>
                    <a:pt x="236" y="167"/>
                  </a:lnTo>
                  <a:lnTo>
                    <a:pt x="231" y="167"/>
                  </a:lnTo>
                  <a:lnTo>
                    <a:pt x="220" y="164"/>
                  </a:lnTo>
                  <a:lnTo>
                    <a:pt x="213" y="167"/>
                  </a:lnTo>
                  <a:lnTo>
                    <a:pt x="209" y="172"/>
                  </a:lnTo>
                  <a:lnTo>
                    <a:pt x="205" y="181"/>
                  </a:lnTo>
                  <a:lnTo>
                    <a:pt x="206" y="188"/>
                  </a:lnTo>
                  <a:lnTo>
                    <a:pt x="213" y="190"/>
                  </a:lnTo>
                  <a:lnTo>
                    <a:pt x="221" y="196"/>
                  </a:lnTo>
                  <a:lnTo>
                    <a:pt x="240" y="206"/>
                  </a:lnTo>
                  <a:lnTo>
                    <a:pt x="267" y="226"/>
                  </a:lnTo>
                  <a:lnTo>
                    <a:pt x="271" y="239"/>
                  </a:lnTo>
                  <a:lnTo>
                    <a:pt x="294" y="260"/>
                  </a:lnTo>
                  <a:lnTo>
                    <a:pt x="297" y="270"/>
                  </a:lnTo>
                  <a:lnTo>
                    <a:pt x="314" y="290"/>
                  </a:lnTo>
                  <a:lnTo>
                    <a:pt x="319" y="291"/>
                  </a:lnTo>
                  <a:lnTo>
                    <a:pt x="337" y="303"/>
                  </a:lnTo>
                  <a:lnTo>
                    <a:pt x="342" y="317"/>
                  </a:lnTo>
                  <a:lnTo>
                    <a:pt x="345" y="329"/>
                  </a:lnTo>
                  <a:lnTo>
                    <a:pt x="344" y="330"/>
                  </a:lnTo>
                  <a:lnTo>
                    <a:pt x="345" y="331"/>
                  </a:lnTo>
                  <a:lnTo>
                    <a:pt x="349" y="345"/>
                  </a:lnTo>
                  <a:lnTo>
                    <a:pt x="357" y="345"/>
                  </a:lnTo>
                  <a:lnTo>
                    <a:pt x="371" y="355"/>
                  </a:lnTo>
                  <a:lnTo>
                    <a:pt x="380" y="363"/>
                  </a:lnTo>
                  <a:lnTo>
                    <a:pt x="384" y="380"/>
                  </a:lnTo>
                  <a:lnTo>
                    <a:pt x="397" y="409"/>
                  </a:lnTo>
                  <a:lnTo>
                    <a:pt x="398" y="416"/>
                  </a:lnTo>
                  <a:lnTo>
                    <a:pt x="398" y="449"/>
                  </a:lnTo>
                  <a:lnTo>
                    <a:pt x="394" y="455"/>
                  </a:lnTo>
                  <a:lnTo>
                    <a:pt x="383" y="464"/>
                  </a:lnTo>
                  <a:lnTo>
                    <a:pt x="373" y="469"/>
                  </a:lnTo>
                  <a:lnTo>
                    <a:pt x="366" y="469"/>
                  </a:lnTo>
                  <a:lnTo>
                    <a:pt x="357" y="460"/>
                  </a:lnTo>
                  <a:lnTo>
                    <a:pt x="349" y="460"/>
                  </a:lnTo>
                  <a:lnTo>
                    <a:pt x="338" y="464"/>
                  </a:lnTo>
                  <a:lnTo>
                    <a:pt x="322" y="473"/>
                  </a:lnTo>
                  <a:lnTo>
                    <a:pt x="322" y="487"/>
                  </a:lnTo>
                  <a:lnTo>
                    <a:pt x="313" y="490"/>
                  </a:lnTo>
                  <a:lnTo>
                    <a:pt x="302" y="486"/>
                  </a:lnTo>
                  <a:lnTo>
                    <a:pt x="284" y="482"/>
                  </a:lnTo>
                  <a:lnTo>
                    <a:pt x="276" y="474"/>
                  </a:lnTo>
                  <a:lnTo>
                    <a:pt x="276" y="470"/>
                  </a:lnTo>
                  <a:lnTo>
                    <a:pt x="280" y="470"/>
                  </a:lnTo>
                  <a:lnTo>
                    <a:pt x="287" y="459"/>
                  </a:lnTo>
                  <a:lnTo>
                    <a:pt x="287" y="417"/>
                  </a:lnTo>
                  <a:lnTo>
                    <a:pt x="291" y="407"/>
                  </a:lnTo>
                  <a:lnTo>
                    <a:pt x="290" y="398"/>
                  </a:lnTo>
                  <a:lnTo>
                    <a:pt x="289" y="391"/>
                  </a:lnTo>
                  <a:lnTo>
                    <a:pt x="284" y="385"/>
                  </a:lnTo>
                  <a:lnTo>
                    <a:pt x="276" y="380"/>
                  </a:lnTo>
                  <a:lnTo>
                    <a:pt x="274" y="373"/>
                  </a:lnTo>
                  <a:lnTo>
                    <a:pt x="264" y="372"/>
                  </a:lnTo>
                  <a:lnTo>
                    <a:pt x="257" y="367"/>
                  </a:lnTo>
                  <a:lnTo>
                    <a:pt x="249" y="357"/>
                  </a:lnTo>
                  <a:lnTo>
                    <a:pt x="246" y="346"/>
                  </a:lnTo>
                  <a:lnTo>
                    <a:pt x="247" y="321"/>
                  </a:lnTo>
                  <a:lnTo>
                    <a:pt x="246" y="308"/>
                  </a:lnTo>
                  <a:lnTo>
                    <a:pt x="242" y="296"/>
                  </a:lnTo>
                  <a:lnTo>
                    <a:pt x="237" y="286"/>
                  </a:lnTo>
                  <a:lnTo>
                    <a:pt x="230" y="281"/>
                  </a:lnTo>
                  <a:lnTo>
                    <a:pt x="228" y="274"/>
                  </a:lnTo>
                  <a:lnTo>
                    <a:pt x="220" y="270"/>
                  </a:lnTo>
                  <a:lnTo>
                    <a:pt x="213" y="263"/>
                  </a:lnTo>
                  <a:lnTo>
                    <a:pt x="208" y="255"/>
                  </a:lnTo>
                  <a:lnTo>
                    <a:pt x="195" y="240"/>
                  </a:lnTo>
                  <a:lnTo>
                    <a:pt x="183" y="239"/>
                  </a:lnTo>
                  <a:lnTo>
                    <a:pt x="172" y="240"/>
                  </a:lnTo>
                  <a:lnTo>
                    <a:pt x="161" y="243"/>
                  </a:lnTo>
                  <a:lnTo>
                    <a:pt x="157" y="254"/>
                  </a:lnTo>
                  <a:lnTo>
                    <a:pt x="152" y="258"/>
                  </a:lnTo>
                  <a:lnTo>
                    <a:pt x="145" y="261"/>
                  </a:lnTo>
                  <a:lnTo>
                    <a:pt x="133" y="267"/>
                  </a:lnTo>
                  <a:lnTo>
                    <a:pt x="124" y="267"/>
                  </a:lnTo>
                  <a:lnTo>
                    <a:pt x="115" y="261"/>
                  </a:lnTo>
                  <a:lnTo>
                    <a:pt x="109" y="251"/>
                  </a:lnTo>
                  <a:lnTo>
                    <a:pt x="102" y="249"/>
                  </a:lnTo>
                  <a:lnTo>
                    <a:pt x="93" y="251"/>
                  </a:lnTo>
                  <a:lnTo>
                    <a:pt x="80" y="256"/>
                  </a:lnTo>
                  <a:lnTo>
                    <a:pt x="68" y="269"/>
                  </a:lnTo>
                  <a:lnTo>
                    <a:pt x="55" y="274"/>
                  </a:lnTo>
                  <a:lnTo>
                    <a:pt x="48" y="283"/>
                  </a:lnTo>
                  <a:lnTo>
                    <a:pt x="43" y="287"/>
                  </a:lnTo>
                  <a:lnTo>
                    <a:pt x="44" y="282"/>
                  </a:lnTo>
                  <a:lnTo>
                    <a:pt x="41" y="269"/>
                  </a:lnTo>
                  <a:lnTo>
                    <a:pt x="45" y="255"/>
                  </a:lnTo>
                  <a:lnTo>
                    <a:pt x="48" y="231"/>
                  </a:lnTo>
                  <a:lnTo>
                    <a:pt x="53" y="220"/>
                  </a:lnTo>
                  <a:lnTo>
                    <a:pt x="53" y="211"/>
                  </a:lnTo>
                  <a:lnTo>
                    <a:pt x="54" y="202"/>
                  </a:lnTo>
                  <a:lnTo>
                    <a:pt x="50" y="186"/>
                  </a:lnTo>
                  <a:lnTo>
                    <a:pt x="54" y="169"/>
                  </a:lnTo>
                  <a:lnTo>
                    <a:pt x="50" y="165"/>
                  </a:lnTo>
                  <a:lnTo>
                    <a:pt x="29" y="165"/>
                  </a:lnTo>
                  <a:lnTo>
                    <a:pt x="23" y="164"/>
                  </a:lnTo>
                  <a:lnTo>
                    <a:pt x="21" y="163"/>
                  </a:lnTo>
                  <a:lnTo>
                    <a:pt x="21" y="145"/>
                  </a:lnTo>
                  <a:lnTo>
                    <a:pt x="18" y="130"/>
                  </a:lnTo>
                  <a:lnTo>
                    <a:pt x="12" y="121"/>
                  </a:lnTo>
                  <a:lnTo>
                    <a:pt x="9" y="116"/>
                  </a:lnTo>
                  <a:lnTo>
                    <a:pt x="2" y="119"/>
                  </a:lnTo>
                  <a:lnTo>
                    <a:pt x="0" y="113"/>
                  </a:lnTo>
                  <a:lnTo>
                    <a:pt x="1" y="105"/>
                  </a:lnTo>
                  <a:lnTo>
                    <a:pt x="4" y="105"/>
                  </a:lnTo>
                  <a:lnTo>
                    <a:pt x="5" y="99"/>
                  </a:lnTo>
                  <a:lnTo>
                    <a:pt x="10" y="95"/>
                  </a:lnTo>
                  <a:lnTo>
                    <a:pt x="17" y="93"/>
                  </a:lnTo>
                  <a:lnTo>
                    <a:pt x="23" y="92"/>
                  </a:lnTo>
                  <a:lnTo>
                    <a:pt x="21" y="84"/>
                  </a:lnTo>
                  <a:lnTo>
                    <a:pt x="21" y="79"/>
                  </a:lnTo>
                  <a:lnTo>
                    <a:pt x="48" y="61"/>
                  </a:lnTo>
                  <a:lnTo>
                    <a:pt x="53" y="54"/>
                  </a:lnTo>
                  <a:lnTo>
                    <a:pt x="54" y="49"/>
                  </a:lnTo>
                  <a:lnTo>
                    <a:pt x="59" y="76"/>
                  </a:lnTo>
                  <a:lnTo>
                    <a:pt x="80" y="71"/>
                  </a:lnTo>
                  <a:lnTo>
                    <a:pt x="84" y="67"/>
                  </a:lnTo>
                  <a:lnTo>
                    <a:pt x="85" y="52"/>
                  </a:lnTo>
                  <a:lnTo>
                    <a:pt x="79" y="36"/>
                  </a:lnTo>
                  <a:lnTo>
                    <a:pt x="76" y="19"/>
                  </a:lnTo>
                  <a:lnTo>
                    <a:pt x="77" y="7"/>
                  </a:lnTo>
                  <a:lnTo>
                    <a:pt x="86" y="0"/>
                  </a:lnTo>
                  <a:lnTo>
                    <a:pt x="106" y="1"/>
                  </a:lnTo>
                  <a:lnTo>
                    <a:pt x="106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90" name="Group 147">
              <a:extLst>
                <a:ext uri="{FF2B5EF4-FFF2-40B4-BE49-F238E27FC236}">
                  <a16:creationId xmlns:a16="http://schemas.microsoft.com/office/drawing/2014/main" id="{E64E3929-986C-92D4-E6DB-4A5ADC01F3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619115" y="2884197"/>
              <a:ext cx="1242715" cy="1148432"/>
              <a:chOff x="3183" y="2052"/>
              <a:chExt cx="401" cy="370"/>
            </a:xfrm>
            <a:grpFill/>
          </p:grpSpPr>
          <p:sp>
            <p:nvSpPr>
              <p:cNvPr id="91" name="Freeform 148">
                <a:extLst>
                  <a:ext uri="{FF2B5EF4-FFF2-40B4-BE49-F238E27FC236}">
                    <a16:creationId xmlns:a16="http://schemas.microsoft.com/office/drawing/2014/main" id="{C045A01F-112F-E5A3-95D3-39D981E5BF2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509" y="2232"/>
                <a:ext cx="3" cy="5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1" y="26"/>
                  </a:cxn>
                  <a:cxn ang="0">
                    <a:pos x="9" y="27"/>
                  </a:cxn>
                  <a:cxn ang="0">
                    <a:pos x="14" y="21"/>
                  </a:cxn>
                  <a:cxn ang="0">
                    <a:pos x="14" y="12"/>
                  </a:cxn>
                  <a:cxn ang="0">
                    <a:pos x="9" y="3"/>
                  </a:cxn>
                  <a:cxn ang="0">
                    <a:pos x="5" y="0"/>
                  </a:cxn>
                  <a:cxn ang="0">
                    <a:pos x="0" y="4"/>
                  </a:cxn>
                </a:cxnLst>
                <a:rect l="0" t="0" r="r" b="b"/>
                <a:pathLst>
                  <a:path w="14" h="27">
                    <a:moveTo>
                      <a:pt x="0" y="4"/>
                    </a:moveTo>
                    <a:lnTo>
                      <a:pt x="1" y="26"/>
                    </a:lnTo>
                    <a:lnTo>
                      <a:pt x="9" y="27"/>
                    </a:lnTo>
                    <a:lnTo>
                      <a:pt x="14" y="21"/>
                    </a:lnTo>
                    <a:lnTo>
                      <a:pt x="14" y="12"/>
                    </a:lnTo>
                    <a:lnTo>
                      <a:pt x="9" y="3"/>
                    </a:lnTo>
                    <a:lnTo>
                      <a:pt x="5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2" name="Freeform 149">
                <a:extLst>
                  <a:ext uri="{FF2B5EF4-FFF2-40B4-BE49-F238E27FC236}">
                    <a16:creationId xmlns:a16="http://schemas.microsoft.com/office/drawing/2014/main" id="{DD4D5474-57A3-2F71-652C-950CF154648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62" y="2066"/>
                <a:ext cx="322" cy="332"/>
              </a:xfrm>
              <a:custGeom>
                <a:avLst/>
                <a:gdLst/>
                <a:ahLst/>
                <a:cxnLst>
                  <a:cxn ang="0">
                    <a:pos x="351" y="1334"/>
                  </a:cxn>
                  <a:cxn ang="0">
                    <a:pos x="468" y="1614"/>
                  </a:cxn>
                  <a:cxn ang="0">
                    <a:pos x="594" y="1598"/>
                  </a:cxn>
                  <a:cxn ang="0">
                    <a:pos x="655" y="1431"/>
                  </a:cxn>
                  <a:cxn ang="0">
                    <a:pos x="659" y="1302"/>
                  </a:cxn>
                  <a:cxn ang="0">
                    <a:pos x="733" y="1205"/>
                  </a:cxn>
                  <a:cxn ang="0">
                    <a:pos x="880" y="1087"/>
                  </a:cxn>
                  <a:cxn ang="0">
                    <a:pos x="1036" y="913"/>
                  </a:cxn>
                  <a:cxn ang="0">
                    <a:pos x="1107" y="902"/>
                  </a:cxn>
                  <a:cxn ang="0">
                    <a:pos x="1134" y="854"/>
                  </a:cxn>
                  <a:cxn ang="0">
                    <a:pos x="1120" y="738"/>
                  </a:cxn>
                  <a:cxn ang="0">
                    <a:pos x="1122" y="669"/>
                  </a:cxn>
                  <a:cxn ang="0">
                    <a:pos x="1143" y="613"/>
                  </a:cxn>
                  <a:cxn ang="0">
                    <a:pos x="1264" y="679"/>
                  </a:cxn>
                  <a:cxn ang="0">
                    <a:pos x="1268" y="798"/>
                  </a:cxn>
                  <a:cxn ang="0">
                    <a:pos x="1346" y="881"/>
                  </a:cxn>
                  <a:cxn ang="0">
                    <a:pos x="1387" y="799"/>
                  </a:cxn>
                  <a:cxn ang="0">
                    <a:pos x="1487" y="652"/>
                  </a:cxn>
                  <a:cxn ang="0">
                    <a:pos x="1602" y="525"/>
                  </a:cxn>
                  <a:cxn ang="0">
                    <a:pos x="1532" y="422"/>
                  </a:cxn>
                  <a:cxn ang="0">
                    <a:pos x="1379" y="492"/>
                  </a:cxn>
                  <a:cxn ang="0">
                    <a:pos x="1319" y="570"/>
                  </a:cxn>
                  <a:cxn ang="0">
                    <a:pos x="1160" y="592"/>
                  </a:cxn>
                  <a:cxn ang="0">
                    <a:pos x="1133" y="551"/>
                  </a:cxn>
                  <a:cxn ang="0">
                    <a:pos x="1090" y="541"/>
                  </a:cxn>
                  <a:cxn ang="0">
                    <a:pos x="1046" y="615"/>
                  </a:cxn>
                  <a:cxn ang="0">
                    <a:pos x="873" y="555"/>
                  </a:cxn>
                  <a:cxn ang="0">
                    <a:pos x="772" y="530"/>
                  </a:cxn>
                  <a:cxn ang="0">
                    <a:pos x="676" y="480"/>
                  </a:cxn>
                  <a:cxn ang="0">
                    <a:pos x="675" y="409"/>
                  </a:cxn>
                  <a:cxn ang="0">
                    <a:pos x="690" y="367"/>
                  </a:cxn>
                  <a:cxn ang="0">
                    <a:pos x="631" y="332"/>
                  </a:cxn>
                  <a:cxn ang="0">
                    <a:pos x="589" y="304"/>
                  </a:cxn>
                  <a:cxn ang="0">
                    <a:pos x="581" y="224"/>
                  </a:cxn>
                  <a:cxn ang="0">
                    <a:pos x="617" y="223"/>
                  </a:cxn>
                  <a:cxn ang="0">
                    <a:pos x="597" y="174"/>
                  </a:cxn>
                  <a:cxn ang="0">
                    <a:pos x="628" y="126"/>
                  </a:cxn>
                  <a:cxn ang="0">
                    <a:pos x="666" y="52"/>
                  </a:cxn>
                  <a:cxn ang="0">
                    <a:pos x="642" y="22"/>
                  </a:cxn>
                  <a:cxn ang="0">
                    <a:pos x="599" y="6"/>
                  </a:cxn>
                  <a:cxn ang="0">
                    <a:pos x="489" y="68"/>
                  </a:cxn>
                  <a:cxn ang="0">
                    <a:pos x="427" y="92"/>
                  </a:cxn>
                  <a:cxn ang="0">
                    <a:pos x="333" y="79"/>
                  </a:cxn>
                  <a:cxn ang="0">
                    <a:pos x="320" y="126"/>
                  </a:cxn>
                  <a:cxn ang="0">
                    <a:pos x="321" y="181"/>
                  </a:cxn>
                  <a:cxn ang="0">
                    <a:pos x="384" y="232"/>
                  </a:cxn>
                  <a:cxn ang="0">
                    <a:pos x="362" y="267"/>
                  </a:cxn>
                  <a:cxn ang="0">
                    <a:pos x="371" y="324"/>
                  </a:cxn>
                  <a:cxn ang="0">
                    <a:pos x="314" y="388"/>
                  </a:cxn>
                  <a:cxn ang="0">
                    <a:pos x="212" y="504"/>
                  </a:cxn>
                  <a:cxn ang="0">
                    <a:pos x="132" y="513"/>
                  </a:cxn>
                  <a:cxn ang="0">
                    <a:pos x="111" y="603"/>
                  </a:cxn>
                  <a:cxn ang="0">
                    <a:pos x="142" y="669"/>
                  </a:cxn>
                  <a:cxn ang="0">
                    <a:pos x="166" y="733"/>
                  </a:cxn>
                  <a:cxn ang="0">
                    <a:pos x="127" y="734"/>
                  </a:cxn>
                  <a:cxn ang="0">
                    <a:pos x="47" y="740"/>
                  </a:cxn>
                  <a:cxn ang="0">
                    <a:pos x="0" y="773"/>
                  </a:cxn>
                  <a:cxn ang="0">
                    <a:pos x="124" y="814"/>
                  </a:cxn>
                  <a:cxn ang="0">
                    <a:pos x="131" y="945"/>
                  </a:cxn>
                  <a:cxn ang="0">
                    <a:pos x="229" y="857"/>
                  </a:cxn>
                  <a:cxn ang="0">
                    <a:pos x="246" y="924"/>
                  </a:cxn>
                  <a:cxn ang="0">
                    <a:pos x="261" y="1041"/>
                  </a:cxn>
                  <a:cxn ang="0">
                    <a:pos x="276" y="1157"/>
                  </a:cxn>
                </a:cxnLst>
                <a:rect l="0" t="0" r="r" b="b"/>
                <a:pathLst>
                  <a:path w="1608" h="1661">
                    <a:moveTo>
                      <a:pt x="304" y="1236"/>
                    </a:moveTo>
                    <a:lnTo>
                      <a:pt x="306" y="1238"/>
                    </a:lnTo>
                    <a:lnTo>
                      <a:pt x="310" y="1250"/>
                    </a:lnTo>
                    <a:lnTo>
                      <a:pt x="312" y="1252"/>
                    </a:lnTo>
                    <a:lnTo>
                      <a:pt x="315" y="1249"/>
                    </a:lnTo>
                    <a:lnTo>
                      <a:pt x="320" y="1250"/>
                    </a:lnTo>
                    <a:lnTo>
                      <a:pt x="316" y="1255"/>
                    </a:lnTo>
                    <a:lnTo>
                      <a:pt x="316" y="1260"/>
                    </a:lnTo>
                    <a:lnTo>
                      <a:pt x="322" y="1281"/>
                    </a:lnTo>
                    <a:lnTo>
                      <a:pt x="331" y="1293"/>
                    </a:lnTo>
                    <a:lnTo>
                      <a:pt x="338" y="1297"/>
                    </a:lnTo>
                    <a:lnTo>
                      <a:pt x="348" y="1319"/>
                    </a:lnTo>
                    <a:lnTo>
                      <a:pt x="351" y="1334"/>
                    </a:lnTo>
                    <a:lnTo>
                      <a:pt x="358" y="1343"/>
                    </a:lnTo>
                    <a:lnTo>
                      <a:pt x="364" y="1358"/>
                    </a:lnTo>
                    <a:lnTo>
                      <a:pt x="370" y="1388"/>
                    </a:lnTo>
                    <a:lnTo>
                      <a:pt x="382" y="1426"/>
                    </a:lnTo>
                    <a:lnTo>
                      <a:pt x="382" y="1429"/>
                    </a:lnTo>
                    <a:lnTo>
                      <a:pt x="391" y="1444"/>
                    </a:lnTo>
                    <a:lnTo>
                      <a:pt x="401" y="1453"/>
                    </a:lnTo>
                    <a:lnTo>
                      <a:pt x="418" y="1475"/>
                    </a:lnTo>
                    <a:lnTo>
                      <a:pt x="425" y="1494"/>
                    </a:lnTo>
                    <a:lnTo>
                      <a:pt x="432" y="1519"/>
                    </a:lnTo>
                    <a:lnTo>
                      <a:pt x="454" y="1572"/>
                    </a:lnTo>
                    <a:lnTo>
                      <a:pt x="461" y="1600"/>
                    </a:lnTo>
                    <a:lnTo>
                      <a:pt x="468" y="1614"/>
                    </a:lnTo>
                    <a:lnTo>
                      <a:pt x="481" y="1633"/>
                    </a:lnTo>
                    <a:lnTo>
                      <a:pt x="495" y="1650"/>
                    </a:lnTo>
                    <a:lnTo>
                      <a:pt x="508" y="1661"/>
                    </a:lnTo>
                    <a:lnTo>
                      <a:pt x="525" y="1661"/>
                    </a:lnTo>
                    <a:lnTo>
                      <a:pt x="534" y="1653"/>
                    </a:lnTo>
                    <a:lnTo>
                      <a:pt x="534" y="1650"/>
                    </a:lnTo>
                    <a:lnTo>
                      <a:pt x="540" y="1647"/>
                    </a:lnTo>
                    <a:lnTo>
                      <a:pt x="546" y="1642"/>
                    </a:lnTo>
                    <a:lnTo>
                      <a:pt x="548" y="1636"/>
                    </a:lnTo>
                    <a:lnTo>
                      <a:pt x="547" y="1632"/>
                    </a:lnTo>
                    <a:lnTo>
                      <a:pt x="554" y="1611"/>
                    </a:lnTo>
                    <a:lnTo>
                      <a:pt x="577" y="1600"/>
                    </a:lnTo>
                    <a:lnTo>
                      <a:pt x="594" y="1598"/>
                    </a:lnTo>
                    <a:lnTo>
                      <a:pt x="593" y="1588"/>
                    </a:lnTo>
                    <a:lnTo>
                      <a:pt x="594" y="1578"/>
                    </a:lnTo>
                    <a:lnTo>
                      <a:pt x="607" y="1560"/>
                    </a:lnTo>
                    <a:lnTo>
                      <a:pt x="610" y="1552"/>
                    </a:lnTo>
                    <a:lnTo>
                      <a:pt x="615" y="1541"/>
                    </a:lnTo>
                    <a:lnTo>
                      <a:pt x="628" y="1539"/>
                    </a:lnTo>
                    <a:lnTo>
                      <a:pt x="632" y="1542"/>
                    </a:lnTo>
                    <a:lnTo>
                      <a:pt x="643" y="1542"/>
                    </a:lnTo>
                    <a:lnTo>
                      <a:pt x="643" y="1525"/>
                    </a:lnTo>
                    <a:lnTo>
                      <a:pt x="640" y="1496"/>
                    </a:lnTo>
                    <a:lnTo>
                      <a:pt x="640" y="1467"/>
                    </a:lnTo>
                    <a:lnTo>
                      <a:pt x="643" y="1456"/>
                    </a:lnTo>
                    <a:lnTo>
                      <a:pt x="655" y="1431"/>
                    </a:lnTo>
                    <a:lnTo>
                      <a:pt x="660" y="1417"/>
                    </a:lnTo>
                    <a:lnTo>
                      <a:pt x="667" y="1390"/>
                    </a:lnTo>
                    <a:lnTo>
                      <a:pt x="669" y="1381"/>
                    </a:lnTo>
                    <a:lnTo>
                      <a:pt x="667" y="1368"/>
                    </a:lnTo>
                    <a:lnTo>
                      <a:pt x="661" y="1363"/>
                    </a:lnTo>
                    <a:lnTo>
                      <a:pt x="660" y="1358"/>
                    </a:lnTo>
                    <a:lnTo>
                      <a:pt x="658" y="1356"/>
                    </a:lnTo>
                    <a:lnTo>
                      <a:pt x="660" y="1352"/>
                    </a:lnTo>
                    <a:lnTo>
                      <a:pt x="664" y="1356"/>
                    </a:lnTo>
                    <a:lnTo>
                      <a:pt x="656" y="1324"/>
                    </a:lnTo>
                    <a:lnTo>
                      <a:pt x="659" y="1314"/>
                    </a:lnTo>
                    <a:lnTo>
                      <a:pt x="659" y="1304"/>
                    </a:lnTo>
                    <a:lnTo>
                      <a:pt x="659" y="1302"/>
                    </a:lnTo>
                    <a:lnTo>
                      <a:pt x="655" y="1297"/>
                    </a:lnTo>
                    <a:lnTo>
                      <a:pt x="654" y="1284"/>
                    </a:lnTo>
                    <a:lnTo>
                      <a:pt x="654" y="1262"/>
                    </a:lnTo>
                    <a:lnTo>
                      <a:pt x="661" y="1251"/>
                    </a:lnTo>
                    <a:lnTo>
                      <a:pt x="670" y="1238"/>
                    </a:lnTo>
                    <a:lnTo>
                      <a:pt x="680" y="1233"/>
                    </a:lnTo>
                    <a:lnTo>
                      <a:pt x="688" y="1232"/>
                    </a:lnTo>
                    <a:lnTo>
                      <a:pt x="698" y="1238"/>
                    </a:lnTo>
                    <a:lnTo>
                      <a:pt x="706" y="1234"/>
                    </a:lnTo>
                    <a:lnTo>
                      <a:pt x="713" y="1222"/>
                    </a:lnTo>
                    <a:lnTo>
                      <a:pt x="718" y="1208"/>
                    </a:lnTo>
                    <a:lnTo>
                      <a:pt x="720" y="1208"/>
                    </a:lnTo>
                    <a:lnTo>
                      <a:pt x="733" y="1205"/>
                    </a:lnTo>
                    <a:lnTo>
                      <a:pt x="746" y="1202"/>
                    </a:lnTo>
                    <a:lnTo>
                      <a:pt x="769" y="1193"/>
                    </a:lnTo>
                    <a:lnTo>
                      <a:pt x="776" y="1185"/>
                    </a:lnTo>
                    <a:lnTo>
                      <a:pt x="776" y="1174"/>
                    </a:lnTo>
                    <a:lnTo>
                      <a:pt x="782" y="1164"/>
                    </a:lnTo>
                    <a:lnTo>
                      <a:pt x="795" y="1155"/>
                    </a:lnTo>
                    <a:lnTo>
                      <a:pt x="820" y="1136"/>
                    </a:lnTo>
                    <a:lnTo>
                      <a:pt x="837" y="1123"/>
                    </a:lnTo>
                    <a:lnTo>
                      <a:pt x="849" y="1109"/>
                    </a:lnTo>
                    <a:lnTo>
                      <a:pt x="864" y="1098"/>
                    </a:lnTo>
                    <a:lnTo>
                      <a:pt x="875" y="1092"/>
                    </a:lnTo>
                    <a:lnTo>
                      <a:pt x="878" y="1088"/>
                    </a:lnTo>
                    <a:lnTo>
                      <a:pt x="880" y="1087"/>
                    </a:lnTo>
                    <a:lnTo>
                      <a:pt x="890" y="1077"/>
                    </a:lnTo>
                    <a:lnTo>
                      <a:pt x="925" y="1034"/>
                    </a:lnTo>
                    <a:lnTo>
                      <a:pt x="938" y="1024"/>
                    </a:lnTo>
                    <a:lnTo>
                      <a:pt x="968" y="1007"/>
                    </a:lnTo>
                    <a:lnTo>
                      <a:pt x="986" y="1001"/>
                    </a:lnTo>
                    <a:lnTo>
                      <a:pt x="995" y="996"/>
                    </a:lnTo>
                    <a:lnTo>
                      <a:pt x="998" y="996"/>
                    </a:lnTo>
                    <a:lnTo>
                      <a:pt x="1015" y="981"/>
                    </a:lnTo>
                    <a:lnTo>
                      <a:pt x="1024" y="970"/>
                    </a:lnTo>
                    <a:lnTo>
                      <a:pt x="1026" y="964"/>
                    </a:lnTo>
                    <a:lnTo>
                      <a:pt x="1036" y="953"/>
                    </a:lnTo>
                    <a:lnTo>
                      <a:pt x="1030" y="929"/>
                    </a:lnTo>
                    <a:lnTo>
                      <a:pt x="1036" y="913"/>
                    </a:lnTo>
                    <a:lnTo>
                      <a:pt x="1068" y="897"/>
                    </a:lnTo>
                    <a:lnTo>
                      <a:pt x="1078" y="894"/>
                    </a:lnTo>
                    <a:lnTo>
                      <a:pt x="1084" y="889"/>
                    </a:lnTo>
                    <a:lnTo>
                      <a:pt x="1089" y="880"/>
                    </a:lnTo>
                    <a:lnTo>
                      <a:pt x="1091" y="874"/>
                    </a:lnTo>
                    <a:lnTo>
                      <a:pt x="1096" y="868"/>
                    </a:lnTo>
                    <a:lnTo>
                      <a:pt x="1100" y="868"/>
                    </a:lnTo>
                    <a:lnTo>
                      <a:pt x="1097" y="880"/>
                    </a:lnTo>
                    <a:lnTo>
                      <a:pt x="1097" y="893"/>
                    </a:lnTo>
                    <a:lnTo>
                      <a:pt x="1099" y="894"/>
                    </a:lnTo>
                    <a:lnTo>
                      <a:pt x="1101" y="894"/>
                    </a:lnTo>
                    <a:lnTo>
                      <a:pt x="1104" y="895"/>
                    </a:lnTo>
                    <a:lnTo>
                      <a:pt x="1107" y="902"/>
                    </a:lnTo>
                    <a:lnTo>
                      <a:pt x="1116" y="901"/>
                    </a:lnTo>
                    <a:lnTo>
                      <a:pt x="1121" y="897"/>
                    </a:lnTo>
                    <a:lnTo>
                      <a:pt x="1124" y="899"/>
                    </a:lnTo>
                    <a:lnTo>
                      <a:pt x="1126" y="890"/>
                    </a:lnTo>
                    <a:lnTo>
                      <a:pt x="1128" y="886"/>
                    </a:lnTo>
                    <a:lnTo>
                      <a:pt x="1131" y="896"/>
                    </a:lnTo>
                    <a:lnTo>
                      <a:pt x="1134" y="900"/>
                    </a:lnTo>
                    <a:lnTo>
                      <a:pt x="1142" y="897"/>
                    </a:lnTo>
                    <a:lnTo>
                      <a:pt x="1135" y="884"/>
                    </a:lnTo>
                    <a:lnTo>
                      <a:pt x="1137" y="878"/>
                    </a:lnTo>
                    <a:lnTo>
                      <a:pt x="1135" y="874"/>
                    </a:lnTo>
                    <a:lnTo>
                      <a:pt x="1133" y="863"/>
                    </a:lnTo>
                    <a:lnTo>
                      <a:pt x="1134" y="854"/>
                    </a:lnTo>
                    <a:lnTo>
                      <a:pt x="1132" y="846"/>
                    </a:lnTo>
                    <a:lnTo>
                      <a:pt x="1127" y="841"/>
                    </a:lnTo>
                    <a:lnTo>
                      <a:pt x="1124" y="832"/>
                    </a:lnTo>
                    <a:lnTo>
                      <a:pt x="1124" y="823"/>
                    </a:lnTo>
                    <a:lnTo>
                      <a:pt x="1126" y="820"/>
                    </a:lnTo>
                    <a:lnTo>
                      <a:pt x="1127" y="804"/>
                    </a:lnTo>
                    <a:lnTo>
                      <a:pt x="1126" y="800"/>
                    </a:lnTo>
                    <a:lnTo>
                      <a:pt x="1122" y="799"/>
                    </a:lnTo>
                    <a:lnTo>
                      <a:pt x="1122" y="784"/>
                    </a:lnTo>
                    <a:lnTo>
                      <a:pt x="1116" y="778"/>
                    </a:lnTo>
                    <a:lnTo>
                      <a:pt x="1116" y="770"/>
                    </a:lnTo>
                    <a:lnTo>
                      <a:pt x="1118" y="759"/>
                    </a:lnTo>
                    <a:lnTo>
                      <a:pt x="1120" y="738"/>
                    </a:lnTo>
                    <a:lnTo>
                      <a:pt x="1111" y="728"/>
                    </a:lnTo>
                    <a:lnTo>
                      <a:pt x="1105" y="723"/>
                    </a:lnTo>
                    <a:lnTo>
                      <a:pt x="1094" y="718"/>
                    </a:lnTo>
                    <a:lnTo>
                      <a:pt x="1085" y="714"/>
                    </a:lnTo>
                    <a:lnTo>
                      <a:pt x="1084" y="708"/>
                    </a:lnTo>
                    <a:lnTo>
                      <a:pt x="1085" y="703"/>
                    </a:lnTo>
                    <a:lnTo>
                      <a:pt x="1090" y="695"/>
                    </a:lnTo>
                    <a:lnTo>
                      <a:pt x="1097" y="694"/>
                    </a:lnTo>
                    <a:lnTo>
                      <a:pt x="1104" y="690"/>
                    </a:lnTo>
                    <a:lnTo>
                      <a:pt x="1106" y="683"/>
                    </a:lnTo>
                    <a:lnTo>
                      <a:pt x="1126" y="681"/>
                    </a:lnTo>
                    <a:lnTo>
                      <a:pt x="1126" y="673"/>
                    </a:lnTo>
                    <a:lnTo>
                      <a:pt x="1122" y="669"/>
                    </a:lnTo>
                    <a:lnTo>
                      <a:pt x="1123" y="665"/>
                    </a:lnTo>
                    <a:lnTo>
                      <a:pt x="1108" y="667"/>
                    </a:lnTo>
                    <a:lnTo>
                      <a:pt x="1101" y="662"/>
                    </a:lnTo>
                    <a:lnTo>
                      <a:pt x="1099" y="648"/>
                    </a:lnTo>
                    <a:lnTo>
                      <a:pt x="1095" y="644"/>
                    </a:lnTo>
                    <a:lnTo>
                      <a:pt x="1110" y="620"/>
                    </a:lnTo>
                    <a:lnTo>
                      <a:pt x="1112" y="608"/>
                    </a:lnTo>
                    <a:lnTo>
                      <a:pt x="1117" y="605"/>
                    </a:lnTo>
                    <a:lnTo>
                      <a:pt x="1126" y="622"/>
                    </a:lnTo>
                    <a:lnTo>
                      <a:pt x="1132" y="630"/>
                    </a:lnTo>
                    <a:lnTo>
                      <a:pt x="1133" y="622"/>
                    </a:lnTo>
                    <a:lnTo>
                      <a:pt x="1137" y="610"/>
                    </a:lnTo>
                    <a:lnTo>
                      <a:pt x="1143" y="613"/>
                    </a:lnTo>
                    <a:lnTo>
                      <a:pt x="1145" y="627"/>
                    </a:lnTo>
                    <a:lnTo>
                      <a:pt x="1153" y="636"/>
                    </a:lnTo>
                    <a:lnTo>
                      <a:pt x="1159" y="632"/>
                    </a:lnTo>
                    <a:lnTo>
                      <a:pt x="1166" y="638"/>
                    </a:lnTo>
                    <a:lnTo>
                      <a:pt x="1175" y="624"/>
                    </a:lnTo>
                    <a:lnTo>
                      <a:pt x="1177" y="628"/>
                    </a:lnTo>
                    <a:lnTo>
                      <a:pt x="1180" y="648"/>
                    </a:lnTo>
                    <a:lnTo>
                      <a:pt x="1185" y="667"/>
                    </a:lnTo>
                    <a:lnTo>
                      <a:pt x="1192" y="675"/>
                    </a:lnTo>
                    <a:lnTo>
                      <a:pt x="1203" y="680"/>
                    </a:lnTo>
                    <a:lnTo>
                      <a:pt x="1246" y="684"/>
                    </a:lnTo>
                    <a:lnTo>
                      <a:pt x="1250" y="681"/>
                    </a:lnTo>
                    <a:lnTo>
                      <a:pt x="1264" y="679"/>
                    </a:lnTo>
                    <a:lnTo>
                      <a:pt x="1288" y="681"/>
                    </a:lnTo>
                    <a:lnTo>
                      <a:pt x="1311" y="685"/>
                    </a:lnTo>
                    <a:lnTo>
                      <a:pt x="1326" y="691"/>
                    </a:lnTo>
                    <a:lnTo>
                      <a:pt x="1325" y="696"/>
                    </a:lnTo>
                    <a:lnTo>
                      <a:pt x="1315" y="701"/>
                    </a:lnTo>
                    <a:lnTo>
                      <a:pt x="1310" y="714"/>
                    </a:lnTo>
                    <a:lnTo>
                      <a:pt x="1298" y="729"/>
                    </a:lnTo>
                    <a:lnTo>
                      <a:pt x="1288" y="739"/>
                    </a:lnTo>
                    <a:lnTo>
                      <a:pt x="1276" y="744"/>
                    </a:lnTo>
                    <a:lnTo>
                      <a:pt x="1262" y="754"/>
                    </a:lnTo>
                    <a:lnTo>
                      <a:pt x="1260" y="762"/>
                    </a:lnTo>
                    <a:lnTo>
                      <a:pt x="1261" y="778"/>
                    </a:lnTo>
                    <a:lnTo>
                      <a:pt x="1268" y="798"/>
                    </a:lnTo>
                    <a:lnTo>
                      <a:pt x="1278" y="799"/>
                    </a:lnTo>
                    <a:lnTo>
                      <a:pt x="1284" y="809"/>
                    </a:lnTo>
                    <a:lnTo>
                      <a:pt x="1292" y="814"/>
                    </a:lnTo>
                    <a:lnTo>
                      <a:pt x="1295" y="807"/>
                    </a:lnTo>
                    <a:lnTo>
                      <a:pt x="1301" y="786"/>
                    </a:lnTo>
                    <a:lnTo>
                      <a:pt x="1312" y="771"/>
                    </a:lnTo>
                    <a:lnTo>
                      <a:pt x="1319" y="772"/>
                    </a:lnTo>
                    <a:lnTo>
                      <a:pt x="1326" y="786"/>
                    </a:lnTo>
                    <a:lnTo>
                      <a:pt x="1331" y="803"/>
                    </a:lnTo>
                    <a:lnTo>
                      <a:pt x="1333" y="811"/>
                    </a:lnTo>
                    <a:lnTo>
                      <a:pt x="1336" y="819"/>
                    </a:lnTo>
                    <a:lnTo>
                      <a:pt x="1342" y="847"/>
                    </a:lnTo>
                    <a:lnTo>
                      <a:pt x="1346" y="881"/>
                    </a:lnTo>
                    <a:lnTo>
                      <a:pt x="1349" y="878"/>
                    </a:lnTo>
                    <a:lnTo>
                      <a:pt x="1354" y="873"/>
                    </a:lnTo>
                    <a:lnTo>
                      <a:pt x="1363" y="875"/>
                    </a:lnTo>
                    <a:lnTo>
                      <a:pt x="1368" y="874"/>
                    </a:lnTo>
                    <a:lnTo>
                      <a:pt x="1373" y="868"/>
                    </a:lnTo>
                    <a:lnTo>
                      <a:pt x="1374" y="862"/>
                    </a:lnTo>
                    <a:lnTo>
                      <a:pt x="1371" y="862"/>
                    </a:lnTo>
                    <a:lnTo>
                      <a:pt x="1368" y="852"/>
                    </a:lnTo>
                    <a:lnTo>
                      <a:pt x="1368" y="836"/>
                    </a:lnTo>
                    <a:lnTo>
                      <a:pt x="1369" y="823"/>
                    </a:lnTo>
                    <a:lnTo>
                      <a:pt x="1380" y="824"/>
                    </a:lnTo>
                    <a:lnTo>
                      <a:pt x="1384" y="819"/>
                    </a:lnTo>
                    <a:lnTo>
                      <a:pt x="1387" y="799"/>
                    </a:lnTo>
                    <a:lnTo>
                      <a:pt x="1386" y="773"/>
                    </a:lnTo>
                    <a:lnTo>
                      <a:pt x="1393" y="766"/>
                    </a:lnTo>
                    <a:lnTo>
                      <a:pt x="1407" y="762"/>
                    </a:lnTo>
                    <a:lnTo>
                      <a:pt x="1420" y="765"/>
                    </a:lnTo>
                    <a:lnTo>
                      <a:pt x="1428" y="765"/>
                    </a:lnTo>
                    <a:lnTo>
                      <a:pt x="1433" y="760"/>
                    </a:lnTo>
                    <a:lnTo>
                      <a:pt x="1439" y="740"/>
                    </a:lnTo>
                    <a:lnTo>
                      <a:pt x="1457" y="705"/>
                    </a:lnTo>
                    <a:lnTo>
                      <a:pt x="1461" y="694"/>
                    </a:lnTo>
                    <a:lnTo>
                      <a:pt x="1459" y="684"/>
                    </a:lnTo>
                    <a:lnTo>
                      <a:pt x="1465" y="675"/>
                    </a:lnTo>
                    <a:lnTo>
                      <a:pt x="1481" y="664"/>
                    </a:lnTo>
                    <a:lnTo>
                      <a:pt x="1487" y="652"/>
                    </a:lnTo>
                    <a:lnTo>
                      <a:pt x="1486" y="624"/>
                    </a:lnTo>
                    <a:lnTo>
                      <a:pt x="1493" y="608"/>
                    </a:lnTo>
                    <a:lnTo>
                      <a:pt x="1506" y="597"/>
                    </a:lnTo>
                    <a:lnTo>
                      <a:pt x="1521" y="589"/>
                    </a:lnTo>
                    <a:lnTo>
                      <a:pt x="1531" y="581"/>
                    </a:lnTo>
                    <a:lnTo>
                      <a:pt x="1538" y="567"/>
                    </a:lnTo>
                    <a:lnTo>
                      <a:pt x="1558" y="563"/>
                    </a:lnTo>
                    <a:lnTo>
                      <a:pt x="1569" y="560"/>
                    </a:lnTo>
                    <a:lnTo>
                      <a:pt x="1585" y="565"/>
                    </a:lnTo>
                    <a:lnTo>
                      <a:pt x="1590" y="560"/>
                    </a:lnTo>
                    <a:lnTo>
                      <a:pt x="1586" y="544"/>
                    </a:lnTo>
                    <a:lnTo>
                      <a:pt x="1591" y="530"/>
                    </a:lnTo>
                    <a:lnTo>
                      <a:pt x="1602" y="525"/>
                    </a:lnTo>
                    <a:lnTo>
                      <a:pt x="1608" y="518"/>
                    </a:lnTo>
                    <a:lnTo>
                      <a:pt x="1608" y="506"/>
                    </a:lnTo>
                    <a:lnTo>
                      <a:pt x="1604" y="493"/>
                    </a:lnTo>
                    <a:lnTo>
                      <a:pt x="1594" y="490"/>
                    </a:lnTo>
                    <a:lnTo>
                      <a:pt x="1580" y="490"/>
                    </a:lnTo>
                    <a:lnTo>
                      <a:pt x="1570" y="486"/>
                    </a:lnTo>
                    <a:lnTo>
                      <a:pt x="1552" y="486"/>
                    </a:lnTo>
                    <a:lnTo>
                      <a:pt x="1554" y="470"/>
                    </a:lnTo>
                    <a:lnTo>
                      <a:pt x="1556" y="455"/>
                    </a:lnTo>
                    <a:lnTo>
                      <a:pt x="1543" y="453"/>
                    </a:lnTo>
                    <a:lnTo>
                      <a:pt x="1541" y="442"/>
                    </a:lnTo>
                    <a:lnTo>
                      <a:pt x="1543" y="434"/>
                    </a:lnTo>
                    <a:lnTo>
                      <a:pt x="1532" y="422"/>
                    </a:lnTo>
                    <a:lnTo>
                      <a:pt x="1520" y="426"/>
                    </a:lnTo>
                    <a:lnTo>
                      <a:pt x="1505" y="436"/>
                    </a:lnTo>
                    <a:lnTo>
                      <a:pt x="1492" y="439"/>
                    </a:lnTo>
                    <a:lnTo>
                      <a:pt x="1472" y="441"/>
                    </a:lnTo>
                    <a:lnTo>
                      <a:pt x="1463" y="439"/>
                    </a:lnTo>
                    <a:lnTo>
                      <a:pt x="1457" y="434"/>
                    </a:lnTo>
                    <a:lnTo>
                      <a:pt x="1452" y="433"/>
                    </a:lnTo>
                    <a:lnTo>
                      <a:pt x="1443" y="438"/>
                    </a:lnTo>
                    <a:lnTo>
                      <a:pt x="1434" y="444"/>
                    </a:lnTo>
                    <a:lnTo>
                      <a:pt x="1428" y="455"/>
                    </a:lnTo>
                    <a:lnTo>
                      <a:pt x="1408" y="472"/>
                    </a:lnTo>
                    <a:lnTo>
                      <a:pt x="1393" y="476"/>
                    </a:lnTo>
                    <a:lnTo>
                      <a:pt x="1379" y="492"/>
                    </a:lnTo>
                    <a:lnTo>
                      <a:pt x="1369" y="499"/>
                    </a:lnTo>
                    <a:lnTo>
                      <a:pt x="1354" y="507"/>
                    </a:lnTo>
                    <a:lnTo>
                      <a:pt x="1342" y="515"/>
                    </a:lnTo>
                    <a:lnTo>
                      <a:pt x="1314" y="522"/>
                    </a:lnTo>
                    <a:lnTo>
                      <a:pt x="1296" y="527"/>
                    </a:lnTo>
                    <a:lnTo>
                      <a:pt x="1298" y="529"/>
                    </a:lnTo>
                    <a:lnTo>
                      <a:pt x="1298" y="531"/>
                    </a:lnTo>
                    <a:lnTo>
                      <a:pt x="1295" y="538"/>
                    </a:lnTo>
                    <a:lnTo>
                      <a:pt x="1295" y="540"/>
                    </a:lnTo>
                    <a:lnTo>
                      <a:pt x="1296" y="542"/>
                    </a:lnTo>
                    <a:lnTo>
                      <a:pt x="1315" y="550"/>
                    </a:lnTo>
                    <a:lnTo>
                      <a:pt x="1321" y="556"/>
                    </a:lnTo>
                    <a:lnTo>
                      <a:pt x="1319" y="570"/>
                    </a:lnTo>
                    <a:lnTo>
                      <a:pt x="1320" y="574"/>
                    </a:lnTo>
                    <a:lnTo>
                      <a:pt x="1320" y="577"/>
                    </a:lnTo>
                    <a:lnTo>
                      <a:pt x="1312" y="581"/>
                    </a:lnTo>
                    <a:lnTo>
                      <a:pt x="1292" y="584"/>
                    </a:lnTo>
                    <a:lnTo>
                      <a:pt x="1278" y="585"/>
                    </a:lnTo>
                    <a:lnTo>
                      <a:pt x="1257" y="589"/>
                    </a:lnTo>
                    <a:lnTo>
                      <a:pt x="1249" y="590"/>
                    </a:lnTo>
                    <a:lnTo>
                      <a:pt x="1240" y="590"/>
                    </a:lnTo>
                    <a:lnTo>
                      <a:pt x="1230" y="587"/>
                    </a:lnTo>
                    <a:lnTo>
                      <a:pt x="1225" y="587"/>
                    </a:lnTo>
                    <a:lnTo>
                      <a:pt x="1202" y="595"/>
                    </a:lnTo>
                    <a:lnTo>
                      <a:pt x="1183" y="595"/>
                    </a:lnTo>
                    <a:lnTo>
                      <a:pt x="1160" y="592"/>
                    </a:lnTo>
                    <a:lnTo>
                      <a:pt x="1149" y="588"/>
                    </a:lnTo>
                    <a:lnTo>
                      <a:pt x="1145" y="585"/>
                    </a:lnTo>
                    <a:lnTo>
                      <a:pt x="1142" y="585"/>
                    </a:lnTo>
                    <a:lnTo>
                      <a:pt x="1140" y="584"/>
                    </a:lnTo>
                    <a:lnTo>
                      <a:pt x="1140" y="577"/>
                    </a:lnTo>
                    <a:lnTo>
                      <a:pt x="1139" y="574"/>
                    </a:lnTo>
                    <a:lnTo>
                      <a:pt x="1134" y="573"/>
                    </a:lnTo>
                    <a:lnTo>
                      <a:pt x="1134" y="568"/>
                    </a:lnTo>
                    <a:lnTo>
                      <a:pt x="1143" y="560"/>
                    </a:lnTo>
                    <a:lnTo>
                      <a:pt x="1144" y="556"/>
                    </a:lnTo>
                    <a:lnTo>
                      <a:pt x="1139" y="556"/>
                    </a:lnTo>
                    <a:lnTo>
                      <a:pt x="1135" y="554"/>
                    </a:lnTo>
                    <a:lnTo>
                      <a:pt x="1133" y="551"/>
                    </a:lnTo>
                    <a:lnTo>
                      <a:pt x="1133" y="544"/>
                    </a:lnTo>
                    <a:lnTo>
                      <a:pt x="1137" y="531"/>
                    </a:lnTo>
                    <a:lnTo>
                      <a:pt x="1137" y="525"/>
                    </a:lnTo>
                    <a:lnTo>
                      <a:pt x="1134" y="515"/>
                    </a:lnTo>
                    <a:lnTo>
                      <a:pt x="1133" y="512"/>
                    </a:lnTo>
                    <a:lnTo>
                      <a:pt x="1128" y="509"/>
                    </a:lnTo>
                    <a:lnTo>
                      <a:pt x="1123" y="511"/>
                    </a:lnTo>
                    <a:lnTo>
                      <a:pt x="1115" y="517"/>
                    </a:lnTo>
                    <a:lnTo>
                      <a:pt x="1107" y="517"/>
                    </a:lnTo>
                    <a:lnTo>
                      <a:pt x="1099" y="520"/>
                    </a:lnTo>
                    <a:lnTo>
                      <a:pt x="1097" y="522"/>
                    </a:lnTo>
                    <a:lnTo>
                      <a:pt x="1094" y="529"/>
                    </a:lnTo>
                    <a:lnTo>
                      <a:pt x="1090" y="541"/>
                    </a:lnTo>
                    <a:lnTo>
                      <a:pt x="1091" y="556"/>
                    </a:lnTo>
                    <a:lnTo>
                      <a:pt x="1090" y="570"/>
                    </a:lnTo>
                    <a:lnTo>
                      <a:pt x="1086" y="574"/>
                    </a:lnTo>
                    <a:lnTo>
                      <a:pt x="1086" y="578"/>
                    </a:lnTo>
                    <a:lnTo>
                      <a:pt x="1094" y="582"/>
                    </a:lnTo>
                    <a:lnTo>
                      <a:pt x="1099" y="592"/>
                    </a:lnTo>
                    <a:lnTo>
                      <a:pt x="1099" y="599"/>
                    </a:lnTo>
                    <a:lnTo>
                      <a:pt x="1092" y="610"/>
                    </a:lnTo>
                    <a:lnTo>
                      <a:pt x="1092" y="613"/>
                    </a:lnTo>
                    <a:lnTo>
                      <a:pt x="1080" y="611"/>
                    </a:lnTo>
                    <a:lnTo>
                      <a:pt x="1069" y="614"/>
                    </a:lnTo>
                    <a:lnTo>
                      <a:pt x="1054" y="613"/>
                    </a:lnTo>
                    <a:lnTo>
                      <a:pt x="1046" y="615"/>
                    </a:lnTo>
                    <a:lnTo>
                      <a:pt x="1036" y="610"/>
                    </a:lnTo>
                    <a:lnTo>
                      <a:pt x="1026" y="609"/>
                    </a:lnTo>
                    <a:lnTo>
                      <a:pt x="1020" y="609"/>
                    </a:lnTo>
                    <a:lnTo>
                      <a:pt x="973" y="601"/>
                    </a:lnTo>
                    <a:lnTo>
                      <a:pt x="967" y="595"/>
                    </a:lnTo>
                    <a:lnTo>
                      <a:pt x="959" y="592"/>
                    </a:lnTo>
                    <a:lnTo>
                      <a:pt x="945" y="593"/>
                    </a:lnTo>
                    <a:lnTo>
                      <a:pt x="925" y="589"/>
                    </a:lnTo>
                    <a:lnTo>
                      <a:pt x="913" y="581"/>
                    </a:lnTo>
                    <a:lnTo>
                      <a:pt x="907" y="576"/>
                    </a:lnTo>
                    <a:lnTo>
                      <a:pt x="897" y="562"/>
                    </a:lnTo>
                    <a:lnTo>
                      <a:pt x="891" y="558"/>
                    </a:lnTo>
                    <a:lnTo>
                      <a:pt x="873" y="555"/>
                    </a:lnTo>
                    <a:lnTo>
                      <a:pt x="869" y="555"/>
                    </a:lnTo>
                    <a:lnTo>
                      <a:pt x="866" y="558"/>
                    </a:lnTo>
                    <a:lnTo>
                      <a:pt x="860" y="557"/>
                    </a:lnTo>
                    <a:lnTo>
                      <a:pt x="852" y="554"/>
                    </a:lnTo>
                    <a:lnTo>
                      <a:pt x="841" y="554"/>
                    </a:lnTo>
                    <a:lnTo>
                      <a:pt x="832" y="558"/>
                    </a:lnTo>
                    <a:lnTo>
                      <a:pt x="827" y="558"/>
                    </a:lnTo>
                    <a:lnTo>
                      <a:pt x="806" y="554"/>
                    </a:lnTo>
                    <a:lnTo>
                      <a:pt x="796" y="541"/>
                    </a:lnTo>
                    <a:lnTo>
                      <a:pt x="794" y="539"/>
                    </a:lnTo>
                    <a:lnTo>
                      <a:pt x="785" y="538"/>
                    </a:lnTo>
                    <a:lnTo>
                      <a:pt x="782" y="538"/>
                    </a:lnTo>
                    <a:lnTo>
                      <a:pt x="772" y="530"/>
                    </a:lnTo>
                    <a:lnTo>
                      <a:pt x="761" y="525"/>
                    </a:lnTo>
                    <a:lnTo>
                      <a:pt x="751" y="524"/>
                    </a:lnTo>
                    <a:lnTo>
                      <a:pt x="741" y="519"/>
                    </a:lnTo>
                    <a:lnTo>
                      <a:pt x="736" y="515"/>
                    </a:lnTo>
                    <a:lnTo>
                      <a:pt x="724" y="501"/>
                    </a:lnTo>
                    <a:lnTo>
                      <a:pt x="715" y="495"/>
                    </a:lnTo>
                    <a:lnTo>
                      <a:pt x="707" y="491"/>
                    </a:lnTo>
                    <a:lnTo>
                      <a:pt x="703" y="487"/>
                    </a:lnTo>
                    <a:lnTo>
                      <a:pt x="690" y="480"/>
                    </a:lnTo>
                    <a:lnTo>
                      <a:pt x="687" y="480"/>
                    </a:lnTo>
                    <a:lnTo>
                      <a:pt x="686" y="484"/>
                    </a:lnTo>
                    <a:lnTo>
                      <a:pt x="681" y="484"/>
                    </a:lnTo>
                    <a:lnTo>
                      <a:pt x="676" y="480"/>
                    </a:lnTo>
                    <a:lnTo>
                      <a:pt x="675" y="474"/>
                    </a:lnTo>
                    <a:lnTo>
                      <a:pt x="670" y="469"/>
                    </a:lnTo>
                    <a:lnTo>
                      <a:pt x="659" y="468"/>
                    </a:lnTo>
                    <a:lnTo>
                      <a:pt x="658" y="465"/>
                    </a:lnTo>
                    <a:lnTo>
                      <a:pt x="659" y="458"/>
                    </a:lnTo>
                    <a:lnTo>
                      <a:pt x="664" y="450"/>
                    </a:lnTo>
                    <a:lnTo>
                      <a:pt x="667" y="449"/>
                    </a:lnTo>
                    <a:lnTo>
                      <a:pt x="669" y="442"/>
                    </a:lnTo>
                    <a:lnTo>
                      <a:pt x="672" y="438"/>
                    </a:lnTo>
                    <a:lnTo>
                      <a:pt x="669" y="429"/>
                    </a:lnTo>
                    <a:lnTo>
                      <a:pt x="672" y="422"/>
                    </a:lnTo>
                    <a:lnTo>
                      <a:pt x="677" y="416"/>
                    </a:lnTo>
                    <a:lnTo>
                      <a:pt x="675" y="409"/>
                    </a:lnTo>
                    <a:lnTo>
                      <a:pt x="675" y="405"/>
                    </a:lnTo>
                    <a:lnTo>
                      <a:pt x="679" y="400"/>
                    </a:lnTo>
                    <a:lnTo>
                      <a:pt x="685" y="400"/>
                    </a:lnTo>
                    <a:lnTo>
                      <a:pt x="688" y="393"/>
                    </a:lnTo>
                    <a:lnTo>
                      <a:pt x="696" y="388"/>
                    </a:lnTo>
                    <a:lnTo>
                      <a:pt x="699" y="382"/>
                    </a:lnTo>
                    <a:lnTo>
                      <a:pt x="701" y="377"/>
                    </a:lnTo>
                    <a:lnTo>
                      <a:pt x="703" y="375"/>
                    </a:lnTo>
                    <a:lnTo>
                      <a:pt x="706" y="377"/>
                    </a:lnTo>
                    <a:lnTo>
                      <a:pt x="712" y="375"/>
                    </a:lnTo>
                    <a:lnTo>
                      <a:pt x="709" y="374"/>
                    </a:lnTo>
                    <a:lnTo>
                      <a:pt x="692" y="369"/>
                    </a:lnTo>
                    <a:lnTo>
                      <a:pt x="690" y="367"/>
                    </a:lnTo>
                    <a:lnTo>
                      <a:pt x="686" y="361"/>
                    </a:lnTo>
                    <a:lnTo>
                      <a:pt x="681" y="359"/>
                    </a:lnTo>
                    <a:lnTo>
                      <a:pt x="669" y="350"/>
                    </a:lnTo>
                    <a:lnTo>
                      <a:pt x="663" y="350"/>
                    </a:lnTo>
                    <a:lnTo>
                      <a:pt x="656" y="346"/>
                    </a:lnTo>
                    <a:lnTo>
                      <a:pt x="654" y="342"/>
                    </a:lnTo>
                    <a:lnTo>
                      <a:pt x="654" y="339"/>
                    </a:lnTo>
                    <a:lnTo>
                      <a:pt x="651" y="335"/>
                    </a:lnTo>
                    <a:lnTo>
                      <a:pt x="647" y="335"/>
                    </a:lnTo>
                    <a:lnTo>
                      <a:pt x="645" y="332"/>
                    </a:lnTo>
                    <a:lnTo>
                      <a:pt x="640" y="330"/>
                    </a:lnTo>
                    <a:lnTo>
                      <a:pt x="632" y="334"/>
                    </a:lnTo>
                    <a:lnTo>
                      <a:pt x="631" y="332"/>
                    </a:lnTo>
                    <a:lnTo>
                      <a:pt x="629" y="326"/>
                    </a:lnTo>
                    <a:lnTo>
                      <a:pt x="628" y="325"/>
                    </a:lnTo>
                    <a:lnTo>
                      <a:pt x="624" y="324"/>
                    </a:lnTo>
                    <a:lnTo>
                      <a:pt x="621" y="325"/>
                    </a:lnTo>
                    <a:lnTo>
                      <a:pt x="612" y="324"/>
                    </a:lnTo>
                    <a:lnTo>
                      <a:pt x="608" y="325"/>
                    </a:lnTo>
                    <a:lnTo>
                      <a:pt x="602" y="329"/>
                    </a:lnTo>
                    <a:lnTo>
                      <a:pt x="599" y="329"/>
                    </a:lnTo>
                    <a:lnTo>
                      <a:pt x="596" y="326"/>
                    </a:lnTo>
                    <a:lnTo>
                      <a:pt x="597" y="316"/>
                    </a:lnTo>
                    <a:lnTo>
                      <a:pt x="593" y="313"/>
                    </a:lnTo>
                    <a:lnTo>
                      <a:pt x="589" y="307"/>
                    </a:lnTo>
                    <a:lnTo>
                      <a:pt x="589" y="304"/>
                    </a:lnTo>
                    <a:lnTo>
                      <a:pt x="584" y="299"/>
                    </a:lnTo>
                    <a:lnTo>
                      <a:pt x="584" y="294"/>
                    </a:lnTo>
                    <a:lnTo>
                      <a:pt x="586" y="287"/>
                    </a:lnTo>
                    <a:lnTo>
                      <a:pt x="583" y="281"/>
                    </a:lnTo>
                    <a:lnTo>
                      <a:pt x="583" y="277"/>
                    </a:lnTo>
                    <a:lnTo>
                      <a:pt x="584" y="270"/>
                    </a:lnTo>
                    <a:lnTo>
                      <a:pt x="586" y="264"/>
                    </a:lnTo>
                    <a:lnTo>
                      <a:pt x="579" y="254"/>
                    </a:lnTo>
                    <a:lnTo>
                      <a:pt x="572" y="246"/>
                    </a:lnTo>
                    <a:lnTo>
                      <a:pt x="572" y="237"/>
                    </a:lnTo>
                    <a:lnTo>
                      <a:pt x="569" y="229"/>
                    </a:lnTo>
                    <a:lnTo>
                      <a:pt x="570" y="226"/>
                    </a:lnTo>
                    <a:lnTo>
                      <a:pt x="581" y="224"/>
                    </a:lnTo>
                    <a:lnTo>
                      <a:pt x="584" y="221"/>
                    </a:lnTo>
                    <a:lnTo>
                      <a:pt x="585" y="222"/>
                    </a:lnTo>
                    <a:lnTo>
                      <a:pt x="586" y="229"/>
                    </a:lnTo>
                    <a:lnTo>
                      <a:pt x="589" y="234"/>
                    </a:lnTo>
                    <a:lnTo>
                      <a:pt x="591" y="237"/>
                    </a:lnTo>
                    <a:lnTo>
                      <a:pt x="599" y="239"/>
                    </a:lnTo>
                    <a:lnTo>
                      <a:pt x="601" y="238"/>
                    </a:lnTo>
                    <a:lnTo>
                      <a:pt x="604" y="237"/>
                    </a:lnTo>
                    <a:lnTo>
                      <a:pt x="607" y="238"/>
                    </a:lnTo>
                    <a:lnTo>
                      <a:pt x="608" y="232"/>
                    </a:lnTo>
                    <a:lnTo>
                      <a:pt x="612" y="229"/>
                    </a:lnTo>
                    <a:lnTo>
                      <a:pt x="616" y="223"/>
                    </a:lnTo>
                    <a:lnTo>
                      <a:pt x="617" y="223"/>
                    </a:lnTo>
                    <a:lnTo>
                      <a:pt x="621" y="228"/>
                    </a:lnTo>
                    <a:lnTo>
                      <a:pt x="623" y="228"/>
                    </a:lnTo>
                    <a:lnTo>
                      <a:pt x="632" y="217"/>
                    </a:lnTo>
                    <a:lnTo>
                      <a:pt x="632" y="215"/>
                    </a:lnTo>
                    <a:lnTo>
                      <a:pt x="628" y="208"/>
                    </a:lnTo>
                    <a:lnTo>
                      <a:pt x="622" y="200"/>
                    </a:lnTo>
                    <a:lnTo>
                      <a:pt x="621" y="195"/>
                    </a:lnTo>
                    <a:lnTo>
                      <a:pt x="622" y="192"/>
                    </a:lnTo>
                    <a:lnTo>
                      <a:pt x="622" y="189"/>
                    </a:lnTo>
                    <a:lnTo>
                      <a:pt x="612" y="184"/>
                    </a:lnTo>
                    <a:lnTo>
                      <a:pt x="607" y="185"/>
                    </a:lnTo>
                    <a:lnTo>
                      <a:pt x="606" y="181"/>
                    </a:lnTo>
                    <a:lnTo>
                      <a:pt x="597" y="174"/>
                    </a:lnTo>
                    <a:lnTo>
                      <a:pt x="597" y="159"/>
                    </a:lnTo>
                    <a:lnTo>
                      <a:pt x="602" y="158"/>
                    </a:lnTo>
                    <a:lnTo>
                      <a:pt x="600" y="152"/>
                    </a:lnTo>
                    <a:lnTo>
                      <a:pt x="601" y="149"/>
                    </a:lnTo>
                    <a:lnTo>
                      <a:pt x="602" y="148"/>
                    </a:lnTo>
                    <a:lnTo>
                      <a:pt x="595" y="141"/>
                    </a:lnTo>
                    <a:lnTo>
                      <a:pt x="596" y="135"/>
                    </a:lnTo>
                    <a:lnTo>
                      <a:pt x="596" y="133"/>
                    </a:lnTo>
                    <a:lnTo>
                      <a:pt x="606" y="133"/>
                    </a:lnTo>
                    <a:lnTo>
                      <a:pt x="610" y="130"/>
                    </a:lnTo>
                    <a:lnTo>
                      <a:pt x="621" y="133"/>
                    </a:lnTo>
                    <a:lnTo>
                      <a:pt x="623" y="131"/>
                    </a:lnTo>
                    <a:lnTo>
                      <a:pt x="628" y="126"/>
                    </a:lnTo>
                    <a:lnTo>
                      <a:pt x="633" y="116"/>
                    </a:lnTo>
                    <a:lnTo>
                      <a:pt x="633" y="105"/>
                    </a:lnTo>
                    <a:lnTo>
                      <a:pt x="643" y="104"/>
                    </a:lnTo>
                    <a:lnTo>
                      <a:pt x="644" y="103"/>
                    </a:lnTo>
                    <a:lnTo>
                      <a:pt x="642" y="100"/>
                    </a:lnTo>
                    <a:lnTo>
                      <a:pt x="643" y="97"/>
                    </a:lnTo>
                    <a:lnTo>
                      <a:pt x="647" y="94"/>
                    </a:lnTo>
                    <a:lnTo>
                      <a:pt x="648" y="92"/>
                    </a:lnTo>
                    <a:lnTo>
                      <a:pt x="651" y="88"/>
                    </a:lnTo>
                    <a:lnTo>
                      <a:pt x="658" y="83"/>
                    </a:lnTo>
                    <a:lnTo>
                      <a:pt x="658" y="77"/>
                    </a:lnTo>
                    <a:lnTo>
                      <a:pt x="664" y="71"/>
                    </a:lnTo>
                    <a:lnTo>
                      <a:pt x="666" y="52"/>
                    </a:lnTo>
                    <a:lnTo>
                      <a:pt x="669" y="50"/>
                    </a:lnTo>
                    <a:lnTo>
                      <a:pt x="669" y="43"/>
                    </a:lnTo>
                    <a:lnTo>
                      <a:pt x="675" y="35"/>
                    </a:lnTo>
                    <a:lnTo>
                      <a:pt x="675" y="32"/>
                    </a:lnTo>
                    <a:lnTo>
                      <a:pt x="671" y="29"/>
                    </a:lnTo>
                    <a:lnTo>
                      <a:pt x="667" y="29"/>
                    </a:lnTo>
                    <a:lnTo>
                      <a:pt x="660" y="38"/>
                    </a:lnTo>
                    <a:lnTo>
                      <a:pt x="658" y="38"/>
                    </a:lnTo>
                    <a:lnTo>
                      <a:pt x="655" y="34"/>
                    </a:lnTo>
                    <a:lnTo>
                      <a:pt x="653" y="23"/>
                    </a:lnTo>
                    <a:lnTo>
                      <a:pt x="648" y="27"/>
                    </a:lnTo>
                    <a:lnTo>
                      <a:pt x="644" y="27"/>
                    </a:lnTo>
                    <a:lnTo>
                      <a:pt x="642" y="22"/>
                    </a:lnTo>
                    <a:lnTo>
                      <a:pt x="639" y="22"/>
                    </a:lnTo>
                    <a:lnTo>
                      <a:pt x="637" y="20"/>
                    </a:lnTo>
                    <a:lnTo>
                      <a:pt x="636" y="11"/>
                    </a:lnTo>
                    <a:lnTo>
                      <a:pt x="632" y="9"/>
                    </a:lnTo>
                    <a:lnTo>
                      <a:pt x="631" y="7"/>
                    </a:lnTo>
                    <a:lnTo>
                      <a:pt x="628" y="6"/>
                    </a:lnTo>
                    <a:lnTo>
                      <a:pt x="624" y="6"/>
                    </a:lnTo>
                    <a:lnTo>
                      <a:pt x="621" y="1"/>
                    </a:lnTo>
                    <a:lnTo>
                      <a:pt x="618" y="0"/>
                    </a:lnTo>
                    <a:lnTo>
                      <a:pt x="615" y="0"/>
                    </a:lnTo>
                    <a:lnTo>
                      <a:pt x="610" y="2"/>
                    </a:lnTo>
                    <a:lnTo>
                      <a:pt x="604" y="2"/>
                    </a:lnTo>
                    <a:lnTo>
                      <a:pt x="599" y="6"/>
                    </a:lnTo>
                    <a:lnTo>
                      <a:pt x="585" y="6"/>
                    </a:lnTo>
                    <a:lnTo>
                      <a:pt x="575" y="13"/>
                    </a:lnTo>
                    <a:lnTo>
                      <a:pt x="564" y="19"/>
                    </a:lnTo>
                    <a:lnTo>
                      <a:pt x="557" y="24"/>
                    </a:lnTo>
                    <a:lnTo>
                      <a:pt x="552" y="29"/>
                    </a:lnTo>
                    <a:lnTo>
                      <a:pt x="547" y="30"/>
                    </a:lnTo>
                    <a:lnTo>
                      <a:pt x="543" y="35"/>
                    </a:lnTo>
                    <a:lnTo>
                      <a:pt x="536" y="32"/>
                    </a:lnTo>
                    <a:lnTo>
                      <a:pt x="531" y="35"/>
                    </a:lnTo>
                    <a:lnTo>
                      <a:pt x="526" y="35"/>
                    </a:lnTo>
                    <a:lnTo>
                      <a:pt x="492" y="60"/>
                    </a:lnTo>
                    <a:lnTo>
                      <a:pt x="488" y="66"/>
                    </a:lnTo>
                    <a:lnTo>
                      <a:pt x="489" y="68"/>
                    </a:lnTo>
                    <a:lnTo>
                      <a:pt x="489" y="71"/>
                    </a:lnTo>
                    <a:lnTo>
                      <a:pt x="486" y="79"/>
                    </a:lnTo>
                    <a:lnTo>
                      <a:pt x="482" y="83"/>
                    </a:lnTo>
                    <a:lnTo>
                      <a:pt x="478" y="82"/>
                    </a:lnTo>
                    <a:lnTo>
                      <a:pt x="475" y="78"/>
                    </a:lnTo>
                    <a:lnTo>
                      <a:pt x="456" y="79"/>
                    </a:lnTo>
                    <a:lnTo>
                      <a:pt x="454" y="81"/>
                    </a:lnTo>
                    <a:lnTo>
                      <a:pt x="449" y="87"/>
                    </a:lnTo>
                    <a:lnTo>
                      <a:pt x="446" y="88"/>
                    </a:lnTo>
                    <a:lnTo>
                      <a:pt x="440" y="88"/>
                    </a:lnTo>
                    <a:lnTo>
                      <a:pt x="433" y="86"/>
                    </a:lnTo>
                    <a:lnTo>
                      <a:pt x="429" y="88"/>
                    </a:lnTo>
                    <a:lnTo>
                      <a:pt x="427" y="92"/>
                    </a:lnTo>
                    <a:lnTo>
                      <a:pt x="423" y="94"/>
                    </a:lnTo>
                    <a:lnTo>
                      <a:pt x="421" y="95"/>
                    </a:lnTo>
                    <a:lnTo>
                      <a:pt x="414" y="94"/>
                    </a:lnTo>
                    <a:lnTo>
                      <a:pt x="411" y="95"/>
                    </a:lnTo>
                    <a:lnTo>
                      <a:pt x="407" y="93"/>
                    </a:lnTo>
                    <a:lnTo>
                      <a:pt x="395" y="93"/>
                    </a:lnTo>
                    <a:lnTo>
                      <a:pt x="390" y="92"/>
                    </a:lnTo>
                    <a:lnTo>
                      <a:pt x="385" y="92"/>
                    </a:lnTo>
                    <a:lnTo>
                      <a:pt x="370" y="83"/>
                    </a:lnTo>
                    <a:lnTo>
                      <a:pt x="360" y="81"/>
                    </a:lnTo>
                    <a:lnTo>
                      <a:pt x="342" y="73"/>
                    </a:lnTo>
                    <a:lnTo>
                      <a:pt x="337" y="76"/>
                    </a:lnTo>
                    <a:lnTo>
                      <a:pt x="333" y="79"/>
                    </a:lnTo>
                    <a:lnTo>
                      <a:pt x="326" y="78"/>
                    </a:lnTo>
                    <a:lnTo>
                      <a:pt x="322" y="79"/>
                    </a:lnTo>
                    <a:lnTo>
                      <a:pt x="321" y="82"/>
                    </a:lnTo>
                    <a:lnTo>
                      <a:pt x="320" y="90"/>
                    </a:lnTo>
                    <a:lnTo>
                      <a:pt x="312" y="104"/>
                    </a:lnTo>
                    <a:lnTo>
                      <a:pt x="312" y="106"/>
                    </a:lnTo>
                    <a:lnTo>
                      <a:pt x="321" y="106"/>
                    </a:lnTo>
                    <a:lnTo>
                      <a:pt x="323" y="111"/>
                    </a:lnTo>
                    <a:lnTo>
                      <a:pt x="323" y="115"/>
                    </a:lnTo>
                    <a:lnTo>
                      <a:pt x="319" y="117"/>
                    </a:lnTo>
                    <a:lnTo>
                      <a:pt x="317" y="119"/>
                    </a:lnTo>
                    <a:lnTo>
                      <a:pt x="317" y="122"/>
                    </a:lnTo>
                    <a:lnTo>
                      <a:pt x="320" y="126"/>
                    </a:lnTo>
                    <a:lnTo>
                      <a:pt x="322" y="127"/>
                    </a:lnTo>
                    <a:lnTo>
                      <a:pt x="333" y="126"/>
                    </a:lnTo>
                    <a:lnTo>
                      <a:pt x="336" y="129"/>
                    </a:lnTo>
                    <a:lnTo>
                      <a:pt x="337" y="132"/>
                    </a:lnTo>
                    <a:lnTo>
                      <a:pt x="337" y="133"/>
                    </a:lnTo>
                    <a:lnTo>
                      <a:pt x="332" y="138"/>
                    </a:lnTo>
                    <a:lnTo>
                      <a:pt x="326" y="141"/>
                    </a:lnTo>
                    <a:lnTo>
                      <a:pt x="325" y="147"/>
                    </a:lnTo>
                    <a:lnTo>
                      <a:pt x="337" y="158"/>
                    </a:lnTo>
                    <a:lnTo>
                      <a:pt x="337" y="164"/>
                    </a:lnTo>
                    <a:lnTo>
                      <a:pt x="336" y="169"/>
                    </a:lnTo>
                    <a:lnTo>
                      <a:pt x="322" y="178"/>
                    </a:lnTo>
                    <a:lnTo>
                      <a:pt x="321" y="181"/>
                    </a:lnTo>
                    <a:lnTo>
                      <a:pt x="330" y="185"/>
                    </a:lnTo>
                    <a:lnTo>
                      <a:pt x="333" y="194"/>
                    </a:lnTo>
                    <a:lnTo>
                      <a:pt x="343" y="200"/>
                    </a:lnTo>
                    <a:lnTo>
                      <a:pt x="342" y="207"/>
                    </a:lnTo>
                    <a:lnTo>
                      <a:pt x="349" y="208"/>
                    </a:lnTo>
                    <a:lnTo>
                      <a:pt x="352" y="212"/>
                    </a:lnTo>
                    <a:lnTo>
                      <a:pt x="358" y="210"/>
                    </a:lnTo>
                    <a:lnTo>
                      <a:pt x="363" y="211"/>
                    </a:lnTo>
                    <a:lnTo>
                      <a:pt x="363" y="216"/>
                    </a:lnTo>
                    <a:lnTo>
                      <a:pt x="362" y="222"/>
                    </a:lnTo>
                    <a:lnTo>
                      <a:pt x="365" y="229"/>
                    </a:lnTo>
                    <a:lnTo>
                      <a:pt x="366" y="230"/>
                    </a:lnTo>
                    <a:lnTo>
                      <a:pt x="384" y="232"/>
                    </a:lnTo>
                    <a:lnTo>
                      <a:pt x="389" y="235"/>
                    </a:lnTo>
                    <a:lnTo>
                      <a:pt x="394" y="234"/>
                    </a:lnTo>
                    <a:lnTo>
                      <a:pt x="400" y="242"/>
                    </a:lnTo>
                    <a:lnTo>
                      <a:pt x="398" y="246"/>
                    </a:lnTo>
                    <a:lnTo>
                      <a:pt x="401" y="250"/>
                    </a:lnTo>
                    <a:lnTo>
                      <a:pt x="396" y="255"/>
                    </a:lnTo>
                    <a:lnTo>
                      <a:pt x="394" y="259"/>
                    </a:lnTo>
                    <a:lnTo>
                      <a:pt x="386" y="260"/>
                    </a:lnTo>
                    <a:lnTo>
                      <a:pt x="382" y="260"/>
                    </a:lnTo>
                    <a:lnTo>
                      <a:pt x="380" y="259"/>
                    </a:lnTo>
                    <a:lnTo>
                      <a:pt x="375" y="260"/>
                    </a:lnTo>
                    <a:lnTo>
                      <a:pt x="373" y="262"/>
                    </a:lnTo>
                    <a:lnTo>
                      <a:pt x="362" y="267"/>
                    </a:lnTo>
                    <a:lnTo>
                      <a:pt x="358" y="275"/>
                    </a:lnTo>
                    <a:lnTo>
                      <a:pt x="357" y="286"/>
                    </a:lnTo>
                    <a:lnTo>
                      <a:pt x="362" y="292"/>
                    </a:lnTo>
                    <a:lnTo>
                      <a:pt x="360" y="297"/>
                    </a:lnTo>
                    <a:lnTo>
                      <a:pt x="363" y="298"/>
                    </a:lnTo>
                    <a:lnTo>
                      <a:pt x="364" y="301"/>
                    </a:lnTo>
                    <a:lnTo>
                      <a:pt x="363" y="304"/>
                    </a:lnTo>
                    <a:lnTo>
                      <a:pt x="358" y="308"/>
                    </a:lnTo>
                    <a:lnTo>
                      <a:pt x="357" y="314"/>
                    </a:lnTo>
                    <a:lnTo>
                      <a:pt x="357" y="316"/>
                    </a:lnTo>
                    <a:lnTo>
                      <a:pt x="359" y="318"/>
                    </a:lnTo>
                    <a:lnTo>
                      <a:pt x="369" y="318"/>
                    </a:lnTo>
                    <a:lnTo>
                      <a:pt x="371" y="324"/>
                    </a:lnTo>
                    <a:lnTo>
                      <a:pt x="369" y="326"/>
                    </a:lnTo>
                    <a:lnTo>
                      <a:pt x="365" y="328"/>
                    </a:lnTo>
                    <a:lnTo>
                      <a:pt x="362" y="326"/>
                    </a:lnTo>
                    <a:lnTo>
                      <a:pt x="359" y="324"/>
                    </a:lnTo>
                    <a:lnTo>
                      <a:pt x="357" y="331"/>
                    </a:lnTo>
                    <a:lnTo>
                      <a:pt x="343" y="336"/>
                    </a:lnTo>
                    <a:lnTo>
                      <a:pt x="331" y="352"/>
                    </a:lnTo>
                    <a:lnTo>
                      <a:pt x="326" y="355"/>
                    </a:lnTo>
                    <a:lnTo>
                      <a:pt x="321" y="361"/>
                    </a:lnTo>
                    <a:lnTo>
                      <a:pt x="317" y="366"/>
                    </a:lnTo>
                    <a:lnTo>
                      <a:pt x="316" y="372"/>
                    </a:lnTo>
                    <a:lnTo>
                      <a:pt x="317" y="380"/>
                    </a:lnTo>
                    <a:lnTo>
                      <a:pt x="314" y="388"/>
                    </a:lnTo>
                    <a:lnTo>
                      <a:pt x="305" y="393"/>
                    </a:lnTo>
                    <a:lnTo>
                      <a:pt x="298" y="393"/>
                    </a:lnTo>
                    <a:lnTo>
                      <a:pt x="292" y="398"/>
                    </a:lnTo>
                    <a:lnTo>
                      <a:pt x="287" y="406"/>
                    </a:lnTo>
                    <a:lnTo>
                      <a:pt x="283" y="417"/>
                    </a:lnTo>
                    <a:lnTo>
                      <a:pt x="277" y="428"/>
                    </a:lnTo>
                    <a:lnTo>
                      <a:pt x="262" y="450"/>
                    </a:lnTo>
                    <a:lnTo>
                      <a:pt x="256" y="457"/>
                    </a:lnTo>
                    <a:lnTo>
                      <a:pt x="244" y="464"/>
                    </a:lnTo>
                    <a:lnTo>
                      <a:pt x="233" y="474"/>
                    </a:lnTo>
                    <a:lnTo>
                      <a:pt x="229" y="479"/>
                    </a:lnTo>
                    <a:lnTo>
                      <a:pt x="219" y="495"/>
                    </a:lnTo>
                    <a:lnTo>
                      <a:pt x="212" y="504"/>
                    </a:lnTo>
                    <a:lnTo>
                      <a:pt x="204" y="519"/>
                    </a:lnTo>
                    <a:lnTo>
                      <a:pt x="199" y="522"/>
                    </a:lnTo>
                    <a:lnTo>
                      <a:pt x="195" y="523"/>
                    </a:lnTo>
                    <a:lnTo>
                      <a:pt x="172" y="523"/>
                    </a:lnTo>
                    <a:lnTo>
                      <a:pt x="169" y="524"/>
                    </a:lnTo>
                    <a:lnTo>
                      <a:pt x="161" y="527"/>
                    </a:lnTo>
                    <a:lnTo>
                      <a:pt x="156" y="533"/>
                    </a:lnTo>
                    <a:lnTo>
                      <a:pt x="152" y="534"/>
                    </a:lnTo>
                    <a:lnTo>
                      <a:pt x="149" y="533"/>
                    </a:lnTo>
                    <a:lnTo>
                      <a:pt x="147" y="528"/>
                    </a:lnTo>
                    <a:lnTo>
                      <a:pt x="139" y="514"/>
                    </a:lnTo>
                    <a:lnTo>
                      <a:pt x="136" y="512"/>
                    </a:lnTo>
                    <a:lnTo>
                      <a:pt x="132" y="513"/>
                    </a:lnTo>
                    <a:lnTo>
                      <a:pt x="122" y="522"/>
                    </a:lnTo>
                    <a:lnTo>
                      <a:pt x="118" y="528"/>
                    </a:lnTo>
                    <a:lnTo>
                      <a:pt x="107" y="538"/>
                    </a:lnTo>
                    <a:lnTo>
                      <a:pt x="93" y="556"/>
                    </a:lnTo>
                    <a:lnTo>
                      <a:pt x="85" y="563"/>
                    </a:lnTo>
                    <a:lnTo>
                      <a:pt x="83" y="570"/>
                    </a:lnTo>
                    <a:lnTo>
                      <a:pt x="79" y="588"/>
                    </a:lnTo>
                    <a:lnTo>
                      <a:pt x="79" y="593"/>
                    </a:lnTo>
                    <a:lnTo>
                      <a:pt x="81" y="598"/>
                    </a:lnTo>
                    <a:lnTo>
                      <a:pt x="88" y="601"/>
                    </a:lnTo>
                    <a:lnTo>
                      <a:pt x="94" y="600"/>
                    </a:lnTo>
                    <a:lnTo>
                      <a:pt x="101" y="603"/>
                    </a:lnTo>
                    <a:lnTo>
                      <a:pt x="111" y="603"/>
                    </a:lnTo>
                    <a:lnTo>
                      <a:pt x="113" y="604"/>
                    </a:lnTo>
                    <a:lnTo>
                      <a:pt x="117" y="608"/>
                    </a:lnTo>
                    <a:lnTo>
                      <a:pt x="118" y="611"/>
                    </a:lnTo>
                    <a:lnTo>
                      <a:pt x="118" y="616"/>
                    </a:lnTo>
                    <a:lnTo>
                      <a:pt x="112" y="636"/>
                    </a:lnTo>
                    <a:lnTo>
                      <a:pt x="112" y="641"/>
                    </a:lnTo>
                    <a:lnTo>
                      <a:pt x="113" y="646"/>
                    </a:lnTo>
                    <a:lnTo>
                      <a:pt x="123" y="657"/>
                    </a:lnTo>
                    <a:lnTo>
                      <a:pt x="127" y="658"/>
                    </a:lnTo>
                    <a:lnTo>
                      <a:pt x="137" y="654"/>
                    </a:lnTo>
                    <a:lnTo>
                      <a:pt x="139" y="655"/>
                    </a:lnTo>
                    <a:lnTo>
                      <a:pt x="142" y="658"/>
                    </a:lnTo>
                    <a:lnTo>
                      <a:pt x="142" y="669"/>
                    </a:lnTo>
                    <a:lnTo>
                      <a:pt x="143" y="678"/>
                    </a:lnTo>
                    <a:lnTo>
                      <a:pt x="148" y="685"/>
                    </a:lnTo>
                    <a:lnTo>
                      <a:pt x="150" y="692"/>
                    </a:lnTo>
                    <a:lnTo>
                      <a:pt x="155" y="698"/>
                    </a:lnTo>
                    <a:lnTo>
                      <a:pt x="160" y="703"/>
                    </a:lnTo>
                    <a:lnTo>
                      <a:pt x="160" y="706"/>
                    </a:lnTo>
                    <a:lnTo>
                      <a:pt x="164" y="711"/>
                    </a:lnTo>
                    <a:lnTo>
                      <a:pt x="165" y="714"/>
                    </a:lnTo>
                    <a:lnTo>
                      <a:pt x="160" y="716"/>
                    </a:lnTo>
                    <a:lnTo>
                      <a:pt x="160" y="718"/>
                    </a:lnTo>
                    <a:lnTo>
                      <a:pt x="160" y="728"/>
                    </a:lnTo>
                    <a:lnTo>
                      <a:pt x="159" y="732"/>
                    </a:lnTo>
                    <a:lnTo>
                      <a:pt x="166" y="733"/>
                    </a:lnTo>
                    <a:lnTo>
                      <a:pt x="166" y="735"/>
                    </a:lnTo>
                    <a:lnTo>
                      <a:pt x="159" y="735"/>
                    </a:lnTo>
                    <a:lnTo>
                      <a:pt x="154" y="739"/>
                    </a:lnTo>
                    <a:lnTo>
                      <a:pt x="154" y="741"/>
                    </a:lnTo>
                    <a:lnTo>
                      <a:pt x="150" y="743"/>
                    </a:lnTo>
                    <a:lnTo>
                      <a:pt x="147" y="743"/>
                    </a:lnTo>
                    <a:lnTo>
                      <a:pt x="140" y="743"/>
                    </a:lnTo>
                    <a:lnTo>
                      <a:pt x="139" y="740"/>
                    </a:lnTo>
                    <a:lnTo>
                      <a:pt x="138" y="739"/>
                    </a:lnTo>
                    <a:lnTo>
                      <a:pt x="139" y="733"/>
                    </a:lnTo>
                    <a:lnTo>
                      <a:pt x="139" y="732"/>
                    </a:lnTo>
                    <a:lnTo>
                      <a:pt x="132" y="730"/>
                    </a:lnTo>
                    <a:lnTo>
                      <a:pt x="127" y="734"/>
                    </a:lnTo>
                    <a:lnTo>
                      <a:pt x="115" y="738"/>
                    </a:lnTo>
                    <a:lnTo>
                      <a:pt x="111" y="745"/>
                    </a:lnTo>
                    <a:lnTo>
                      <a:pt x="110" y="746"/>
                    </a:lnTo>
                    <a:lnTo>
                      <a:pt x="107" y="746"/>
                    </a:lnTo>
                    <a:lnTo>
                      <a:pt x="93" y="746"/>
                    </a:lnTo>
                    <a:lnTo>
                      <a:pt x="84" y="739"/>
                    </a:lnTo>
                    <a:lnTo>
                      <a:pt x="78" y="741"/>
                    </a:lnTo>
                    <a:lnTo>
                      <a:pt x="74" y="739"/>
                    </a:lnTo>
                    <a:lnTo>
                      <a:pt x="62" y="740"/>
                    </a:lnTo>
                    <a:lnTo>
                      <a:pt x="58" y="739"/>
                    </a:lnTo>
                    <a:lnTo>
                      <a:pt x="52" y="740"/>
                    </a:lnTo>
                    <a:lnTo>
                      <a:pt x="48" y="739"/>
                    </a:lnTo>
                    <a:lnTo>
                      <a:pt x="47" y="740"/>
                    </a:lnTo>
                    <a:lnTo>
                      <a:pt x="46" y="740"/>
                    </a:lnTo>
                    <a:lnTo>
                      <a:pt x="43" y="735"/>
                    </a:lnTo>
                    <a:lnTo>
                      <a:pt x="41" y="735"/>
                    </a:lnTo>
                    <a:lnTo>
                      <a:pt x="40" y="740"/>
                    </a:lnTo>
                    <a:lnTo>
                      <a:pt x="40" y="757"/>
                    </a:lnTo>
                    <a:lnTo>
                      <a:pt x="20" y="757"/>
                    </a:lnTo>
                    <a:lnTo>
                      <a:pt x="16" y="759"/>
                    </a:lnTo>
                    <a:lnTo>
                      <a:pt x="11" y="757"/>
                    </a:lnTo>
                    <a:lnTo>
                      <a:pt x="9" y="762"/>
                    </a:lnTo>
                    <a:lnTo>
                      <a:pt x="7" y="764"/>
                    </a:lnTo>
                    <a:lnTo>
                      <a:pt x="5" y="767"/>
                    </a:lnTo>
                    <a:lnTo>
                      <a:pt x="0" y="771"/>
                    </a:lnTo>
                    <a:lnTo>
                      <a:pt x="0" y="773"/>
                    </a:lnTo>
                    <a:lnTo>
                      <a:pt x="2" y="782"/>
                    </a:lnTo>
                    <a:lnTo>
                      <a:pt x="9" y="782"/>
                    </a:lnTo>
                    <a:lnTo>
                      <a:pt x="13" y="791"/>
                    </a:lnTo>
                    <a:lnTo>
                      <a:pt x="27" y="809"/>
                    </a:lnTo>
                    <a:lnTo>
                      <a:pt x="37" y="820"/>
                    </a:lnTo>
                    <a:lnTo>
                      <a:pt x="47" y="825"/>
                    </a:lnTo>
                    <a:lnTo>
                      <a:pt x="67" y="827"/>
                    </a:lnTo>
                    <a:lnTo>
                      <a:pt x="89" y="825"/>
                    </a:lnTo>
                    <a:lnTo>
                      <a:pt x="105" y="821"/>
                    </a:lnTo>
                    <a:lnTo>
                      <a:pt x="113" y="818"/>
                    </a:lnTo>
                    <a:lnTo>
                      <a:pt x="117" y="810"/>
                    </a:lnTo>
                    <a:lnTo>
                      <a:pt x="122" y="808"/>
                    </a:lnTo>
                    <a:lnTo>
                      <a:pt x="124" y="814"/>
                    </a:lnTo>
                    <a:lnTo>
                      <a:pt x="117" y="834"/>
                    </a:lnTo>
                    <a:lnTo>
                      <a:pt x="106" y="843"/>
                    </a:lnTo>
                    <a:lnTo>
                      <a:pt x="96" y="850"/>
                    </a:lnTo>
                    <a:lnTo>
                      <a:pt x="84" y="852"/>
                    </a:lnTo>
                    <a:lnTo>
                      <a:pt x="70" y="854"/>
                    </a:lnTo>
                    <a:lnTo>
                      <a:pt x="59" y="857"/>
                    </a:lnTo>
                    <a:lnTo>
                      <a:pt x="51" y="850"/>
                    </a:lnTo>
                    <a:lnTo>
                      <a:pt x="47" y="854"/>
                    </a:lnTo>
                    <a:lnTo>
                      <a:pt x="50" y="870"/>
                    </a:lnTo>
                    <a:lnTo>
                      <a:pt x="90" y="911"/>
                    </a:lnTo>
                    <a:lnTo>
                      <a:pt x="104" y="926"/>
                    </a:lnTo>
                    <a:lnTo>
                      <a:pt x="124" y="944"/>
                    </a:lnTo>
                    <a:lnTo>
                      <a:pt x="131" y="945"/>
                    </a:lnTo>
                    <a:lnTo>
                      <a:pt x="156" y="947"/>
                    </a:lnTo>
                    <a:lnTo>
                      <a:pt x="167" y="944"/>
                    </a:lnTo>
                    <a:lnTo>
                      <a:pt x="174" y="943"/>
                    </a:lnTo>
                    <a:lnTo>
                      <a:pt x="183" y="936"/>
                    </a:lnTo>
                    <a:lnTo>
                      <a:pt x="190" y="936"/>
                    </a:lnTo>
                    <a:lnTo>
                      <a:pt x="207" y="924"/>
                    </a:lnTo>
                    <a:lnTo>
                      <a:pt x="213" y="916"/>
                    </a:lnTo>
                    <a:lnTo>
                      <a:pt x="218" y="906"/>
                    </a:lnTo>
                    <a:lnTo>
                      <a:pt x="219" y="879"/>
                    </a:lnTo>
                    <a:lnTo>
                      <a:pt x="222" y="867"/>
                    </a:lnTo>
                    <a:lnTo>
                      <a:pt x="224" y="852"/>
                    </a:lnTo>
                    <a:lnTo>
                      <a:pt x="226" y="856"/>
                    </a:lnTo>
                    <a:lnTo>
                      <a:pt x="229" y="857"/>
                    </a:lnTo>
                    <a:lnTo>
                      <a:pt x="258" y="858"/>
                    </a:lnTo>
                    <a:lnTo>
                      <a:pt x="260" y="859"/>
                    </a:lnTo>
                    <a:lnTo>
                      <a:pt x="253" y="866"/>
                    </a:lnTo>
                    <a:lnTo>
                      <a:pt x="242" y="866"/>
                    </a:lnTo>
                    <a:lnTo>
                      <a:pt x="239" y="879"/>
                    </a:lnTo>
                    <a:lnTo>
                      <a:pt x="241" y="880"/>
                    </a:lnTo>
                    <a:lnTo>
                      <a:pt x="240" y="891"/>
                    </a:lnTo>
                    <a:lnTo>
                      <a:pt x="242" y="894"/>
                    </a:lnTo>
                    <a:lnTo>
                      <a:pt x="249" y="897"/>
                    </a:lnTo>
                    <a:lnTo>
                      <a:pt x="242" y="911"/>
                    </a:lnTo>
                    <a:lnTo>
                      <a:pt x="242" y="922"/>
                    </a:lnTo>
                    <a:lnTo>
                      <a:pt x="242" y="924"/>
                    </a:lnTo>
                    <a:lnTo>
                      <a:pt x="246" y="924"/>
                    </a:lnTo>
                    <a:lnTo>
                      <a:pt x="249" y="928"/>
                    </a:lnTo>
                    <a:lnTo>
                      <a:pt x="249" y="934"/>
                    </a:lnTo>
                    <a:lnTo>
                      <a:pt x="255" y="952"/>
                    </a:lnTo>
                    <a:lnTo>
                      <a:pt x="256" y="963"/>
                    </a:lnTo>
                    <a:lnTo>
                      <a:pt x="256" y="971"/>
                    </a:lnTo>
                    <a:lnTo>
                      <a:pt x="250" y="987"/>
                    </a:lnTo>
                    <a:lnTo>
                      <a:pt x="247" y="998"/>
                    </a:lnTo>
                    <a:lnTo>
                      <a:pt x="247" y="1009"/>
                    </a:lnTo>
                    <a:lnTo>
                      <a:pt x="251" y="1028"/>
                    </a:lnTo>
                    <a:lnTo>
                      <a:pt x="253" y="1031"/>
                    </a:lnTo>
                    <a:lnTo>
                      <a:pt x="253" y="1047"/>
                    </a:lnTo>
                    <a:lnTo>
                      <a:pt x="257" y="1044"/>
                    </a:lnTo>
                    <a:lnTo>
                      <a:pt x="261" y="1041"/>
                    </a:lnTo>
                    <a:lnTo>
                      <a:pt x="262" y="1045"/>
                    </a:lnTo>
                    <a:lnTo>
                      <a:pt x="263" y="1052"/>
                    </a:lnTo>
                    <a:lnTo>
                      <a:pt x="261" y="1056"/>
                    </a:lnTo>
                    <a:lnTo>
                      <a:pt x="261" y="1060"/>
                    </a:lnTo>
                    <a:lnTo>
                      <a:pt x="260" y="1065"/>
                    </a:lnTo>
                    <a:lnTo>
                      <a:pt x="257" y="1084"/>
                    </a:lnTo>
                    <a:lnTo>
                      <a:pt x="263" y="1093"/>
                    </a:lnTo>
                    <a:lnTo>
                      <a:pt x="262" y="1096"/>
                    </a:lnTo>
                    <a:lnTo>
                      <a:pt x="265" y="1114"/>
                    </a:lnTo>
                    <a:lnTo>
                      <a:pt x="266" y="1114"/>
                    </a:lnTo>
                    <a:lnTo>
                      <a:pt x="273" y="1139"/>
                    </a:lnTo>
                    <a:lnTo>
                      <a:pt x="276" y="1147"/>
                    </a:lnTo>
                    <a:lnTo>
                      <a:pt x="276" y="1157"/>
                    </a:lnTo>
                    <a:lnTo>
                      <a:pt x="278" y="1163"/>
                    </a:lnTo>
                    <a:lnTo>
                      <a:pt x="282" y="1192"/>
                    </a:lnTo>
                    <a:lnTo>
                      <a:pt x="284" y="1201"/>
                    </a:lnTo>
                    <a:lnTo>
                      <a:pt x="289" y="1212"/>
                    </a:lnTo>
                    <a:lnTo>
                      <a:pt x="293" y="1214"/>
                    </a:lnTo>
                    <a:lnTo>
                      <a:pt x="295" y="1225"/>
                    </a:lnTo>
                    <a:lnTo>
                      <a:pt x="304" y="123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3" name="Freeform 150">
                <a:extLst>
                  <a:ext uri="{FF2B5EF4-FFF2-40B4-BE49-F238E27FC236}">
                    <a16:creationId xmlns:a16="http://schemas.microsoft.com/office/drawing/2014/main" id="{E01B0F14-3ABD-CD34-9DCA-B54FE79697E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83" y="2052"/>
                <a:ext cx="184" cy="168"/>
              </a:xfrm>
              <a:custGeom>
                <a:avLst/>
                <a:gdLst/>
                <a:ahLst/>
                <a:cxnLst>
                  <a:cxn ang="0">
                    <a:pos x="106" y="668"/>
                  </a:cxn>
                  <a:cxn ang="0">
                    <a:pos x="108" y="599"/>
                  </a:cxn>
                  <a:cxn ang="0">
                    <a:pos x="0" y="475"/>
                  </a:cxn>
                  <a:cxn ang="0">
                    <a:pos x="109" y="492"/>
                  </a:cxn>
                  <a:cxn ang="0">
                    <a:pos x="187" y="487"/>
                  </a:cxn>
                  <a:cxn ang="0">
                    <a:pos x="302" y="458"/>
                  </a:cxn>
                  <a:cxn ang="0">
                    <a:pos x="325" y="378"/>
                  </a:cxn>
                  <a:cxn ang="0">
                    <a:pos x="379" y="373"/>
                  </a:cxn>
                  <a:cxn ang="0">
                    <a:pos x="405" y="346"/>
                  </a:cxn>
                  <a:cxn ang="0">
                    <a:pos x="435" y="356"/>
                  </a:cxn>
                  <a:cxn ang="0">
                    <a:pos x="464" y="297"/>
                  </a:cxn>
                  <a:cxn ang="0">
                    <a:pos x="490" y="258"/>
                  </a:cxn>
                  <a:cxn ang="0">
                    <a:pos x="506" y="218"/>
                  </a:cxn>
                  <a:cxn ang="0">
                    <a:pos x="549" y="202"/>
                  </a:cxn>
                  <a:cxn ang="0">
                    <a:pos x="561" y="163"/>
                  </a:cxn>
                  <a:cxn ang="0">
                    <a:pos x="588" y="114"/>
                  </a:cxn>
                  <a:cxn ang="0">
                    <a:pos x="570" y="60"/>
                  </a:cxn>
                  <a:cxn ang="0">
                    <a:pos x="604" y="34"/>
                  </a:cxn>
                  <a:cxn ang="0">
                    <a:pos x="645" y="12"/>
                  </a:cxn>
                  <a:cxn ang="0">
                    <a:pos x="731" y="11"/>
                  </a:cxn>
                  <a:cxn ang="0">
                    <a:pos x="780" y="2"/>
                  </a:cxn>
                  <a:cxn ang="0">
                    <a:pos x="811" y="16"/>
                  </a:cxn>
                  <a:cxn ang="0">
                    <a:pos x="830" y="59"/>
                  </a:cxn>
                  <a:cxn ang="0">
                    <a:pos x="852" y="78"/>
                  </a:cxn>
                  <a:cxn ang="0">
                    <a:pos x="903" y="99"/>
                  </a:cxn>
                  <a:cxn ang="0">
                    <a:pos x="877" y="153"/>
                  </a:cxn>
                  <a:cxn ang="0">
                    <a:pos x="828" y="156"/>
                  </a:cxn>
                  <a:cxn ang="0">
                    <a:pos x="790" y="163"/>
                  </a:cxn>
                  <a:cxn ang="0">
                    <a:pos x="721" y="148"/>
                  </a:cxn>
                  <a:cxn ang="0">
                    <a:pos x="718" y="185"/>
                  </a:cxn>
                  <a:cxn ang="0">
                    <a:pos x="732" y="202"/>
                  </a:cxn>
                  <a:cxn ang="0">
                    <a:pos x="717" y="248"/>
                  </a:cxn>
                  <a:cxn ang="0">
                    <a:pos x="753" y="280"/>
                  </a:cxn>
                  <a:cxn ang="0">
                    <a:pos x="789" y="304"/>
                  </a:cxn>
                  <a:cxn ang="0">
                    <a:pos x="775" y="329"/>
                  </a:cxn>
                  <a:cxn ang="0">
                    <a:pos x="758" y="368"/>
                  </a:cxn>
                  <a:cxn ang="0">
                    <a:pos x="766" y="394"/>
                  </a:cxn>
                  <a:cxn ang="0">
                    <a:pos x="721" y="425"/>
                  </a:cxn>
                  <a:cxn ang="0">
                    <a:pos x="687" y="468"/>
                  </a:cxn>
                  <a:cxn ang="0">
                    <a:pos x="624" y="549"/>
                  </a:cxn>
                  <a:cxn ang="0">
                    <a:pos x="556" y="597"/>
                  </a:cxn>
                  <a:cxn ang="0">
                    <a:pos x="517" y="592"/>
                  </a:cxn>
                  <a:cxn ang="0">
                    <a:pos x="476" y="668"/>
                  </a:cxn>
                  <a:cxn ang="0">
                    <a:pos x="513" y="686"/>
                  </a:cxn>
                  <a:cxn ang="0">
                    <a:pos x="537" y="728"/>
                  </a:cxn>
                  <a:cxn ang="0">
                    <a:pos x="559" y="781"/>
                  </a:cxn>
                  <a:cxn ang="0">
                    <a:pos x="554" y="805"/>
                  </a:cxn>
                  <a:cxn ang="0">
                    <a:pos x="534" y="803"/>
                  </a:cxn>
                  <a:cxn ang="0">
                    <a:pos x="488" y="816"/>
                  </a:cxn>
                  <a:cxn ang="0">
                    <a:pos x="442" y="810"/>
                  </a:cxn>
                  <a:cxn ang="0">
                    <a:pos x="406" y="827"/>
                  </a:cxn>
                  <a:cxn ang="0">
                    <a:pos x="363" y="834"/>
                  </a:cxn>
                  <a:cxn ang="0">
                    <a:pos x="329" y="781"/>
                  </a:cxn>
                  <a:cxn ang="0">
                    <a:pos x="250" y="744"/>
                  </a:cxn>
                  <a:cxn ang="0">
                    <a:pos x="164" y="746"/>
                  </a:cxn>
                  <a:cxn ang="0">
                    <a:pos x="61" y="761"/>
                  </a:cxn>
                </a:cxnLst>
                <a:rect l="0" t="0" r="r" b="b"/>
                <a:pathLst>
                  <a:path w="921" h="842">
                    <a:moveTo>
                      <a:pt x="42" y="757"/>
                    </a:moveTo>
                    <a:lnTo>
                      <a:pt x="42" y="743"/>
                    </a:lnTo>
                    <a:lnTo>
                      <a:pt x="44" y="730"/>
                    </a:lnTo>
                    <a:lnTo>
                      <a:pt x="55" y="701"/>
                    </a:lnTo>
                    <a:lnTo>
                      <a:pt x="64" y="689"/>
                    </a:lnTo>
                    <a:lnTo>
                      <a:pt x="77" y="679"/>
                    </a:lnTo>
                    <a:lnTo>
                      <a:pt x="91" y="674"/>
                    </a:lnTo>
                    <a:lnTo>
                      <a:pt x="106" y="668"/>
                    </a:lnTo>
                    <a:lnTo>
                      <a:pt x="118" y="665"/>
                    </a:lnTo>
                    <a:lnTo>
                      <a:pt x="131" y="653"/>
                    </a:lnTo>
                    <a:lnTo>
                      <a:pt x="134" y="647"/>
                    </a:lnTo>
                    <a:lnTo>
                      <a:pt x="133" y="637"/>
                    </a:lnTo>
                    <a:lnTo>
                      <a:pt x="128" y="632"/>
                    </a:lnTo>
                    <a:lnTo>
                      <a:pt x="108" y="628"/>
                    </a:lnTo>
                    <a:lnTo>
                      <a:pt x="109" y="614"/>
                    </a:lnTo>
                    <a:lnTo>
                      <a:pt x="108" y="599"/>
                    </a:lnTo>
                    <a:lnTo>
                      <a:pt x="103" y="573"/>
                    </a:lnTo>
                    <a:lnTo>
                      <a:pt x="98" y="567"/>
                    </a:lnTo>
                    <a:lnTo>
                      <a:pt x="71" y="558"/>
                    </a:lnTo>
                    <a:lnTo>
                      <a:pt x="55" y="550"/>
                    </a:lnTo>
                    <a:lnTo>
                      <a:pt x="43" y="540"/>
                    </a:lnTo>
                    <a:lnTo>
                      <a:pt x="22" y="497"/>
                    </a:lnTo>
                    <a:lnTo>
                      <a:pt x="8" y="485"/>
                    </a:lnTo>
                    <a:lnTo>
                      <a:pt x="0" y="475"/>
                    </a:lnTo>
                    <a:lnTo>
                      <a:pt x="4" y="470"/>
                    </a:lnTo>
                    <a:lnTo>
                      <a:pt x="63" y="486"/>
                    </a:lnTo>
                    <a:lnTo>
                      <a:pt x="81" y="496"/>
                    </a:lnTo>
                    <a:lnTo>
                      <a:pt x="88" y="497"/>
                    </a:lnTo>
                    <a:lnTo>
                      <a:pt x="92" y="496"/>
                    </a:lnTo>
                    <a:lnTo>
                      <a:pt x="96" y="493"/>
                    </a:lnTo>
                    <a:lnTo>
                      <a:pt x="99" y="492"/>
                    </a:lnTo>
                    <a:lnTo>
                      <a:pt x="109" y="492"/>
                    </a:lnTo>
                    <a:lnTo>
                      <a:pt x="118" y="491"/>
                    </a:lnTo>
                    <a:lnTo>
                      <a:pt x="130" y="491"/>
                    </a:lnTo>
                    <a:lnTo>
                      <a:pt x="144" y="490"/>
                    </a:lnTo>
                    <a:lnTo>
                      <a:pt x="161" y="490"/>
                    </a:lnTo>
                    <a:lnTo>
                      <a:pt x="177" y="497"/>
                    </a:lnTo>
                    <a:lnTo>
                      <a:pt x="180" y="495"/>
                    </a:lnTo>
                    <a:lnTo>
                      <a:pt x="184" y="490"/>
                    </a:lnTo>
                    <a:lnTo>
                      <a:pt x="187" y="487"/>
                    </a:lnTo>
                    <a:lnTo>
                      <a:pt x="194" y="485"/>
                    </a:lnTo>
                    <a:lnTo>
                      <a:pt x="206" y="485"/>
                    </a:lnTo>
                    <a:lnTo>
                      <a:pt x="232" y="486"/>
                    </a:lnTo>
                    <a:lnTo>
                      <a:pt x="248" y="482"/>
                    </a:lnTo>
                    <a:lnTo>
                      <a:pt x="268" y="475"/>
                    </a:lnTo>
                    <a:lnTo>
                      <a:pt x="293" y="470"/>
                    </a:lnTo>
                    <a:lnTo>
                      <a:pt x="302" y="464"/>
                    </a:lnTo>
                    <a:lnTo>
                      <a:pt x="302" y="458"/>
                    </a:lnTo>
                    <a:lnTo>
                      <a:pt x="298" y="454"/>
                    </a:lnTo>
                    <a:lnTo>
                      <a:pt x="298" y="450"/>
                    </a:lnTo>
                    <a:lnTo>
                      <a:pt x="302" y="431"/>
                    </a:lnTo>
                    <a:lnTo>
                      <a:pt x="301" y="418"/>
                    </a:lnTo>
                    <a:lnTo>
                      <a:pt x="305" y="404"/>
                    </a:lnTo>
                    <a:lnTo>
                      <a:pt x="308" y="398"/>
                    </a:lnTo>
                    <a:lnTo>
                      <a:pt x="319" y="389"/>
                    </a:lnTo>
                    <a:lnTo>
                      <a:pt x="325" y="378"/>
                    </a:lnTo>
                    <a:lnTo>
                      <a:pt x="333" y="374"/>
                    </a:lnTo>
                    <a:lnTo>
                      <a:pt x="336" y="377"/>
                    </a:lnTo>
                    <a:lnTo>
                      <a:pt x="336" y="380"/>
                    </a:lnTo>
                    <a:lnTo>
                      <a:pt x="348" y="382"/>
                    </a:lnTo>
                    <a:lnTo>
                      <a:pt x="359" y="379"/>
                    </a:lnTo>
                    <a:lnTo>
                      <a:pt x="370" y="377"/>
                    </a:lnTo>
                    <a:lnTo>
                      <a:pt x="377" y="375"/>
                    </a:lnTo>
                    <a:lnTo>
                      <a:pt x="379" y="373"/>
                    </a:lnTo>
                    <a:lnTo>
                      <a:pt x="379" y="371"/>
                    </a:lnTo>
                    <a:lnTo>
                      <a:pt x="372" y="368"/>
                    </a:lnTo>
                    <a:lnTo>
                      <a:pt x="371" y="366"/>
                    </a:lnTo>
                    <a:lnTo>
                      <a:pt x="375" y="362"/>
                    </a:lnTo>
                    <a:lnTo>
                      <a:pt x="392" y="353"/>
                    </a:lnTo>
                    <a:lnTo>
                      <a:pt x="394" y="348"/>
                    </a:lnTo>
                    <a:lnTo>
                      <a:pt x="399" y="346"/>
                    </a:lnTo>
                    <a:lnTo>
                      <a:pt x="405" y="346"/>
                    </a:lnTo>
                    <a:lnTo>
                      <a:pt x="421" y="351"/>
                    </a:lnTo>
                    <a:lnTo>
                      <a:pt x="421" y="348"/>
                    </a:lnTo>
                    <a:lnTo>
                      <a:pt x="418" y="347"/>
                    </a:lnTo>
                    <a:lnTo>
                      <a:pt x="420" y="343"/>
                    </a:lnTo>
                    <a:lnTo>
                      <a:pt x="424" y="343"/>
                    </a:lnTo>
                    <a:lnTo>
                      <a:pt x="431" y="348"/>
                    </a:lnTo>
                    <a:lnTo>
                      <a:pt x="432" y="352"/>
                    </a:lnTo>
                    <a:lnTo>
                      <a:pt x="435" y="356"/>
                    </a:lnTo>
                    <a:lnTo>
                      <a:pt x="441" y="358"/>
                    </a:lnTo>
                    <a:lnTo>
                      <a:pt x="443" y="358"/>
                    </a:lnTo>
                    <a:lnTo>
                      <a:pt x="463" y="337"/>
                    </a:lnTo>
                    <a:lnTo>
                      <a:pt x="463" y="334"/>
                    </a:lnTo>
                    <a:lnTo>
                      <a:pt x="461" y="323"/>
                    </a:lnTo>
                    <a:lnTo>
                      <a:pt x="459" y="305"/>
                    </a:lnTo>
                    <a:lnTo>
                      <a:pt x="461" y="302"/>
                    </a:lnTo>
                    <a:lnTo>
                      <a:pt x="464" y="297"/>
                    </a:lnTo>
                    <a:lnTo>
                      <a:pt x="467" y="292"/>
                    </a:lnTo>
                    <a:lnTo>
                      <a:pt x="469" y="292"/>
                    </a:lnTo>
                    <a:lnTo>
                      <a:pt x="470" y="288"/>
                    </a:lnTo>
                    <a:lnTo>
                      <a:pt x="469" y="282"/>
                    </a:lnTo>
                    <a:lnTo>
                      <a:pt x="470" y="277"/>
                    </a:lnTo>
                    <a:lnTo>
                      <a:pt x="476" y="275"/>
                    </a:lnTo>
                    <a:lnTo>
                      <a:pt x="478" y="261"/>
                    </a:lnTo>
                    <a:lnTo>
                      <a:pt x="490" y="258"/>
                    </a:lnTo>
                    <a:lnTo>
                      <a:pt x="497" y="259"/>
                    </a:lnTo>
                    <a:lnTo>
                      <a:pt x="507" y="251"/>
                    </a:lnTo>
                    <a:lnTo>
                      <a:pt x="515" y="249"/>
                    </a:lnTo>
                    <a:lnTo>
                      <a:pt x="519" y="243"/>
                    </a:lnTo>
                    <a:lnTo>
                      <a:pt x="519" y="239"/>
                    </a:lnTo>
                    <a:lnTo>
                      <a:pt x="515" y="234"/>
                    </a:lnTo>
                    <a:lnTo>
                      <a:pt x="510" y="218"/>
                    </a:lnTo>
                    <a:lnTo>
                      <a:pt x="506" y="218"/>
                    </a:lnTo>
                    <a:lnTo>
                      <a:pt x="500" y="208"/>
                    </a:lnTo>
                    <a:lnTo>
                      <a:pt x="499" y="205"/>
                    </a:lnTo>
                    <a:lnTo>
                      <a:pt x="500" y="200"/>
                    </a:lnTo>
                    <a:lnTo>
                      <a:pt x="504" y="197"/>
                    </a:lnTo>
                    <a:lnTo>
                      <a:pt x="508" y="199"/>
                    </a:lnTo>
                    <a:lnTo>
                      <a:pt x="527" y="203"/>
                    </a:lnTo>
                    <a:lnTo>
                      <a:pt x="538" y="205"/>
                    </a:lnTo>
                    <a:lnTo>
                      <a:pt x="549" y="202"/>
                    </a:lnTo>
                    <a:lnTo>
                      <a:pt x="555" y="199"/>
                    </a:lnTo>
                    <a:lnTo>
                      <a:pt x="562" y="189"/>
                    </a:lnTo>
                    <a:lnTo>
                      <a:pt x="562" y="181"/>
                    </a:lnTo>
                    <a:lnTo>
                      <a:pt x="566" y="178"/>
                    </a:lnTo>
                    <a:lnTo>
                      <a:pt x="562" y="175"/>
                    </a:lnTo>
                    <a:lnTo>
                      <a:pt x="558" y="173"/>
                    </a:lnTo>
                    <a:lnTo>
                      <a:pt x="558" y="167"/>
                    </a:lnTo>
                    <a:lnTo>
                      <a:pt x="561" y="163"/>
                    </a:lnTo>
                    <a:lnTo>
                      <a:pt x="565" y="156"/>
                    </a:lnTo>
                    <a:lnTo>
                      <a:pt x="572" y="147"/>
                    </a:lnTo>
                    <a:lnTo>
                      <a:pt x="581" y="141"/>
                    </a:lnTo>
                    <a:lnTo>
                      <a:pt x="587" y="133"/>
                    </a:lnTo>
                    <a:lnTo>
                      <a:pt x="591" y="126"/>
                    </a:lnTo>
                    <a:lnTo>
                      <a:pt x="591" y="120"/>
                    </a:lnTo>
                    <a:lnTo>
                      <a:pt x="588" y="116"/>
                    </a:lnTo>
                    <a:lnTo>
                      <a:pt x="588" y="114"/>
                    </a:lnTo>
                    <a:lnTo>
                      <a:pt x="593" y="105"/>
                    </a:lnTo>
                    <a:lnTo>
                      <a:pt x="593" y="104"/>
                    </a:lnTo>
                    <a:lnTo>
                      <a:pt x="588" y="94"/>
                    </a:lnTo>
                    <a:lnTo>
                      <a:pt x="585" y="81"/>
                    </a:lnTo>
                    <a:lnTo>
                      <a:pt x="578" y="73"/>
                    </a:lnTo>
                    <a:lnTo>
                      <a:pt x="570" y="67"/>
                    </a:lnTo>
                    <a:lnTo>
                      <a:pt x="569" y="66"/>
                    </a:lnTo>
                    <a:lnTo>
                      <a:pt x="570" y="60"/>
                    </a:lnTo>
                    <a:lnTo>
                      <a:pt x="574" y="56"/>
                    </a:lnTo>
                    <a:lnTo>
                      <a:pt x="591" y="43"/>
                    </a:lnTo>
                    <a:lnTo>
                      <a:pt x="591" y="38"/>
                    </a:lnTo>
                    <a:lnTo>
                      <a:pt x="592" y="36"/>
                    </a:lnTo>
                    <a:lnTo>
                      <a:pt x="597" y="36"/>
                    </a:lnTo>
                    <a:lnTo>
                      <a:pt x="602" y="39"/>
                    </a:lnTo>
                    <a:lnTo>
                      <a:pt x="605" y="38"/>
                    </a:lnTo>
                    <a:lnTo>
                      <a:pt x="604" y="34"/>
                    </a:lnTo>
                    <a:lnTo>
                      <a:pt x="605" y="32"/>
                    </a:lnTo>
                    <a:lnTo>
                      <a:pt x="615" y="29"/>
                    </a:lnTo>
                    <a:lnTo>
                      <a:pt x="619" y="25"/>
                    </a:lnTo>
                    <a:lnTo>
                      <a:pt x="619" y="23"/>
                    </a:lnTo>
                    <a:lnTo>
                      <a:pt x="624" y="22"/>
                    </a:lnTo>
                    <a:lnTo>
                      <a:pt x="628" y="19"/>
                    </a:lnTo>
                    <a:lnTo>
                      <a:pt x="636" y="18"/>
                    </a:lnTo>
                    <a:lnTo>
                      <a:pt x="645" y="12"/>
                    </a:lnTo>
                    <a:lnTo>
                      <a:pt x="652" y="12"/>
                    </a:lnTo>
                    <a:lnTo>
                      <a:pt x="662" y="7"/>
                    </a:lnTo>
                    <a:lnTo>
                      <a:pt x="666" y="8"/>
                    </a:lnTo>
                    <a:lnTo>
                      <a:pt x="701" y="6"/>
                    </a:lnTo>
                    <a:lnTo>
                      <a:pt x="705" y="7"/>
                    </a:lnTo>
                    <a:lnTo>
                      <a:pt x="712" y="6"/>
                    </a:lnTo>
                    <a:lnTo>
                      <a:pt x="726" y="11"/>
                    </a:lnTo>
                    <a:lnTo>
                      <a:pt x="731" y="11"/>
                    </a:lnTo>
                    <a:lnTo>
                      <a:pt x="737" y="6"/>
                    </a:lnTo>
                    <a:lnTo>
                      <a:pt x="741" y="6"/>
                    </a:lnTo>
                    <a:lnTo>
                      <a:pt x="746" y="2"/>
                    </a:lnTo>
                    <a:lnTo>
                      <a:pt x="755" y="4"/>
                    </a:lnTo>
                    <a:lnTo>
                      <a:pt x="757" y="0"/>
                    </a:lnTo>
                    <a:lnTo>
                      <a:pt x="755" y="1"/>
                    </a:lnTo>
                    <a:lnTo>
                      <a:pt x="766" y="4"/>
                    </a:lnTo>
                    <a:lnTo>
                      <a:pt x="780" y="2"/>
                    </a:lnTo>
                    <a:lnTo>
                      <a:pt x="784" y="3"/>
                    </a:lnTo>
                    <a:lnTo>
                      <a:pt x="789" y="6"/>
                    </a:lnTo>
                    <a:lnTo>
                      <a:pt x="796" y="4"/>
                    </a:lnTo>
                    <a:lnTo>
                      <a:pt x="798" y="7"/>
                    </a:lnTo>
                    <a:lnTo>
                      <a:pt x="798" y="19"/>
                    </a:lnTo>
                    <a:lnTo>
                      <a:pt x="800" y="20"/>
                    </a:lnTo>
                    <a:lnTo>
                      <a:pt x="806" y="16"/>
                    </a:lnTo>
                    <a:lnTo>
                      <a:pt x="811" y="16"/>
                    </a:lnTo>
                    <a:lnTo>
                      <a:pt x="822" y="23"/>
                    </a:lnTo>
                    <a:lnTo>
                      <a:pt x="828" y="29"/>
                    </a:lnTo>
                    <a:lnTo>
                      <a:pt x="830" y="35"/>
                    </a:lnTo>
                    <a:lnTo>
                      <a:pt x="830" y="41"/>
                    </a:lnTo>
                    <a:lnTo>
                      <a:pt x="828" y="47"/>
                    </a:lnTo>
                    <a:lnTo>
                      <a:pt x="830" y="50"/>
                    </a:lnTo>
                    <a:lnTo>
                      <a:pt x="832" y="55"/>
                    </a:lnTo>
                    <a:lnTo>
                      <a:pt x="830" y="59"/>
                    </a:lnTo>
                    <a:lnTo>
                      <a:pt x="825" y="60"/>
                    </a:lnTo>
                    <a:lnTo>
                      <a:pt x="825" y="62"/>
                    </a:lnTo>
                    <a:lnTo>
                      <a:pt x="827" y="66"/>
                    </a:lnTo>
                    <a:lnTo>
                      <a:pt x="834" y="67"/>
                    </a:lnTo>
                    <a:lnTo>
                      <a:pt x="840" y="78"/>
                    </a:lnTo>
                    <a:lnTo>
                      <a:pt x="844" y="79"/>
                    </a:lnTo>
                    <a:lnTo>
                      <a:pt x="849" y="78"/>
                    </a:lnTo>
                    <a:lnTo>
                      <a:pt x="852" y="78"/>
                    </a:lnTo>
                    <a:lnTo>
                      <a:pt x="857" y="74"/>
                    </a:lnTo>
                    <a:lnTo>
                      <a:pt x="861" y="73"/>
                    </a:lnTo>
                    <a:lnTo>
                      <a:pt x="862" y="77"/>
                    </a:lnTo>
                    <a:lnTo>
                      <a:pt x="862" y="83"/>
                    </a:lnTo>
                    <a:lnTo>
                      <a:pt x="872" y="89"/>
                    </a:lnTo>
                    <a:lnTo>
                      <a:pt x="889" y="95"/>
                    </a:lnTo>
                    <a:lnTo>
                      <a:pt x="897" y="100"/>
                    </a:lnTo>
                    <a:lnTo>
                      <a:pt x="903" y="99"/>
                    </a:lnTo>
                    <a:lnTo>
                      <a:pt x="910" y="104"/>
                    </a:lnTo>
                    <a:lnTo>
                      <a:pt x="921" y="105"/>
                    </a:lnTo>
                    <a:lnTo>
                      <a:pt x="887" y="130"/>
                    </a:lnTo>
                    <a:lnTo>
                      <a:pt x="883" y="136"/>
                    </a:lnTo>
                    <a:lnTo>
                      <a:pt x="884" y="138"/>
                    </a:lnTo>
                    <a:lnTo>
                      <a:pt x="884" y="141"/>
                    </a:lnTo>
                    <a:lnTo>
                      <a:pt x="881" y="149"/>
                    </a:lnTo>
                    <a:lnTo>
                      <a:pt x="877" y="153"/>
                    </a:lnTo>
                    <a:lnTo>
                      <a:pt x="873" y="152"/>
                    </a:lnTo>
                    <a:lnTo>
                      <a:pt x="870" y="148"/>
                    </a:lnTo>
                    <a:lnTo>
                      <a:pt x="851" y="149"/>
                    </a:lnTo>
                    <a:lnTo>
                      <a:pt x="849" y="151"/>
                    </a:lnTo>
                    <a:lnTo>
                      <a:pt x="844" y="157"/>
                    </a:lnTo>
                    <a:lnTo>
                      <a:pt x="841" y="158"/>
                    </a:lnTo>
                    <a:lnTo>
                      <a:pt x="835" y="158"/>
                    </a:lnTo>
                    <a:lnTo>
                      <a:pt x="828" y="156"/>
                    </a:lnTo>
                    <a:lnTo>
                      <a:pt x="824" y="158"/>
                    </a:lnTo>
                    <a:lnTo>
                      <a:pt x="822" y="162"/>
                    </a:lnTo>
                    <a:lnTo>
                      <a:pt x="818" y="164"/>
                    </a:lnTo>
                    <a:lnTo>
                      <a:pt x="816" y="165"/>
                    </a:lnTo>
                    <a:lnTo>
                      <a:pt x="809" y="164"/>
                    </a:lnTo>
                    <a:lnTo>
                      <a:pt x="806" y="165"/>
                    </a:lnTo>
                    <a:lnTo>
                      <a:pt x="802" y="163"/>
                    </a:lnTo>
                    <a:lnTo>
                      <a:pt x="790" y="163"/>
                    </a:lnTo>
                    <a:lnTo>
                      <a:pt x="785" y="162"/>
                    </a:lnTo>
                    <a:lnTo>
                      <a:pt x="780" y="162"/>
                    </a:lnTo>
                    <a:lnTo>
                      <a:pt x="765" y="153"/>
                    </a:lnTo>
                    <a:lnTo>
                      <a:pt x="755" y="151"/>
                    </a:lnTo>
                    <a:lnTo>
                      <a:pt x="737" y="143"/>
                    </a:lnTo>
                    <a:lnTo>
                      <a:pt x="732" y="146"/>
                    </a:lnTo>
                    <a:lnTo>
                      <a:pt x="728" y="149"/>
                    </a:lnTo>
                    <a:lnTo>
                      <a:pt x="721" y="148"/>
                    </a:lnTo>
                    <a:lnTo>
                      <a:pt x="717" y="149"/>
                    </a:lnTo>
                    <a:lnTo>
                      <a:pt x="716" y="152"/>
                    </a:lnTo>
                    <a:lnTo>
                      <a:pt x="715" y="160"/>
                    </a:lnTo>
                    <a:lnTo>
                      <a:pt x="707" y="174"/>
                    </a:lnTo>
                    <a:lnTo>
                      <a:pt x="707" y="176"/>
                    </a:lnTo>
                    <a:lnTo>
                      <a:pt x="716" y="176"/>
                    </a:lnTo>
                    <a:lnTo>
                      <a:pt x="718" y="181"/>
                    </a:lnTo>
                    <a:lnTo>
                      <a:pt x="718" y="185"/>
                    </a:lnTo>
                    <a:lnTo>
                      <a:pt x="714" y="187"/>
                    </a:lnTo>
                    <a:lnTo>
                      <a:pt x="712" y="189"/>
                    </a:lnTo>
                    <a:lnTo>
                      <a:pt x="712" y="192"/>
                    </a:lnTo>
                    <a:lnTo>
                      <a:pt x="715" y="196"/>
                    </a:lnTo>
                    <a:lnTo>
                      <a:pt x="717" y="197"/>
                    </a:lnTo>
                    <a:lnTo>
                      <a:pt x="728" y="196"/>
                    </a:lnTo>
                    <a:lnTo>
                      <a:pt x="731" y="199"/>
                    </a:lnTo>
                    <a:lnTo>
                      <a:pt x="732" y="202"/>
                    </a:lnTo>
                    <a:lnTo>
                      <a:pt x="732" y="203"/>
                    </a:lnTo>
                    <a:lnTo>
                      <a:pt x="727" y="208"/>
                    </a:lnTo>
                    <a:lnTo>
                      <a:pt x="721" y="211"/>
                    </a:lnTo>
                    <a:lnTo>
                      <a:pt x="720" y="217"/>
                    </a:lnTo>
                    <a:lnTo>
                      <a:pt x="732" y="228"/>
                    </a:lnTo>
                    <a:lnTo>
                      <a:pt x="732" y="234"/>
                    </a:lnTo>
                    <a:lnTo>
                      <a:pt x="731" y="239"/>
                    </a:lnTo>
                    <a:lnTo>
                      <a:pt x="717" y="248"/>
                    </a:lnTo>
                    <a:lnTo>
                      <a:pt x="716" y="251"/>
                    </a:lnTo>
                    <a:lnTo>
                      <a:pt x="725" y="255"/>
                    </a:lnTo>
                    <a:lnTo>
                      <a:pt x="728" y="264"/>
                    </a:lnTo>
                    <a:lnTo>
                      <a:pt x="738" y="270"/>
                    </a:lnTo>
                    <a:lnTo>
                      <a:pt x="737" y="277"/>
                    </a:lnTo>
                    <a:lnTo>
                      <a:pt x="744" y="278"/>
                    </a:lnTo>
                    <a:lnTo>
                      <a:pt x="747" y="282"/>
                    </a:lnTo>
                    <a:lnTo>
                      <a:pt x="753" y="280"/>
                    </a:lnTo>
                    <a:lnTo>
                      <a:pt x="758" y="281"/>
                    </a:lnTo>
                    <a:lnTo>
                      <a:pt x="758" y="286"/>
                    </a:lnTo>
                    <a:lnTo>
                      <a:pt x="757" y="292"/>
                    </a:lnTo>
                    <a:lnTo>
                      <a:pt x="760" y="299"/>
                    </a:lnTo>
                    <a:lnTo>
                      <a:pt x="761" y="300"/>
                    </a:lnTo>
                    <a:lnTo>
                      <a:pt x="779" y="302"/>
                    </a:lnTo>
                    <a:lnTo>
                      <a:pt x="784" y="305"/>
                    </a:lnTo>
                    <a:lnTo>
                      <a:pt x="789" y="304"/>
                    </a:lnTo>
                    <a:lnTo>
                      <a:pt x="795" y="312"/>
                    </a:lnTo>
                    <a:lnTo>
                      <a:pt x="793" y="316"/>
                    </a:lnTo>
                    <a:lnTo>
                      <a:pt x="796" y="320"/>
                    </a:lnTo>
                    <a:lnTo>
                      <a:pt x="791" y="325"/>
                    </a:lnTo>
                    <a:lnTo>
                      <a:pt x="789" y="329"/>
                    </a:lnTo>
                    <a:lnTo>
                      <a:pt x="781" y="330"/>
                    </a:lnTo>
                    <a:lnTo>
                      <a:pt x="777" y="330"/>
                    </a:lnTo>
                    <a:lnTo>
                      <a:pt x="775" y="329"/>
                    </a:lnTo>
                    <a:lnTo>
                      <a:pt x="770" y="330"/>
                    </a:lnTo>
                    <a:lnTo>
                      <a:pt x="768" y="332"/>
                    </a:lnTo>
                    <a:lnTo>
                      <a:pt x="757" y="337"/>
                    </a:lnTo>
                    <a:lnTo>
                      <a:pt x="753" y="345"/>
                    </a:lnTo>
                    <a:lnTo>
                      <a:pt x="752" y="356"/>
                    </a:lnTo>
                    <a:lnTo>
                      <a:pt x="757" y="362"/>
                    </a:lnTo>
                    <a:lnTo>
                      <a:pt x="755" y="367"/>
                    </a:lnTo>
                    <a:lnTo>
                      <a:pt x="758" y="368"/>
                    </a:lnTo>
                    <a:lnTo>
                      <a:pt x="759" y="371"/>
                    </a:lnTo>
                    <a:lnTo>
                      <a:pt x="758" y="374"/>
                    </a:lnTo>
                    <a:lnTo>
                      <a:pt x="753" y="378"/>
                    </a:lnTo>
                    <a:lnTo>
                      <a:pt x="752" y="384"/>
                    </a:lnTo>
                    <a:lnTo>
                      <a:pt x="752" y="386"/>
                    </a:lnTo>
                    <a:lnTo>
                      <a:pt x="754" y="388"/>
                    </a:lnTo>
                    <a:lnTo>
                      <a:pt x="764" y="388"/>
                    </a:lnTo>
                    <a:lnTo>
                      <a:pt x="766" y="394"/>
                    </a:lnTo>
                    <a:lnTo>
                      <a:pt x="764" y="396"/>
                    </a:lnTo>
                    <a:lnTo>
                      <a:pt x="760" y="398"/>
                    </a:lnTo>
                    <a:lnTo>
                      <a:pt x="757" y="396"/>
                    </a:lnTo>
                    <a:lnTo>
                      <a:pt x="754" y="394"/>
                    </a:lnTo>
                    <a:lnTo>
                      <a:pt x="752" y="401"/>
                    </a:lnTo>
                    <a:lnTo>
                      <a:pt x="738" y="406"/>
                    </a:lnTo>
                    <a:lnTo>
                      <a:pt x="726" y="422"/>
                    </a:lnTo>
                    <a:lnTo>
                      <a:pt x="721" y="425"/>
                    </a:lnTo>
                    <a:lnTo>
                      <a:pt x="716" y="431"/>
                    </a:lnTo>
                    <a:lnTo>
                      <a:pt x="712" y="436"/>
                    </a:lnTo>
                    <a:lnTo>
                      <a:pt x="711" y="442"/>
                    </a:lnTo>
                    <a:lnTo>
                      <a:pt x="712" y="450"/>
                    </a:lnTo>
                    <a:lnTo>
                      <a:pt x="709" y="458"/>
                    </a:lnTo>
                    <a:lnTo>
                      <a:pt x="700" y="463"/>
                    </a:lnTo>
                    <a:lnTo>
                      <a:pt x="693" y="463"/>
                    </a:lnTo>
                    <a:lnTo>
                      <a:pt x="687" y="468"/>
                    </a:lnTo>
                    <a:lnTo>
                      <a:pt x="682" y="476"/>
                    </a:lnTo>
                    <a:lnTo>
                      <a:pt x="678" y="487"/>
                    </a:lnTo>
                    <a:lnTo>
                      <a:pt x="672" y="498"/>
                    </a:lnTo>
                    <a:lnTo>
                      <a:pt x="657" y="520"/>
                    </a:lnTo>
                    <a:lnTo>
                      <a:pt x="651" y="527"/>
                    </a:lnTo>
                    <a:lnTo>
                      <a:pt x="639" y="534"/>
                    </a:lnTo>
                    <a:lnTo>
                      <a:pt x="628" y="544"/>
                    </a:lnTo>
                    <a:lnTo>
                      <a:pt x="624" y="549"/>
                    </a:lnTo>
                    <a:lnTo>
                      <a:pt x="614" y="565"/>
                    </a:lnTo>
                    <a:lnTo>
                      <a:pt x="607" y="574"/>
                    </a:lnTo>
                    <a:lnTo>
                      <a:pt x="599" y="589"/>
                    </a:lnTo>
                    <a:lnTo>
                      <a:pt x="594" y="592"/>
                    </a:lnTo>
                    <a:lnTo>
                      <a:pt x="590" y="593"/>
                    </a:lnTo>
                    <a:lnTo>
                      <a:pt x="567" y="593"/>
                    </a:lnTo>
                    <a:lnTo>
                      <a:pt x="564" y="594"/>
                    </a:lnTo>
                    <a:lnTo>
                      <a:pt x="556" y="597"/>
                    </a:lnTo>
                    <a:lnTo>
                      <a:pt x="551" y="603"/>
                    </a:lnTo>
                    <a:lnTo>
                      <a:pt x="547" y="604"/>
                    </a:lnTo>
                    <a:lnTo>
                      <a:pt x="544" y="603"/>
                    </a:lnTo>
                    <a:lnTo>
                      <a:pt x="542" y="598"/>
                    </a:lnTo>
                    <a:lnTo>
                      <a:pt x="534" y="584"/>
                    </a:lnTo>
                    <a:lnTo>
                      <a:pt x="531" y="582"/>
                    </a:lnTo>
                    <a:lnTo>
                      <a:pt x="527" y="583"/>
                    </a:lnTo>
                    <a:lnTo>
                      <a:pt x="517" y="592"/>
                    </a:lnTo>
                    <a:lnTo>
                      <a:pt x="513" y="598"/>
                    </a:lnTo>
                    <a:lnTo>
                      <a:pt x="502" y="608"/>
                    </a:lnTo>
                    <a:lnTo>
                      <a:pt x="488" y="626"/>
                    </a:lnTo>
                    <a:lnTo>
                      <a:pt x="480" y="633"/>
                    </a:lnTo>
                    <a:lnTo>
                      <a:pt x="478" y="640"/>
                    </a:lnTo>
                    <a:lnTo>
                      <a:pt x="474" y="658"/>
                    </a:lnTo>
                    <a:lnTo>
                      <a:pt x="474" y="663"/>
                    </a:lnTo>
                    <a:lnTo>
                      <a:pt x="476" y="668"/>
                    </a:lnTo>
                    <a:lnTo>
                      <a:pt x="483" y="671"/>
                    </a:lnTo>
                    <a:lnTo>
                      <a:pt x="489" y="670"/>
                    </a:lnTo>
                    <a:lnTo>
                      <a:pt x="496" y="673"/>
                    </a:lnTo>
                    <a:lnTo>
                      <a:pt x="506" y="673"/>
                    </a:lnTo>
                    <a:lnTo>
                      <a:pt x="508" y="674"/>
                    </a:lnTo>
                    <a:lnTo>
                      <a:pt x="512" y="678"/>
                    </a:lnTo>
                    <a:lnTo>
                      <a:pt x="513" y="681"/>
                    </a:lnTo>
                    <a:lnTo>
                      <a:pt x="513" y="686"/>
                    </a:lnTo>
                    <a:lnTo>
                      <a:pt x="507" y="706"/>
                    </a:lnTo>
                    <a:lnTo>
                      <a:pt x="507" y="711"/>
                    </a:lnTo>
                    <a:lnTo>
                      <a:pt x="508" y="716"/>
                    </a:lnTo>
                    <a:lnTo>
                      <a:pt x="518" y="727"/>
                    </a:lnTo>
                    <a:lnTo>
                      <a:pt x="522" y="728"/>
                    </a:lnTo>
                    <a:lnTo>
                      <a:pt x="532" y="724"/>
                    </a:lnTo>
                    <a:lnTo>
                      <a:pt x="534" y="725"/>
                    </a:lnTo>
                    <a:lnTo>
                      <a:pt x="537" y="728"/>
                    </a:lnTo>
                    <a:lnTo>
                      <a:pt x="537" y="739"/>
                    </a:lnTo>
                    <a:lnTo>
                      <a:pt x="538" y="748"/>
                    </a:lnTo>
                    <a:lnTo>
                      <a:pt x="543" y="755"/>
                    </a:lnTo>
                    <a:lnTo>
                      <a:pt x="545" y="762"/>
                    </a:lnTo>
                    <a:lnTo>
                      <a:pt x="550" y="768"/>
                    </a:lnTo>
                    <a:lnTo>
                      <a:pt x="555" y="773"/>
                    </a:lnTo>
                    <a:lnTo>
                      <a:pt x="555" y="776"/>
                    </a:lnTo>
                    <a:lnTo>
                      <a:pt x="559" y="781"/>
                    </a:lnTo>
                    <a:lnTo>
                      <a:pt x="560" y="784"/>
                    </a:lnTo>
                    <a:lnTo>
                      <a:pt x="555" y="786"/>
                    </a:lnTo>
                    <a:lnTo>
                      <a:pt x="555" y="788"/>
                    </a:lnTo>
                    <a:lnTo>
                      <a:pt x="555" y="798"/>
                    </a:lnTo>
                    <a:lnTo>
                      <a:pt x="554" y="802"/>
                    </a:lnTo>
                    <a:lnTo>
                      <a:pt x="561" y="803"/>
                    </a:lnTo>
                    <a:lnTo>
                      <a:pt x="561" y="805"/>
                    </a:lnTo>
                    <a:lnTo>
                      <a:pt x="554" y="805"/>
                    </a:lnTo>
                    <a:lnTo>
                      <a:pt x="549" y="809"/>
                    </a:lnTo>
                    <a:lnTo>
                      <a:pt x="549" y="811"/>
                    </a:lnTo>
                    <a:lnTo>
                      <a:pt x="545" y="813"/>
                    </a:lnTo>
                    <a:lnTo>
                      <a:pt x="542" y="813"/>
                    </a:lnTo>
                    <a:lnTo>
                      <a:pt x="535" y="813"/>
                    </a:lnTo>
                    <a:lnTo>
                      <a:pt x="534" y="810"/>
                    </a:lnTo>
                    <a:lnTo>
                      <a:pt x="533" y="809"/>
                    </a:lnTo>
                    <a:lnTo>
                      <a:pt x="534" y="803"/>
                    </a:lnTo>
                    <a:lnTo>
                      <a:pt x="534" y="802"/>
                    </a:lnTo>
                    <a:lnTo>
                      <a:pt x="527" y="800"/>
                    </a:lnTo>
                    <a:lnTo>
                      <a:pt x="522" y="804"/>
                    </a:lnTo>
                    <a:lnTo>
                      <a:pt x="510" y="808"/>
                    </a:lnTo>
                    <a:lnTo>
                      <a:pt x="506" y="815"/>
                    </a:lnTo>
                    <a:lnTo>
                      <a:pt x="505" y="816"/>
                    </a:lnTo>
                    <a:lnTo>
                      <a:pt x="502" y="816"/>
                    </a:lnTo>
                    <a:lnTo>
                      <a:pt x="488" y="816"/>
                    </a:lnTo>
                    <a:lnTo>
                      <a:pt x="479" y="809"/>
                    </a:lnTo>
                    <a:lnTo>
                      <a:pt x="473" y="811"/>
                    </a:lnTo>
                    <a:lnTo>
                      <a:pt x="469" y="809"/>
                    </a:lnTo>
                    <a:lnTo>
                      <a:pt x="457" y="810"/>
                    </a:lnTo>
                    <a:lnTo>
                      <a:pt x="453" y="809"/>
                    </a:lnTo>
                    <a:lnTo>
                      <a:pt x="447" y="810"/>
                    </a:lnTo>
                    <a:lnTo>
                      <a:pt x="443" y="809"/>
                    </a:lnTo>
                    <a:lnTo>
                      <a:pt x="442" y="810"/>
                    </a:lnTo>
                    <a:lnTo>
                      <a:pt x="441" y="810"/>
                    </a:lnTo>
                    <a:lnTo>
                      <a:pt x="438" y="805"/>
                    </a:lnTo>
                    <a:lnTo>
                      <a:pt x="436" y="805"/>
                    </a:lnTo>
                    <a:lnTo>
                      <a:pt x="435" y="810"/>
                    </a:lnTo>
                    <a:lnTo>
                      <a:pt x="435" y="827"/>
                    </a:lnTo>
                    <a:lnTo>
                      <a:pt x="415" y="827"/>
                    </a:lnTo>
                    <a:lnTo>
                      <a:pt x="411" y="829"/>
                    </a:lnTo>
                    <a:lnTo>
                      <a:pt x="406" y="827"/>
                    </a:lnTo>
                    <a:lnTo>
                      <a:pt x="404" y="832"/>
                    </a:lnTo>
                    <a:lnTo>
                      <a:pt x="402" y="834"/>
                    </a:lnTo>
                    <a:lnTo>
                      <a:pt x="400" y="837"/>
                    </a:lnTo>
                    <a:lnTo>
                      <a:pt x="395" y="841"/>
                    </a:lnTo>
                    <a:lnTo>
                      <a:pt x="391" y="842"/>
                    </a:lnTo>
                    <a:lnTo>
                      <a:pt x="378" y="837"/>
                    </a:lnTo>
                    <a:lnTo>
                      <a:pt x="367" y="836"/>
                    </a:lnTo>
                    <a:lnTo>
                      <a:pt x="363" y="834"/>
                    </a:lnTo>
                    <a:lnTo>
                      <a:pt x="362" y="827"/>
                    </a:lnTo>
                    <a:lnTo>
                      <a:pt x="360" y="824"/>
                    </a:lnTo>
                    <a:lnTo>
                      <a:pt x="355" y="820"/>
                    </a:lnTo>
                    <a:lnTo>
                      <a:pt x="350" y="808"/>
                    </a:lnTo>
                    <a:lnTo>
                      <a:pt x="344" y="791"/>
                    </a:lnTo>
                    <a:lnTo>
                      <a:pt x="344" y="784"/>
                    </a:lnTo>
                    <a:lnTo>
                      <a:pt x="340" y="784"/>
                    </a:lnTo>
                    <a:lnTo>
                      <a:pt x="329" y="781"/>
                    </a:lnTo>
                    <a:lnTo>
                      <a:pt x="322" y="776"/>
                    </a:lnTo>
                    <a:lnTo>
                      <a:pt x="318" y="756"/>
                    </a:lnTo>
                    <a:lnTo>
                      <a:pt x="316" y="751"/>
                    </a:lnTo>
                    <a:lnTo>
                      <a:pt x="308" y="745"/>
                    </a:lnTo>
                    <a:lnTo>
                      <a:pt x="302" y="741"/>
                    </a:lnTo>
                    <a:lnTo>
                      <a:pt x="292" y="740"/>
                    </a:lnTo>
                    <a:lnTo>
                      <a:pt x="271" y="744"/>
                    </a:lnTo>
                    <a:lnTo>
                      <a:pt x="250" y="744"/>
                    </a:lnTo>
                    <a:lnTo>
                      <a:pt x="236" y="750"/>
                    </a:lnTo>
                    <a:lnTo>
                      <a:pt x="227" y="748"/>
                    </a:lnTo>
                    <a:lnTo>
                      <a:pt x="212" y="746"/>
                    </a:lnTo>
                    <a:lnTo>
                      <a:pt x="205" y="759"/>
                    </a:lnTo>
                    <a:lnTo>
                      <a:pt x="200" y="753"/>
                    </a:lnTo>
                    <a:lnTo>
                      <a:pt x="188" y="753"/>
                    </a:lnTo>
                    <a:lnTo>
                      <a:pt x="178" y="745"/>
                    </a:lnTo>
                    <a:lnTo>
                      <a:pt x="164" y="746"/>
                    </a:lnTo>
                    <a:lnTo>
                      <a:pt x="151" y="745"/>
                    </a:lnTo>
                    <a:lnTo>
                      <a:pt x="144" y="753"/>
                    </a:lnTo>
                    <a:lnTo>
                      <a:pt x="130" y="755"/>
                    </a:lnTo>
                    <a:lnTo>
                      <a:pt x="102" y="751"/>
                    </a:lnTo>
                    <a:lnTo>
                      <a:pt x="91" y="751"/>
                    </a:lnTo>
                    <a:lnTo>
                      <a:pt x="76" y="759"/>
                    </a:lnTo>
                    <a:lnTo>
                      <a:pt x="69" y="755"/>
                    </a:lnTo>
                    <a:lnTo>
                      <a:pt x="61" y="761"/>
                    </a:lnTo>
                    <a:lnTo>
                      <a:pt x="53" y="761"/>
                    </a:lnTo>
                    <a:lnTo>
                      <a:pt x="48" y="765"/>
                    </a:lnTo>
                    <a:lnTo>
                      <a:pt x="45" y="759"/>
                    </a:lnTo>
                    <a:lnTo>
                      <a:pt x="42" y="75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4" name="Freeform 151">
                <a:extLst>
                  <a:ext uri="{FF2B5EF4-FFF2-40B4-BE49-F238E27FC236}">
                    <a16:creationId xmlns:a16="http://schemas.microsoft.com/office/drawing/2014/main" id="{62393545-C156-68E7-43E8-77A23B5813D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489" y="2165"/>
                <a:ext cx="37" cy="20"/>
              </a:xfrm>
              <a:custGeom>
                <a:avLst/>
                <a:gdLst/>
                <a:ahLst/>
                <a:cxnLst>
                  <a:cxn ang="0">
                    <a:pos x="164" y="32"/>
                  </a:cxn>
                  <a:cxn ang="0">
                    <a:pos x="164" y="30"/>
                  </a:cxn>
                  <a:cxn ang="0">
                    <a:pos x="150" y="22"/>
                  </a:cxn>
                  <a:cxn ang="0">
                    <a:pos x="148" y="18"/>
                  </a:cxn>
                  <a:cxn ang="0">
                    <a:pos x="145" y="17"/>
                  </a:cxn>
                  <a:cxn ang="0">
                    <a:pos x="130" y="21"/>
                  </a:cxn>
                  <a:cxn ang="0">
                    <a:pos x="126" y="21"/>
                  </a:cxn>
                  <a:cxn ang="0">
                    <a:pos x="112" y="16"/>
                  </a:cxn>
                  <a:cxn ang="0">
                    <a:pos x="96" y="15"/>
                  </a:cxn>
                  <a:cxn ang="0">
                    <a:pos x="89" y="10"/>
                  </a:cxn>
                  <a:cxn ang="0">
                    <a:pos x="89" y="7"/>
                  </a:cxn>
                  <a:cxn ang="0">
                    <a:pos x="85" y="1"/>
                  </a:cxn>
                  <a:cxn ang="0">
                    <a:pos x="79" y="0"/>
                  </a:cxn>
                  <a:cxn ang="0">
                    <a:pos x="65" y="1"/>
                  </a:cxn>
                  <a:cxn ang="0">
                    <a:pos x="53" y="6"/>
                  </a:cxn>
                  <a:cxn ang="0">
                    <a:pos x="42" y="17"/>
                  </a:cxn>
                  <a:cxn ang="0">
                    <a:pos x="32" y="33"/>
                  </a:cxn>
                  <a:cxn ang="0">
                    <a:pos x="11" y="53"/>
                  </a:cxn>
                  <a:cxn ang="0">
                    <a:pos x="10" y="59"/>
                  </a:cxn>
                  <a:cxn ang="0">
                    <a:pos x="9" y="63"/>
                  </a:cxn>
                  <a:cxn ang="0">
                    <a:pos x="0" y="71"/>
                  </a:cxn>
                  <a:cxn ang="0">
                    <a:pos x="0" y="76"/>
                  </a:cxn>
                  <a:cxn ang="0">
                    <a:pos x="5" y="77"/>
                  </a:cxn>
                  <a:cxn ang="0">
                    <a:pos x="6" y="80"/>
                  </a:cxn>
                  <a:cxn ang="0">
                    <a:pos x="6" y="87"/>
                  </a:cxn>
                  <a:cxn ang="0">
                    <a:pos x="8" y="88"/>
                  </a:cxn>
                  <a:cxn ang="0">
                    <a:pos x="11" y="88"/>
                  </a:cxn>
                  <a:cxn ang="0">
                    <a:pos x="15" y="91"/>
                  </a:cxn>
                  <a:cxn ang="0">
                    <a:pos x="26" y="95"/>
                  </a:cxn>
                  <a:cxn ang="0">
                    <a:pos x="49" y="98"/>
                  </a:cxn>
                  <a:cxn ang="0">
                    <a:pos x="68" y="98"/>
                  </a:cxn>
                  <a:cxn ang="0">
                    <a:pos x="91" y="90"/>
                  </a:cxn>
                  <a:cxn ang="0">
                    <a:pos x="96" y="90"/>
                  </a:cxn>
                  <a:cxn ang="0">
                    <a:pos x="106" y="93"/>
                  </a:cxn>
                  <a:cxn ang="0">
                    <a:pos x="115" y="93"/>
                  </a:cxn>
                  <a:cxn ang="0">
                    <a:pos x="123" y="92"/>
                  </a:cxn>
                  <a:cxn ang="0">
                    <a:pos x="144" y="88"/>
                  </a:cxn>
                  <a:cxn ang="0">
                    <a:pos x="158" y="87"/>
                  </a:cxn>
                  <a:cxn ang="0">
                    <a:pos x="178" y="84"/>
                  </a:cxn>
                  <a:cxn ang="0">
                    <a:pos x="186" y="80"/>
                  </a:cxn>
                  <a:cxn ang="0">
                    <a:pos x="186" y="77"/>
                  </a:cxn>
                  <a:cxn ang="0">
                    <a:pos x="185" y="73"/>
                  </a:cxn>
                  <a:cxn ang="0">
                    <a:pos x="187" y="59"/>
                  </a:cxn>
                  <a:cxn ang="0">
                    <a:pos x="181" y="53"/>
                  </a:cxn>
                  <a:cxn ang="0">
                    <a:pos x="162" y="45"/>
                  </a:cxn>
                  <a:cxn ang="0">
                    <a:pos x="161" y="43"/>
                  </a:cxn>
                  <a:cxn ang="0">
                    <a:pos x="161" y="41"/>
                  </a:cxn>
                  <a:cxn ang="0">
                    <a:pos x="164" y="34"/>
                  </a:cxn>
                  <a:cxn ang="0">
                    <a:pos x="164" y="32"/>
                  </a:cxn>
                </a:cxnLst>
                <a:rect l="0" t="0" r="r" b="b"/>
                <a:pathLst>
                  <a:path w="187" h="98">
                    <a:moveTo>
                      <a:pt x="164" y="32"/>
                    </a:moveTo>
                    <a:lnTo>
                      <a:pt x="164" y="30"/>
                    </a:lnTo>
                    <a:lnTo>
                      <a:pt x="150" y="22"/>
                    </a:lnTo>
                    <a:lnTo>
                      <a:pt x="148" y="18"/>
                    </a:lnTo>
                    <a:lnTo>
                      <a:pt x="145" y="17"/>
                    </a:lnTo>
                    <a:lnTo>
                      <a:pt x="130" y="21"/>
                    </a:lnTo>
                    <a:lnTo>
                      <a:pt x="126" y="21"/>
                    </a:lnTo>
                    <a:lnTo>
                      <a:pt x="112" y="16"/>
                    </a:lnTo>
                    <a:lnTo>
                      <a:pt x="96" y="15"/>
                    </a:lnTo>
                    <a:lnTo>
                      <a:pt x="89" y="10"/>
                    </a:lnTo>
                    <a:lnTo>
                      <a:pt x="89" y="7"/>
                    </a:lnTo>
                    <a:lnTo>
                      <a:pt x="85" y="1"/>
                    </a:lnTo>
                    <a:lnTo>
                      <a:pt x="79" y="0"/>
                    </a:lnTo>
                    <a:lnTo>
                      <a:pt x="65" y="1"/>
                    </a:lnTo>
                    <a:lnTo>
                      <a:pt x="53" y="6"/>
                    </a:lnTo>
                    <a:lnTo>
                      <a:pt x="42" y="17"/>
                    </a:lnTo>
                    <a:lnTo>
                      <a:pt x="32" y="33"/>
                    </a:lnTo>
                    <a:lnTo>
                      <a:pt x="11" y="53"/>
                    </a:lnTo>
                    <a:lnTo>
                      <a:pt x="10" y="59"/>
                    </a:lnTo>
                    <a:lnTo>
                      <a:pt x="9" y="63"/>
                    </a:lnTo>
                    <a:lnTo>
                      <a:pt x="0" y="71"/>
                    </a:lnTo>
                    <a:lnTo>
                      <a:pt x="0" y="76"/>
                    </a:lnTo>
                    <a:lnTo>
                      <a:pt x="5" y="77"/>
                    </a:lnTo>
                    <a:lnTo>
                      <a:pt x="6" y="80"/>
                    </a:lnTo>
                    <a:lnTo>
                      <a:pt x="6" y="87"/>
                    </a:lnTo>
                    <a:lnTo>
                      <a:pt x="8" y="88"/>
                    </a:lnTo>
                    <a:lnTo>
                      <a:pt x="11" y="88"/>
                    </a:lnTo>
                    <a:lnTo>
                      <a:pt x="15" y="91"/>
                    </a:lnTo>
                    <a:lnTo>
                      <a:pt x="26" y="95"/>
                    </a:lnTo>
                    <a:lnTo>
                      <a:pt x="49" y="98"/>
                    </a:lnTo>
                    <a:lnTo>
                      <a:pt x="68" y="98"/>
                    </a:lnTo>
                    <a:lnTo>
                      <a:pt x="91" y="90"/>
                    </a:lnTo>
                    <a:lnTo>
                      <a:pt x="96" y="90"/>
                    </a:lnTo>
                    <a:lnTo>
                      <a:pt x="106" y="93"/>
                    </a:lnTo>
                    <a:lnTo>
                      <a:pt x="115" y="93"/>
                    </a:lnTo>
                    <a:lnTo>
                      <a:pt x="123" y="92"/>
                    </a:lnTo>
                    <a:lnTo>
                      <a:pt x="144" y="88"/>
                    </a:lnTo>
                    <a:lnTo>
                      <a:pt x="158" y="87"/>
                    </a:lnTo>
                    <a:lnTo>
                      <a:pt x="178" y="84"/>
                    </a:lnTo>
                    <a:lnTo>
                      <a:pt x="186" y="80"/>
                    </a:lnTo>
                    <a:lnTo>
                      <a:pt x="186" y="77"/>
                    </a:lnTo>
                    <a:lnTo>
                      <a:pt x="185" y="73"/>
                    </a:lnTo>
                    <a:lnTo>
                      <a:pt x="187" y="59"/>
                    </a:lnTo>
                    <a:lnTo>
                      <a:pt x="181" y="53"/>
                    </a:lnTo>
                    <a:lnTo>
                      <a:pt x="162" y="45"/>
                    </a:lnTo>
                    <a:lnTo>
                      <a:pt x="161" y="43"/>
                    </a:lnTo>
                    <a:lnTo>
                      <a:pt x="161" y="41"/>
                    </a:lnTo>
                    <a:lnTo>
                      <a:pt x="164" y="34"/>
                    </a:lnTo>
                    <a:lnTo>
                      <a:pt x="164" y="3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5" name="Freeform 152">
                <a:extLst>
                  <a:ext uri="{FF2B5EF4-FFF2-40B4-BE49-F238E27FC236}">
                    <a16:creationId xmlns:a16="http://schemas.microsoft.com/office/drawing/2014/main" id="{B43A4B89-EA99-097B-B5A6-858DD3C60F4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394" y="2140"/>
                <a:ext cx="88" cy="49"/>
              </a:xfrm>
              <a:custGeom>
                <a:avLst/>
                <a:gdLst/>
                <a:ahLst/>
                <a:cxnLst>
                  <a:cxn ang="0">
                    <a:pos x="432" y="170"/>
                  </a:cxn>
                  <a:cxn ang="0">
                    <a:pos x="428" y="203"/>
                  </a:cxn>
                  <a:cxn ang="0">
                    <a:pos x="441" y="221"/>
                  </a:cxn>
                  <a:cxn ang="0">
                    <a:pos x="434" y="242"/>
                  </a:cxn>
                  <a:cxn ang="0">
                    <a:pos x="396" y="242"/>
                  </a:cxn>
                  <a:cxn ang="0">
                    <a:pos x="368" y="238"/>
                  </a:cxn>
                  <a:cxn ang="0">
                    <a:pos x="308" y="224"/>
                  </a:cxn>
                  <a:cxn ang="0">
                    <a:pos x="267" y="218"/>
                  </a:cxn>
                  <a:cxn ang="0">
                    <a:pos x="239" y="191"/>
                  </a:cxn>
                  <a:cxn ang="0">
                    <a:pos x="211" y="184"/>
                  </a:cxn>
                  <a:cxn ang="0">
                    <a:pos x="192" y="184"/>
                  </a:cxn>
                  <a:cxn ang="0">
                    <a:pos x="168" y="187"/>
                  </a:cxn>
                  <a:cxn ang="0">
                    <a:pos x="136" y="168"/>
                  </a:cxn>
                  <a:cxn ang="0">
                    <a:pos x="114" y="159"/>
                  </a:cxn>
                  <a:cxn ang="0">
                    <a:pos x="83" y="148"/>
                  </a:cxn>
                  <a:cxn ang="0">
                    <a:pos x="57" y="124"/>
                  </a:cxn>
                  <a:cxn ang="0">
                    <a:pos x="32" y="109"/>
                  </a:cxn>
                  <a:cxn ang="0">
                    <a:pos x="23" y="113"/>
                  </a:cxn>
                  <a:cxn ang="0">
                    <a:pos x="12" y="98"/>
                  </a:cxn>
                  <a:cxn ang="0">
                    <a:pos x="1" y="87"/>
                  </a:cxn>
                  <a:cxn ang="0">
                    <a:pos x="11" y="71"/>
                  </a:cxn>
                  <a:cxn ang="0">
                    <a:pos x="14" y="51"/>
                  </a:cxn>
                  <a:cxn ang="0">
                    <a:pos x="17" y="34"/>
                  </a:cxn>
                  <a:cxn ang="0">
                    <a:pos x="30" y="22"/>
                  </a:cxn>
                  <a:cxn ang="0">
                    <a:pos x="43" y="6"/>
                  </a:cxn>
                  <a:cxn ang="0">
                    <a:pos x="54" y="4"/>
                  </a:cxn>
                  <a:cxn ang="0">
                    <a:pos x="67" y="18"/>
                  </a:cxn>
                  <a:cxn ang="0">
                    <a:pos x="71" y="8"/>
                  </a:cxn>
                  <a:cxn ang="0">
                    <a:pos x="73" y="0"/>
                  </a:cxn>
                  <a:cxn ang="0">
                    <a:pos x="110" y="7"/>
                  </a:cxn>
                  <a:cxn ang="0">
                    <a:pos x="141" y="24"/>
                  </a:cxn>
                  <a:cxn ang="0">
                    <a:pos x="174" y="46"/>
                  </a:cxn>
                  <a:cxn ang="0">
                    <a:pos x="186" y="77"/>
                  </a:cxn>
                  <a:cxn ang="0">
                    <a:pos x="200" y="74"/>
                  </a:cxn>
                  <a:cxn ang="0">
                    <a:pos x="207" y="67"/>
                  </a:cxn>
                  <a:cxn ang="0">
                    <a:pos x="221" y="63"/>
                  </a:cxn>
                  <a:cxn ang="0">
                    <a:pos x="226" y="73"/>
                  </a:cxn>
                  <a:cxn ang="0">
                    <a:pos x="226" y="95"/>
                  </a:cxn>
                  <a:cxn ang="0">
                    <a:pos x="235" y="101"/>
                  </a:cxn>
                  <a:cxn ang="0">
                    <a:pos x="251" y="104"/>
                  </a:cxn>
                  <a:cxn ang="0">
                    <a:pos x="272" y="106"/>
                  </a:cxn>
                  <a:cxn ang="0">
                    <a:pos x="277" y="117"/>
                  </a:cxn>
                  <a:cxn ang="0">
                    <a:pos x="301" y="131"/>
                  </a:cxn>
                  <a:cxn ang="0">
                    <a:pos x="315" y="142"/>
                  </a:cxn>
                  <a:cxn ang="0">
                    <a:pos x="329" y="149"/>
                  </a:cxn>
                  <a:cxn ang="0">
                    <a:pos x="344" y="149"/>
                  </a:cxn>
                  <a:cxn ang="0">
                    <a:pos x="356" y="144"/>
                  </a:cxn>
                  <a:cxn ang="0">
                    <a:pos x="377" y="151"/>
                  </a:cxn>
                  <a:cxn ang="0">
                    <a:pos x="398" y="158"/>
                  </a:cxn>
                  <a:cxn ang="0">
                    <a:pos x="422" y="159"/>
                  </a:cxn>
                  <a:cxn ang="0">
                    <a:pos x="439" y="151"/>
                  </a:cxn>
                </a:cxnLst>
                <a:rect l="0" t="0" r="r" b="b"/>
                <a:pathLst>
                  <a:path w="441" h="244">
                    <a:moveTo>
                      <a:pt x="439" y="151"/>
                    </a:moveTo>
                    <a:lnTo>
                      <a:pt x="436" y="158"/>
                    </a:lnTo>
                    <a:lnTo>
                      <a:pt x="432" y="170"/>
                    </a:lnTo>
                    <a:lnTo>
                      <a:pt x="433" y="185"/>
                    </a:lnTo>
                    <a:lnTo>
                      <a:pt x="432" y="199"/>
                    </a:lnTo>
                    <a:lnTo>
                      <a:pt x="428" y="203"/>
                    </a:lnTo>
                    <a:lnTo>
                      <a:pt x="428" y="207"/>
                    </a:lnTo>
                    <a:lnTo>
                      <a:pt x="436" y="211"/>
                    </a:lnTo>
                    <a:lnTo>
                      <a:pt x="441" y="221"/>
                    </a:lnTo>
                    <a:lnTo>
                      <a:pt x="441" y="228"/>
                    </a:lnTo>
                    <a:lnTo>
                      <a:pt x="434" y="239"/>
                    </a:lnTo>
                    <a:lnTo>
                      <a:pt x="434" y="242"/>
                    </a:lnTo>
                    <a:lnTo>
                      <a:pt x="422" y="240"/>
                    </a:lnTo>
                    <a:lnTo>
                      <a:pt x="411" y="243"/>
                    </a:lnTo>
                    <a:lnTo>
                      <a:pt x="396" y="242"/>
                    </a:lnTo>
                    <a:lnTo>
                      <a:pt x="388" y="244"/>
                    </a:lnTo>
                    <a:lnTo>
                      <a:pt x="378" y="239"/>
                    </a:lnTo>
                    <a:lnTo>
                      <a:pt x="368" y="238"/>
                    </a:lnTo>
                    <a:lnTo>
                      <a:pt x="362" y="238"/>
                    </a:lnTo>
                    <a:lnTo>
                      <a:pt x="315" y="230"/>
                    </a:lnTo>
                    <a:lnTo>
                      <a:pt x="308" y="224"/>
                    </a:lnTo>
                    <a:lnTo>
                      <a:pt x="299" y="221"/>
                    </a:lnTo>
                    <a:lnTo>
                      <a:pt x="287" y="222"/>
                    </a:lnTo>
                    <a:lnTo>
                      <a:pt x="267" y="218"/>
                    </a:lnTo>
                    <a:lnTo>
                      <a:pt x="255" y="210"/>
                    </a:lnTo>
                    <a:lnTo>
                      <a:pt x="249" y="205"/>
                    </a:lnTo>
                    <a:lnTo>
                      <a:pt x="239" y="191"/>
                    </a:lnTo>
                    <a:lnTo>
                      <a:pt x="232" y="187"/>
                    </a:lnTo>
                    <a:lnTo>
                      <a:pt x="213" y="184"/>
                    </a:lnTo>
                    <a:lnTo>
                      <a:pt x="211" y="184"/>
                    </a:lnTo>
                    <a:lnTo>
                      <a:pt x="208" y="187"/>
                    </a:lnTo>
                    <a:lnTo>
                      <a:pt x="202" y="186"/>
                    </a:lnTo>
                    <a:lnTo>
                      <a:pt x="192" y="184"/>
                    </a:lnTo>
                    <a:lnTo>
                      <a:pt x="183" y="183"/>
                    </a:lnTo>
                    <a:lnTo>
                      <a:pt x="173" y="187"/>
                    </a:lnTo>
                    <a:lnTo>
                      <a:pt x="168" y="187"/>
                    </a:lnTo>
                    <a:lnTo>
                      <a:pt x="148" y="183"/>
                    </a:lnTo>
                    <a:lnTo>
                      <a:pt x="138" y="170"/>
                    </a:lnTo>
                    <a:lnTo>
                      <a:pt x="136" y="168"/>
                    </a:lnTo>
                    <a:lnTo>
                      <a:pt x="127" y="167"/>
                    </a:lnTo>
                    <a:lnTo>
                      <a:pt x="124" y="167"/>
                    </a:lnTo>
                    <a:lnTo>
                      <a:pt x="114" y="159"/>
                    </a:lnTo>
                    <a:lnTo>
                      <a:pt x="103" y="154"/>
                    </a:lnTo>
                    <a:lnTo>
                      <a:pt x="93" y="153"/>
                    </a:lnTo>
                    <a:lnTo>
                      <a:pt x="83" y="148"/>
                    </a:lnTo>
                    <a:lnTo>
                      <a:pt x="78" y="144"/>
                    </a:lnTo>
                    <a:lnTo>
                      <a:pt x="66" y="130"/>
                    </a:lnTo>
                    <a:lnTo>
                      <a:pt x="57" y="124"/>
                    </a:lnTo>
                    <a:lnTo>
                      <a:pt x="49" y="120"/>
                    </a:lnTo>
                    <a:lnTo>
                      <a:pt x="45" y="116"/>
                    </a:lnTo>
                    <a:lnTo>
                      <a:pt x="32" y="109"/>
                    </a:lnTo>
                    <a:lnTo>
                      <a:pt x="28" y="109"/>
                    </a:lnTo>
                    <a:lnTo>
                      <a:pt x="28" y="113"/>
                    </a:lnTo>
                    <a:lnTo>
                      <a:pt x="23" y="113"/>
                    </a:lnTo>
                    <a:lnTo>
                      <a:pt x="18" y="109"/>
                    </a:lnTo>
                    <a:lnTo>
                      <a:pt x="17" y="103"/>
                    </a:lnTo>
                    <a:lnTo>
                      <a:pt x="12" y="98"/>
                    </a:lnTo>
                    <a:lnTo>
                      <a:pt x="1" y="97"/>
                    </a:lnTo>
                    <a:lnTo>
                      <a:pt x="0" y="94"/>
                    </a:lnTo>
                    <a:lnTo>
                      <a:pt x="1" y="87"/>
                    </a:lnTo>
                    <a:lnTo>
                      <a:pt x="6" y="79"/>
                    </a:lnTo>
                    <a:lnTo>
                      <a:pt x="9" y="78"/>
                    </a:lnTo>
                    <a:lnTo>
                      <a:pt x="11" y="71"/>
                    </a:lnTo>
                    <a:lnTo>
                      <a:pt x="14" y="67"/>
                    </a:lnTo>
                    <a:lnTo>
                      <a:pt x="11" y="58"/>
                    </a:lnTo>
                    <a:lnTo>
                      <a:pt x="14" y="51"/>
                    </a:lnTo>
                    <a:lnTo>
                      <a:pt x="19" y="45"/>
                    </a:lnTo>
                    <a:lnTo>
                      <a:pt x="17" y="38"/>
                    </a:lnTo>
                    <a:lnTo>
                      <a:pt x="17" y="34"/>
                    </a:lnTo>
                    <a:lnTo>
                      <a:pt x="21" y="29"/>
                    </a:lnTo>
                    <a:lnTo>
                      <a:pt x="27" y="29"/>
                    </a:lnTo>
                    <a:lnTo>
                      <a:pt x="30" y="22"/>
                    </a:lnTo>
                    <a:lnTo>
                      <a:pt x="38" y="17"/>
                    </a:lnTo>
                    <a:lnTo>
                      <a:pt x="41" y="11"/>
                    </a:lnTo>
                    <a:lnTo>
                      <a:pt x="43" y="6"/>
                    </a:lnTo>
                    <a:lnTo>
                      <a:pt x="45" y="4"/>
                    </a:lnTo>
                    <a:lnTo>
                      <a:pt x="48" y="7"/>
                    </a:lnTo>
                    <a:lnTo>
                      <a:pt x="54" y="4"/>
                    </a:lnTo>
                    <a:lnTo>
                      <a:pt x="56" y="6"/>
                    </a:lnTo>
                    <a:lnTo>
                      <a:pt x="59" y="11"/>
                    </a:lnTo>
                    <a:lnTo>
                      <a:pt x="67" y="18"/>
                    </a:lnTo>
                    <a:lnTo>
                      <a:pt x="68" y="14"/>
                    </a:lnTo>
                    <a:lnTo>
                      <a:pt x="67" y="12"/>
                    </a:lnTo>
                    <a:lnTo>
                      <a:pt x="71" y="8"/>
                    </a:lnTo>
                    <a:lnTo>
                      <a:pt x="71" y="2"/>
                    </a:lnTo>
                    <a:lnTo>
                      <a:pt x="71" y="1"/>
                    </a:lnTo>
                    <a:lnTo>
                      <a:pt x="73" y="0"/>
                    </a:lnTo>
                    <a:lnTo>
                      <a:pt x="89" y="2"/>
                    </a:lnTo>
                    <a:lnTo>
                      <a:pt x="92" y="3"/>
                    </a:lnTo>
                    <a:lnTo>
                      <a:pt x="110" y="7"/>
                    </a:lnTo>
                    <a:lnTo>
                      <a:pt x="130" y="13"/>
                    </a:lnTo>
                    <a:lnTo>
                      <a:pt x="135" y="15"/>
                    </a:lnTo>
                    <a:lnTo>
                      <a:pt x="141" y="24"/>
                    </a:lnTo>
                    <a:lnTo>
                      <a:pt x="151" y="33"/>
                    </a:lnTo>
                    <a:lnTo>
                      <a:pt x="163" y="36"/>
                    </a:lnTo>
                    <a:lnTo>
                      <a:pt x="174" y="46"/>
                    </a:lnTo>
                    <a:lnTo>
                      <a:pt x="181" y="55"/>
                    </a:lnTo>
                    <a:lnTo>
                      <a:pt x="184" y="72"/>
                    </a:lnTo>
                    <a:lnTo>
                      <a:pt x="186" y="77"/>
                    </a:lnTo>
                    <a:lnTo>
                      <a:pt x="192" y="79"/>
                    </a:lnTo>
                    <a:lnTo>
                      <a:pt x="196" y="79"/>
                    </a:lnTo>
                    <a:lnTo>
                      <a:pt x="200" y="74"/>
                    </a:lnTo>
                    <a:lnTo>
                      <a:pt x="204" y="73"/>
                    </a:lnTo>
                    <a:lnTo>
                      <a:pt x="207" y="70"/>
                    </a:lnTo>
                    <a:lnTo>
                      <a:pt x="207" y="67"/>
                    </a:lnTo>
                    <a:lnTo>
                      <a:pt x="211" y="63"/>
                    </a:lnTo>
                    <a:lnTo>
                      <a:pt x="215" y="65"/>
                    </a:lnTo>
                    <a:lnTo>
                      <a:pt x="221" y="63"/>
                    </a:lnTo>
                    <a:lnTo>
                      <a:pt x="227" y="65"/>
                    </a:lnTo>
                    <a:lnTo>
                      <a:pt x="229" y="67"/>
                    </a:lnTo>
                    <a:lnTo>
                      <a:pt x="226" y="73"/>
                    </a:lnTo>
                    <a:lnTo>
                      <a:pt x="227" y="79"/>
                    </a:lnTo>
                    <a:lnTo>
                      <a:pt x="224" y="92"/>
                    </a:lnTo>
                    <a:lnTo>
                      <a:pt x="226" y="95"/>
                    </a:lnTo>
                    <a:lnTo>
                      <a:pt x="231" y="93"/>
                    </a:lnTo>
                    <a:lnTo>
                      <a:pt x="233" y="98"/>
                    </a:lnTo>
                    <a:lnTo>
                      <a:pt x="235" y="101"/>
                    </a:lnTo>
                    <a:lnTo>
                      <a:pt x="240" y="101"/>
                    </a:lnTo>
                    <a:lnTo>
                      <a:pt x="245" y="105"/>
                    </a:lnTo>
                    <a:lnTo>
                      <a:pt x="251" y="104"/>
                    </a:lnTo>
                    <a:lnTo>
                      <a:pt x="259" y="106"/>
                    </a:lnTo>
                    <a:lnTo>
                      <a:pt x="267" y="108"/>
                    </a:lnTo>
                    <a:lnTo>
                      <a:pt x="272" y="106"/>
                    </a:lnTo>
                    <a:lnTo>
                      <a:pt x="277" y="103"/>
                    </a:lnTo>
                    <a:lnTo>
                      <a:pt x="280" y="104"/>
                    </a:lnTo>
                    <a:lnTo>
                      <a:pt x="277" y="117"/>
                    </a:lnTo>
                    <a:lnTo>
                      <a:pt x="278" y="124"/>
                    </a:lnTo>
                    <a:lnTo>
                      <a:pt x="293" y="133"/>
                    </a:lnTo>
                    <a:lnTo>
                      <a:pt x="301" y="131"/>
                    </a:lnTo>
                    <a:lnTo>
                      <a:pt x="308" y="132"/>
                    </a:lnTo>
                    <a:lnTo>
                      <a:pt x="314" y="138"/>
                    </a:lnTo>
                    <a:lnTo>
                      <a:pt x="315" y="142"/>
                    </a:lnTo>
                    <a:lnTo>
                      <a:pt x="319" y="148"/>
                    </a:lnTo>
                    <a:lnTo>
                      <a:pt x="323" y="151"/>
                    </a:lnTo>
                    <a:lnTo>
                      <a:pt x="329" y="149"/>
                    </a:lnTo>
                    <a:lnTo>
                      <a:pt x="333" y="147"/>
                    </a:lnTo>
                    <a:lnTo>
                      <a:pt x="339" y="151"/>
                    </a:lnTo>
                    <a:lnTo>
                      <a:pt x="344" y="149"/>
                    </a:lnTo>
                    <a:lnTo>
                      <a:pt x="350" y="152"/>
                    </a:lnTo>
                    <a:lnTo>
                      <a:pt x="352" y="151"/>
                    </a:lnTo>
                    <a:lnTo>
                      <a:pt x="356" y="144"/>
                    </a:lnTo>
                    <a:lnTo>
                      <a:pt x="361" y="143"/>
                    </a:lnTo>
                    <a:lnTo>
                      <a:pt x="369" y="144"/>
                    </a:lnTo>
                    <a:lnTo>
                      <a:pt x="377" y="151"/>
                    </a:lnTo>
                    <a:lnTo>
                      <a:pt x="387" y="153"/>
                    </a:lnTo>
                    <a:lnTo>
                      <a:pt x="394" y="157"/>
                    </a:lnTo>
                    <a:lnTo>
                      <a:pt x="398" y="158"/>
                    </a:lnTo>
                    <a:lnTo>
                      <a:pt x="405" y="156"/>
                    </a:lnTo>
                    <a:lnTo>
                      <a:pt x="419" y="159"/>
                    </a:lnTo>
                    <a:lnTo>
                      <a:pt x="422" y="159"/>
                    </a:lnTo>
                    <a:lnTo>
                      <a:pt x="428" y="151"/>
                    </a:lnTo>
                    <a:lnTo>
                      <a:pt x="436" y="149"/>
                    </a:lnTo>
                    <a:lnTo>
                      <a:pt x="439" y="15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6" name="Freeform 153">
                <a:extLst>
                  <a:ext uri="{FF2B5EF4-FFF2-40B4-BE49-F238E27FC236}">
                    <a16:creationId xmlns:a16="http://schemas.microsoft.com/office/drawing/2014/main" id="{62E2BCE5-3B15-F2F6-FD57-6AAC0114C83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479" y="2187"/>
                <a:ext cx="52" cy="67"/>
              </a:xfrm>
              <a:custGeom>
                <a:avLst/>
                <a:gdLst/>
                <a:ahLst/>
                <a:cxnLst>
                  <a:cxn ang="0">
                    <a:pos x="241" y="337"/>
                  </a:cxn>
                  <a:cxn ang="0">
                    <a:pos x="226" y="291"/>
                  </a:cxn>
                  <a:cxn ang="0">
                    <a:pos x="221" y="257"/>
                  </a:cxn>
                  <a:cxn ang="0">
                    <a:pos x="198" y="225"/>
                  </a:cxn>
                  <a:cxn ang="0">
                    <a:pos x="174" y="230"/>
                  </a:cxn>
                  <a:cxn ang="0">
                    <a:pos x="161" y="215"/>
                  </a:cxn>
                  <a:cxn ang="0">
                    <a:pos x="153" y="227"/>
                  </a:cxn>
                  <a:cxn ang="0">
                    <a:pos x="149" y="246"/>
                  </a:cxn>
                  <a:cxn ang="0">
                    <a:pos x="129" y="283"/>
                  </a:cxn>
                  <a:cxn ang="0">
                    <a:pos x="115" y="267"/>
                  </a:cxn>
                  <a:cxn ang="0">
                    <a:pos x="108" y="279"/>
                  </a:cxn>
                  <a:cxn ang="0">
                    <a:pos x="96" y="280"/>
                  </a:cxn>
                  <a:cxn ang="0">
                    <a:pos x="80" y="284"/>
                  </a:cxn>
                  <a:cxn ang="0">
                    <a:pos x="75" y="286"/>
                  </a:cxn>
                  <a:cxn ang="0">
                    <a:pos x="69" y="291"/>
                  </a:cxn>
                  <a:cxn ang="0">
                    <a:pos x="58" y="292"/>
                  </a:cxn>
                  <a:cxn ang="0">
                    <a:pos x="53" y="273"/>
                  </a:cxn>
                  <a:cxn ang="0">
                    <a:pos x="49" y="258"/>
                  </a:cxn>
                  <a:cxn ang="0">
                    <a:pos x="48" y="241"/>
                  </a:cxn>
                  <a:cxn ang="0">
                    <a:pos x="40" y="227"/>
                  </a:cxn>
                  <a:cxn ang="0">
                    <a:pos x="42" y="215"/>
                  </a:cxn>
                  <a:cxn ang="0">
                    <a:pos x="42" y="195"/>
                  </a:cxn>
                  <a:cxn ang="0">
                    <a:pos x="38" y="179"/>
                  </a:cxn>
                  <a:cxn ang="0">
                    <a:pos x="32" y="165"/>
                  </a:cxn>
                  <a:cxn ang="0">
                    <a:pos x="36" y="133"/>
                  </a:cxn>
                  <a:cxn ang="0">
                    <a:pos x="21" y="118"/>
                  </a:cxn>
                  <a:cxn ang="0">
                    <a:pos x="1" y="109"/>
                  </a:cxn>
                  <a:cxn ang="0">
                    <a:pos x="1" y="98"/>
                  </a:cxn>
                  <a:cxn ang="0">
                    <a:pos x="13" y="89"/>
                  </a:cxn>
                  <a:cxn ang="0">
                    <a:pos x="22" y="78"/>
                  </a:cxn>
                  <a:cxn ang="0">
                    <a:pos x="42" y="68"/>
                  </a:cxn>
                  <a:cxn ang="0">
                    <a:pos x="39" y="60"/>
                  </a:cxn>
                  <a:cxn ang="0">
                    <a:pos x="17" y="57"/>
                  </a:cxn>
                  <a:cxn ang="0">
                    <a:pos x="11" y="39"/>
                  </a:cxn>
                  <a:cxn ang="0">
                    <a:pos x="28" y="3"/>
                  </a:cxn>
                  <a:cxn ang="0">
                    <a:pos x="42" y="17"/>
                  </a:cxn>
                  <a:cxn ang="0">
                    <a:pos x="49" y="17"/>
                  </a:cxn>
                  <a:cxn ang="0">
                    <a:pos x="59" y="8"/>
                  </a:cxn>
                  <a:cxn ang="0">
                    <a:pos x="69" y="31"/>
                  </a:cxn>
                  <a:cxn ang="0">
                    <a:pos x="82" y="33"/>
                  </a:cxn>
                  <a:cxn ang="0">
                    <a:pos x="93" y="23"/>
                  </a:cxn>
                  <a:cxn ang="0">
                    <a:pos x="101" y="62"/>
                  </a:cxn>
                  <a:cxn ang="0">
                    <a:pos x="118" y="75"/>
                  </a:cxn>
                  <a:cxn ang="0">
                    <a:pos x="166" y="76"/>
                  </a:cxn>
                  <a:cxn ang="0">
                    <a:pos x="203" y="76"/>
                  </a:cxn>
                  <a:cxn ang="0">
                    <a:pos x="242" y="86"/>
                  </a:cxn>
                  <a:cxn ang="0">
                    <a:pos x="231" y="96"/>
                  </a:cxn>
                  <a:cxn ang="0">
                    <a:pos x="214" y="124"/>
                  </a:cxn>
                  <a:cxn ang="0">
                    <a:pos x="192" y="140"/>
                  </a:cxn>
                  <a:cxn ang="0">
                    <a:pos x="176" y="157"/>
                  </a:cxn>
                  <a:cxn ang="0">
                    <a:pos x="184" y="193"/>
                  </a:cxn>
                  <a:cxn ang="0">
                    <a:pos x="199" y="204"/>
                  </a:cxn>
                  <a:cxn ang="0">
                    <a:pos x="211" y="202"/>
                  </a:cxn>
                  <a:cxn ang="0">
                    <a:pos x="228" y="166"/>
                  </a:cxn>
                  <a:cxn ang="0">
                    <a:pos x="241" y="181"/>
                  </a:cxn>
                  <a:cxn ang="0">
                    <a:pos x="249" y="206"/>
                  </a:cxn>
                  <a:cxn ang="0">
                    <a:pos x="258" y="243"/>
                  </a:cxn>
                  <a:cxn ang="0">
                    <a:pos x="260" y="279"/>
                  </a:cxn>
                  <a:cxn ang="0">
                    <a:pos x="250" y="305"/>
                  </a:cxn>
                  <a:cxn ang="0">
                    <a:pos x="243" y="318"/>
                  </a:cxn>
                </a:cxnLst>
                <a:rect l="0" t="0" r="r" b="b"/>
                <a:pathLst>
                  <a:path w="262" h="337">
                    <a:moveTo>
                      <a:pt x="243" y="335"/>
                    </a:moveTo>
                    <a:lnTo>
                      <a:pt x="241" y="337"/>
                    </a:lnTo>
                    <a:lnTo>
                      <a:pt x="233" y="319"/>
                    </a:lnTo>
                    <a:lnTo>
                      <a:pt x="226" y="291"/>
                    </a:lnTo>
                    <a:lnTo>
                      <a:pt x="225" y="276"/>
                    </a:lnTo>
                    <a:lnTo>
                      <a:pt x="221" y="257"/>
                    </a:lnTo>
                    <a:lnTo>
                      <a:pt x="204" y="230"/>
                    </a:lnTo>
                    <a:lnTo>
                      <a:pt x="198" y="225"/>
                    </a:lnTo>
                    <a:lnTo>
                      <a:pt x="187" y="229"/>
                    </a:lnTo>
                    <a:lnTo>
                      <a:pt x="174" y="230"/>
                    </a:lnTo>
                    <a:lnTo>
                      <a:pt x="166" y="225"/>
                    </a:lnTo>
                    <a:lnTo>
                      <a:pt x="161" y="215"/>
                    </a:lnTo>
                    <a:lnTo>
                      <a:pt x="157" y="218"/>
                    </a:lnTo>
                    <a:lnTo>
                      <a:pt x="153" y="227"/>
                    </a:lnTo>
                    <a:lnTo>
                      <a:pt x="146" y="234"/>
                    </a:lnTo>
                    <a:lnTo>
                      <a:pt x="149" y="246"/>
                    </a:lnTo>
                    <a:lnTo>
                      <a:pt x="149" y="257"/>
                    </a:lnTo>
                    <a:lnTo>
                      <a:pt x="129" y="283"/>
                    </a:lnTo>
                    <a:lnTo>
                      <a:pt x="125" y="280"/>
                    </a:lnTo>
                    <a:lnTo>
                      <a:pt x="115" y="267"/>
                    </a:lnTo>
                    <a:lnTo>
                      <a:pt x="110" y="274"/>
                    </a:lnTo>
                    <a:lnTo>
                      <a:pt x="108" y="279"/>
                    </a:lnTo>
                    <a:lnTo>
                      <a:pt x="99" y="288"/>
                    </a:lnTo>
                    <a:lnTo>
                      <a:pt x="96" y="280"/>
                    </a:lnTo>
                    <a:lnTo>
                      <a:pt x="91" y="285"/>
                    </a:lnTo>
                    <a:lnTo>
                      <a:pt x="80" y="284"/>
                    </a:lnTo>
                    <a:lnTo>
                      <a:pt x="79" y="289"/>
                    </a:lnTo>
                    <a:lnTo>
                      <a:pt x="75" y="286"/>
                    </a:lnTo>
                    <a:lnTo>
                      <a:pt x="71" y="288"/>
                    </a:lnTo>
                    <a:lnTo>
                      <a:pt x="69" y="291"/>
                    </a:lnTo>
                    <a:lnTo>
                      <a:pt x="65" y="294"/>
                    </a:lnTo>
                    <a:lnTo>
                      <a:pt x="58" y="292"/>
                    </a:lnTo>
                    <a:lnTo>
                      <a:pt x="51" y="279"/>
                    </a:lnTo>
                    <a:lnTo>
                      <a:pt x="53" y="273"/>
                    </a:lnTo>
                    <a:lnTo>
                      <a:pt x="51" y="269"/>
                    </a:lnTo>
                    <a:lnTo>
                      <a:pt x="49" y="258"/>
                    </a:lnTo>
                    <a:lnTo>
                      <a:pt x="50" y="251"/>
                    </a:lnTo>
                    <a:lnTo>
                      <a:pt x="48" y="241"/>
                    </a:lnTo>
                    <a:lnTo>
                      <a:pt x="43" y="236"/>
                    </a:lnTo>
                    <a:lnTo>
                      <a:pt x="40" y="227"/>
                    </a:lnTo>
                    <a:lnTo>
                      <a:pt x="40" y="218"/>
                    </a:lnTo>
                    <a:lnTo>
                      <a:pt x="42" y="215"/>
                    </a:lnTo>
                    <a:lnTo>
                      <a:pt x="43" y="199"/>
                    </a:lnTo>
                    <a:lnTo>
                      <a:pt x="42" y="195"/>
                    </a:lnTo>
                    <a:lnTo>
                      <a:pt x="38" y="194"/>
                    </a:lnTo>
                    <a:lnTo>
                      <a:pt x="38" y="179"/>
                    </a:lnTo>
                    <a:lnTo>
                      <a:pt x="32" y="173"/>
                    </a:lnTo>
                    <a:lnTo>
                      <a:pt x="32" y="165"/>
                    </a:lnTo>
                    <a:lnTo>
                      <a:pt x="34" y="154"/>
                    </a:lnTo>
                    <a:lnTo>
                      <a:pt x="36" y="133"/>
                    </a:lnTo>
                    <a:lnTo>
                      <a:pt x="27" y="123"/>
                    </a:lnTo>
                    <a:lnTo>
                      <a:pt x="21" y="118"/>
                    </a:lnTo>
                    <a:lnTo>
                      <a:pt x="10" y="113"/>
                    </a:lnTo>
                    <a:lnTo>
                      <a:pt x="1" y="109"/>
                    </a:lnTo>
                    <a:lnTo>
                      <a:pt x="0" y="103"/>
                    </a:lnTo>
                    <a:lnTo>
                      <a:pt x="1" y="98"/>
                    </a:lnTo>
                    <a:lnTo>
                      <a:pt x="6" y="90"/>
                    </a:lnTo>
                    <a:lnTo>
                      <a:pt x="13" y="89"/>
                    </a:lnTo>
                    <a:lnTo>
                      <a:pt x="20" y="85"/>
                    </a:lnTo>
                    <a:lnTo>
                      <a:pt x="22" y="78"/>
                    </a:lnTo>
                    <a:lnTo>
                      <a:pt x="42" y="76"/>
                    </a:lnTo>
                    <a:lnTo>
                      <a:pt x="42" y="68"/>
                    </a:lnTo>
                    <a:lnTo>
                      <a:pt x="38" y="64"/>
                    </a:lnTo>
                    <a:lnTo>
                      <a:pt x="39" y="60"/>
                    </a:lnTo>
                    <a:lnTo>
                      <a:pt x="24" y="62"/>
                    </a:lnTo>
                    <a:lnTo>
                      <a:pt x="17" y="57"/>
                    </a:lnTo>
                    <a:lnTo>
                      <a:pt x="15" y="43"/>
                    </a:lnTo>
                    <a:lnTo>
                      <a:pt x="11" y="39"/>
                    </a:lnTo>
                    <a:lnTo>
                      <a:pt x="26" y="15"/>
                    </a:lnTo>
                    <a:lnTo>
                      <a:pt x="28" y="3"/>
                    </a:lnTo>
                    <a:lnTo>
                      <a:pt x="32" y="0"/>
                    </a:lnTo>
                    <a:lnTo>
                      <a:pt x="42" y="17"/>
                    </a:lnTo>
                    <a:lnTo>
                      <a:pt x="48" y="25"/>
                    </a:lnTo>
                    <a:lnTo>
                      <a:pt x="49" y="17"/>
                    </a:lnTo>
                    <a:lnTo>
                      <a:pt x="53" y="5"/>
                    </a:lnTo>
                    <a:lnTo>
                      <a:pt x="59" y="8"/>
                    </a:lnTo>
                    <a:lnTo>
                      <a:pt x="61" y="22"/>
                    </a:lnTo>
                    <a:lnTo>
                      <a:pt x="69" y="31"/>
                    </a:lnTo>
                    <a:lnTo>
                      <a:pt x="74" y="27"/>
                    </a:lnTo>
                    <a:lnTo>
                      <a:pt x="82" y="33"/>
                    </a:lnTo>
                    <a:lnTo>
                      <a:pt x="91" y="19"/>
                    </a:lnTo>
                    <a:lnTo>
                      <a:pt x="93" y="23"/>
                    </a:lnTo>
                    <a:lnTo>
                      <a:pt x="96" y="43"/>
                    </a:lnTo>
                    <a:lnTo>
                      <a:pt x="101" y="62"/>
                    </a:lnTo>
                    <a:lnTo>
                      <a:pt x="107" y="70"/>
                    </a:lnTo>
                    <a:lnTo>
                      <a:pt x="118" y="75"/>
                    </a:lnTo>
                    <a:lnTo>
                      <a:pt x="162" y="79"/>
                    </a:lnTo>
                    <a:lnTo>
                      <a:pt x="166" y="76"/>
                    </a:lnTo>
                    <a:lnTo>
                      <a:pt x="180" y="74"/>
                    </a:lnTo>
                    <a:lnTo>
                      <a:pt x="203" y="76"/>
                    </a:lnTo>
                    <a:lnTo>
                      <a:pt x="227" y="80"/>
                    </a:lnTo>
                    <a:lnTo>
                      <a:pt x="242" y="86"/>
                    </a:lnTo>
                    <a:lnTo>
                      <a:pt x="239" y="91"/>
                    </a:lnTo>
                    <a:lnTo>
                      <a:pt x="231" y="96"/>
                    </a:lnTo>
                    <a:lnTo>
                      <a:pt x="226" y="109"/>
                    </a:lnTo>
                    <a:lnTo>
                      <a:pt x="214" y="124"/>
                    </a:lnTo>
                    <a:lnTo>
                      <a:pt x="203" y="134"/>
                    </a:lnTo>
                    <a:lnTo>
                      <a:pt x="192" y="140"/>
                    </a:lnTo>
                    <a:lnTo>
                      <a:pt x="178" y="149"/>
                    </a:lnTo>
                    <a:lnTo>
                      <a:pt x="176" y="157"/>
                    </a:lnTo>
                    <a:lnTo>
                      <a:pt x="177" y="173"/>
                    </a:lnTo>
                    <a:lnTo>
                      <a:pt x="184" y="193"/>
                    </a:lnTo>
                    <a:lnTo>
                      <a:pt x="194" y="194"/>
                    </a:lnTo>
                    <a:lnTo>
                      <a:pt x="199" y="204"/>
                    </a:lnTo>
                    <a:lnTo>
                      <a:pt x="206" y="210"/>
                    </a:lnTo>
                    <a:lnTo>
                      <a:pt x="211" y="202"/>
                    </a:lnTo>
                    <a:lnTo>
                      <a:pt x="217" y="181"/>
                    </a:lnTo>
                    <a:lnTo>
                      <a:pt x="228" y="166"/>
                    </a:lnTo>
                    <a:lnTo>
                      <a:pt x="233" y="167"/>
                    </a:lnTo>
                    <a:lnTo>
                      <a:pt x="241" y="181"/>
                    </a:lnTo>
                    <a:lnTo>
                      <a:pt x="246" y="198"/>
                    </a:lnTo>
                    <a:lnTo>
                      <a:pt x="249" y="206"/>
                    </a:lnTo>
                    <a:lnTo>
                      <a:pt x="252" y="215"/>
                    </a:lnTo>
                    <a:lnTo>
                      <a:pt x="258" y="243"/>
                    </a:lnTo>
                    <a:lnTo>
                      <a:pt x="262" y="276"/>
                    </a:lnTo>
                    <a:lnTo>
                      <a:pt x="260" y="279"/>
                    </a:lnTo>
                    <a:lnTo>
                      <a:pt x="262" y="308"/>
                    </a:lnTo>
                    <a:lnTo>
                      <a:pt x="250" y="305"/>
                    </a:lnTo>
                    <a:lnTo>
                      <a:pt x="244" y="310"/>
                    </a:lnTo>
                    <a:lnTo>
                      <a:pt x="243" y="318"/>
                    </a:lnTo>
                    <a:lnTo>
                      <a:pt x="243" y="3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97" name="Freeform 154">
                <a:extLst>
                  <a:ext uri="{FF2B5EF4-FFF2-40B4-BE49-F238E27FC236}">
                    <a16:creationId xmlns:a16="http://schemas.microsoft.com/office/drawing/2014/main" id="{941046DD-1C3D-BA74-1F2A-73C3A02B52F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390" y="2379"/>
                <a:ext cx="23" cy="43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3" y="4"/>
                  </a:cxn>
                  <a:cxn ang="0">
                    <a:pos x="19" y="9"/>
                  </a:cxn>
                  <a:cxn ang="0">
                    <a:pos x="28" y="12"/>
                  </a:cxn>
                  <a:cxn ang="0">
                    <a:pos x="33" y="19"/>
                  </a:cxn>
                  <a:cxn ang="0">
                    <a:pos x="28" y="19"/>
                  </a:cxn>
                  <a:cxn ang="0">
                    <a:pos x="22" y="25"/>
                  </a:cxn>
                  <a:cxn ang="0">
                    <a:pos x="19" y="38"/>
                  </a:cxn>
                  <a:cxn ang="0">
                    <a:pos x="13" y="47"/>
                  </a:cxn>
                  <a:cxn ang="0">
                    <a:pos x="7" y="95"/>
                  </a:cxn>
                  <a:cxn ang="0">
                    <a:pos x="2" y="91"/>
                  </a:cxn>
                  <a:cxn ang="0">
                    <a:pos x="0" y="95"/>
                  </a:cxn>
                  <a:cxn ang="0">
                    <a:pos x="0" y="111"/>
                  </a:cxn>
                  <a:cxn ang="0">
                    <a:pos x="7" y="166"/>
                  </a:cxn>
                  <a:cxn ang="0">
                    <a:pos x="11" y="182"/>
                  </a:cxn>
                  <a:cxn ang="0">
                    <a:pos x="19" y="198"/>
                  </a:cxn>
                  <a:cxn ang="0">
                    <a:pos x="29" y="209"/>
                  </a:cxn>
                  <a:cxn ang="0">
                    <a:pos x="45" y="211"/>
                  </a:cxn>
                  <a:cxn ang="0">
                    <a:pos x="59" y="211"/>
                  </a:cxn>
                  <a:cxn ang="0">
                    <a:pos x="86" y="197"/>
                  </a:cxn>
                  <a:cxn ang="0">
                    <a:pos x="100" y="187"/>
                  </a:cxn>
                  <a:cxn ang="0">
                    <a:pos x="113" y="170"/>
                  </a:cxn>
                  <a:cxn ang="0">
                    <a:pos x="115" y="145"/>
                  </a:cxn>
                  <a:cxn ang="0">
                    <a:pos x="116" y="125"/>
                  </a:cxn>
                  <a:cxn ang="0">
                    <a:pos x="115" y="117"/>
                  </a:cxn>
                  <a:cxn ang="0">
                    <a:pos x="108" y="114"/>
                  </a:cxn>
                  <a:cxn ang="0">
                    <a:pos x="98" y="87"/>
                  </a:cxn>
                  <a:cxn ang="0">
                    <a:pos x="92" y="75"/>
                  </a:cxn>
                  <a:cxn ang="0">
                    <a:pos x="86" y="69"/>
                  </a:cxn>
                  <a:cxn ang="0">
                    <a:pos x="83" y="62"/>
                  </a:cxn>
                  <a:cxn ang="0">
                    <a:pos x="80" y="55"/>
                  </a:cxn>
                  <a:cxn ang="0">
                    <a:pos x="67" y="44"/>
                  </a:cxn>
                  <a:cxn ang="0">
                    <a:pos x="64" y="33"/>
                  </a:cxn>
                  <a:cxn ang="0">
                    <a:pos x="45" y="12"/>
                  </a:cxn>
                  <a:cxn ang="0">
                    <a:pos x="35" y="4"/>
                  </a:cxn>
                  <a:cxn ang="0">
                    <a:pos x="27" y="0"/>
                  </a:cxn>
                  <a:cxn ang="0">
                    <a:pos x="18" y="0"/>
                  </a:cxn>
                </a:cxnLst>
                <a:rect l="0" t="0" r="r" b="b"/>
                <a:pathLst>
                  <a:path w="116" h="211">
                    <a:moveTo>
                      <a:pt x="18" y="0"/>
                    </a:moveTo>
                    <a:lnTo>
                      <a:pt x="13" y="4"/>
                    </a:lnTo>
                    <a:lnTo>
                      <a:pt x="19" y="9"/>
                    </a:lnTo>
                    <a:lnTo>
                      <a:pt x="28" y="12"/>
                    </a:lnTo>
                    <a:lnTo>
                      <a:pt x="33" y="19"/>
                    </a:lnTo>
                    <a:lnTo>
                      <a:pt x="28" y="19"/>
                    </a:lnTo>
                    <a:lnTo>
                      <a:pt x="22" y="25"/>
                    </a:lnTo>
                    <a:lnTo>
                      <a:pt x="19" y="38"/>
                    </a:lnTo>
                    <a:lnTo>
                      <a:pt x="13" y="47"/>
                    </a:lnTo>
                    <a:lnTo>
                      <a:pt x="7" y="95"/>
                    </a:lnTo>
                    <a:lnTo>
                      <a:pt x="2" y="91"/>
                    </a:lnTo>
                    <a:lnTo>
                      <a:pt x="0" y="95"/>
                    </a:lnTo>
                    <a:lnTo>
                      <a:pt x="0" y="111"/>
                    </a:lnTo>
                    <a:lnTo>
                      <a:pt x="7" y="166"/>
                    </a:lnTo>
                    <a:lnTo>
                      <a:pt x="11" y="182"/>
                    </a:lnTo>
                    <a:lnTo>
                      <a:pt x="19" y="198"/>
                    </a:lnTo>
                    <a:lnTo>
                      <a:pt x="29" y="209"/>
                    </a:lnTo>
                    <a:lnTo>
                      <a:pt x="45" y="211"/>
                    </a:lnTo>
                    <a:lnTo>
                      <a:pt x="59" y="211"/>
                    </a:lnTo>
                    <a:lnTo>
                      <a:pt x="86" y="197"/>
                    </a:lnTo>
                    <a:lnTo>
                      <a:pt x="100" y="187"/>
                    </a:lnTo>
                    <a:lnTo>
                      <a:pt x="113" y="170"/>
                    </a:lnTo>
                    <a:lnTo>
                      <a:pt x="115" y="145"/>
                    </a:lnTo>
                    <a:lnTo>
                      <a:pt x="116" y="125"/>
                    </a:lnTo>
                    <a:lnTo>
                      <a:pt x="115" y="117"/>
                    </a:lnTo>
                    <a:lnTo>
                      <a:pt x="108" y="114"/>
                    </a:lnTo>
                    <a:lnTo>
                      <a:pt x="98" y="87"/>
                    </a:lnTo>
                    <a:lnTo>
                      <a:pt x="92" y="75"/>
                    </a:lnTo>
                    <a:lnTo>
                      <a:pt x="86" y="69"/>
                    </a:lnTo>
                    <a:lnTo>
                      <a:pt x="83" y="62"/>
                    </a:lnTo>
                    <a:lnTo>
                      <a:pt x="80" y="55"/>
                    </a:lnTo>
                    <a:lnTo>
                      <a:pt x="67" y="44"/>
                    </a:lnTo>
                    <a:lnTo>
                      <a:pt x="64" y="33"/>
                    </a:lnTo>
                    <a:lnTo>
                      <a:pt x="45" y="12"/>
                    </a:lnTo>
                    <a:lnTo>
                      <a:pt x="35" y="4"/>
                    </a:lnTo>
                    <a:lnTo>
                      <a:pt x="27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98" name="Freeform 155">
              <a:extLst>
                <a:ext uri="{FF2B5EF4-FFF2-40B4-BE49-F238E27FC236}">
                  <a16:creationId xmlns:a16="http://schemas.microsoft.com/office/drawing/2014/main" id="{C70A61E7-0386-A4A5-09F7-D0FA0FC4B34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635893" y="3347784"/>
              <a:ext cx="57923" cy="123799"/>
            </a:xfrm>
            <a:custGeom>
              <a:avLst/>
              <a:gdLst/>
              <a:ahLst/>
              <a:cxnLst>
                <a:cxn ang="0">
                  <a:pos x="75" y="0"/>
                </a:cxn>
                <a:cxn ang="0">
                  <a:pos x="82" y="4"/>
                </a:cxn>
                <a:cxn ang="0">
                  <a:pos x="87" y="9"/>
                </a:cxn>
                <a:cxn ang="0">
                  <a:pos x="92" y="9"/>
                </a:cxn>
                <a:cxn ang="0">
                  <a:pos x="94" y="10"/>
                </a:cxn>
                <a:cxn ang="0">
                  <a:pos x="97" y="15"/>
                </a:cxn>
                <a:cxn ang="0">
                  <a:pos x="97" y="18"/>
                </a:cxn>
                <a:cxn ang="0">
                  <a:pos x="93" y="26"/>
                </a:cxn>
                <a:cxn ang="0">
                  <a:pos x="93" y="32"/>
                </a:cxn>
                <a:cxn ang="0">
                  <a:pos x="94" y="41"/>
                </a:cxn>
                <a:cxn ang="0">
                  <a:pos x="92" y="50"/>
                </a:cxn>
                <a:cxn ang="0">
                  <a:pos x="83" y="69"/>
                </a:cxn>
                <a:cxn ang="0">
                  <a:pos x="79" y="95"/>
                </a:cxn>
                <a:cxn ang="0">
                  <a:pos x="76" y="114"/>
                </a:cxn>
                <a:cxn ang="0">
                  <a:pos x="68" y="131"/>
                </a:cxn>
                <a:cxn ang="0">
                  <a:pos x="57" y="150"/>
                </a:cxn>
                <a:cxn ang="0">
                  <a:pos x="51" y="159"/>
                </a:cxn>
                <a:cxn ang="0">
                  <a:pos x="48" y="168"/>
                </a:cxn>
                <a:cxn ang="0">
                  <a:pos x="40" y="199"/>
                </a:cxn>
                <a:cxn ang="0">
                  <a:pos x="36" y="195"/>
                </a:cxn>
                <a:cxn ang="0">
                  <a:pos x="33" y="182"/>
                </a:cxn>
                <a:cxn ang="0">
                  <a:pos x="25" y="170"/>
                </a:cxn>
                <a:cxn ang="0">
                  <a:pos x="16" y="163"/>
                </a:cxn>
                <a:cxn ang="0">
                  <a:pos x="6" y="147"/>
                </a:cxn>
                <a:cxn ang="0">
                  <a:pos x="1" y="122"/>
                </a:cxn>
                <a:cxn ang="0">
                  <a:pos x="0" y="102"/>
                </a:cxn>
                <a:cxn ang="0">
                  <a:pos x="2" y="92"/>
                </a:cxn>
                <a:cxn ang="0">
                  <a:pos x="9" y="76"/>
                </a:cxn>
                <a:cxn ang="0">
                  <a:pos x="48" y="17"/>
                </a:cxn>
                <a:cxn ang="0">
                  <a:pos x="65" y="7"/>
                </a:cxn>
                <a:cxn ang="0">
                  <a:pos x="68" y="3"/>
                </a:cxn>
                <a:cxn ang="0">
                  <a:pos x="75" y="0"/>
                </a:cxn>
              </a:cxnLst>
              <a:rect l="0" t="0" r="r" b="b"/>
              <a:pathLst>
                <a:path w="97" h="199">
                  <a:moveTo>
                    <a:pt x="75" y="0"/>
                  </a:moveTo>
                  <a:lnTo>
                    <a:pt x="82" y="4"/>
                  </a:lnTo>
                  <a:lnTo>
                    <a:pt x="87" y="9"/>
                  </a:lnTo>
                  <a:lnTo>
                    <a:pt x="92" y="9"/>
                  </a:lnTo>
                  <a:lnTo>
                    <a:pt x="94" y="10"/>
                  </a:lnTo>
                  <a:lnTo>
                    <a:pt x="97" y="15"/>
                  </a:lnTo>
                  <a:lnTo>
                    <a:pt x="97" y="18"/>
                  </a:lnTo>
                  <a:lnTo>
                    <a:pt x="93" y="26"/>
                  </a:lnTo>
                  <a:lnTo>
                    <a:pt x="93" y="32"/>
                  </a:lnTo>
                  <a:lnTo>
                    <a:pt x="94" y="41"/>
                  </a:lnTo>
                  <a:lnTo>
                    <a:pt x="92" y="50"/>
                  </a:lnTo>
                  <a:lnTo>
                    <a:pt x="83" y="69"/>
                  </a:lnTo>
                  <a:lnTo>
                    <a:pt x="79" y="95"/>
                  </a:lnTo>
                  <a:lnTo>
                    <a:pt x="76" y="114"/>
                  </a:lnTo>
                  <a:lnTo>
                    <a:pt x="68" y="131"/>
                  </a:lnTo>
                  <a:lnTo>
                    <a:pt x="57" y="150"/>
                  </a:lnTo>
                  <a:lnTo>
                    <a:pt x="51" y="159"/>
                  </a:lnTo>
                  <a:lnTo>
                    <a:pt x="48" y="168"/>
                  </a:lnTo>
                  <a:lnTo>
                    <a:pt x="40" y="199"/>
                  </a:lnTo>
                  <a:lnTo>
                    <a:pt x="36" y="195"/>
                  </a:lnTo>
                  <a:lnTo>
                    <a:pt x="33" y="182"/>
                  </a:lnTo>
                  <a:lnTo>
                    <a:pt x="25" y="170"/>
                  </a:lnTo>
                  <a:lnTo>
                    <a:pt x="16" y="163"/>
                  </a:lnTo>
                  <a:lnTo>
                    <a:pt x="6" y="147"/>
                  </a:lnTo>
                  <a:lnTo>
                    <a:pt x="1" y="122"/>
                  </a:lnTo>
                  <a:lnTo>
                    <a:pt x="0" y="102"/>
                  </a:lnTo>
                  <a:lnTo>
                    <a:pt x="2" y="92"/>
                  </a:lnTo>
                  <a:lnTo>
                    <a:pt x="9" y="76"/>
                  </a:lnTo>
                  <a:lnTo>
                    <a:pt x="48" y="17"/>
                  </a:lnTo>
                  <a:lnTo>
                    <a:pt x="65" y="7"/>
                  </a:lnTo>
                  <a:lnTo>
                    <a:pt x="68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grpSp>
          <p:nvGrpSpPr>
            <p:cNvPr id="99" name="Group 156">
              <a:extLst>
                <a:ext uri="{FF2B5EF4-FFF2-40B4-BE49-F238E27FC236}">
                  <a16:creationId xmlns:a16="http://schemas.microsoft.com/office/drawing/2014/main" id="{DDE1843F-0768-3ED8-F443-E000C6A3D8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959736" y="2502264"/>
              <a:ext cx="552903" cy="626897"/>
              <a:chOff x="3938" y="1929"/>
              <a:chExt cx="178" cy="202"/>
            </a:xfrm>
            <a:grpFill/>
          </p:grpSpPr>
          <p:sp>
            <p:nvSpPr>
              <p:cNvPr id="100" name="Freeform 157">
                <a:extLst>
                  <a:ext uri="{FF2B5EF4-FFF2-40B4-BE49-F238E27FC236}">
                    <a16:creationId xmlns:a16="http://schemas.microsoft.com/office/drawing/2014/main" id="{C5E9CDE0-6A94-97E7-8F39-71F2E0ECBE2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050" y="1929"/>
                <a:ext cx="66" cy="61"/>
              </a:xfrm>
              <a:custGeom>
                <a:avLst/>
                <a:gdLst/>
                <a:ahLst/>
                <a:cxnLst>
                  <a:cxn ang="0">
                    <a:pos x="301" y="94"/>
                  </a:cxn>
                  <a:cxn ang="0">
                    <a:pos x="299" y="113"/>
                  </a:cxn>
                  <a:cxn ang="0">
                    <a:pos x="294" y="141"/>
                  </a:cxn>
                  <a:cxn ang="0">
                    <a:pos x="304" y="164"/>
                  </a:cxn>
                  <a:cxn ang="0">
                    <a:pos x="330" y="159"/>
                  </a:cxn>
                  <a:cxn ang="0">
                    <a:pos x="308" y="177"/>
                  </a:cxn>
                  <a:cxn ang="0">
                    <a:pos x="283" y="191"/>
                  </a:cxn>
                  <a:cxn ang="0">
                    <a:pos x="271" y="195"/>
                  </a:cxn>
                  <a:cxn ang="0">
                    <a:pos x="238" y="195"/>
                  </a:cxn>
                  <a:cxn ang="0">
                    <a:pos x="208" y="223"/>
                  </a:cxn>
                  <a:cxn ang="0">
                    <a:pos x="195" y="259"/>
                  </a:cxn>
                  <a:cxn ang="0">
                    <a:pos x="162" y="248"/>
                  </a:cxn>
                  <a:cxn ang="0">
                    <a:pos x="114" y="224"/>
                  </a:cxn>
                  <a:cxn ang="0">
                    <a:pos x="84" y="227"/>
                  </a:cxn>
                  <a:cxn ang="0">
                    <a:pos x="63" y="235"/>
                  </a:cxn>
                  <a:cxn ang="0">
                    <a:pos x="36" y="226"/>
                  </a:cxn>
                  <a:cxn ang="0">
                    <a:pos x="34" y="251"/>
                  </a:cxn>
                  <a:cxn ang="0">
                    <a:pos x="74" y="277"/>
                  </a:cxn>
                  <a:cxn ang="0">
                    <a:pos x="59" y="283"/>
                  </a:cxn>
                  <a:cxn ang="0">
                    <a:pos x="40" y="289"/>
                  </a:cxn>
                  <a:cxn ang="0">
                    <a:pos x="22" y="307"/>
                  </a:cxn>
                  <a:cxn ang="0">
                    <a:pos x="11" y="295"/>
                  </a:cxn>
                  <a:cxn ang="0">
                    <a:pos x="0" y="247"/>
                  </a:cxn>
                  <a:cxn ang="0">
                    <a:pos x="11" y="214"/>
                  </a:cxn>
                  <a:cxn ang="0">
                    <a:pos x="34" y="195"/>
                  </a:cxn>
                  <a:cxn ang="0">
                    <a:pos x="31" y="176"/>
                  </a:cxn>
                  <a:cxn ang="0">
                    <a:pos x="47" y="171"/>
                  </a:cxn>
                  <a:cxn ang="0">
                    <a:pos x="81" y="175"/>
                  </a:cxn>
                  <a:cxn ang="0">
                    <a:pos x="87" y="146"/>
                  </a:cxn>
                  <a:cxn ang="0">
                    <a:pos x="94" y="127"/>
                  </a:cxn>
                  <a:cxn ang="0">
                    <a:pos x="102" y="90"/>
                  </a:cxn>
                  <a:cxn ang="0">
                    <a:pos x="99" y="25"/>
                  </a:cxn>
                  <a:cxn ang="0">
                    <a:pos x="110" y="3"/>
                  </a:cxn>
                  <a:cxn ang="0">
                    <a:pos x="122" y="8"/>
                  </a:cxn>
                  <a:cxn ang="0">
                    <a:pos x="135" y="22"/>
                  </a:cxn>
                  <a:cxn ang="0">
                    <a:pos x="179" y="75"/>
                  </a:cxn>
                  <a:cxn ang="0">
                    <a:pos x="222" y="103"/>
                  </a:cxn>
                  <a:cxn ang="0">
                    <a:pos x="250" y="116"/>
                  </a:cxn>
                  <a:cxn ang="0">
                    <a:pos x="272" y="118"/>
                  </a:cxn>
                </a:cxnLst>
                <a:rect l="0" t="0" r="r" b="b"/>
                <a:pathLst>
                  <a:path w="330" h="307">
                    <a:moveTo>
                      <a:pt x="285" y="108"/>
                    </a:moveTo>
                    <a:lnTo>
                      <a:pt x="301" y="94"/>
                    </a:lnTo>
                    <a:lnTo>
                      <a:pt x="305" y="97"/>
                    </a:lnTo>
                    <a:lnTo>
                      <a:pt x="299" y="113"/>
                    </a:lnTo>
                    <a:lnTo>
                      <a:pt x="291" y="129"/>
                    </a:lnTo>
                    <a:lnTo>
                      <a:pt x="294" y="141"/>
                    </a:lnTo>
                    <a:lnTo>
                      <a:pt x="304" y="148"/>
                    </a:lnTo>
                    <a:lnTo>
                      <a:pt x="304" y="164"/>
                    </a:lnTo>
                    <a:lnTo>
                      <a:pt x="315" y="164"/>
                    </a:lnTo>
                    <a:lnTo>
                      <a:pt x="330" y="159"/>
                    </a:lnTo>
                    <a:lnTo>
                      <a:pt x="325" y="170"/>
                    </a:lnTo>
                    <a:lnTo>
                      <a:pt x="308" y="177"/>
                    </a:lnTo>
                    <a:lnTo>
                      <a:pt x="293" y="188"/>
                    </a:lnTo>
                    <a:lnTo>
                      <a:pt x="283" y="191"/>
                    </a:lnTo>
                    <a:lnTo>
                      <a:pt x="277" y="187"/>
                    </a:lnTo>
                    <a:lnTo>
                      <a:pt x="271" y="195"/>
                    </a:lnTo>
                    <a:lnTo>
                      <a:pt x="254" y="193"/>
                    </a:lnTo>
                    <a:lnTo>
                      <a:pt x="238" y="195"/>
                    </a:lnTo>
                    <a:lnTo>
                      <a:pt x="223" y="204"/>
                    </a:lnTo>
                    <a:lnTo>
                      <a:pt x="208" y="223"/>
                    </a:lnTo>
                    <a:lnTo>
                      <a:pt x="199" y="241"/>
                    </a:lnTo>
                    <a:lnTo>
                      <a:pt x="195" y="259"/>
                    </a:lnTo>
                    <a:lnTo>
                      <a:pt x="189" y="268"/>
                    </a:lnTo>
                    <a:lnTo>
                      <a:pt x="162" y="248"/>
                    </a:lnTo>
                    <a:lnTo>
                      <a:pt x="142" y="241"/>
                    </a:lnTo>
                    <a:lnTo>
                      <a:pt x="114" y="224"/>
                    </a:lnTo>
                    <a:lnTo>
                      <a:pt x="97" y="221"/>
                    </a:lnTo>
                    <a:lnTo>
                      <a:pt x="84" y="227"/>
                    </a:lnTo>
                    <a:lnTo>
                      <a:pt x="74" y="236"/>
                    </a:lnTo>
                    <a:lnTo>
                      <a:pt x="63" y="235"/>
                    </a:lnTo>
                    <a:lnTo>
                      <a:pt x="52" y="225"/>
                    </a:lnTo>
                    <a:lnTo>
                      <a:pt x="36" y="226"/>
                    </a:lnTo>
                    <a:lnTo>
                      <a:pt x="28" y="240"/>
                    </a:lnTo>
                    <a:lnTo>
                      <a:pt x="34" y="251"/>
                    </a:lnTo>
                    <a:lnTo>
                      <a:pt x="57" y="262"/>
                    </a:lnTo>
                    <a:lnTo>
                      <a:pt x="74" y="277"/>
                    </a:lnTo>
                    <a:lnTo>
                      <a:pt x="71" y="284"/>
                    </a:lnTo>
                    <a:lnTo>
                      <a:pt x="59" y="283"/>
                    </a:lnTo>
                    <a:lnTo>
                      <a:pt x="50" y="283"/>
                    </a:lnTo>
                    <a:lnTo>
                      <a:pt x="40" y="289"/>
                    </a:lnTo>
                    <a:lnTo>
                      <a:pt x="35" y="297"/>
                    </a:lnTo>
                    <a:lnTo>
                      <a:pt x="22" y="307"/>
                    </a:lnTo>
                    <a:lnTo>
                      <a:pt x="14" y="305"/>
                    </a:lnTo>
                    <a:lnTo>
                      <a:pt x="11" y="295"/>
                    </a:lnTo>
                    <a:lnTo>
                      <a:pt x="18" y="264"/>
                    </a:lnTo>
                    <a:lnTo>
                      <a:pt x="0" y="247"/>
                    </a:lnTo>
                    <a:lnTo>
                      <a:pt x="2" y="224"/>
                    </a:lnTo>
                    <a:lnTo>
                      <a:pt x="11" y="214"/>
                    </a:lnTo>
                    <a:lnTo>
                      <a:pt x="24" y="207"/>
                    </a:lnTo>
                    <a:lnTo>
                      <a:pt x="34" y="195"/>
                    </a:lnTo>
                    <a:lnTo>
                      <a:pt x="38" y="184"/>
                    </a:lnTo>
                    <a:lnTo>
                      <a:pt x="31" y="176"/>
                    </a:lnTo>
                    <a:lnTo>
                      <a:pt x="34" y="167"/>
                    </a:lnTo>
                    <a:lnTo>
                      <a:pt x="47" y="171"/>
                    </a:lnTo>
                    <a:lnTo>
                      <a:pt x="60" y="175"/>
                    </a:lnTo>
                    <a:lnTo>
                      <a:pt x="81" y="175"/>
                    </a:lnTo>
                    <a:lnTo>
                      <a:pt x="88" y="160"/>
                    </a:lnTo>
                    <a:lnTo>
                      <a:pt x="87" y="146"/>
                    </a:lnTo>
                    <a:lnTo>
                      <a:pt x="87" y="135"/>
                    </a:lnTo>
                    <a:lnTo>
                      <a:pt x="94" y="127"/>
                    </a:lnTo>
                    <a:lnTo>
                      <a:pt x="100" y="110"/>
                    </a:lnTo>
                    <a:lnTo>
                      <a:pt x="102" y="90"/>
                    </a:lnTo>
                    <a:lnTo>
                      <a:pt x="109" y="58"/>
                    </a:lnTo>
                    <a:lnTo>
                      <a:pt x="99" y="25"/>
                    </a:lnTo>
                    <a:lnTo>
                      <a:pt x="99" y="15"/>
                    </a:lnTo>
                    <a:lnTo>
                      <a:pt x="110" y="3"/>
                    </a:lnTo>
                    <a:lnTo>
                      <a:pt x="115" y="0"/>
                    </a:lnTo>
                    <a:lnTo>
                      <a:pt x="122" y="8"/>
                    </a:lnTo>
                    <a:lnTo>
                      <a:pt x="126" y="15"/>
                    </a:lnTo>
                    <a:lnTo>
                      <a:pt x="135" y="22"/>
                    </a:lnTo>
                    <a:lnTo>
                      <a:pt x="158" y="54"/>
                    </a:lnTo>
                    <a:lnTo>
                      <a:pt x="179" y="75"/>
                    </a:lnTo>
                    <a:lnTo>
                      <a:pt x="199" y="92"/>
                    </a:lnTo>
                    <a:lnTo>
                      <a:pt x="222" y="103"/>
                    </a:lnTo>
                    <a:lnTo>
                      <a:pt x="244" y="108"/>
                    </a:lnTo>
                    <a:lnTo>
                      <a:pt x="250" y="116"/>
                    </a:lnTo>
                    <a:lnTo>
                      <a:pt x="261" y="121"/>
                    </a:lnTo>
                    <a:lnTo>
                      <a:pt x="272" y="118"/>
                    </a:lnTo>
                    <a:lnTo>
                      <a:pt x="285" y="1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01" name="Freeform 158">
                <a:extLst>
                  <a:ext uri="{FF2B5EF4-FFF2-40B4-BE49-F238E27FC236}">
                    <a16:creationId xmlns:a16="http://schemas.microsoft.com/office/drawing/2014/main" id="{6D5E4244-CE33-A0A7-AAEE-C757CE3229F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52" y="1989"/>
                <a:ext cx="123" cy="110"/>
              </a:xfrm>
              <a:custGeom>
                <a:avLst/>
                <a:gdLst/>
                <a:ahLst/>
                <a:cxnLst>
                  <a:cxn ang="0">
                    <a:pos x="578" y="13"/>
                  </a:cxn>
                  <a:cxn ang="0">
                    <a:pos x="582" y="69"/>
                  </a:cxn>
                  <a:cxn ang="0">
                    <a:pos x="607" y="118"/>
                  </a:cxn>
                  <a:cxn ang="0">
                    <a:pos x="608" y="160"/>
                  </a:cxn>
                  <a:cxn ang="0">
                    <a:pos x="593" y="180"/>
                  </a:cxn>
                  <a:cxn ang="0">
                    <a:pos x="571" y="223"/>
                  </a:cxn>
                  <a:cxn ang="0">
                    <a:pos x="554" y="268"/>
                  </a:cxn>
                  <a:cxn ang="0">
                    <a:pos x="558" y="317"/>
                  </a:cxn>
                  <a:cxn ang="0">
                    <a:pos x="535" y="365"/>
                  </a:cxn>
                  <a:cxn ang="0">
                    <a:pos x="545" y="404"/>
                  </a:cxn>
                  <a:cxn ang="0">
                    <a:pos x="521" y="439"/>
                  </a:cxn>
                  <a:cxn ang="0">
                    <a:pos x="495" y="425"/>
                  </a:cxn>
                  <a:cxn ang="0">
                    <a:pos x="491" y="408"/>
                  </a:cxn>
                  <a:cxn ang="0">
                    <a:pos x="483" y="440"/>
                  </a:cxn>
                  <a:cxn ang="0">
                    <a:pos x="456" y="443"/>
                  </a:cxn>
                  <a:cxn ang="0">
                    <a:pos x="437" y="474"/>
                  </a:cxn>
                  <a:cxn ang="0">
                    <a:pos x="427" y="446"/>
                  </a:cxn>
                  <a:cxn ang="0">
                    <a:pos x="404" y="478"/>
                  </a:cxn>
                  <a:cxn ang="0">
                    <a:pos x="356" y="476"/>
                  </a:cxn>
                  <a:cxn ang="0">
                    <a:pos x="351" y="470"/>
                  </a:cxn>
                  <a:cxn ang="0">
                    <a:pos x="333" y="470"/>
                  </a:cxn>
                  <a:cxn ang="0">
                    <a:pos x="320" y="451"/>
                  </a:cxn>
                  <a:cxn ang="0">
                    <a:pos x="328" y="504"/>
                  </a:cxn>
                  <a:cxn ang="0">
                    <a:pos x="307" y="503"/>
                  </a:cxn>
                  <a:cxn ang="0">
                    <a:pos x="295" y="517"/>
                  </a:cxn>
                  <a:cxn ang="0">
                    <a:pos x="252" y="546"/>
                  </a:cxn>
                  <a:cxn ang="0">
                    <a:pos x="233" y="517"/>
                  </a:cxn>
                  <a:cxn ang="0">
                    <a:pos x="248" y="479"/>
                  </a:cxn>
                  <a:cxn ang="0">
                    <a:pos x="228" y="476"/>
                  </a:cxn>
                  <a:cxn ang="0">
                    <a:pos x="190" y="468"/>
                  </a:cxn>
                  <a:cxn ang="0">
                    <a:pos x="156" y="483"/>
                  </a:cxn>
                  <a:cxn ang="0">
                    <a:pos x="133" y="492"/>
                  </a:cxn>
                  <a:cxn ang="0">
                    <a:pos x="92" y="503"/>
                  </a:cxn>
                  <a:cxn ang="0">
                    <a:pos x="69" y="524"/>
                  </a:cxn>
                  <a:cxn ang="0">
                    <a:pos x="43" y="515"/>
                  </a:cxn>
                  <a:cxn ang="0">
                    <a:pos x="20" y="521"/>
                  </a:cxn>
                  <a:cxn ang="0">
                    <a:pos x="0" y="503"/>
                  </a:cxn>
                  <a:cxn ang="0">
                    <a:pos x="35" y="478"/>
                  </a:cxn>
                  <a:cxn ang="0">
                    <a:pos x="74" y="446"/>
                  </a:cxn>
                  <a:cxn ang="0">
                    <a:pos x="106" y="417"/>
                  </a:cxn>
                  <a:cxn ang="0">
                    <a:pos x="155" y="416"/>
                  </a:cxn>
                  <a:cxn ang="0">
                    <a:pos x="219" y="407"/>
                  </a:cxn>
                  <a:cxn ang="0">
                    <a:pos x="237" y="412"/>
                  </a:cxn>
                  <a:cxn ang="0">
                    <a:pos x="270" y="412"/>
                  </a:cxn>
                  <a:cxn ang="0">
                    <a:pos x="300" y="357"/>
                  </a:cxn>
                  <a:cxn ang="0">
                    <a:pos x="322" y="305"/>
                  </a:cxn>
                  <a:cxn ang="0">
                    <a:pos x="351" y="284"/>
                  </a:cxn>
                  <a:cxn ang="0">
                    <a:pos x="333" y="306"/>
                  </a:cxn>
                  <a:cxn ang="0">
                    <a:pos x="336" y="333"/>
                  </a:cxn>
                  <a:cxn ang="0">
                    <a:pos x="363" y="321"/>
                  </a:cxn>
                  <a:cxn ang="0">
                    <a:pos x="410" y="295"/>
                  </a:cxn>
                  <a:cxn ang="0">
                    <a:pos x="440" y="257"/>
                  </a:cxn>
                  <a:cxn ang="0">
                    <a:pos x="467" y="235"/>
                  </a:cxn>
                  <a:cxn ang="0">
                    <a:pos x="486" y="188"/>
                  </a:cxn>
                  <a:cxn ang="0">
                    <a:pos x="499" y="154"/>
                  </a:cxn>
                  <a:cxn ang="0">
                    <a:pos x="495" y="117"/>
                  </a:cxn>
                  <a:cxn ang="0">
                    <a:pos x="499" y="92"/>
                  </a:cxn>
                  <a:cxn ang="0">
                    <a:pos x="512" y="49"/>
                  </a:cxn>
                  <a:cxn ang="0">
                    <a:pos x="524" y="20"/>
                  </a:cxn>
                  <a:cxn ang="0">
                    <a:pos x="539" y="48"/>
                  </a:cxn>
                  <a:cxn ang="0">
                    <a:pos x="560" y="41"/>
                  </a:cxn>
                  <a:cxn ang="0">
                    <a:pos x="559" y="22"/>
                  </a:cxn>
                  <a:cxn ang="0">
                    <a:pos x="547" y="3"/>
                  </a:cxn>
                </a:cxnLst>
                <a:rect l="0" t="0" r="r" b="b"/>
                <a:pathLst>
                  <a:path w="613" h="552">
                    <a:moveTo>
                      <a:pt x="560" y="6"/>
                    </a:moveTo>
                    <a:lnTo>
                      <a:pt x="576" y="6"/>
                    </a:lnTo>
                    <a:lnTo>
                      <a:pt x="578" y="13"/>
                    </a:lnTo>
                    <a:lnTo>
                      <a:pt x="576" y="37"/>
                    </a:lnTo>
                    <a:lnTo>
                      <a:pt x="577" y="53"/>
                    </a:lnTo>
                    <a:lnTo>
                      <a:pt x="582" y="69"/>
                    </a:lnTo>
                    <a:lnTo>
                      <a:pt x="592" y="83"/>
                    </a:lnTo>
                    <a:lnTo>
                      <a:pt x="598" y="96"/>
                    </a:lnTo>
                    <a:lnTo>
                      <a:pt x="607" y="118"/>
                    </a:lnTo>
                    <a:lnTo>
                      <a:pt x="613" y="143"/>
                    </a:lnTo>
                    <a:lnTo>
                      <a:pt x="612" y="153"/>
                    </a:lnTo>
                    <a:lnTo>
                      <a:pt x="608" y="160"/>
                    </a:lnTo>
                    <a:lnTo>
                      <a:pt x="607" y="171"/>
                    </a:lnTo>
                    <a:lnTo>
                      <a:pt x="599" y="180"/>
                    </a:lnTo>
                    <a:lnTo>
                      <a:pt x="593" y="180"/>
                    </a:lnTo>
                    <a:lnTo>
                      <a:pt x="585" y="208"/>
                    </a:lnTo>
                    <a:lnTo>
                      <a:pt x="583" y="224"/>
                    </a:lnTo>
                    <a:lnTo>
                      <a:pt x="571" y="223"/>
                    </a:lnTo>
                    <a:lnTo>
                      <a:pt x="556" y="232"/>
                    </a:lnTo>
                    <a:lnTo>
                      <a:pt x="551" y="251"/>
                    </a:lnTo>
                    <a:lnTo>
                      <a:pt x="554" y="268"/>
                    </a:lnTo>
                    <a:lnTo>
                      <a:pt x="556" y="284"/>
                    </a:lnTo>
                    <a:lnTo>
                      <a:pt x="556" y="305"/>
                    </a:lnTo>
                    <a:lnTo>
                      <a:pt x="558" y="317"/>
                    </a:lnTo>
                    <a:lnTo>
                      <a:pt x="548" y="327"/>
                    </a:lnTo>
                    <a:lnTo>
                      <a:pt x="539" y="347"/>
                    </a:lnTo>
                    <a:lnTo>
                      <a:pt x="535" y="365"/>
                    </a:lnTo>
                    <a:lnTo>
                      <a:pt x="535" y="386"/>
                    </a:lnTo>
                    <a:lnTo>
                      <a:pt x="543" y="397"/>
                    </a:lnTo>
                    <a:lnTo>
                      <a:pt x="545" y="404"/>
                    </a:lnTo>
                    <a:lnTo>
                      <a:pt x="537" y="409"/>
                    </a:lnTo>
                    <a:lnTo>
                      <a:pt x="527" y="425"/>
                    </a:lnTo>
                    <a:lnTo>
                      <a:pt x="521" y="439"/>
                    </a:lnTo>
                    <a:lnTo>
                      <a:pt x="494" y="459"/>
                    </a:lnTo>
                    <a:lnTo>
                      <a:pt x="491" y="449"/>
                    </a:lnTo>
                    <a:lnTo>
                      <a:pt x="495" y="425"/>
                    </a:lnTo>
                    <a:lnTo>
                      <a:pt x="502" y="417"/>
                    </a:lnTo>
                    <a:lnTo>
                      <a:pt x="505" y="408"/>
                    </a:lnTo>
                    <a:lnTo>
                      <a:pt x="491" y="408"/>
                    </a:lnTo>
                    <a:lnTo>
                      <a:pt x="489" y="419"/>
                    </a:lnTo>
                    <a:lnTo>
                      <a:pt x="484" y="429"/>
                    </a:lnTo>
                    <a:lnTo>
                      <a:pt x="483" y="440"/>
                    </a:lnTo>
                    <a:lnTo>
                      <a:pt x="475" y="434"/>
                    </a:lnTo>
                    <a:lnTo>
                      <a:pt x="462" y="433"/>
                    </a:lnTo>
                    <a:lnTo>
                      <a:pt x="456" y="443"/>
                    </a:lnTo>
                    <a:lnTo>
                      <a:pt x="451" y="468"/>
                    </a:lnTo>
                    <a:lnTo>
                      <a:pt x="445" y="476"/>
                    </a:lnTo>
                    <a:lnTo>
                      <a:pt x="437" y="474"/>
                    </a:lnTo>
                    <a:lnTo>
                      <a:pt x="435" y="459"/>
                    </a:lnTo>
                    <a:lnTo>
                      <a:pt x="436" y="447"/>
                    </a:lnTo>
                    <a:lnTo>
                      <a:pt x="427" y="446"/>
                    </a:lnTo>
                    <a:lnTo>
                      <a:pt x="419" y="455"/>
                    </a:lnTo>
                    <a:lnTo>
                      <a:pt x="410" y="466"/>
                    </a:lnTo>
                    <a:lnTo>
                      <a:pt x="404" y="478"/>
                    </a:lnTo>
                    <a:lnTo>
                      <a:pt x="402" y="479"/>
                    </a:lnTo>
                    <a:lnTo>
                      <a:pt x="384" y="476"/>
                    </a:lnTo>
                    <a:lnTo>
                      <a:pt x="356" y="476"/>
                    </a:lnTo>
                    <a:lnTo>
                      <a:pt x="341" y="479"/>
                    </a:lnTo>
                    <a:lnTo>
                      <a:pt x="345" y="474"/>
                    </a:lnTo>
                    <a:lnTo>
                      <a:pt x="351" y="470"/>
                    </a:lnTo>
                    <a:lnTo>
                      <a:pt x="339" y="467"/>
                    </a:lnTo>
                    <a:lnTo>
                      <a:pt x="336" y="463"/>
                    </a:lnTo>
                    <a:lnTo>
                      <a:pt x="333" y="470"/>
                    </a:lnTo>
                    <a:lnTo>
                      <a:pt x="327" y="462"/>
                    </a:lnTo>
                    <a:lnTo>
                      <a:pt x="325" y="449"/>
                    </a:lnTo>
                    <a:lnTo>
                      <a:pt x="320" y="451"/>
                    </a:lnTo>
                    <a:lnTo>
                      <a:pt x="309" y="476"/>
                    </a:lnTo>
                    <a:lnTo>
                      <a:pt x="328" y="488"/>
                    </a:lnTo>
                    <a:lnTo>
                      <a:pt x="328" y="504"/>
                    </a:lnTo>
                    <a:lnTo>
                      <a:pt x="320" y="498"/>
                    </a:lnTo>
                    <a:lnTo>
                      <a:pt x="314" y="501"/>
                    </a:lnTo>
                    <a:lnTo>
                      <a:pt x="307" y="503"/>
                    </a:lnTo>
                    <a:lnTo>
                      <a:pt x="300" y="508"/>
                    </a:lnTo>
                    <a:lnTo>
                      <a:pt x="296" y="514"/>
                    </a:lnTo>
                    <a:lnTo>
                      <a:pt x="295" y="517"/>
                    </a:lnTo>
                    <a:lnTo>
                      <a:pt x="279" y="546"/>
                    </a:lnTo>
                    <a:lnTo>
                      <a:pt x="268" y="552"/>
                    </a:lnTo>
                    <a:lnTo>
                      <a:pt x="252" y="546"/>
                    </a:lnTo>
                    <a:lnTo>
                      <a:pt x="247" y="536"/>
                    </a:lnTo>
                    <a:lnTo>
                      <a:pt x="236" y="529"/>
                    </a:lnTo>
                    <a:lnTo>
                      <a:pt x="233" y="517"/>
                    </a:lnTo>
                    <a:lnTo>
                      <a:pt x="233" y="499"/>
                    </a:lnTo>
                    <a:lnTo>
                      <a:pt x="238" y="494"/>
                    </a:lnTo>
                    <a:lnTo>
                      <a:pt x="248" y="479"/>
                    </a:lnTo>
                    <a:lnTo>
                      <a:pt x="249" y="474"/>
                    </a:lnTo>
                    <a:lnTo>
                      <a:pt x="247" y="472"/>
                    </a:lnTo>
                    <a:lnTo>
                      <a:pt x="228" y="476"/>
                    </a:lnTo>
                    <a:lnTo>
                      <a:pt x="216" y="471"/>
                    </a:lnTo>
                    <a:lnTo>
                      <a:pt x="203" y="468"/>
                    </a:lnTo>
                    <a:lnTo>
                      <a:pt x="190" y="468"/>
                    </a:lnTo>
                    <a:lnTo>
                      <a:pt x="179" y="478"/>
                    </a:lnTo>
                    <a:lnTo>
                      <a:pt x="163" y="488"/>
                    </a:lnTo>
                    <a:lnTo>
                      <a:pt x="156" y="483"/>
                    </a:lnTo>
                    <a:lnTo>
                      <a:pt x="147" y="487"/>
                    </a:lnTo>
                    <a:lnTo>
                      <a:pt x="142" y="487"/>
                    </a:lnTo>
                    <a:lnTo>
                      <a:pt x="133" y="492"/>
                    </a:lnTo>
                    <a:lnTo>
                      <a:pt x="126" y="492"/>
                    </a:lnTo>
                    <a:lnTo>
                      <a:pt x="119" y="495"/>
                    </a:lnTo>
                    <a:lnTo>
                      <a:pt x="92" y="503"/>
                    </a:lnTo>
                    <a:lnTo>
                      <a:pt x="85" y="497"/>
                    </a:lnTo>
                    <a:lnTo>
                      <a:pt x="78" y="498"/>
                    </a:lnTo>
                    <a:lnTo>
                      <a:pt x="69" y="524"/>
                    </a:lnTo>
                    <a:lnTo>
                      <a:pt x="64" y="525"/>
                    </a:lnTo>
                    <a:lnTo>
                      <a:pt x="51" y="520"/>
                    </a:lnTo>
                    <a:lnTo>
                      <a:pt x="43" y="515"/>
                    </a:lnTo>
                    <a:lnTo>
                      <a:pt x="32" y="519"/>
                    </a:lnTo>
                    <a:lnTo>
                      <a:pt x="24" y="519"/>
                    </a:lnTo>
                    <a:lnTo>
                      <a:pt x="20" y="521"/>
                    </a:lnTo>
                    <a:lnTo>
                      <a:pt x="10" y="517"/>
                    </a:lnTo>
                    <a:lnTo>
                      <a:pt x="0" y="516"/>
                    </a:lnTo>
                    <a:lnTo>
                      <a:pt x="0" y="503"/>
                    </a:lnTo>
                    <a:lnTo>
                      <a:pt x="1" y="495"/>
                    </a:lnTo>
                    <a:lnTo>
                      <a:pt x="26" y="488"/>
                    </a:lnTo>
                    <a:lnTo>
                      <a:pt x="35" y="478"/>
                    </a:lnTo>
                    <a:lnTo>
                      <a:pt x="45" y="471"/>
                    </a:lnTo>
                    <a:lnTo>
                      <a:pt x="63" y="461"/>
                    </a:lnTo>
                    <a:lnTo>
                      <a:pt x="74" y="446"/>
                    </a:lnTo>
                    <a:lnTo>
                      <a:pt x="87" y="438"/>
                    </a:lnTo>
                    <a:lnTo>
                      <a:pt x="94" y="424"/>
                    </a:lnTo>
                    <a:lnTo>
                      <a:pt x="106" y="417"/>
                    </a:lnTo>
                    <a:lnTo>
                      <a:pt x="118" y="413"/>
                    </a:lnTo>
                    <a:lnTo>
                      <a:pt x="136" y="418"/>
                    </a:lnTo>
                    <a:lnTo>
                      <a:pt x="155" y="416"/>
                    </a:lnTo>
                    <a:lnTo>
                      <a:pt x="169" y="417"/>
                    </a:lnTo>
                    <a:lnTo>
                      <a:pt x="209" y="408"/>
                    </a:lnTo>
                    <a:lnTo>
                      <a:pt x="219" y="407"/>
                    </a:lnTo>
                    <a:lnTo>
                      <a:pt x="228" y="403"/>
                    </a:lnTo>
                    <a:lnTo>
                      <a:pt x="238" y="403"/>
                    </a:lnTo>
                    <a:lnTo>
                      <a:pt x="237" y="412"/>
                    </a:lnTo>
                    <a:lnTo>
                      <a:pt x="260" y="418"/>
                    </a:lnTo>
                    <a:lnTo>
                      <a:pt x="265" y="417"/>
                    </a:lnTo>
                    <a:lnTo>
                      <a:pt x="270" y="412"/>
                    </a:lnTo>
                    <a:lnTo>
                      <a:pt x="282" y="403"/>
                    </a:lnTo>
                    <a:lnTo>
                      <a:pt x="284" y="371"/>
                    </a:lnTo>
                    <a:lnTo>
                      <a:pt x="300" y="357"/>
                    </a:lnTo>
                    <a:lnTo>
                      <a:pt x="312" y="339"/>
                    </a:lnTo>
                    <a:lnTo>
                      <a:pt x="320" y="320"/>
                    </a:lnTo>
                    <a:lnTo>
                      <a:pt x="322" y="305"/>
                    </a:lnTo>
                    <a:lnTo>
                      <a:pt x="324" y="294"/>
                    </a:lnTo>
                    <a:lnTo>
                      <a:pt x="343" y="283"/>
                    </a:lnTo>
                    <a:lnTo>
                      <a:pt x="351" y="284"/>
                    </a:lnTo>
                    <a:lnTo>
                      <a:pt x="350" y="294"/>
                    </a:lnTo>
                    <a:lnTo>
                      <a:pt x="341" y="298"/>
                    </a:lnTo>
                    <a:lnTo>
                      <a:pt x="333" y="306"/>
                    </a:lnTo>
                    <a:lnTo>
                      <a:pt x="332" y="309"/>
                    </a:lnTo>
                    <a:lnTo>
                      <a:pt x="336" y="321"/>
                    </a:lnTo>
                    <a:lnTo>
                      <a:pt x="336" y="333"/>
                    </a:lnTo>
                    <a:lnTo>
                      <a:pt x="341" y="333"/>
                    </a:lnTo>
                    <a:lnTo>
                      <a:pt x="354" y="332"/>
                    </a:lnTo>
                    <a:lnTo>
                      <a:pt x="363" y="321"/>
                    </a:lnTo>
                    <a:lnTo>
                      <a:pt x="377" y="314"/>
                    </a:lnTo>
                    <a:lnTo>
                      <a:pt x="393" y="309"/>
                    </a:lnTo>
                    <a:lnTo>
                      <a:pt x="410" y="295"/>
                    </a:lnTo>
                    <a:lnTo>
                      <a:pt x="422" y="284"/>
                    </a:lnTo>
                    <a:lnTo>
                      <a:pt x="430" y="269"/>
                    </a:lnTo>
                    <a:lnTo>
                      <a:pt x="440" y="257"/>
                    </a:lnTo>
                    <a:lnTo>
                      <a:pt x="453" y="247"/>
                    </a:lnTo>
                    <a:lnTo>
                      <a:pt x="459" y="247"/>
                    </a:lnTo>
                    <a:lnTo>
                      <a:pt x="467" y="235"/>
                    </a:lnTo>
                    <a:lnTo>
                      <a:pt x="468" y="225"/>
                    </a:lnTo>
                    <a:lnTo>
                      <a:pt x="470" y="215"/>
                    </a:lnTo>
                    <a:lnTo>
                      <a:pt x="486" y="188"/>
                    </a:lnTo>
                    <a:lnTo>
                      <a:pt x="490" y="176"/>
                    </a:lnTo>
                    <a:lnTo>
                      <a:pt x="492" y="165"/>
                    </a:lnTo>
                    <a:lnTo>
                      <a:pt x="499" y="154"/>
                    </a:lnTo>
                    <a:lnTo>
                      <a:pt x="502" y="139"/>
                    </a:lnTo>
                    <a:lnTo>
                      <a:pt x="502" y="123"/>
                    </a:lnTo>
                    <a:lnTo>
                      <a:pt x="495" y="117"/>
                    </a:lnTo>
                    <a:lnTo>
                      <a:pt x="484" y="112"/>
                    </a:lnTo>
                    <a:lnTo>
                      <a:pt x="489" y="107"/>
                    </a:lnTo>
                    <a:lnTo>
                      <a:pt x="499" y="92"/>
                    </a:lnTo>
                    <a:lnTo>
                      <a:pt x="497" y="62"/>
                    </a:lnTo>
                    <a:lnTo>
                      <a:pt x="502" y="53"/>
                    </a:lnTo>
                    <a:lnTo>
                      <a:pt x="512" y="49"/>
                    </a:lnTo>
                    <a:lnTo>
                      <a:pt x="513" y="32"/>
                    </a:lnTo>
                    <a:lnTo>
                      <a:pt x="517" y="24"/>
                    </a:lnTo>
                    <a:lnTo>
                      <a:pt x="524" y="20"/>
                    </a:lnTo>
                    <a:lnTo>
                      <a:pt x="531" y="29"/>
                    </a:lnTo>
                    <a:lnTo>
                      <a:pt x="535" y="42"/>
                    </a:lnTo>
                    <a:lnTo>
                      <a:pt x="539" y="48"/>
                    </a:lnTo>
                    <a:lnTo>
                      <a:pt x="547" y="38"/>
                    </a:lnTo>
                    <a:lnTo>
                      <a:pt x="553" y="42"/>
                    </a:lnTo>
                    <a:lnTo>
                      <a:pt x="560" y="41"/>
                    </a:lnTo>
                    <a:lnTo>
                      <a:pt x="566" y="27"/>
                    </a:lnTo>
                    <a:lnTo>
                      <a:pt x="567" y="15"/>
                    </a:lnTo>
                    <a:lnTo>
                      <a:pt x="559" y="22"/>
                    </a:lnTo>
                    <a:lnTo>
                      <a:pt x="547" y="26"/>
                    </a:lnTo>
                    <a:lnTo>
                      <a:pt x="543" y="14"/>
                    </a:lnTo>
                    <a:lnTo>
                      <a:pt x="547" y="3"/>
                    </a:lnTo>
                    <a:lnTo>
                      <a:pt x="551" y="0"/>
                    </a:lnTo>
                    <a:lnTo>
                      <a:pt x="560" y="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02" name="Freeform 159">
                <a:extLst>
                  <a:ext uri="{FF2B5EF4-FFF2-40B4-BE49-F238E27FC236}">
                    <a16:creationId xmlns:a16="http://schemas.microsoft.com/office/drawing/2014/main" id="{9DD9A00F-3719-09DA-8FEC-37DE9639C0A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66" y="2088"/>
                <a:ext cx="28" cy="21"/>
              </a:xfrm>
              <a:custGeom>
                <a:avLst/>
                <a:gdLst/>
                <a:ahLst/>
                <a:cxnLst>
                  <a:cxn ang="0">
                    <a:pos x="113" y="70"/>
                  </a:cxn>
                  <a:cxn ang="0">
                    <a:pos x="102" y="63"/>
                  </a:cxn>
                  <a:cxn ang="0">
                    <a:pos x="88" y="58"/>
                  </a:cxn>
                  <a:cxn ang="0">
                    <a:pos x="74" y="62"/>
                  </a:cxn>
                  <a:cxn ang="0">
                    <a:pos x="66" y="68"/>
                  </a:cxn>
                  <a:cxn ang="0">
                    <a:pos x="59" y="80"/>
                  </a:cxn>
                  <a:cxn ang="0">
                    <a:pos x="50" y="95"/>
                  </a:cxn>
                  <a:cxn ang="0">
                    <a:pos x="48" y="106"/>
                  </a:cxn>
                  <a:cxn ang="0">
                    <a:pos x="39" y="107"/>
                  </a:cxn>
                  <a:cxn ang="0">
                    <a:pos x="30" y="100"/>
                  </a:cxn>
                  <a:cxn ang="0">
                    <a:pos x="26" y="95"/>
                  </a:cxn>
                  <a:cxn ang="0">
                    <a:pos x="19" y="82"/>
                  </a:cxn>
                  <a:cxn ang="0">
                    <a:pos x="20" y="76"/>
                  </a:cxn>
                  <a:cxn ang="0">
                    <a:pos x="16" y="69"/>
                  </a:cxn>
                  <a:cxn ang="0">
                    <a:pos x="10" y="64"/>
                  </a:cxn>
                  <a:cxn ang="0">
                    <a:pos x="0" y="64"/>
                  </a:cxn>
                  <a:cxn ang="0">
                    <a:pos x="15" y="53"/>
                  </a:cxn>
                  <a:cxn ang="0">
                    <a:pos x="37" y="23"/>
                  </a:cxn>
                  <a:cxn ang="0">
                    <a:pos x="50" y="25"/>
                  </a:cxn>
                  <a:cxn ang="0">
                    <a:pos x="57" y="28"/>
                  </a:cxn>
                  <a:cxn ang="0">
                    <a:pos x="68" y="26"/>
                  </a:cxn>
                  <a:cxn ang="0">
                    <a:pos x="78" y="21"/>
                  </a:cxn>
                  <a:cxn ang="0">
                    <a:pos x="82" y="14"/>
                  </a:cxn>
                  <a:cxn ang="0">
                    <a:pos x="95" y="1"/>
                  </a:cxn>
                  <a:cxn ang="0">
                    <a:pos x="102" y="0"/>
                  </a:cxn>
                  <a:cxn ang="0">
                    <a:pos x="112" y="3"/>
                  </a:cxn>
                  <a:cxn ang="0">
                    <a:pos x="123" y="9"/>
                  </a:cxn>
                  <a:cxn ang="0">
                    <a:pos x="132" y="10"/>
                  </a:cxn>
                  <a:cxn ang="0">
                    <a:pos x="138" y="33"/>
                  </a:cxn>
                  <a:cxn ang="0">
                    <a:pos x="140" y="36"/>
                  </a:cxn>
                  <a:cxn ang="0">
                    <a:pos x="134" y="44"/>
                  </a:cxn>
                  <a:cxn ang="0">
                    <a:pos x="128" y="47"/>
                  </a:cxn>
                  <a:cxn ang="0">
                    <a:pos x="123" y="54"/>
                  </a:cxn>
                  <a:cxn ang="0">
                    <a:pos x="118" y="63"/>
                  </a:cxn>
                  <a:cxn ang="0">
                    <a:pos x="113" y="70"/>
                  </a:cxn>
                </a:cxnLst>
                <a:rect l="0" t="0" r="r" b="b"/>
                <a:pathLst>
                  <a:path w="140" h="107">
                    <a:moveTo>
                      <a:pt x="113" y="70"/>
                    </a:moveTo>
                    <a:lnTo>
                      <a:pt x="102" y="63"/>
                    </a:lnTo>
                    <a:lnTo>
                      <a:pt x="88" y="58"/>
                    </a:lnTo>
                    <a:lnTo>
                      <a:pt x="74" y="62"/>
                    </a:lnTo>
                    <a:lnTo>
                      <a:pt x="66" y="68"/>
                    </a:lnTo>
                    <a:lnTo>
                      <a:pt x="59" y="80"/>
                    </a:lnTo>
                    <a:lnTo>
                      <a:pt x="50" y="95"/>
                    </a:lnTo>
                    <a:lnTo>
                      <a:pt x="48" y="106"/>
                    </a:lnTo>
                    <a:lnTo>
                      <a:pt x="39" y="107"/>
                    </a:lnTo>
                    <a:lnTo>
                      <a:pt x="30" y="100"/>
                    </a:lnTo>
                    <a:lnTo>
                      <a:pt x="26" y="95"/>
                    </a:lnTo>
                    <a:lnTo>
                      <a:pt x="19" y="82"/>
                    </a:lnTo>
                    <a:lnTo>
                      <a:pt x="20" y="76"/>
                    </a:lnTo>
                    <a:lnTo>
                      <a:pt x="16" y="69"/>
                    </a:lnTo>
                    <a:lnTo>
                      <a:pt x="10" y="64"/>
                    </a:lnTo>
                    <a:lnTo>
                      <a:pt x="0" y="64"/>
                    </a:lnTo>
                    <a:lnTo>
                      <a:pt x="15" y="53"/>
                    </a:lnTo>
                    <a:lnTo>
                      <a:pt x="37" y="23"/>
                    </a:lnTo>
                    <a:lnTo>
                      <a:pt x="50" y="25"/>
                    </a:lnTo>
                    <a:lnTo>
                      <a:pt x="57" y="28"/>
                    </a:lnTo>
                    <a:lnTo>
                      <a:pt x="68" y="26"/>
                    </a:lnTo>
                    <a:lnTo>
                      <a:pt x="78" y="21"/>
                    </a:lnTo>
                    <a:lnTo>
                      <a:pt x="82" y="14"/>
                    </a:lnTo>
                    <a:lnTo>
                      <a:pt x="95" y="1"/>
                    </a:lnTo>
                    <a:lnTo>
                      <a:pt x="102" y="0"/>
                    </a:lnTo>
                    <a:lnTo>
                      <a:pt x="112" y="3"/>
                    </a:lnTo>
                    <a:lnTo>
                      <a:pt x="123" y="9"/>
                    </a:lnTo>
                    <a:lnTo>
                      <a:pt x="132" y="10"/>
                    </a:lnTo>
                    <a:lnTo>
                      <a:pt x="138" y="33"/>
                    </a:lnTo>
                    <a:lnTo>
                      <a:pt x="140" y="36"/>
                    </a:lnTo>
                    <a:lnTo>
                      <a:pt x="134" y="44"/>
                    </a:lnTo>
                    <a:lnTo>
                      <a:pt x="128" y="47"/>
                    </a:lnTo>
                    <a:lnTo>
                      <a:pt x="123" y="54"/>
                    </a:lnTo>
                    <a:lnTo>
                      <a:pt x="118" y="63"/>
                    </a:lnTo>
                    <a:lnTo>
                      <a:pt x="113" y="7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  <p:sp>
            <p:nvSpPr>
              <p:cNvPr id="103" name="Freeform 160">
                <a:extLst>
                  <a:ext uri="{FF2B5EF4-FFF2-40B4-BE49-F238E27FC236}">
                    <a16:creationId xmlns:a16="http://schemas.microsoft.com/office/drawing/2014/main" id="{D8E6E425-C1BA-C810-828C-FCA42073F25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38" y="2093"/>
                <a:ext cx="26" cy="38"/>
              </a:xfrm>
              <a:custGeom>
                <a:avLst/>
                <a:gdLst/>
                <a:ahLst/>
                <a:cxnLst>
                  <a:cxn ang="0">
                    <a:pos x="69" y="2"/>
                  </a:cxn>
                  <a:cxn ang="0">
                    <a:pos x="56" y="4"/>
                  </a:cxn>
                  <a:cxn ang="0">
                    <a:pos x="42" y="22"/>
                  </a:cxn>
                  <a:cxn ang="0">
                    <a:pos x="29" y="29"/>
                  </a:cxn>
                  <a:cxn ang="0">
                    <a:pos x="18" y="29"/>
                  </a:cxn>
                  <a:cxn ang="0">
                    <a:pos x="0" y="48"/>
                  </a:cxn>
                  <a:cxn ang="0">
                    <a:pos x="16" y="64"/>
                  </a:cxn>
                  <a:cxn ang="0">
                    <a:pos x="11" y="62"/>
                  </a:cxn>
                  <a:cxn ang="0">
                    <a:pos x="9" y="88"/>
                  </a:cxn>
                  <a:cxn ang="0">
                    <a:pos x="27" y="78"/>
                  </a:cxn>
                  <a:cxn ang="0">
                    <a:pos x="41" y="75"/>
                  </a:cxn>
                  <a:cxn ang="0">
                    <a:pos x="32" y="65"/>
                  </a:cxn>
                  <a:cxn ang="0">
                    <a:pos x="37" y="50"/>
                  </a:cxn>
                  <a:cxn ang="0">
                    <a:pos x="51" y="74"/>
                  </a:cxn>
                  <a:cxn ang="0">
                    <a:pos x="53" y="86"/>
                  </a:cxn>
                  <a:cxn ang="0">
                    <a:pos x="47" y="112"/>
                  </a:cxn>
                  <a:cxn ang="0">
                    <a:pos x="36" y="128"/>
                  </a:cxn>
                  <a:cxn ang="0">
                    <a:pos x="38" y="159"/>
                  </a:cxn>
                  <a:cxn ang="0">
                    <a:pos x="41" y="174"/>
                  </a:cxn>
                  <a:cxn ang="0">
                    <a:pos x="58" y="166"/>
                  </a:cxn>
                  <a:cxn ang="0">
                    <a:pos x="57" y="145"/>
                  </a:cxn>
                  <a:cxn ang="0">
                    <a:pos x="62" y="151"/>
                  </a:cxn>
                  <a:cxn ang="0">
                    <a:pos x="63" y="172"/>
                  </a:cxn>
                  <a:cxn ang="0">
                    <a:pos x="70" y="185"/>
                  </a:cxn>
                  <a:cxn ang="0">
                    <a:pos x="79" y="169"/>
                  </a:cxn>
                  <a:cxn ang="0">
                    <a:pos x="94" y="164"/>
                  </a:cxn>
                  <a:cxn ang="0">
                    <a:pos x="107" y="117"/>
                  </a:cxn>
                  <a:cxn ang="0">
                    <a:pos x="120" y="89"/>
                  </a:cxn>
                  <a:cxn ang="0">
                    <a:pos x="131" y="69"/>
                  </a:cxn>
                  <a:cxn ang="0">
                    <a:pos x="124" y="48"/>
                  </a:cxn>
                  <a:cxn ang="0">
                    <a:pos x="110" y="40"/>
                  </a:cxn>
                  <a:cxn ang="0">
                    <a:pos x="112" y="19"/>
                  </a:cxn>
                  <a:cxn ang="0">
                    <a:pos x="86" y="22"/>
                  </a:cxn>
                  <a:cxn ang="0">
                    <a:pos x="77" y="3"/>
                  </a:cxn>
                </a:cxnLst>
                <a:rect l="0" t="0" r="r" b="b"/>
                <a:pathLst>
                  <a:path w="131" h="187">
                    <a:moveTo>
                      <a:pt x="67" y="2"/>
                    </a:moveTo>
                    <a:lnTo>
                      <a:pt x="69" y="2"/>
                    </a:lnTo>
                    <a:lnTo>
                      <a:pt x="64" y="0"/>
                    </a:lnTo>
                    <a:lnTo>
                      <a:pt x="56" y="4"/>
                    </a:lnTo>
                    <a:lnTo>
                      <a:pt x="47" y="13"/>
                    </a:lnTo>
                    <a:lnTo>
                      <a:pt x="42" y="22"/>
                    </a:lnTo>
                    <a:lnTo>
                      <a:pt x="35" y="22"/>
                    </a:lnTo>
                    <a:lnTo>
                      <a:pt x="29" y="29"/>
                    </a:lnTo>
                    <a:lnTo>
                      <a:pt x="21" y="32"/>
                    </a:lnTo>
                    <a:lnTo>
                      <a:pt x="18" y="29"/>
                    </a:lnTo>
                    <a:lnTo>
                      <a:pt x="11" y="34"/>
                    </a:lnTo>
                    <a:lnTo>
                      <a:pt x="0" y="48"/>
                    </a:lnTo>
                    <a:lnTo>
                      <a:pt x="10" y="56"/>
                    </a:lnTo>
                    <a:lnTo>
                      <a:pt x="16" y="64"/>
                    </a:lnTo>
                    <a:lnTo>
                      <a:pt x="16" y="72"/>
                    </a:lnTo>
                    <a:lnTo>
                      <a:pt x="11" y="62"/>
                    </a:lnTo>
                    <a:lnTo>
                      <a:pt x="5" y="62"/>
                    </a:lnTo>
                    <a:lnTo>
                      <a:pt x="9" y="88"/>
                    </a:lnTo>
                    <a:lnTo>
                      <a:pt x="14" y="81"/>
                    </a:lnTo>
                    <a:lnTo>
                      <a:pt x="27" y="78"/>
                    </a:lnTo>
                    <a:lnTo>
                      <a:pt x="37" y="84"/>
                    </a:lnTo>
                    <a:lnTo>
                      <a:pt x="41" y="75"/>
                    </a:lnTo>
                    <a:lnTo>
                      <a:pt x="35" y="72"/>
                    </a:lnTo>
                    <a:lnTo>
                      <a:pt x="32" y="65"/>
                    </a:lnTo>
                    <a:lnTo>
                      <a:pt x="32" y="54"/>
                    </a:lnTo>
                    <a:lnTo>
                      <a:pt x="37" y="50"/>
                    </a:lnTo>
                    <a:lnTo>
                      <a:pt x="43" y="63"/>
                    </a:lnTo>
                    <a:lnTo>
                      <a:pt x="51" y="74"/>
                    </a:lnTo>
                    <a:lnTo>
                      <a:pt x="51" y="85"/>
                    </a:lnTo>
                    <a:lnTo>
                      <a:pt x="53" y="86"/>
                    </a:lnTo>
                    <a:lnTo>
                      <a:pt x="53" y="100"/>
                    </a:lnTo>
                    <a:lnTo>
                      <a:pt x="47" y="112"/>
                    </a:lnTo>
                    <a:lnTo>
                      <a:pt x="41" y="118"/>
                    </a:lnTo>
                    <a:lnTo>
                      <a:pt x="36" y="128"/>
                    </a:lnTo>
                    <a:lnTo>
                      <a:pt x="35" y="143"/>
                    </a:lnTo>
                    <a:lnTo>
                      <a:pt x="38" y="159"/>
                    </a:lnTo>
                    <a:lnTo>
                      <a:pt x="35" y="167"/>
                    </a:lnTo>
                    <a:lnTo>
                      <a:pt x="41" y="174"/>
                    </a:lnTo>
                    <a:lnTo>
                      <a:pt x="54" y="180"/>
                    </a:lnTo>
                    <a:lnTo>
                      <a:pt x="58" y="166"/>
                    </a:lnTo>
                    <a:lnTo>
                      <a:pt x="53" y="155"/>
                    </a:lnTo>
                    <a:lnTo>
                      <a:pt x="57" y="145"/>
                    </a:lnTo>
                    <a:lnTo>
                      <a:pt x="65" y="148"/>
                    </a:lnTo>
                    <a:lnTo>
                      <a:pt x="62" y="151"/>
                    </a:lnTo>
                    <a:lnTo>
                      <a:pt x="61" y="160"/>
                    </a:lnTo>
                    <a:lnTo>
                      <a:pt x="63" y="172"/>
                    </a:lnTo>
                    <a:lnTo>
                      <a:pt x="63" y="187"/>
                    </a:lnTo>
                    <a:lnTo>
                      <a:pt x="70" y="185"/>
                    </a:lnTo>
                    <a:lnTo>
                      <a:pt x="79" y="177"/>
                    </a:lnTo>
                    <a:lnTo>
                      <a:pt x="79" y="169"/>
                    </a:lnTo>
                    <a:lnTo>
                      <a:pt x="88" y="160"/>
                    </a:lnTo>
                    <a:lnTo>
                      <a:pt x="94" y="164"/>
                    </a:lnTo>
                    <a:lnTo>
                      <a:pt x="100" y="148"/>
                    </a:lnTo>
                    <a:lnTo>
                      <a:pt x="107" y="117"/>
                    </a:lnTo>
                    <a:lnTo>
                      <a:pt x="113" y="100"/>
                    </a:lnTo>
                    <a:lnTo>
                      <a:pt x="120" y="89"/>
                    </a:lnTo>
                    <a:lnTo>
                      <a:pt x="127" y="78"/>
                    </a:lnTo>
                    <a:lnTo>
                      <a:pt x="131" y="69"/>
                    </a:lnTo>
                    <a:lnTo>
                      <a:pt x="129" y="59"/>
                    </a:lnTo>
                    <a:lnTo>
                      <a:pt x="124" y="48"/>
                    </a:lnTo>
                    <a:lnTo>
                      <a:pt x="111" y="45"/>
                    </a:lnTo>
                    <a:lnTo>
                      <a:pt x="110" y="40"/>
                    </a:lnTo>
                    <a:lnTo>
                      <a:pt x="115" y="26"/>
                    </a:lnTo>
                    <a:lnTo>
                      <a:pt x="112" y="19"/>
                    </a:lnTo>
                    <a:lnTo>
                      <a:pt x="104" y="21"/>
                    </a:lnTo>
                    <a:lnTo>
                      <a:pt x="86" y="22"/>
                    </a:lnTo>
                    <a:lnTo>
                      <a:pt x="77" y="9"/>
                    </a:lnTo>
                    <a:lnTo>
                      <a:pt x="77" y="3"/>
                    </a:lnTo>
                    <a:lnTo>
                      <a:pt x="67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1662" dirty="0">
                  <a:latin typeface="Trade Gothic LT Std" pitchFamily="50" charset="0"/>
                </a:endParaRPr>
              </a:p>
            </p:txBody>
          </p:sp>
        </p:grpSp>
        <p:sp>
          <p:nvSpPr>
            <p:cNvPr id="104" name="Freeform 161">
              <a:extLst>
                <a:ext uri="{FF2B5EF4-FFF2-40B4-BE49-F238E27FC236}">
                  <a16:creationId xmlns:a16="http://schemas.microsoft.com/office/drawing/2014/main" id="{B0F44D11-CBFB-E2DF-D526-4A6D53EB08B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838623" y="2818347"/>
              <a:ext cx="118479" cy="176480"/>
            </a:xfrm>
            <a:custGeom>
              <a:avLst/>
              <a:gdLst/>
              <a:ahLst/>
              <a:cxnLst>
                <a:cxn ang="0">
                  <a:pos x="130" y="5"/>
                </a:cxn>
                <a:cxn ang="0">
                  <a:pos x="156" y="46"/>
                </a:cxn>
                <a:cxn ang="0">
                  <a:pos x="173" y="73"/>
                </a:cxn>
                <a:cxn ang="0">
                  <a:pos x="184" y="113"/>
                </a:cxn>
                <a:cxn ang="0">
                  <a:pos x="184" y="170"/>
                </a:cxn>
                <a:cxn ang="0">
                  <a:pos x="181" y="201"/>
                </a:cxn>
                <a:cxn ang="0">
                  <a:pos x="163" y="228"/>
                </a:cxn>
                <a:cxn ang="0">
                  <a:pos x="142" y="233"/>
                </a:cxn>
                <a:cxn ang="0">
                  <a:pos x="131" y="235"/>
                </a:cxn>
                <a:cxn ang="0">
                  <a:pos x="120" y="252"/>
                </a:cxn>
                <a:cxn ang="0">
                  <a:pos x="111" y="245"/>
                </a:cxn>
                <a:cxn ang="0">
                  <a:pos x="95" y="241"/>
                </a:cxn>
                <a:cxn ang="0">
                  <a:pos x="88" y="252"/>
                </a:cxn>
                <a:cxn ang="0">
                  <a:pos x="79" y="263"/>
                </a:cxn>
                <a:cxn ang="0">
                  <a:pos x="72" y="252"/>
                </a:cxn>
                <a:cxn ang="0">
                  <a:pos x="66" y="272"/>
                </a:cxn>
                <a:cxn ang="0">
                  <a:pos x="57" y="269"/>
                </a:cxn>
                <a:cxn ang="0">
                  <a:pos x="66" y="257"/>
                </a:cxn>
                <a:cxn ang="0">
                  <a:pos x="51" y="264"/>
                </a:cxn>
                <a:cxn ang="0">
                  <a:pos x="38" y="276"/>
                </a:cxn>
                <a:cxn ang="0">
                  <a:pos x="31" y="274"/>
                </a:cxn>
                <a:cxn ang="0">
                  <a:pos x="20" y="274"/>
                </a:cxn>
                <a:cxn ang="0">
                  <a:pos x="8" y="285"/>
                </a:cxn>
                <a:cxn ang="0">
                  <a:pos x="9" y="273"/>
                </a:cxn>
                <a:cxn ang="0">
                  <a:pos x="22" y="267"/>
                </a:cxn>
                <a:cxn ang="0">
                  <a:pos x="24" y="253"/>
                </a:cxn>
                <a:cxn ang="0">
                  <a:pos x="13" y="256"/>
                </a:cxn>
                <a:cxn ang="0">
                  <a:pos x="15" y="235"/>
                </a:cxn>
                <a:cxn ang="0">
                  <a:pos x="20" y="212"/>
                </a:cxn>
                <a:cxn ang="0">
                  <a:pos x="23" y="199"/>
                </a:cxn>
                <a:cxn ang="0">
                  <a:pos x="34" y="186"/>
                </a:cxn>
                <a:cxn ang="0">
                  <a:pos x="30" y="174"/>
                </a:cxn>
                <a:cxn ang="0">
                  <a:pos x="23" y="155"/>
                </a:cxn>
                <a:cxn ang="0">
                  <a:pos x="19" y="129"/>
                </a:cxn>
                <a:cxn ang="0">
                  <a:pos x="15" y="139"/>
                </a:cxn>
                <a:cxn ang="0">
                  <a:pos x="4" y="132"/>
                </a:cxn>
                <a:cxn ang="0">
                  <a:pos x="1" y="123"/>
                </a:cxn>
                <a:cxn ang="0">
                  <a:pos x="17" y="115"/>
                </a:cxn>
                <a:cxn ang="0">
                  <a:pos x="39" y="117"/>
                </a:cxn>
                <a:cxn ang="0">
                  <a:pos x="38" y="108"/>
                </a:cxn>
                <a:cxn ang="0">
                  <a:pos x="34" y="95"/>
                </a:cxn>
                <a:cxn ang="0">
                  <a:pos x="38" y="86"/>
                </a:cxn>
                <a:cxn ang="0">
                  <a:pos x="29" y="83"/>
                </a:cxn>
                <a:cxn ang="0">
                  <a:pos x="24" y="72"/>
                </a:cxn>
                <a:cxn ang="0">
                  <a:pos x="22" y="64"/>
                </a:cxn>
                <a:cxn ang="0">
                  <a:pos x="19" y="53"/>
                </a:cxn>
                <a:cxn ang="0">
                  <a:pos x="36" y="45"/>
                </a:cxn>
                <a:cxn ang="0">
                  <a:pos x="76" y="21"/>
                </a:cxn>
                <a:cxn ang="0">
                  <a:pos x="108" y="16"/>
                </a:cxn>
              </a:cxnLst>
              <a:rect l="0" t="0" r="r" b="b"/>
              <a:pathLst>
                <a:path w="190" h="285">
                  <a:moveTo>
                    <a:pt x="125" y="0"/>
                  </a:moveTo>
                  <a:lnTo>
                    <a:pt x="130" y="5"/>
                  </a:lnTo>
                  <a:lnTo>
                    <a:pt x="146" y="36"/>
                  </a:lnTo>
                  <a:lnTo>
                    <a:pt x="156" y="46"/>
                  </a:lnTo>
                  <a:lnTo>
                    <a:pt x="165" y="58"/>
                  </a:lnTo>
                  <a:lnTo>
                    <a:pt x="173" y="73"/>
                  </a:lnTo>
                  <a:lnTo>
                    <a:pt x="180" y="91"/>
                  </a:lnTo>
                  <a:lnTo>
                    <a:pt x="184" y="113"/>
                  </a:lnTo>
                  <a:lnTo>
                    <a:pt x="183" y="150"/>
                  </a:lnTo>
                  <a:lnTo>
                    <a:pt x="184" y="170"/>
                  </a:lnTo>
                  <a:lnTo>
                    <a:pt x="190" y="171"/>
                  </a:lnTo>
                  <a:lnTo>
                    <a:pt x="181" y="201"/>
                  </a:lnTo>
                  <a:lnTo>
                    <a:pt x="174" y="217"/>
                  </a:lnTo>
                  <a:lnTo>
                    <a:pt x="163" y="228"/>
                  </a:lnTo>
                  <a:lnTo>
                    <a:pt x="154" y="230"/>
                  </a:lnTo>
                  <a:lnTo>
                    <a:pt x="142" y="233"/>
                  </a:lnTo>
                  <a:lnTo>
                    <a:pt x="135" y="230"/>
                  </a:lnTo>
                  <a:lnTo>
                    <a:pt x="131" y="235"/>
                  </a:lnTo>
                  <a:lnTo>
                    <a:pt x="127" y="242"/>
                  </a:lnTo>
                  <a:lnTo>
                    <a:pt x="120" y="252"/>
                  </a:lnTo>
                  <a:lnTo>
                    <a:pt x="116" y="245"/>
                  </a:lnTo>
                  <a:lnTo>
                    <a:pt x="111" y="245"/>
                  </a:lnTo>
                  <a:lnTo>
                    <a:pt x="101" y="240"/>
                  </a:lnTo>
                  <a:lnTo>
                    <a:pt x="95" y="241"/>
                  </a:lnTo>
                  <a:lnTo>
                    <a:pt x="83" y="246"/>
                  </a:lnTo>
                  <a:lnTo>
                    <a:pt x="88" y="252"/>
                  </a:lnTo>
                  <a:lnTo>
                    <a:pt x="86" y="260"/>
                  </a:lnTo>
                  <a:lnTo>
                    <a:pt x="79" y="263"/>
                  </a:lnTo>
                  <a:lnTo>
                    <a:pt x="76" y="256"/>
                  </a:lnTo>
                  <a:lnTo>
                    <a:pt x="72" y="252"/>
                  </a:lnTo>
                  <a:lnTo>
                    <a:pt x="71" y="268"/>
                  </a:lnTo>
                  <a:lnTo>
                    <a:pt x="66" y="272"/>
                  </a:lnTo>
                  <a:lnTo>
                    <a:pt x="61" y="273"/>
                  </a:lnTo>
                  <a:lnTo>
                    <a:pt x="57" y="269"/>
                  </a:lnTo>
                  <a:lnTo>
                    <a:pt x="65" y="263"/>
                  </a:lnTo>
                  <a:lnTo>
                    <a:pt x="66" y="257"/>
                  </a:lnTo>
                  <a:lnTo>
                    <a:pt x="60" y="260"/>
                  </a:lnTo>
                  <a:lnTo>
                    <a:pt x="51" y="264"/>
                  </a:lnTo>
                  <a:lnTo>
                    <a:pt x="41" y="276"/>
                  </a:lnTo>
                  <a:lnTo>
                    <a:pt x="38" y="276"/>
                  </a:lnTo>
                  <a:lnTo>
                    <a:pt x="35" y="269"/>
                  </a:lnTo>
                  <a:lnTo>
                    <a:pt x="31" y="274"/>
                  </a:lnTo>
                  <a:lnTo>
                    <a:pt x="22" y="283"/>
                  </a:lnTo>
                  <a:lnTo>
                    <a:pt x="20" y="274"/>
                  </a:lnTo>
                  <a:lnTo>
                    <a:pt x="12" y="277"/>
                  </a:lnTo>
                  <a:lnTo>
                    <a:pt x="8" y="285"/>
                  </a:lnTo>
                  <a:lnTo>
                    <a:pt x="4" y="282"/>
                  </a:lnTo>
                  <a:lnTo>
                    <a:pt x="9" y="273"/>
                  </a:lnTo>
                  <a:lnTo>
                    <a:pt x="11" y="263"/>
                  </a:lnTo>
                  <a:lnTo>
                    <a:pt x="22" y="267"/>
                  </a:lnTo>
                  <a:lnTo>
                    <a:pt x="20" y="261"/>
                  </a:lnTo>
                  <a:lnTo>
                    <a:pt x="24" y="253"/>
                  </a:lnTo>
                  <a:lnTo>
                    <a:pt x="19" y="250"/>
                  </a:lnTo>
                  <a:lnTo>
                    <a:pt x="13" y="256"/>
                  </a:lnTo>
                  <a:lnTo>
                    <a:pt x="11" y="247"/>
                  </a:lnTo>
                  <a:lnTo>
                    <a:pt x="15" y="235"/>
                  </a:lnTo>
                  <a:lnTo>
                    <a:pt x="15" y="225"/>
                  </a:lnTo>
                  <a:lnTo>
                    <a:pt x="20" y="212"/>
                  </a:lnTo>
                  <a:lnTo>
                    <a:pt x="27" y="203"/>
                  </a:lnTo>
                  <a:lnTo>
                    <a:pt x="23" y="199"/>
                  </a:lnTo>
                  <a:lnTo>
                    <a:pt x="31" y="193"/>
                  </a:lnTo>
                  <a:lnTo>
                    <a:pt x="34" y="186"/>
                  </a:lnTo>
                  <a:lnTo>
                    <a:pt x="30" y="180"/>
                  </a:lnTo>
                  <a:lnTo>
                    <a:pt x="30" y="174"/>
                  </a:lnTo>
                  <a:lnTo>
                    <a:pt x="24" y="167"/>
                  </a:lnTo>
                  <a:lnTo>
                    <a:pt x="23" y="155"/>
                  </a:lnTo>
                  <a:lnTo>
                    <a:pt x="20" y="143"/>
                  </a:lnTo>
                  <a:lnTo>
                    <a:pt x="19" y="129"/>
                  </a:lnTo>
                  <a:lnTo>
                    <a:pt x="13" y="127"/>
                  </a:lnTo>
                  <a:lnTo>
                    <a:pt x="15" y="139"/>
                  </a:lnTo>
                  <a:lnTo>
                    <a:pt x="11" y="142"/>
                  </a:lnTo>
                  <a:lnTo>
                    <a:pt x="4" y="132"/>
                  </a:lnTo>
                  <a:lnTo>
                    <a:pt x="0" y="132"/>
                  </a:lnTo>
                  <a:lnTo>
                    <a:pt x="1" y="123"/>
                  </a:lnTo>
                  <a:lnTo>
                    <a:pt x="8" y="115"/>
                  </a:lnTo>
                  <a:lnTo>
                    <a:pt x="17" y="115"/>
                  </a:lnTo>
                  <a:lnTo>
                    <a:pt x="29" y="110"/>
                  </a:lnTo>
                  <a:lnTo>
                    <a:pt x="39" y="117"/>
                  </a:lnTo>
                  <a:lnTo>
                    <a:pt x="43" y="118"/>
                  </a:lnTo>
                  <a:lnTo>
                    <a:pt x="38" y="108"/>
                  </a:lnTo>
                  <a:lnTo>
                    <a:pt x="38" y="100"/>
                  </a:lnTo>
                  <a:lnTo>
                    <a:pt x="34" y="95"/>
                  </a:lnTo>
                  <a:lnTo>
                    <a:pt x="35" y="89"/>
                  </a:lnTo>
                  <a:lnTo>
                    <a:pt x="38" y="86"/>
                  </a:lnTo>
                  <a:lnTo>
                    <a:pt x="31" y="81"/>
                  </a:lnTo>
                  <a:lnTo>
                    <a:pt x="29" y="83"/>
                  </a:lnTo>
                  <a:lnTo>
                    <a:pt x="25" y="77"/>
                  </a:lnTo>
                  <a:lnTo>
                    <a:pt x="24" y="72"/>
                  </a:lnTo>
                  <a:lnTo>
                    <a:pt x="28" y="72"/>
                  </a:lnTo>
                  <a:lnTo>
                    <a:pt x="22" y="64"/>
                  </a:lnTo>
                  <a:lnTo>
                    <a:pt x="19" y="58"/>
                  </a:lnTo>
                  <a:lnTo>
                    <a:pt x="19" y="53"/>
                  </a:lnTo>
                  <a:lnTo>
                    <a:pt x="23" y="56"/>
                  </a:lnTo>
                  <a:lnTo>
                    <a:pt x="36" y="45"/>
                  </a:lnTo>
                  <a:lnTo>
                    <a:pt x="58" y="22"/>
                  </a:lnTo>
                  <a:lnTo>
                    <a:pt x="76" y="21"/>
                  </a:lnTo>
                  <a:lnTo>
                    <a:pt x="93" y="22"/>
                  </a:lnTo>
                  <a:lnTo>
                    <a:pt x="108" y="16"/>
                  </a:lnTo>
                  <a:lnTo>
                    <a:pt x="12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05" name="Freeform 162">
              <a:extLst>
                <a:ext uri="{FF2B5EF4-FFF2-40B4-BE49-F238E27FC236}">
                  <a16:creationId xmlns:a16="http://schemas.microsoft.com/office/drawing/2014/main" id="{B586C742-3F96-3F62-F70D-787C9D8C1DC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537987" y="2154574"/>
              <a:ext cx="1074211" cy="526804"/>
            </a:xfrm>
            <a:custGeom>
              <a:avLst/>
              <a:gdLst/>
              <a:ahLst/>
              <a:cxnLst>
                <a:cxn ang="0">
                  <a:pos x="46" y="227"/>
                </a:cxn>
                <a:cxn ang="0">
                  <a:pos x="129" y="180"/>
                </a:cxn>
                <a:cxn ang="0">
                  <a:pos x="243" y="132"/>
                </a:cxn>
                <a:cxn ang="0">
                  <a:pos x="313" y="149"/>
                </a:cxn>
                <a:cxn ang="0">
                  <a:pos x="387" y="187"/>
                </a:cxn>
                <a:cxn ang="0">
                  <a:pos x="508" y="190"/>
                </a:cxn>
                <a:cxn ang="0">
                  <a:pos x="552" y="160"/>
                </a:cxn>
                <a:cxn ang="0">
                  <a:pos x="554" y="99"/>
                </a:cxn>
                <a:cxn ang="0">
                  <a:pos x="582" y="33"/>
                </a:cxn>
                <a:cxn ang="0">
                  <a:pos x="645" y="6"/>
                </a:cxn>
                <a:cxn ang="0">
                  <a:pos x="731" y="47"/>
                </a:cxn>
                <a:cxn ang="0">
                  <a:pos x="787" y="103"/>
                </a:cxn>
                <a:cxn ang="0">
                  <a:pos x="830" y="154"/>
                </a:cxn>
                <a:cxn ang="0">
                  <a:pos x="944" y="132"/>
                </a:cxn>
                <a:cxn ang="0">
                  <a:pos x="1034" y="169"/>
                </a:cxn>
                <a:cxn ang="0">
                  <a:pos x="1104" y="201"/>
                </a:cxn>
                <a:cxn ang="0">
                  <a:pos x="1200" y="249"/>
                </a:cxn>
                <a:cxn ang="0">
                  <a:pos x="1317" y="237"/>
                </a:cxn>
                <a:cxn ang="0">
                  <a:pos x="1439" y="179"/>
                </a:cxn>
                <a:cxn ang="0">
                  <a:pos x="1528" y="199"/>
                </a:cxn>
                <a:cxn ang="0">
                  <a:pos x="1565" y="195"/>
                </a:cxn>
                <a:cxn ang="0">
                  <a:pos x="1525" y="255"/>
                </a:cxn>
                <a:cxn ang="0">
                  <a:pos x="1517" y="325"/>
                </a:cxn>
                <a:cxn ang="0">
                  <a:pos x="1570" y="391"/>
                </a:cxn>
                <a:cxn ang="0">
                  <a:pos x="1667" y="348"/>
                </a:cxn>
                <a:cxn ang="0">
                  <a:pos x="1721" y="415"/>
                </a:cxn>
                <a:cxn ang="0">
                  <a:pos x="1734" y="458"/>
                </a:cxn>
                <a:cxn ang="0">
                  <a:pos x="1663" y="461"/>
                </a:cxn>
                <a:cxn ang="0">
                  <a:pos x="1576" y="482"/>
                </a:cxn>
                <a:cxn ang="0">
                  <a:pos x="1489" y="551"/>
                </a:cxn>
                <a:cxn ang="0">
                  <a:pos x="1411" y="611"/>
                </a:cxn>
                <a:cxn ang="0">
                  <a:pos x="1344" y="588"/>
                </a:cxn>
                <a:cxn ang="0">
                  <a:pos x="1298" y="646"/>
                </a:cxn>
                <a:cxn ang="0">
                  <a:pos x="1255" y="752"/>
                </a:cxn>
                <a:cxn ang="0">
                  <a:pos x="1163" y="789"/>
                </a:cxn>
                <a:cxn ang="0">
                  <a:pos x="1088" y="788"/>
                </a:cxn>
                <a:cxn ang="0">
                  <a:pos x="1014" y="815"/>
                </a:cxn>
                <a:cxn ang="0">
                  <a:pos x="942" y="847"/>
                </a:cxn>
                <a:cxn ang="0">
                  <a:pos x="903" y="834"/>
                </a:cxn>
                <a:cxn ang="0">
                  <a:pos x="801" y="805"/>
                </a:cxn>
                <a:cxn ang="0">
                  <a:pos x="744" y="767"/>
                </a:cxn>
                <a:cxn ang="0">
                  <a:pos x="527" y="766"/>
                </a:cxn>
                <a:cxn ang="0">
                  <a:pos x="463" y="730"/>
                </a:cxn>
                <a:cxn ang="0">
                  <a:pos x="421" y="659"/>
                </a:cxn>
                <a:cxn ang="0">
                  <a:pos x="353" y="625"/>
                </a:cxn>
                <a:cxn ang="0">
                  <a:pos x="280" y="590"/>
                </a:cxn>
                <a:cxn ang="0">
                  <a:pos x="211" y="584"/>
                </a:cxn>
                <a:cxn ang="0">
                  <a:pos x="158" y="552"/>
                </a:cxn>
                <a:cxn ang="0">
                  <a:pos x="163" y="470"/>
                </a:cxn>
                <a:cxn ang="0">
                  <a:pos x="124" y="372"/>
                </a:cxn>
                <a:cxn ang="0">
                  <a:pos x="70" y="369"/>
                </a:cxn>
                <a:cxn ang="0">
                  <a:pos x="3" y="288"/>
                </a:cxn>
              </a:cxnLst>
              <a:rect l="0" t="0" r="r" b="b"/>
              <a:pathLst>
                <a:path w="1734" h="848">
                  <a:moveTo>
                    <a:pt x="0" y="273"/>
                  </a:moveTo>
                  <a:lnTo>
                    <a:pt x="12" y="251"/>
                  </a:lnTo>
                  <a:lnTo>
                    <a:pt x="28" y="234"/>
                  </a:lnTo>
                  <a:lnTo>
                    <a:pt x="46" y="227"/>
                  </a:lnTo>
                  <a:lnTo>
                    <a:pt x="65" y="221"/>
                  </a:lnTo>
                  <a:lnTo>
                    <a:pt x="84" y="208"/>
                  </a:lnTo>
                  <a:lnTo>
                    <a:pt x="104" y="192"/>
                  </a:lnTo>
                  <a:lnTo>
                    <a:pt x="129" y="180"/>
                  </a:lnTo>
                  <a:lnTo>
                    <a:pt x="154" y="158"/>
                  </a:lnTo>
                  <a:lnTo>
                    <a:pt x="195" y="146"/>
                  </a:lnTo>
                  <a:lnTo>
                    <a:pt x="220" y="135"/>
                  </a:lnTo>
                  <a:lnTo>
                    <a:pt x="243" y="132"/>
                  </a:lnTo>
                  <a:lnTo>
                    <a:pt x="265" y="136"/>
                  </a:lnTo>
                  <a:lnTo>
                    <a:pt x="281" y="142"/>
                  </a:lnTo>
                  <a:lnTo>
                    <a:pt x="294" y="153"/>
                  </a:lnTo>
                  <a:lnTo>
                    <a:pt x="313" y="149"/>
                  </a:lnTo>
                  <a:lnTo>
                    <a:pt x="334" y="148"/>
                  </a:lnTo>
                  <a:lnTo>
                    <a:pt x="351" y="151"/>
                  </a:lnTo>
                  <a:lnTo>
                    <a:pt x="382" y="180"/>
                  </a:lnTo>
                  <a:lnTo>
                    <a:pt x="387" y="187"/>
                  </a:lnTo>
                  <a:lnTo>
                    <a:pt x="404" y="190"/>
                  </a:lnTo>
                  <a:lnTo>
                    <a:pt x="451" y="183"/>
                  </a:lnTo>
                  <a:lnTo>
                    <a:pt x="464" y="189"/>
                  </a:lnTo>
                  <a:lnTo>
                    <a:pt x="508" y="190"/>
                  </a:lnTo>
                  <a:lnTo>
                    <a:pt x="546" y="185"/>
                  </a:lnTo>
                  <a:lnTo>
                    <a:pt x="556" y="180"/>
                  </a:lnTo>
                  <a:lnTo>
                    <a:pt x="556" y="172"/>
                  </a:lnTo>
                  <a:lnTo>
                    <a:pt x="552" y="160"/>
                  </a:lnTo>
                  <a:lnTo>
                    <a:pt x="555" y="146"/>
                  </a:lnTo>
                  <a:lnTo>
                    <a:pt x="565" y="130"/>
                  </a:lnTo>
                  <a:lnTo>
                    <a:pt x="565" y="114"/>
                  </a:lnTo>
                  <a:lnTo>
                    <a:pt x="554" y="99"/>
                  </a:lnTo>
                  <a:lnTo>
                    <a:pt x="550" y="81"/>
                  </a:lnTo>
                  <a:lnTo>
                    <a:pt x="552" y="63"/>
                  </a:lnTo>
                  <a:lnTo>
                    <a:pt x="568" y="49"/>
                  </a:lnTo>
                  <a:lnTo>
                    <a:pt x="582" y="33"/>
                  </a:lnTo>
                  <a:lnTo>
                    <a:pt x="600" y="18"/>
                  </a:lnTo>
                  <a:lnTo>
                    <a:pt x="611" y="1"/>
                  </a:lnTo>
                  <a:lnTo>
                    <a:pt x="625" y="0"/>
                  </a:lnTo>
                  <a:lnTo>
                    <a:pt x="645" y="6"/>
                  </a:lnTo>
                  <a:lnTo>
                    <a:pt x="659" y="17"/>
                  </a:lnTo>
                  <a:lnTo>
                    <a:pt x="696" y="27"/>
                  </a:lnTo>
                  <a:lnTo>
                    <a:pt x="707" y="41"/>
                  </a:lnTo>
                  <a:lnTo>
                    <a:pt x="731" y="47"/>
                  </a:lnTo>
                  <a:lnTo>
                    <a:pt x="755" y="50"/>
                  </a:lnTo>
                  <a:lnTo>
                    <a:pt x="772" y="57"/>
                  </a:lnTo>
                  <a:lnTo>
                    <a:pt x="782" y="73"/>
                  </a:lnTo>
                  <a:lnTo>
                    <a:pt x="787" y="103"/>
                  </a:lnTo>
                  <a:lnTo>
                    <a:pt x="787" y="124"/>
                  </a:lnTo>
                  <a:lnTo>
                    <a:pt x="792" y="124"/>
                  </a:lnTo>
                  <a:lnTo>
                    <a:pt x="807" y="138"/>
                  </a:lnTo>
                  <a:lnTo>
                    <a:pt x="830" y="154"/>
                  </a:lnTo>
                  <a:lnTo>
                    <a:pt x="864" y="165"/>
                  </a:lnTo>
                  <a:lnTo>
                    <a:pt x="892" y="159"/>
                  </a:lnTo>
                  <a:lnTo>
                    <a:pt x="919" y="144"/>
                  </a:lnTo>
                  <a:lnTo>
                    <a:pt x="944" y="132"/>
                  </a:lnTo>
                  <a:lnTo>
                    <a:pt x="975" y="140"/>
                  </a:lnTo>
                  <a:lnTo>
                    <a:pt x="1023" y="157"/>
                  </a:lnTo>
                  <a:lnTo>
                    <a:pt x="1033" y="169"/>
                  </a:lnTo>
                  <a:lnTo>
                    <a:pt x="1034" y="169"/>
                  </a:lnTo>
                  <a:lnTo>
                    <a:pt x="1040" y="174"/>
                  </a:lnTo>
                  <a:lnTo>
                    <a:pt x="1062" y="186"/>
                  </a:lnTo>
                  <a:lnTo>
                    <a:pt x="1083" y="192"/>
                  </a:lnTo>
                  <a:lnTo>
                    <a:pt x="1104" y="201"/>
                  </a:lnTo>
                  <a:lnTo>
                    <a:pt x="1118" y="221"/>
                  </a:lnTo>
                  <a:lnTo>
                    <a:pt x="1145" y="237"/>
                  </a:lnTo>
                  <a:lnTo>
                    <a:pt x="1177" y="242"/>
                  </a:lnTo>
                  <a:lnTo>
                    <a:pt x="1200" y="249"/>
                  </a:lnTo>
                  <a:lnTo>
                    <a:pt x="1218" y="250"/>
                  </a:lnTo>
                  <a:lnTo>
                    <a:pt x="1243" y="248"/>
                  </a:lnTo>
                  <a:lnTo>
                    <a:pt x="1261" y="256"/>
                  </a:lnTo>
                  <a:lnTo>
                    <a:pt x="1317" y="237"/>
                  </a:lnTo>
                  <a:lnTo>
                    <a:pt x="1351" y="229"/>
                  </a:lnTo>
                  <a:lnTo>
                    <a:pt x="1378" y="224"/>
                  </a:lnTo>
                  <a:lnTo>
                    <a:pt x="1415" y="195"/>
                  </a:lnTo>
                  <a:lnTo>
                    <a:pt x="1439" y="179"/>
                  </a:lnTo>
                  <a:lnTo>
                    <a:pt x="1464" y="170"/>
                  </a:lnTo>
                  <a:lnTo>
                    <a:pt x="1489" y="180"/>
                  </a:lnTo>
                  <a:lnTo>
                    <a:pt x="1507" y="195"/>
                  </a:lnTo>
                  <a:lnTo>
                    <a:pt x="1528" y="199"/>
                  </a:lnTo>
                  <a:lnTo>
                    <a:pt x="1545" y="195"/>
                  </a:lnTo>
                  <a:lnTo>
                    <a:pt x="1559" y="187"/>
                  </a:lnTo>
                  <a:lnTo>
                    <a:pt x="1565" y="190"/>
                  </a:lnTo>
                  <a:lnTo>
                    <a:pt x="1565" y="195"/>
                  </a:lnTo>
                  <a:lnTo>
                    <a:pt x="1556" y="203"/>
                  </a:lnTo>
                  <a:lnTo>
                    <a:pt x="1540" y="232"/>
                  </a:lnTo>
                  <a:lnTo>
                    <a:pt x="1529" y="246"/>
                  </a:lnTo>
                  <a:lnTo>
                    <a:pt x="1525" y="255"/>
                  </a:lnTo>
                  <a:lnTo>
                    <a:pt x="1525" y="271"/>
                  </a:lnTo>
                  <a:lnTo>
                    <a:pt x="1528" y="288"/>
                  </a:lnTo>
                  <a:lnTo>
                    <a:pt x="1525" y="308"/>
                  </a:lnTo>
                  <a:lnTo>
                    <a:pt x="1517" y="325"/>
                  </a:lnTo>
                  <a:lnTo>
                    <a:pt x="1517" y="347"/>
                  </a:lnTo>
                  <a:lnTo>
                    <a:pt x="1520" y="367"/>
                  </a:lnTo>
                  <a:lnTo>
                    <a:pt x="1529" y="382"/>
                  </a:lnTo>
                  <a:lnTo>
                    <a:pt x="1570" y="391"/>
                  </a:lnTo>
                  <a:lnTo>
                    <a:pt x="1595" y="389"/>
                  </a:lnTo>
                  <a:lnTo>
                    <a:pt x="1620" y="382"/>
                  </a:lnTo>
                  <a:lnTo>
                    <a:pt x="1638" y="369"/>
                  </a:lnTo>
                  <a:lnTo>
                    <a:pt x="1667" y="348"/>
                  </a:lnTo>
                  <a:lnTo>
                    <a:pt x="1673" y="362"/>
                  </a:lnTo>
                  <a:lnTo>
                    <a:pt x="1686" y="377"/>
                  </a:lnTo>
                  <a:lnTo>
                    <a:pt x="1715" y="401"/>
                  </a:lnTo>
                  <a:lnTo>
                    <a:pt x="1721" y="415"/>
                  </a:lnTo>
                  <a:lnTo>
                    <a:pt x="1719" y="428"/>
                  </a:lnTo>
                  <a:lnTo>
                    <a:pt x="1719" y="437"/>
                  </a:lnTo>
                  <a:lnTo>
                    <a:pt x="1733" y="445"/>
                  </a:lnTo>
                  <a:lnTo>
                    <a:pt x="1734" y="458"/>
                  </a:lnTo>
                  <a:lnTo>
                    <a:pt x="1724" y="464"/>
                  </a:lnTo>
                  <a:lnTo>
                    <a:pt x="1707" y="461"/>
                  </a:lnTo>
                  <a:lnTo>
                    <a:pt x="1688" y="456"/>
                  </a:lnTo>
                  <a:lnTo>
                    <a:pt x="1663" y="461"/>
                  </a:lnTo>
                  <a:lnTo>
                    <a:pt x="1638" y="465"/>
                  </a:lnTo>
                  <a:lnTo>
                    <a:pt x="1613" y="464"/>
                  </a:lnTo>
                  <a:lnTo>
                    <a:pt x="1592" y="468"/>
                  </a:lnTo>
                  <a:lnTo>
                    <a:pt x="1576" y="482"/>
                  </a:lnTo>
                  <a:lnTo>
                    <a:pt x="1525" y="538"/>
                  </a:lnTo>
                  <a:lnTo>
                    <a:pt x="1507" y="550"/>
                  </a:lnTo>
                  <a:lnTo>
                    <a:pt x="1500" y="552"/>
                  </a:lnTo>
                  <a:lnTo>
                    <a:pt x="1489" y="551"/>
                  </a:lnTo>
                  <a:lnTo>
                    <a:pt x="1477" y="551"/>
                  </a:lnTo>
                  <a:lnTo>
                    <a:pt x="1457" y="573"/>
                  </a:lnTo>
                  <a:lnTo>
                    <a:pt x="1438" y="594"/>
                  </a:lnTo>
                  <a:lnTo>
                    <a:pt x="1411" y="611"/>
                  </a:lnTo>
                  <a:lnTo>
                    <a:pt x="1393" y="611"/>
                  </a:lnTo>
                  <a:lnTo>
                    <a:pt x="1372" y="606"/>
                  </a:lnTo>
                  <a:lnTo>
                    <a:pt x="1360" y="593"/>
                  </a:lnTo>
                  <a:lnTo>
                    <a:pt x="1344" y="588"/>
                  </a:lnTo>
                  <a:lnTo>
                    <a:pt x="1323" y="594"/>
                  </a:lnTo>
                  <a:lnTo>
                    <a:pt x="1314" y="611"/>
                  </a:lnTo>
                  <a:lnTo>
                    <a:pt x="1301" y="631"/>
                  </a:lnTo>
                  <a:lnTo>
                    <a:pt x="1298" y="646"/>
                  </a:lnTo>
                  <a:lnTo>
                    <a:pt x="1320" y="675"/>
                  </a:lnTo>
                  <a:lnTo>
                    <a:pt x="1323" y="689"/>
                  </a:lnTo>
                  <a:lnTo>
                    <a:pt x="1265" y="738"/>
                  </a:lnTo>
                  <a:lnTo>
                    <a:pt x="1255" y="752"/>
                  </a:lnTo>
                  <a:lnTo>
                    <a:pt x="1235" y="767"/>
                  </a:lnTo>
                  <a:lnTo>
                    <a:pt x="1221" y="776"/>
                  </a:lnTo>
                  <a:lnTo>
                    <a:pt x="1191" y="787"/>
                  </a:lnTo>
                  <a:lnTo>
                    <a:pt x="1163" y="789"/>
                  </a:lnTo>
                  <a:lnTo>
                    <a:pt x="1158" y="792"/>
                  </a:lnTo>
                  <a:lnTo>
                    <a:pt x="1130" y="783"/>
                  </a:lnTo>
                  <a:lnTo>
                    <a:pt x="1114" y="789"/>
                  </a:lnTo>
                  <a:lnTo>
                    <a:pt x="1088" y="788"/>
                  </a:lnTo>
                  <a:lnTo>
                    <a:pt x="1070" y="795"/>
                  </a:lnTo>
                  <a:lnTo>
                    <a:pt x="1033" y="802"/>
                  </a:lnTo>
                  <a:lnTo>
                    <a:pt x="1022" y="805"/>
                  </a:lnTo>
                  <a:lnTo>
                    <a:pt x="1014" y="815"/>
                  </a:lnTo>
                  <a:lnTo>
                    <a:pt x="1003" y="819"/>
                  </a:lnTo>
                  <a:lnTo>
                    <a:pt x="990" y="821"/>
                  </a:lnTo>
                  <a:lnTo>
                    <a:pt x="960" y="832"/>
                  </a:lnTo>
                  <a:lnTo>
                    <a:pt x="942" y="847"/>
                  </a:lnTo>
                  <a:lnTo>
                    <a:pt x="932" y="848"/>
                  </a:lnTo>
                  <a:lnTo>
                    <a:pt x="920" y="845"/>
                  </a:lnTo>
                  <a:lnTo>
                    <a:pt x="909" y="836"/>
                  </a:lnTo>
                  <a:lnTo>
                    <a:pt x="903" y="834"/>
                  </a:lnTo>
                  <a:lnTo>
                    <a:pt x="874" y="832"/>
                  </a:lnTo>
                  <a:lnTo>
                    <a:pt x="852" y="825"/>
                  </a:lnTo>
                  <a:lnTo>
                    <a:pt x="834" y="815"/>
                  </a:lnTo>
                  <a:lnTo>
                    <a:pt x="801" y="805"/>
                  </a:lnTo>
                  <a:lnTo>
                    <a:pt x="778" y="795"/>
                  </a:lnTo>
                  <a:lnTo>
                    <a:pt x="763" y="782"/>
                  </a:lnTo>
                  <a:lnTo>
                    <a:pt x="754" y="771"/>
                  </a:lnTo>
                  <a:lnTo>
                    <a:pt x="744" y="767"/>
                  </a:lnTo>
                  <a:lnTo>
                    <a:pt x="710" y="756"/>
                  </a:lnTo>
                  <a:lnTo>
                    <a:pt x="693" y="754"/>
                  </a:lnTo>
                  <a:lnTo>
                    <a:pt x="675" y="756"/>
                  </a:lnTo>
                  <a:lnTo>
                    <a:pt x="527" y="766"/>
                  </a:lnTo>
                  <a:lnTo>
                    <a:pt x="506" y="766"/>
                  </a:lnTo>
                  <a:lnTo>
                    <a:pt x="492" y="760"/>
                  </a:lnTo>
                  <a:lnTo>
                    <a:pt x="476" y="746"/>
                  </a:lnTo>
                  <a:lnTo>
                    <a:pt x="463" y="730"/>
                  </a:lnTo>
                  <a:lnTo>
                    <a:pt x="451" y="716"/>
                  </a:lnTo>
                  <a:lnTo>
                    <a:pt x="439" y="696"/>
                  </a:lnTo>
                  <a:lnTo>
                    <a:pt x="432" y="676"/>
                  </a:lnTo>
                  <a:lnTo>
                    <a:pt x="421" y="659"/>
                  </a:lnTo>
                  <a:lnTo>
                    <a:pt x="410" y="644"/>
                  </a:lnTo>
                  <a:lnTo>
                    <a:pt x="398" y="643"/>
                  </a:lnTo>
                  <a:lnTo>
                    <a:pt x="385" y="633"/>
                  </a:lnTo>
                  <a:lnTo>
                    <a:pt x="353" y="625"/>
                  </a:lnTo>
                  <a:lnTo>
                    <a:pt x="337" y="616"/>
                  </a:lnTo>
                  <a:lnTo>
                    <a:pt x="322" y="606"/>
                  </a:lnTo>
                  <a:lnTo>
                    <a:pt x="292" y="596"/>
                  </a:lnTo>
                  <a:lnTo>
                    <a:pt x="280" y="590"/>
                  </a:lnTo>
                  <a:lnTo>
                    <a:pt x="267" y="590"/>
                  </a:lnTo>
                  <a:lnTo>
                    <a:pt x="254" y="595"/>
                  </a:lnTo>
                  <a:lnTo>
                    <a:pt x="245" y="595"/>
                  </a:lnTo>
                  <a:lnTo>
                    <a:pt x="211" y="584"/>
                  </a:lnTo>
                  <a:lnTo>
                    <a:pt x="180" y="581"/>
                  </a:lnTo>
                  <a:lnTo>
                    <a:pt x="164" y="574"/>
                  </a:lnTo>
                  <a:lnTo>
                    <a:pt x="157" y="567"/>
                  </a:lnTo>
                  <a:lnTo>
                    <a:pt x="158" y="552"/>
                  </a:lnTo>
                  <a:lnTo>
                    <a:pt x="166" y="536"/>
                  </a:lnTo>
                  <a:lnTo>
                    <a:pt x="167" y="517"/>
                  </a:lnTo>
                  <a:lnTo>
                    <a:pt x="163" y="498"/>
                  </a:lnTo>
                  <a:lnTo>
                    <a:pt x="163" y="470"/>
                  </a:lnTo>
                  <a:lnTo>
                    <a:pt x="151" y="427"/>
                  </a:lnTo>
                  <a:lnTo>
                    <a:pt x="141" y="410"/>
                  </a:lnTo>
                  <a:lnTo>
                    <a:pt x="134" y="388"/>
                  </a:lnTo>
                  <a:lnTo>
                    <a:pt x="124" y="372"/>
                  </a:lnTo>
                  <a:lnTo>
                    <a:pt x="108" y="369"/>
                  </a:lnTo>
                  <a:lnTo>
                    <a:pt x="93" y="361"/>
                  </a:lnTo>
                  <a:lnTo>
                    <a:pt x="77" y="358"/>
                  </a:lnTo>
                  <a:lnTo>
                    <a:pt x="70" y="369"/>
                  </a:lnTo>
                  <a:lnTo>
                    <a:pt x="55" y="358"/>
                  </a:lnTo>
                  <a:lnTo>
                    <a:pt x="44" y="337"/>
                  </a:lnTo>
                  <a:lnTo>
                    <a:pt x="14" y="314"/>
                  </a:lnTo>
                  <a:lnTo>
                    <a:pt x="3" y="288"/>
                  </a:lnTo>
                  <a:lnTo>
                    <a:pt x="0" y="277"/>
                  </a:lnTo>
                  <a:lnTo>
                    <a:pt x="0" y="2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06" name="Freeform 163">
              <a:extLst>
                <a:ext uri="{FF2B5EF4-FFF2-40B4-BE49-F238E27FC236}">
                  <a16:creationId xmlns:a16="http://schemas.microsoft.com/office/drawing/2014/main" id="{C9D4EE07-14AA-E8F3-1FDA-16CD8A89130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243595" y="3534801"/>
              <a:ext cx="81619" cy="71119"/>
            </a:xfrm>
            <a:custGeom>
              <a:avLst/>
              <a:gdLst/>
              <a:ahLst/>
              <a:cxnLst>
                <a:cxn ang="0">
                  <a:pos x="102" y="5"/>
                </a:cxn>
                <a:cxn ang="0">
                  <a:pos x="100" y="5"/>
                </a:cxn>
                <a:cxn ang="0">
                  <a:pos x="105" y="0"/>
                </a:cxn>
                <a:cxn ang="0">
                  <a:pos x="112" y="5"/>
                </a:cxn>
                <a:cxn ang="0">
                  <a:pos x="123" y="8"/>
                </a:cxn>
                <a:cxn ang="0">
                  <a:pos x="127" y="20"/>
                </a:cxn>
                <a:cxn ang="0">
                  <a:pos x="127" y="27"/>
                </a:cxn>
                <a:cxn ang="0">
                  <a:pos x="117" y="37"/>
                </a:cxn>
                <a:cxn ang="0">
                  <a:pos x="105" y="61"/>
                </a:cxn>
                <a:cxn ang="0">
                  <a:pos x="100" y="79"/>
                </a:cxn>
                <a:cxn ang="0">
                  <a:pos x="91" y="85"/>
                </a:cxn>
                <a:cxn ang="0">
                  <a:pos x="78" y="99"/>
                </a:cxn>
                <a:cxn ang="0">
                  <a:pos x="66" y="101"/>
                </a:cxn>
                <a:cxn ang="0">
                  <a:pos x="59" y="113"/>
                </a:cxn>
                <a:cxn ang="0">
                  <a:pos x="53" y="112"/>
                </a:cxn>
                <a:cxn ang="0">
                  <a:pos x="48" y="109"/>
                </a:cxn>
                <a:cxn ang="0">
                  <a:pos x="11" y="97"/>
                </a:cxn>
                <a:cxn ang="0">
                  <a:pos x="3" y="86"/>
                </a:cxn>
                <a:cxn ang="0">
                  <a:pos x="0" y="50"/>
                </a:cxn>
                <a:cxn ang="0">
                  <a:pos x="6" y="45"/>
                </a:cxn>
                <a:cxn ang="0">
                  <a:pos x="19" y="31"/>
                </a:cxn>
                <a:cxn ang="0">
                  <a:pos x="28" y="24"/>
                </a:cxn>
                <a:cxn ang="0">
                  <a:pos x="30" y="20"/>
                </a:cxn>
                <a:cxn ang="0">
                  <a:pos x="37" y="15"/>
                </a:cxn>
                <a:cxn ang="0">
                  <a:pos x="49" y="10"/>
                </a:cxn>
                <a:cxn ang="0">
                  <a:pos x="78" y="9"/>
                </a:cxn>
                <a:cxn ang="0">
                  <a:pos x="85" y="4"/>
                </a:cxn>
                <a:cxn ang="0">
                  <a:pos x="92" y="5"/>
                </a:cxn>
                <a:cxn ang="0">
                  <a:pos x="97" y="4"/>
                </a:cxn>
                <a:cxn ang="0">
                  <a:pos x="102" y="5"/>
                </a:cxn>
              </a:cxnLst>
              <a:rect l="0" t="0" r="r" b="b"/>
              <a:pathLst>
                <a:path w="127" h="113">
                  <a:moveTo>
                    <a:pt x="102" y="5"/>
                  </a:moveTo>
                  <a:lnTo>
                    <a:pt x="100" y="5"/>
                  </a:lnTo>
                  <a:lnTo>
                    <a:pt x="105" y="0"/>
                  </a:lnTo>
                  <a:lnTo>
                    <a:pt x="112" y="5"/>
                  </a:lnTo>
                  <a:lnTo>
                    <a:pt x="123" y="8"/>
                  </a:lnTo>
                  <a:lnTo>
                    <a:pt x="127" y="20"/>
                  </a:lnTo>
                  <a:lnTo>
                    <a:pt x="127" y="27"/>
                  </a:lnTo>
                  <a:lnTo>
                    <a:pt x="117" y="37"/>
                  </a:lnTo>
                  <a:lnTo>
                    <a:pt x="105" y="61"/>
                  </a:lnTo>
                  <a:lnTo>
                    <a:pt x="100" y="79"/>
                  </a:lnTo>
                  <a:lnTo>
                    <a:pt x="91" y="85"/>
                  </a:lnTo>
                  <a:lnTo>
                    <a:pt x="78" y="99"/>
                  </a:lnTo>
                  <a:lnTo>
                    <a:pt x="66" y="101"/>
                  </a:lnTo>
                  <a:lnTo>
                    <a:pt x="59" y="113"/>
                  </a:lnTo>
                  <a:lnTo>
                    <a:pt x="53" y="112"/>
                  </a:lnTo>
                  <a:lnTo>
                    <a:pt x="48" y="109"/>
                  </a:lnTo>
                  <a:lnTo>
                    <a:pt x="11" y="97"/>
                  </a:lnTo>
                  <a:lnTo>
                    <a:pt x="3" y="86"/>
                  </a:lnTo>
                  <a:lnTo>
                    <a:pt x="0" y="50"/>
                  </a:lnTo>
                  <a:lnTo>
                    <a:pt x="6" y="45"/>
                  </a:lnTo>
                  <a:lnTo>
                    <a:pt x="19" y="31"/>
                  </a:lnTo>
                  <a:lnTo>
                    <a:pt x="28" y="24"/>
                  </a:lnTo>
                  <a:lnTo>
                    <a:pt x="30" y="20"/>
                  </a:lnTo>
                  <a:lnTo>
                    <a:pt x="37" y="15"/>
                  </a:lnTo>
                  <a:lnTo>
                    <a:pt x="49" y="10"/>
                  </a:lnTo>
                  <a:lnTo>
                    <a:pt x="78" y="9"/>
                  </a:lnTo>
                  <a:lnTo>
                    <a:pt x="85" y="4"/>
                  </a:lnTo>
                  <a:lnTo>
                    <a:pt x="92" y="5"/>
                  </a:lnTo>
                  <a:lnTo>
                    <a:pt x="97" y="4"/>
                  </a:lnTo>
                  <a:lnTo>
                    <a:pt x="102" y="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07" name="Freeform 164">
              <a:extLst>
                <a:ext uri="{FF2B5EF4-FFF2-40B4-BE49-F238E27FC236}">
                  <a16:creationId xmlns:a16="http://schemas.microsoft.com/office/drawing/2014/main" id="{17211B67-1FF7-E5E4-477F-45B59EAAC7A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053539" y="2083455"/>
              <a:ext cx="2085233" cy="1448711"/>
            </a:xfrm>
            <a:custGeom>
              <a:avLst/>
              <a:gdLst/>
              <a:ahLst/>
              <a:cxnLst>
                <a:cxn ang="0">
                  <a:pos x="2191" y="2191"/>
                </a:cxn>
                <a:cxn ang="0">
                  <a:pos x="2134" y="2244"/>
                </a:cxn>
                <a:cxn ang="0">
                  <a:pos x="2015" y="2329"/>
                </a:cxn>
                <a:cxn ang="0">
                  <a:pos x="1898" y="2261"/>
                </a:cxn>
                <a:cxn ang="0">
                  <a:pos x="1746" y="2168"/>
                </a:cxn>
                <a:cxn ang="0">
                  <a:pos x="1585" y="2194"/>
                </a:cxn>
                <a:cxn ang="0">
                  <a:pos x="1509" y="2247"/>
                </a:cxn>
                <a:cxn ang="0">
                  <a:pos x="1333" y="2120"/>
                </a:cxn>
                <a:cxn ang="0">
                  <a:pos x="1352" y="1901"/>
                </a:cxn>
                <a:cxn ang="0">
                  <a:pos x="1237" y="1793"/>
                </a:cxn>
                <a:cxn ang="0">
                  <a:pos x="1036" y="1874"/>
                </a:cxn>
                <a:cxn ang="0">
                  <a:pos x="881" y="1862"/>
                </a:cxn>
                <a:cxn ang="0">
                  <a:pos x="793" y="1879"/>
                </a:cxn>
                <a:cxn ang="0">
                  <a:pos x="691" y="1881"/>
                </a:cxn>
                <a:cxn ang="0">
                  <a:pos x="603" y="1834"/>
                </a:cxn>
                <a:cxn ang="0">
                  <a:pos x="556" y="1803"/>
                </a:cxn>
                <a:cxn ang="0">
                  <a:pos x="423" y="1731"/>
                </a:cxn>
                <a:cxn ang="0">
                  <a:pos x="348" y="1701"/>
                </a:cxn>
                <a:cxn ang="0">
                  <a:pos x="291" y="1675"/>
                </a:cxn>
                <a:cxn ang="0">
                  <a:pos x="278" y="1580"/>
                </a:cxn>
                <a:cxn ang="0">
                  <a:pos x="322" y="1567"/>
                </a:cxn>
                <a:cxn ang="0">
                  <a:pos x="300" y="1492"/>
                </a:cxn>
                <a:cxn ang="0">
                  <a:pos x="360" y="1411"/>
                </a:cxn>
                <a:cxn ang="0">
                  <a:pos x="326" y="1368"/>
                </a:cxn>
                <a:cxn ang="0">
                  <a:pos x="230" y="1391"/>
                </a:cxn>
                <a:cxn ang="0">
                  <a:pos x="126" y="1355"/>
                </a:cxn>
                <a:cxn ang="0">
                  <a:pos x="88" y="1295"/>
                </a:cxn>
                <a:cxn ang="0">
                  <a:pos x="63" y="1212"/>
                </a:cxn>
                <a:cxn ang="0">
                  <a:pos x="105" y="1043"/>
                </a:cxn>
                <a:cxn ang="0">
                  <a:pos x="364" y="920"/>
                </a:cxn>
                <a:cxn ang="0">
                  <a:pos x="471" y="693"/>
                </a:cxn>
                <a:cxn ang="0">
                  <a:pos x="656" y="507"/>
                </a:cxn>
                <a:cxn ang="0">
                  <a:pos x="854" y="474"/>
                </a:cxn>
                <a:cxn ang="0">
                  <a:pos x="1031" y="711"/>
                </a:cxn>
                <a:cxn ang="0">
                  <a:pos x="1283" y="882"/>
                </a:cxn>
                <a:cxn ang="0">
                  <a:pos x="1719" y="963"/>
                </a:cxn>
                <a:cxn ang="0">
                  <a:pos x="2042" y="854"/>
                </a:cxn>
                <a:cxn ang="0">
                  <a:pos x="2284" y="666"/>
                </a:cxn>
                <a:cxn ang="0">
                  <a:pos x="2450" y="478"/>
                </a:cxn>
                <a:cxn ang="0">
                  <a:pos x="2342" y="311"/>
                </a:cxn>
                <a:cxn ang="0">
                  <a:pos x="2557" y="161"/>
                </a:cxn>
                <a:cxn ang="0">
                  <a:pos x="2738" y="0"/>
                </a:cxn>
                <a:cxn ang="0">
                  <a:pos x="2901" y="155"/>
                </a:cxn>
                <a:cxn ang="0">
                  <a:pos x="3109" y="394"/>
                </a:cxn>
                <a:cxn ang="0">
                  <a:pos x="3323" y="441"/>
                </a:cxn>
                <a:cxn ang="0">
                  <a:pos x="3195" y="693"/>
                </a:cxn>
                <a:cxn ang="0">
                  <a:pos x="2994" y="941"/>
                </a:cxn>
                <a:cxn ang="0">
                  <a:pos x="2729" y="1097"/>
                </a:cxn>
                <a:cxn ang="0">
                  <a:pos x="2616" y="1118"/>
                </a:cxn>
                <a:cxn ang="0">
                  <a:pos x="2542" y="1082"/>
                </a:cxn>
                <a:cxn ang="0">
                  <a:pos x="2444" y="1221"/>
                </a:cxn>
                <a:cxn ang="0">
                  <a:pos x="2611" y="1254"/>
                </a:cxn>
                <a:cxn ang="0">
                  <a:pos x="2643" y="1301"/>
                </a:cxn>
                <a:cxn ang="0">
                  <a:pos x="2521" y="1404"/>
                </a:cxn>
                <a:cxn ang="0">
                  <a:pos x="2646" y="1642"/>
                </a:cxn>
                <a:cxn ang="0">
                  <a:pos x="2640" y="1677"/>
                </a:cxn>
                <a:cxn ang="0">
                  <a:pos x="2624" y="1743"/>
                </a:cxn>
                <a:cxn ang="0">
                  <a:pos x="2628" y="1814"/>
                </a:cxn>
                <a:cxn ang="0">
                  <a:pos x="2555" y="1933"/>
                </a:cxn>
                <a:cxn ang="0">
                  <a:pos x="2512" y="2028"/>
                </a:cxn>
                <a:cxn ang="0">
                  <a:pos x="2435" y="2097"/>
                </a:cxn>
                <a:cxn ang="0">
                  <a:pos x="2344" y="2177"/>
                </a:cxn>
                <a:cxn ang="0">
                  <a:pos x="2245" y="2202"/>
                </a:cxn>
              </a:cxnLst>
              <a:rect l="0" t="0" r="r" b="b"/>
              <a:pathLst>
                <a:path w="3356" h="2335">
                  <a:moveTo>
                    <a:pt x="2243" y="2202"/>
                  </a:moveTo>
                  <a:lnTo>
                    <a:pt x="2240" y="2209"/>
                  </a:lnTo>
                  <a:lnTo>
                    <a:pt x="2239" y="2206"/>
                  </a:lnTo>
                  <a:lnTo>
                    <a:pt x="2239" y="2202"/>
                  </a:lnTo>
                  <a:lnTo>
                    <a:pt x="2235" y="2199"/>
                  </a:lnTo>
                  <a:lnTo>
                    <a:pt x="2226" y="2201"/>
                  </a:lnTo>
                  <a:lnTo>
                    <a:pt x="2225" y="2202"/>
                  </a:lnTo>
                  <a:lnTo>
                    <a:pt x="2224" y="2202"/>
                  </a:lnTo>
                  <a:lnTo>
                    <a:pt x="2224" y="2205"/>
                  </a:lnTo>
                  <a:lnTo>
                    <a:pt x="2229" y="2211"/>
                  </a:lnTo>
                  <a:lnTo>
                    <a:pt x="2224" y="2212"/>
                  </a:lnTo>
                  <a:lnTo>
                    <a:pt x="2211" y="2213"/>
                  </a:lnTo>
                  <a:lnTo>
                    <a:pt x="2210" y="2209"/>
                  </a:lnTo>
                  <a:lnTo>
                    <a:pt x="2211" y="2206"/>
                  </a:lnTo>
                  <a:lnTo>
                    <a:pt x="2209" y="2202"/>
                  </a:lnTo>
                  <a:lnTo>
                    <a:pt x="2199" y="2194"/>
                  </a:lnTo>
                  <a:lnTo>
                    <a:pt x="2191" y="2191"/>
                  </a:lnTo>
                  <a:lnTo>
                    <a:pt x="2188" y="2185"/>
                  </a:lnTo>
                  <a:lnTo>
                    <a:pt x="2186" y="2198"/>
                  </a:lnTo>
                  <a:lnTo>
                    <a:pt x="2186" y="2209"/>
                  </a:lnTo>
                  <a:lnTo>
                    <a:pt x="2187" y="2216"/>
                  </a:lnTo>
                  <a:lnTo>
                    <a:pt x="2187" y="2218"/>
                  </a:lnTo>
                  <a:lnTo>
                    <a:pt x="2183" y="2220"/>
                  </a:lnTo>
                  <a:lnTo>
                    <a:pt x="2180" y="2220"/>
                  </a:lnTo>
                  <a:lnTo>
                    <a:pt x="2171" y="2209"/>
                  </a:lnTo>
                  <a:lnTo>
                    <a:pt x="2164" y="2204"/>
                  </a:lnTo>
                  <a:lnTo>
                    <a:pt x="2161" y="2198"/>
                  </a:lnTo>
                  <a:lnTo>
                    <a:pt x="2155" y="2215"/>
                  </a:lnTo>
                  <a:lnTo>
                    <a:pt x="2155" y="2222"/>
                  </a:lnTo>
                  <a:lnTo>
                    <a:pt x="2156" y="2227"/>
                  </a:lnTo>
                  <a:lnTo>
                    <a:pt x="2156" y="2236"/>
                  </a:lnTo>
                  <a:lnTo>
                    <a:pt x="2153" y="2239"/>
                  </a:lnTo>
                  <a:lnTo>
                    <a:pt x="2149" y="2237"/>
                  </a:lnTo>
                  <a:lnTo>
                    <a:pt x="2134" y="2244"/>
                  </a:lnTo>
                  <a:lnTo>
                    <a:pt x="2123" y="2245"/>
                  </a:lnTo>
                  <a:lnTo>
                    <a:pt x="2116" y="2249"/>
                  </a:lnTo>
                  <a:lnTo>
                    <a:pt x="2107" y="2249"/>
                  </a:lnTo>
                  <a:lnTo>
                    <a:pt x="2105" y="2247"/>
                  </a:lnTo>
                  <a:lnTo>
                    <a:pt x="2094" y="2249"/>
                  </a:lnTo>
                  <a:lnTo>
                    <a:pt x="2084" y="2258"/>
                  </a:lnTo>
                  <a:lnTo>
                    <a:pt x="2073" y="2261"/>
                  </a:lnTo>
                  <a:lnTo>
                    <a:pt x="2059" y="2263"/>
                  </a:lnTo>
                  <a:lnTo>
                    <a:pt x="2051" y="2261"/>
                  </a:lnTo>
                  <a:lnTo>
                    <a:pt x="2048" y="2265"/>
                  </a:lnTo>
                  <a:lnTo>
                    <a:pt x="2038" y="2270"/>
                  </a:lnTo>
                  <a:lnTo>
                    <a:pt x="2024" y="2274"/>
                  </a:lnTo>
                  <a:lnTo>
                    <a:pt x="2015" y="2271"/>
                  </a:lnTo>
                  <a:lnTo>
                    <a:pt x="2004" y="2297"/>
                  </a:lnTo>
                  <a:lnTo>
                    <a:pt x="2011" y="2309"/>
                  </a:lnTo>
                  <a:lnTo>
                    <a:pt x="2015" y="2317"/>
                  </a:lnTo>
                  <a:lnTo>
                    <a:pt x="2015" y="2329"/>
                  </a:lnTo>
                  <a:lnTo>
                    <a:pt x="1999" y="2335"/>
                  </a:lnTo>
                  <a:lnTo>
                    <a:pt x="1988" y="2329"/>
                  </a:lnTo>
                  <a:lnTo>
                    <a:pt x="1973" y="2298"/>
                  </a:lnTo>
                  <a:lnTo>
                    <a:pt x="1971" y="2291"/>
                  </a:lnTo>
                  <a:lnTo>
                    <a:pt x="1972" y="2288"/>
                  </a:lnTo>
                  <a:lnTo>
                    <a:pt x="1978" y="2266"/>
                  </a:lnTo>
                  <a:lnTo>
                    <a:pt x="1974" y="2259"/>
                  </a:lnTo>
                  <a:lnTo>
                    <a:pt x="1968" y="2261"/>
                  </a:lnTo>
                  <a:lnTo>
                    <a:pt x="1958" y="2269"/>
                  </a:lnTo>
                  <a:lnTo>
                    <a:pt x="1947" y="2269"/>
                  </a:lnTo>
                  <a:lnTo>
                    <a:pt x="1942" y="2264"/>
                  </a:lnTo>
                  <a:lnTo>
                    <a:pt x="1941" y="2259"/>
                  </a:lnTo>
                  <a:lnTo>
                    <a:pt x="1923" y="2254"/>
                  </a:lnTo>
                  <a:lnTo>
                    <a:pt x="1915" y="2252"/>
                  </a:lnTo>
                  <a:lnTo>
                    <a:pt x="1911" y="2252"/>
                  </a:lnTo>
                  <a:lnTo>
                    <a:pt x="1907" y="2260"/>
                  </a:lnTo>
                  <a:lnTo>
                    <a:pt x="1898" y="2261"/>
                  </a:lnTo>
                  <a:lnTo>
                    <a:pt x="1898" y="2269"/>
                  </a:lnTo>
                  <a:lnTo>
                    <a:pt x="1895" y="2258"/>
                  </a:lnTo>
                  <a:lnTo>
                    <a:pt x="1890" y="2261"/>
                  </a:lnTo>
                  <a:lnTo>
                    <a:pt x="1881" y="2265"/>
                  </a:lnTo>
                  <a:lnTo>
                    <a:pt x="1874" y="2260"/>
                  </a:lnTo>
                  <a:lnTo>
                    <a:pt x="1855" y="2261"/>
                  </a:lnTo>
                  <a:lnTo>
                    <a:pt x="1845" y="2259"/>
                  </a:lnTo>
                  <a:lnTo>
                    <a:pt x="1840" y="2254"/>
                  </a:lnTo>
                  <a:lnTo>
                    <a:pt x="1817" y="2240"/>
                  </a:lnTo>
                  <a:lnTo>
                    <a:pt x="1810" y="2228"/>
                  </a:lnTo>
                  <a:lnTo>
                    <a:pt x="1805" y="2213"/>
                  </a:lnTo>
                  <a:lnTo>
                    <a:pt x="1810" y="2198"/>
                  </a:lnTo>
                  <a:lnTo>
                    <a:pt x="1806" y="2189"/>
                  </a:lnTo>
                  <a:lnTo>
                    <a:pt x="1786" y="2188"/>
                  </a:lnTo>
                  <a:lnTo>
                    <a:pt x="1773" y="2184"/>
                  </a:lnTo>
                  <a:lnTo>
                    <a:pt x="1758" y="2178"/>
                  </a:lnTo>
                  <a:lnTo>
                    <a:pt x="1746" y="2168"/>
                  </a:lnTo>
                  <a:lnTo>
                    <a:pt x="1731" y="2163"/>
                  </a:lnTo>
                  <a:lnTo>
                    <a:pt x="1724" y="2164"/>
                  </a:lnTo>
                  <a:lnTo>
                    <a:pt x="1714" y="2175"/>
                  </a:lnTo>
                  <a:lnTo>
                    <a:pt x="1704" y="2182"/>
                  </a:lnTo>
                  <a:lnTo>
                    <a:pt x="1689" y="2190"/>
                  </a:lnTo>
                  <a:lnTo>
                    <a:pt x="1683" y="2191"/>
                  </a:lnTo>
                  <a:lnTo>
                    <a:pt x="1675" y="2189"/>
                  </a:lnTo>
                  <a:lnTo>
                    <a:pt x="1666" y="2196"/>
                  </a:lnTo>
                  <a:lnTo>
                    <a:pt x="1656" y="2201"/>
                  </a:lnTo>
                  <a:lnTo>
                    <a:pt x="1653" y="2195"/>
                  </a:lnTo>
                  <a:lnTo>
                    <a:pt x="1639" y="2199"/>
                  </a:lnTo>
                  <a:lnTo>
                    <a:pt x="1633" y="2194"/>
                  </a:lnTo>
                  <a:lnTo>
                    <a:pt x="1627" y="2195"/>
                  </a:lnTo>
                  <a:lnTo>
                    <a:pt x="1612" y="2205"/>
                  </a:lnTo>
                  <a:lnTo>
                    <a:pt x="1606" y="2204"/>
                  </a:lnTo>
                  <a:lnTo>
                    <a:pt x="1598" y="2196"/>
                  </a:lnTo>
                  <a:lnTo>
                    <a:pt x="1585" y="2194"/>
                  </a:lnTo>
                  <a:lnTo>
                    <a:pt x="1583" y="2191"/>
                  </a:lnTo>
                  <a:lnTo>
                    <a:pt x="1579" y="2194"/>
                  </a:lnTo>
                  <a:lnTo>
                    <a:pt x="1575" y="2200"/>
                  </a:lnTo>
                  <a:lnTo>
                    <a:pt x="1569" y="2207"/>
                  </a:lnTo>
                  <a:lnTo>
                    <a:pt x="1569" y="2211"/>
                  </a:lnTo>
                  <a:lnTo>
                    <a:pt x="1562" y="2207"/>
                  </a:lnTo>
                  <a:lnTo>
                    <a:pt x="1562" y="2205"/>
                  </a:lnTo>
                  <a:lnTo>
                    <a:pt x="1542" y="2204"/>
                  </a:lnTo>
                  <a:lnTo>
                    <a:pt x="1533" y="2211"/>
                  </a:lnTo>
                  <a:lnTo>
                    <a:pt x="1532" y="2223"/>
                  </a:lnTo>
                  <a:lnTo>
                    <a:pt x="1535" y="2240"/>
                  </a:lnTo>
                  <a:lnTo>
                    <a:pt x="1541" y="2256"/>
                  </a:lnTo>
                  <a:lnTo>
                    <a:pt x="1540" y="2271"/>
                  </a:lnTo>
                  <a:lnTo>
                    <a:pt x="1536" y="2275"/>
                  </a:lnTo>
                  <a:lnTo>
                    <a:pt x="1515" y="2280"/>
                  </a:lnTo>
                  <a:lnTo>
                    <a:pt x="1510" y="2253"/>
                  </a:lnTo>
                  <a:lnTo>
                    <a:pt x="1509" y="2247"/>
                  </a:lnTo>
                  <a:lnTo>
                    <a:pt x="1497" y="2245"/>
                  </a:lnTo>
                  <a:lnTo>
                    <a:pt x="1482" y="2258"/>
                  </a:lnTo>
                  <a:lnTo>
                    <a:pt x="1462" y="2260"/>
                  </a:lnTo>
                  <a:lnTo>
                    <a:pt x="1444" y="2243"/>
                  </a:lnTo>
                  <a:lnTo>
                    <a:pt x="1441" y="2231"/>
                  </a:lnTo>
                  <a:lnTo>
                    <a:pt x="1423" y="2225"/>
                  </a:lnTo>
                  <a:lnTo>
                    <a:pt x="1408" y="2222"/>
                  </a:lnTo>
                  <a:lnTo>
                    <a:pt x="1412" y="2202"/>
                  </a:lnTo>
                  <a:lnTo>
                    <a:pt x="1418" y="2175"/>
                  </a:lnTo>
                  <a:lnTo>
                    <a:pt x="1402" y="2167"/>
                  </a:lnTo>
                  <a:lnTo>
                    <a:pt x="1388" y="2157"/>
                  </a:lnTo>
                  <a:lnTo>
                    <a:pt x="1387" y="2137"/>
                  </a:lnTo>
                  <a:lnTo>
                    <a:pt x="1382" y="2123"/>
                  </a:lnTo>
                  <a:lnTo>
                    <a:pt x="1382" y="2112"/>
                  </a:lnTo>
                  <a:lnTo>
                    <a:pt x="1363" y="2113"/>
                  </a:lnTo>
                  <a:lnTo>
                    <a:pt x="1344" y="2114"/>
                  </a:lnTo>
                  <a:lnTo>
                    <a:pt x="1333" y="2120"/>
                  </a:lnTo>
                  <a:lnTo>
                    <a:pt x="1320" y="2134"/>
                  </a:lnTo>
                  <a:lnTo>
                    <a:pt x="1315" y="2129"/>
                  </a:lnTo>
                  <a:lnTo>
                    <a:pt x="1325" y="2112"/>
                  </a:lnTo>
                  <a:lnTo>
                    <a:pt x="1326" y="2103"/>
                  </a:lnTo>
                  <a:lnTo>
                    <a:pt x="1322" y="2087"/>
                  </a:lnTo>
                  <a:lnTo>
                    <a:pt x="1328" y="2073"/>
                  </a:lnTo>
                  <a:lnTo>
                    <a:pt x="1332" y="2054"/>
                  </a:lnTo>
                  <a:lnTo>
                    <a:pt x="1343" y="2043"/>
                  </a:lnTo>
                  <a:lnTo>
                    <a:pt x="1347" y="2033"/>
                  </a:lnTo>
                  <a:lnTo>
                    <a:pt x="1354" y="2030"/>
                  </a:lnTo>
                  <a:lnTo>
                    <a:pt x="1363" y="2019"/>
                  </a:lnTo>
                  <a:lnTo>
                    <a:pt x="1372" y="1992"/>
                  </a:lnTo>
                  <a:lnTo>
                    <a:pt x="1372" y="1984"/>
                  </a:lnTo>
                  <a:lnTo>
                    <a:pt x="1376" y="1956"/>
                  </a:lnTo>
                  <a:lnTo>
                    <a:pt x="1375" y="1935"/>
                  </a:lnTo>
                  <a:lnTo>
                    <a:pt x="1368" y="1903"/>
                  </a:lnTo>
                  <a:lnTo>
                    <a:pt x="1352" y="1901"/>
                  </a:lnTo>
                  <a:lnTo>
                    <a:pt x="1347" y="1893"/>
                  </a:lnTo>
                  <a:lnTo>
                    <a:pt x="1343" y="1876"/>
                  </a:lnTo>
                  <a:lnTo>
                    <a:pt x="1331" y="1862"/>
                  </a:lnTo>
                  <a:lnTo>
                    <a:pt x="1318" y="1856"/>
                  </a:lnTo>
                  <a:lnTo>
                    <a:pt x="1315" y="1856"/>
                  </a:lnTo>
                  <a:lnTo>
                    <a:pt x="1311" y="1861"/>
                  </a:lnTo>
                  <a:lnTo>
                    <a:pt x="1302" y="1865"/>
                  </a:lnTo>
                  <a:lnTo>
                    <a:pt x="1298" y="1852"/>
                  </a:lnTo>
                  <a:lnTo>
                    <a:pt x="1288" y="1849"/>
                  </a:lnTo>
                  <a:lnTo>
                    <a:pt x="1274" y="1849"/>
                  </a:lnTo>
                  <a:lnTo>
                    <a:pt x="1264" y="1845"/>
                  </a:lnTo>
                  <a:lnTo>
                    <a:pt x="1246" y="1845"/>
                  </a:lnTo>
                  <a:lnTo>
                    <a:pt x="1248" y="1829"/>
                  </a:lnTo>
                  <a:lnTo>
                    <a:pt x="1250" y="1814"/>
                  </a:lnTo>
                  <a:lnTo>
                    <a:pt x="1237" y="1812"/>
                  </a:lnTo>
                  <a:lnTo>
                    <a:pt x="1235" y="1801"/>
                  </a:lnTo>
                  <a:lnTo>
                    <a:pt x="1237" y="1793"/>
                  </a:lnTo>
                  <a:lnTo>
                    <a:pt x="1226" y="1781"/>
                  </a:lnTo>
                  <a:lnTo>
                    <a:pt x="1214" y="1785"/>
                  </a:lnTo>
                  <a:lnTo>
                    <a:pt x="1199" y="1795"/>
                  </a:lnTo>
                  <a:lnTo>
                    <a:pt x="1186" y="1798"/>
                  </a:lnTo>
                  <a:lnTo>
                    <a:pt x="1166" y="1800"/>
                  </a:lnTo>
                  <a:lnTo>
                    <a:pt x="1157" y="1798"/>
                  </a:lnTo>
                  <a:lnTo>
                    <a:pt x="1151" y="1793"/>
                  </a:lnTo>
                  <a:lnTo>
                    <a:pt x="1146" y="1792"/>
                  </a:lnTo>
                  <a:lnTo>
                    <a:pt x="1137" y="1797"/>
                  </a:lnTo>
                  <a:lnTo>
                    <a:pt x="1128" y="1803"/>
                  </a:lnTo>
                  <a:lnTo>
                    <a:pt x="1122" y="1814"/>
                  </a:lnTo>
                  <a:lnTo>
                    <a:pt x="1102" y="1831"/>
                  </a:lnTo>
                  <a:lnTo>
                    <a:pt x="1087" y="1835"/>
                  </a:lnTo>
                  <a:lnTo>
                    <a:pt x="1073" y="1851"/>
                  </a:lnTo>
                  <a:lnTo>
                    <a:pt x="1063" y="1858"/>
                  </a:lnTo>
                  <a:lnTo>
                    <a:pt x="1048" y="1866"/>
                  </a:lnTo>
                  <a:lnTo>
                    <a:pt x="1036" y="1874"/>
                  </a:lnTo>
                  <a:lnTo>
                    <a:pt x="1008" y="1881"/>
                  </a:lnTo>
                  <a:lnTo>
                    <a:pt x="990" y="1886"/>
                  </a:lnTo>
                  <a:lnTo>
                    <a:pt x="992" y="1888"/>
                  </a:lnTo>
                  <a:lnTo>
                    <a:pt x="992" y="1886"/>
                  </a:lnTo>
                  <a:lnTo>
                    <a:pt x="978" y="1878"/>
                  </a:lnTo>
                  <a:lnTo>
                    <a:pt x="976" y="1874"/>
                  </a:lnTo>
                  <a:lnTo>
                    <a:pt x="973" y="1873"/>
                  </a:lnTo>
                  <a:lnTo>
                    <a:pt x="958" y="1877"/>
                  </a:lnTo>
                  <a:lnTo>
                    <a:pt x="954" y="1877"/>
                  </a:lnTo>
                  <a:lnTo>
                    <a:pt x="940" y="1872"/>
                  </a:lnTo>
                  <a:lnTo>
                    <a:pt x="924" y="1871"/>
                  </a:lnTo>
                  <a:lnTo>
                    <a:pt x="917" y="1866"/>
                  </a:lnTo>
                  <a:lnTo>
                    <a:pt x="917" y="1863"/>
                  </a:lnTo>
                  <a:lnTo>
                    <a:pt x="913" y="1857"/>
                  </a:lnTo>
                  <a:lnTo>
                    <a:pt x="907" y="1856"/>
                  </a:lnTo>
                  <a:lnTo>
                    <a:pt x="893" y="1857"/>
                  </a:lnTo>
                  <a:lnTo>
                    <a:pt x="881" y="1862"/>
                  </a:lnTo>
                  <a:lnTo>
                    <a:pt x="870" y="1873"/>
                  </a:lnTo>
                  <a:lnTo>
                    <a:pt x="860" y="1889"/>
                  </a:lnTo>
                  <a:lnTo>
                    <a:pt x="839" y="1909"/>
                  </a:lnTo>
                  <a:lnTo>
                    <a:pt x="838" y="1915"/>
                  </a:lnTo>
                  <a:lnTo>
                    <a:pt x="833" y="1915"/>
                  </a:lnTo>
                  <a:lnTo>
                    <a:pt x="829" y="1913"/>
                  </a:lnTo>
                  <a:lnTo>
                    <a:pt x="827" y="1910"/>
                  </a:lnTo>
                  <a:lnTo>
                    <a:pt x="827" y="1903"/>
                  </a:lnTo>
                  <a:lnTo>
                    <a:pt x="831" y="1890"/>
                  </a:lnTo>
                  <a:lnTo>
                    <a:pt x="831" y="1884"/>
                  </a:lnTo>
                  <a:lnTo>
                    <a:pt x="828" y="1874"/>
                  </a:lnTo>
                  <a:lnTo>
                    <a:pt x="827" y="1871"/>
                  </a:lnTo>
                  <a:lnTo>
                    <a:pt x="822" y="1868"/>
                  </a:lnTo>
                  <a:lnTo>
                    <a:pt x="817" y="1870"/>
                  </a:lnTo>
                  <a:lnTo>
                    <a:pt x="809" y="1876"/>
                  </a:lnTo>
                  <a:lnTo>
                    <a:pt x="801" y="1876"/>
                  </a:lnTo>
                  <a:lnTo>
                    <a:pt x="793" y="1879"/>
                  </a:lnTo>
                  <a:lnTo>
                    <a:pt x="791" y="1881"/>
                  </a:lnTo>
                  <a:lnTo>
                    <a:pt x="788" y="1879"/>
                  </a:lnTo>
                  <a:lnTo>
                    <a:pt x="780" y="1881"/>
                  </a:lnTo>
                  <a:lnTo>
                    <a:pt x="774" y="1889"/>
                  </a:lnTo>
                  <a:lnTo>
                    <a:pt x="771" y="1889"/>
                  </a:lnTo>
                  <a:lnTo>
                    <a:pt x="757" y="1886"/>
                  </a:lnTo>
                  <a:lnTo>
                    <a:pt x="750" y="1888"/>
                  </a:lnTo>
                  <a:lnTo>
                    <a:pt x="746" y="1887"/>
                  </a:lnTo>
                  <a:lnTo>
                    <a:pt x="739" y="1883"/>
                  </a:lnTo>
                  <a:lnTo>
                    <a:pt x="729" y="1881"/>
                  </a:lnTo>
                  <a:lnTo>
                    <a:pt x="723" y="1873"/>
                  </a:lnTo>
                  <a:lnTo>
                    <a:pt x="713" y="1873"/>
                  </a:lnTo>
                  <a:lnTo>
                    <a:pt x="708" y="1874"/>
                  </a:lnTo>
                  <a:lnTo>
                    <a:pt x="704" y="1881"/>
                  </a:lnTo>
                  <a:lnTo>
                    <a:pt x="702" y="1882"/>
                  </a:lnTo>
                  <a:lnTo>
                    <a:pt x="696" y="1879"/>
                  </a:lnTo>
                  <a:lnTo>
                    <a:pt x="691" y="1881"/>
                  </a:lnTo>
                  <a:lnTo>
                    <a:pt x="685" y="1877"/>
                  </a:lnTo>
                  <a:lnTo>
                    <a:pt x="681" y="1879"/>
                  </a:lnTo>
                  <a:lnTo>
                    <a:pt x="675" y="1881"/>
                  </a:lnTo>
                  <a:lnTo>
                    <a:pt x="671" y="1878"/>
                  </a:lnTo>
                  <a:lnTo>
                    <a:pt x="667" y="1872"/>
                  </a:lnTo>
                  <a:lnTo>
                    <a:pt x="666" y="1868"/>
                  </a:lnTo>
                  <a:lnTo>
                    <a:pt x="661" y="1862"/>
                  </a:lnTo>
                  <a:lnTo>
                    <a:pt x="653" y="1861"/>
                  </a:lnTo>
                  <a:lnTo>
                    <a:pt x="645" y="1863"/>
                  </a:lnTo>
                  <a:lnTo>
                    <a:pt x="630" y="1854"/>
                  </a:lnTo>
                  <a:lnTo>
                    <a:pt x="629" y="1847"/>
                  </a:lnTo>
                  <a:lnTo>
                    <a:pt x="632" y="1834"/>
                  </a:lnTo>
                  <a:lnTo>
                    <a:pt x="629" y="1833"/>
                  </a:lnTo>
                  <a:lnTo>
                    <a:pt x="624" y="1836"/>
                  </a:lnTo>
                  <a:lnTo>
                    <a:pt x="619" y="1838"/>
                  </a:lnTo>
                  <a:lnTo>
                    <a:pt x="611" y="1836"/>
                  </a:lnTo>
                  <a:lnTo>
                    <a:pt x="603" y="1834"/>
                  </a:lnTo>
                  <a:lnTo>
                    <a:pt x="599" y="1835"/>
                  </a:lnTo>
                  <a:lnTo>
                    <a:pt x="592" y="1831"/>
                  </a:lnTo>
                  <a:lnTo>
                    <a:pt x="589" y="1831"/>
                  </a:lnTo>
                  <a:lnTo>
                    <a:pt x="585" y="1828"/>
                  </a:lnTo>
                  <a:lnTo>
                    <a:pt x="583" y="1823"/>
                  </a:lnTo>
                  <a:lnTo>
                    <a:pt x="578" y="1825"/>
                  </a:lnTo>
                  <a:lnTo>
                    <a:pt x="576" y="1822"/>
                  </a:lnTo>
                  <a:lnTo>
                    <a:pt x="579" y="1809"/>
                  </a:lnTo>
                  <a:lnTo>
                    <a:pt x="578" y="1803"/>
                  </a:lnTo>
                  <a:lnTo>
                    <a:pt x="581" y="1797"/>
                  </a:lnTo>
                  <a:lnTo>
                    <a:pt x="579" y="1795"/>
                  </a:lnTo>
                  <a:lnTo>
                    <a:pt x="573" y="1793"/>
                  </a:lnTo>
                  <a:lnTo>
                    <a:pt x="567" y="1795"/>
                  </a:lnTo>
                  <a:lnTo>
                    <a:pt x="563" y="1793"/>
                  </a:lnTo>
                  <a:lnTo>
                    <a:pt x="560" y="1797"/>
                  </a:lnTo>
                  <a:lnTo>
                    <a:pt x="559" y="1800"/>
                  </a:lnTo>
                  <a:lnTo>
                    <a:pt x="556" y="1803"/>
                  </a:lnTo>
                  <a:lnTo>
                    <a:pt x="553" y="1804"/>
                  </a:lnTo>
                  <a:lnTo>
                    <a:pt x="548" y="1809"/>
                  </a:lnTo>
                  <a:lnTo>
                    <a:pt x="544" y="1808"/>
                  </a:lnTo>
                  <a:lnTo>
                    <a:pt x="538" y="1807"/>
                  </a:lnTo>
                  <a:lnTo>
                    <a:pt x="536" y="1802"/>
                  </a:lnTo>
                  <a:lnTo>
                    <a:pt x="533" y="1785"/>
                  </a:lnTo>
                  <a:lnTo>
                    <a:pt x="527" y="1776"/>
                  </a:lnTo>
                  <a:lnTo>
                    <a:pt x="515" y="1766"/>
                  </a:lnTo>
                  <a:lnTo>
                    <a:pt x="503" y="1763"/>
                  </a:lnTo>
                  <a:lnTo>
                    <a:pt x="493" y="1754"/>
                  </a:lnTo>
                  <a:lnTo>
                    <a:pt x="487" y="1745"/>
                  </a:lnTo>
                  <a:lnTo>
                    <a:pt x="482" y="1743"/>
                  </a:lnTo>
                  <a:lnTo>
                    <a:pt x="462" y="1737"/>
                  </a:lnTo>
                  <a:lnTo>
                    <a:pt x="444" y="1733"/>
                  </a:lnTo>
                  <a:lnTo>
                    <a:pt x="441" y="1732"/>
                  </a:lnTo>
                  <a:lnTo>
                    <a:pt x="425" y="1730"/>
                  </a:lnTo>
                  <a:lnTo>
                    <a:pt x="423" y="1731"/>
                  </a:lnTo>
                  <a:lnTo>
                    <a:pt x="423" y="1732"/>
                  </a:lnTo>
                  <a:lnTo>
                    <a:pt x="423" y="1737"/>
                  </a:lnTo>
                  <a:lnTo>
                    <a:pt x="419" y="1742"/>
                  </a:lnTo>
                  <a:lnTo>
                    <a:pt x="420" y="1744"/>
                  </a:lnTo>
                  <a:lnTo>
                    <a:pt x="419" y="1748"/>
                  </a:lnTo>
                  <a:lnTo>
                    <a:pt x="411" y="1741"/>
                  </a:lnTo>
                  <a:lnTo>
                    <a:pt x="408" y="1736"/>
                  </a:lnTo>
                  <a:lnTo>
                    <a:pt x="406" y="1734"/>
                  </a:lnTo>
                  <a:lnTo>
                    <a:pt x="403" y="1733"/>
                  </a:lnTo>
                  <a:lnTo>
                    <a:pt x="386" y="1728"/>
                  </a:lnTo>
                  <a:lnTo>
                    <a:pt x="384" y="1726"/>
                  </a:lnTo>
                  <a:lnTo>
                    <a:pt x="380" y="1720"/>
                  </a:lnTo>
                  <a:lnTo>
                    <a:pt x="375" y="1718"/>
                  </a:lnTo>
                  <a:lnTo>
                    <a:pt x="363" y="1709"/>
                  </a:lnTo>
                  <a:lnTo>
                    <a:pt x="357" y="1709"/>
                  </a:lnTo>
                  <a:lnTo>
                    <a:pt x="350" y="1705"/>
                  </a:lnTo>
                  <a:lnTo>
                    <a:pt x="348" y="1701"/>
                  </a:lnTo>
                  <a:lnTo>
                    <a:pt x="348" y="1698"/>
                  </a:lnTo>
                  <a:lnTo>
                    <a:pt x="345" y="1694"/>
                  </a:lnTo>
                  <a:lnTo>
                    <a:pt x="341" y="1694"/>
                  </a:lnTo>
                  <a:lnTo>
                    <a:pt x="339" y="1691"/>
                  </a:lnTo>
                  <a:lnTo>
                    <a:pt x="334" y="1689"/>
                  </a:lnTo>
                  <a:lnTo>
                    <a:pt x="326" y="1693"/>
                  </a:lnTo>
                  <a:lnTo>
                    <a:pt x="325" y="1691"/>
                  </a:lnTo>
                  <a:lnTo>
                    <a:pt x="323" y="1685"/>
                  </a:lnTo>
                  <a:lnTo>
                    <a:pt x="322" y="1684"/>
                  </a:lnTo>
                  <a:lnTo>
                    <a:pt x="318" y="1683"/>
                  </a:lnTo>
                  <a:lnTo>
                    <a:pt x="315" y="1684"/>
                  </a:lnTo>
                  <a:lnTo>
                    <a:pt x="306" y="1683"/>
                  </a:lnTo>
                  <a:lnTo>
                    <a:pt x="302" y="1684"/>
                  </a:lnTo>
                  <a:lnTo>
                    <a:pt x="296" y="1688"/>
                  </a:lnTo>
                  <a:lnTo>
                    <a:pt x="293" y="1688"/>
                  </a:lnTo>
                  <a:lnTo>
                    <a:pt x="290" y="1685"/>
                  </a:lnTo>
                  <a:lnTo>
                    <a:pt x="291" y="1675"/>
                  </a:lnTo>
                  <a:lnTo>
                    <a:pt x="287" y="1672"/>
                  </a:lnTo>
                  <a:lnTo>
                    <a:pt x="283" y="1666"/>
                  </a:lnTo>
                  <a:lnTo>
                    <a:pt x="283" y="1663"/>
                  </a:lnTo>
                  <a:lnTo>
                    <a:pt x="278" y="1658"/>
                  </a:lnTo>
                  <a:lnTo>
                    <a:pt x="278" y="1653"/>
                  </a:lnTo>
                  <a:lnTo>
                    <a:pt x="280" y="1646"/>
                  </a:lnTo>
                  <a:lnTo>
                    <a:pt x="277" y="1640"/>
                  </a:lnTo>
                  <a:lnTo>
                    <a:pt x="277" y="1636"/>
                  </a:lnTo>
                  <a:lnTo>
                    <a:pt x="278" y="1629"/>
                  </a:lnTo>
                  <a:lnTo>
                    <a:pt x="280" y="1623"/>
                  </a:lnTo>
                  <a:lnTo>
                    <a:pt x="273" y="1613"/>
                  </a:lnTo>
                  <a:lnTo>
                    <a:pt x="266" y="1605"/>
                  </a:lnTo>
                  <a:lnTo>
                    <a:pt x="266" y="1596"/>
                  </a:lnTo>
                  <a:lnTo>
                    <a:pt x="263" y="1588"/>
                  </a:lnTo>
                  <a:lnTo>
                    <a:pt x="264" y="1585"/>
                  </a:lnTo>
                  <a:lnTo>
                    <a:pt x="275" y="1583"/>
                  </a:lnTo>
                  <a:lnTo>
                    <a:pt x="278" y="1580"/>
                  </a:lnTo>
                  <a:lnTo>
                    <a:pt x="279" y="1581"/>
                  </a:lnTo>
                  <a:lnTo>
                    <a:pt x="280" y="1588"/>
                  </a:lnTo>
                  <a:lnTo>
                    <a:pt x="283" y="1593"/>
                  </a:lnTo>
                  <a:lnTo>
                    <a:pt x="285" y="1596"/>
                  </a:lnTo>
                  <a:lnTo>
                    <a:pt x="293" y="1598"/>
                  </a:lnTo>
                  <a:lnTo>
                    <a:pt x="295" y="1597"/>
                  </a:lnTo>
                  <a:lnTo>
                    <a:pt x="298" y="1596"/>
                  </a:lnTo>
                  <a:lnTo>
                    <a:pt x="301" y="1597"/>
                  </a:lnTo>
                  <a:lnTo>
                    <a:pt x="302" y="1591"/>
                  </a:lnTo>
                  <a:lnTo>
                    <a:pt x="306" y="1588"/>
                  </a:lnTo>
                  <a:lnTo>
                    <a:pt x="310" y="1582"/>
                  </a:lnTo>
                  <a:lnTo>
                    <a:pt x="311" y="1582"/>
                  </a:lnTo>
                  <a:lnTo>
                    <a:pt x="315" y="1587"/>
                  </a:lnTo>
                  <a:lnTo>
                    <a:pt x="317" y="1587"/>
                  </a:lnTo>
                  <a:lnTo>
                    <a:pt x="326" y="1576"/>
                  </a:lnTo>
                  <a:lnTo>
                    <a:pt x="326" y="1574"/>
                  </a:lnTo>
                  <a:lnTo>
                    <a:pt x="322" y="1567"/>
                  </a:lnTo>
                  <a:lnTo>
                    <a:pt x="316" y="1559"/>
                  </a:lnTo>
                  <a:lnTo>
                    <a:pt x="315" y="1554"/>
                  </a:lnTo>
                  <a:lnTo>
                    <a:pt x="316" y="1551"/>
                  </a:lnTo>
                  <a:lnTo>
                    <a:pt x="316" y="1548"/>
                  </a:lnTo>
                  <a:lnTo>
                    <a:pt x="306" y="1543"/>
                  </a:lnTo>
                  <a:lnTo>
                    <a:pt x="301" y="1544"/>
                  </a:lnTo>
                  <a:lnTo>
                    <a:pt x="300" y="1540"/>
                  </a:lnTo>
                  <a:lnTo>
                    <a:pt x="291" y="1533"/>
                  </a:lnTo>
                  <a:lnTo>
                    <a:pt x="291" y="1518"/>
                  </a:lnTo>
                  <a:lnTo>
                    <a:pt x="296" y="1517"/>
                  </a:lnTo>
                  <a:lnTo>
                    <a:pt x="294" y="1511"/>
                  </a:lnTo>
                  <a:lnTo>
                    <a:pt x="295" y="1508"/>
                  </a:lnTo>
                  <a:lnTo>
                    <a:pt x="296" y="1507"/>
                  </a:lnTo>
                  <a:lnTo>
                    <a:pt x="289" y="1500"/>
                  </a:lnTo>
                  <a:lnTo>
                    <a:pt x="290" y="1494"/>
                  </a:lnTo>
                  <a:lnTo>
                    <a:pt x="290" y="1492"/>
                  </a:lnTo>
                  <a:lnTo>
                    <a:pt x="300" y="1492"/>
                  </a:lnTo>
                  <a:lnTo>
                    <a:pt x="304" y="1489"/>
                  </a:lnTo>
                  <a:lnTo>
                    <a:pt x="315" y="1492"/>
                  </a:lnTo>
                  <a:lnTo>
                    <a:pt x="317" y="1490"/>
                  </a:lnTo>
                  <a:lnTo>
                    <a:pt x="322" y="1485"/>
                  </a:lnTo>
                  <a:lnTo>
                    <a:pt x="327" y="1475"/>
                  </a:lnTo>
                  <a:lnTo>
                    <a:pt x="327" y="1464"/>
                  </a:lnTo>
                  <a:lnTo>
                    <a:pt x="337" y="1463"/>
                  </a:lnTo>
                  <a:lnTo>
                    <a:pt x="338" y="1462"/>
                  </a:lnTo>
                  <a:lnTo>
                    <a:pt x="336" y="1459"/>
                  </a:lnTo>
                  <a:lnTo>
                    <a:pt x="337" y="1456"/>
                  </a:lnTo>
                  <a:lnTo>
                    <a:pt x="341" y="1453"/>
                  </a:lnTo>
                  <a:lnTo>
                    <a:pt x="342" y="1451"/>
                  </a:lnTo>
                  <a:lnTo>
                    <a:pt x="345" y="1447"/>
                  </a:lnTo>
                  <a:lnTo>
                    <a:pt x="352" y="1442"/>
                  </a:lnTo>
                  <a:lnTo>
                    <a:pt x="352" y="1436"/>
                  </a:lnTo>
                  <a:lnTo>
                    <a:pt x="358" y="1430"/>
                  </a:lnTo>
                  <a:lnTo>
                    <a:pt x="360" y="1411"/>
                  </a:lnTo>
                  <a:lnTo>
                    <a:pt x="363" y="1409"/>
                  </a:lnTo>
                  <a:lnTo>
                    <a:pt x="363" y="1402"/>
                  </a:lnTo>
                  <a:lnTo>
                    <a:pt x="369" y="1394"/>
                  </a:lnTo>
                  <a:lnTo>
                    <a:pt x="369" y="1391"/>
                  </a:lnTo>
                  <a:lnTo>
                    <a:pt x="365" y="1388"/>
                  </a:lnTo>
                  <a:lnTo>
                    <a:pt x="361" y="1388"/>
                  </a:lnTo>
                  <a:lnTo>
                    <a:pt x="354" y="1397"/>
                  </a:lnTo>
                  <a:lnTo>
                    <a:pt x="352" y="1397"/>
                  </a:lnTo>
                  <a:lnTo>
                    <a:pt x="349" y="1393"/>
                  </a:lnTo>
                  <a:lnTo>
                    <a:pt x="347" y="1382"/>
                  </a:lnTo>
                  <a:lnTo>
                    <a:pt x="342" y="1386"/>
                  </a:lnTo>
                  <a:lnTo>
                    <a:pt x="338" y="1386"/>
                  </a:lnTo>
                  <a:lnTo>
                    <a:pt x="336" y="1381"/>
                  </a:lnTo>
                  <a:lnTo>
                    <a:pt x="333" y="1381"/>
                  </a:lnTo>
                  <a:lnTo>
                    <a:pt x="331" y="1379"/>
                  </a:lnTo>
                  <a:lnTo>
                    <a:pt x="330" y="1370"/>
                  </a:lnTo>
                  <a:lnTo>
                    <a:pt x="326" y="1368"/>
                  </a:lnTo>
                  <a:lnTo>
                    <a:pt x="325" y="1366"/>
                  </a:lnTo>
                  <a:lnTo>
                    <a:pt x="322" y="1365"/>
                  </a:lnTo>
                  <a:lnTo>
                    <a:pt x="318" y="1365"/>
                  </a:lnTo>
                  <a:lnTo>
                    <a:pt x="315" y="1360"/>
                  </a:lnTo>
                  <a:lnTo>
                    <a:pt x="312" y="1359"/>
                  </a:lnTo>
                  <a:lnTo>
                    <a:pt x="309" y="1359"/>
                  </a:lnTo>
                  <a:lnTo>
                    <a:pt x="304" y="1361"/>
                  </a:lnTo>
                  <a:lnTo>
                    <a:pt x="298" y="1361"/>
                  </a:lnTo>
                  <a:lnTo>
                    <a:pt x="293" y="1365"/>
                  </a:lnTo>
                  <a:lnTo>
                    <a:pt x="279" y="1365"/>
                  </a:lnTo>
                  <a:lnTo>
                    <a:pt x="269" y="1372"/>
                  </a:lnTo>
                  <a:lnTo>
                    <a:pt x="258" y="1378"/>
                  </a:lnTo>
                  <a:lnTo>
                    <a:pt x="251" y="1383"/>
                  </a:lnTo>
                  <a:lnTo>
                    <a:pt x="246" y="1388"/>
                  </a:lnTo>
                  <a:lnTo>
                    <a:pt x="241" y="1389"/>
                  </a:lnTo>
                  <a:lnTo>
                    <a:pt x="237" y="1394"/>
                  </a:lnTo>
                  <a:lnTo>
                    <a:pt x="230" y="1391"/>
                  </a:lnTo>
                  <a:lnTo>
                    <a:pt x="225" y="1394"/>
                  </a:lnTo>
                  <a:lnTo>
                    <a:pt x="220" y="1394"/>
                  </a:lnTo>
                  <a:lnTo>
                    <a:pt x="209" y="1393"/>
                  </a:lnTo>
                  <a:lnTo>
                    <a:pt x="202" y="1388"/>
                  </a:lnTo>
                  <a:lnTo>
                    <a:pt x="196" y="1389"/>
                  </a:lnTo>
                  <a:lnTo>
                    <a:pt x="188" y="1384"/>
                  </a:lnTo>
                  <a:lnTo>
                    <a:pt x="171" y="1378"/>
                  </a:lnTo>
                  <a:lnTo>
                    <a:pt x="161" y="1372"/>
                  </a:lnTo>
                  <a:lnTo>
                    <a:pt x="161" y="1366"/>
                  </a:lnTo>
                  <a:lnTo>
                    <a:pt x="160" y="1362"/>
                  </a:lnTo>
                  <a:lnTo>
                    <a:pt x="156" y="1363"/>
                  </a:lnTo>
                  <a:lnTo>
                    <a:pt x="151" y="1367"/>
                  </a:lnTo>
                  <a:lnTo>
                    <a:pt x="148" y="1367"/>
                  </a:lnTo>
                  <a:lnTo>
                    <a:pt x="143" y="1368"/>
                  </a:lnTo>
                  <a:lnTo>
                    <a:pt x="139" y="1367"/>
                  </a:lnTo>
                  <a:lnTo>
                    <a:pt x="133" y="1356"/>
                  </a:lnTo>
                  <a:lnTo>
                    <a:pt x="126" y="1355"/>
                  </a:lnTo>
                  <a:lnTo>
                    <a:pt x="124" y="1351"/>
                  </a:lnTo>
                  <a:lnTo>
                    <a:pt x="124" y="1349"/>
                  </a:lnTo>
                  <a:lnTo>
                    <a:pt x="129" y="1348"/>
                  </a:lnTo>
                  <a:lnTo>
                    <a:pt x="131" y="1344"/>
                  </a:lnTo>
                  <a:lnTo>
                    <a:pt x="129" y="1339"/>
                  </a:lnTo>
                  <a:lnTo>
                    <a:pt x="127" y="1336"/>
                  </a:lnTo>
                  <a:lnTo>
                    <a:pt x="129" y="1330"/>
                  </a:lnTo>
                  <a:lnTo>
                    <a:pt x="129" y="1324"/>
                  </a:lnTo>
                  <a:lnTo>
                    <a:pt x="127" y="1318"/>
                  </a:lnTo>
                  <a:lnTo>
                    <a:pt x="121" y="1312"/>
                  </a:lnTo>
                  <a:lnTo>
                    <a:pt x="110" y="1305"/>
                  </a:lnTo>
                  <a:lnTo>
                    <a:pt x="105" y="1305"/>
                  </a:lnTo>
                  <a:lnTo>
                    <a:pt x="99" y="1309"/>
                  </a:lnTo>
                  <a:lnTo>
                    <a:pt x="97" y="1308"/>
                  </a:lnTo>
                  <a:lnTo>
                    <a:pt x="97" y="1296"/>
                  </a:lnTo>
                  <a:lnTo>
                    <a:pt x="95" y="1293"/>
                  </a:lnTo>
                  <a:lnTo>
                    <a:pt x="88" y="1295"/>
                  </a:lnTo>
                  <a:lnTo>
                    <a:pt x="83" y="1292"/>
                  </a:lnTo>
                  <a:lnTo>
                    <a:pt x="79" y="1291"/>
                  </a:lnTo>
                  <a:lnTo>
                    <a:pt x="65" y="1293"/>
                  </a:lnTo>
                  <a:lnTo>
                    <a:pt x="54" y="1290"/>
                  </a:lnTo>
                  <a:lnTo>
                    <a:pt x="56" y="1289"/>
                  </a:lnTo>
                  <a:lnTo>
                    <a:pt x="53" y="1284"/>
                  </a:lnTo>
                  <a:lnTo>
                    <a:pt x="47" y="1281"/>
                  </a:lnTo>
                  <a:lnTo>
                    <a:pt x="46" y="1278"/>
                  </a:lnTo>
                  <a:lnTo>
                    <a:pt x="53" y="1270"/>
                  </a:lnTo>
                  <a:lnTo>
                    <a:pt x="57" y="1269"/>
                  </a:lnTo>
                  <a:lnTo>
                    <a:pt x="62" y="1271"/>
                  </a:lnTo>
                  <a:lnTo>
                    <a:pt x="65" y="1271"/>
                  </a:lnTo>
                  <a:lnTo>
                    <a:pt x="62" y="1271"/>
                  </a:lnTo>
                  <a:lnTo>
                    <a:pt x="70" y="1274"/>
                  </a:lnTo>
                  <a:lnTo>
                    <a:pt x="73" y="1273"/>
                  </a:lnTo>
                  <a:lnTo>
                    <a:pt x="73" y="1237"/>
                  </a:lnTo>
                  <a:lnTo>
                    <a:pt x="63" y="1212"/>
                  </a:lnTo>
                  <a:lnTo>
                    <a:pt x="63" y="1193"/>
                  </a:lnTo>
                  <a:lnTo>
                    <a:pt x="56" y="1182"/>
                  </a:lnTo>
                  <a:lnTo>
                    <a:pt x="37" y="1180"/>
                  </a:lnTo>
                  <a:lnTo>
                    <a:pt x="17" y="1187"/>
                  </a:lnTo>
                  <a:lnTo>
                    <a:pt x="6" y="1179"/>
                  </a:lnTo>
                  <a:lnTo>
                    <a:pt x="2" y="1162"/>
                  </a:lnTo>
                  <a:lnTo>
                    <a:pt x="0" y="1142"/>
                  </a:lnTo>
                  <a:lnTo>
                    <a:pt x="11" y="1108"/>
                  </a:lnTo>
                  <a:lnTo>
                    <a:pt x="10" y="1097"/>
                  </a:lnTo>
                  <a:lnTo>
                    <a:pt x="19" y="1079"/>
                  </a:lnTo>
                  <a:lnTo>
                    <a:pt x="51" y="1064"/>
                  </a:lnTo>
                  <a:lnTo>
                    <a:pt x="56" y="1059"/>
                  </a:lnTo>
                  <a:lnTo>
                    <a:pt x="63" y="1059"/>
                  </a:lnTo>
                  <a:lnTo>
                    <a:pt x="69" y="1044"/>
                  </a:lnTo>
                  <a:lnTo>
                    <a:pt x="79" y="1048"/>
                  </a:lnTo>
                  <a:lnTo>
                    <a:pt x="94" y="1042"/>
                  </a:lnTo>
                  <a:lnTo>
                    <a:pt x="105" y="1043"/>
                  </a:lnTo>
                  <a:lnTo>
                    <a:pt x="111" y="1056"/>
                  </a:lnTo>
                  <a:lnTo>
                    <a:pt x="122" y="1058"/>
                  </a:lnTo>
                  <a:lnTo>
                    <a:pt x="138" y="1054"/>
                  </a:lnTo>
                  <a:lnTo>
                    <a:pt x="148" y="1055"/>
                  </a:lnTo>
                  <a:lnTo>
                    <a:pt x="161" y="1045"/>
                  </a:lnTo>
                  <a:lnTo>
                    <a:pt x="167" y="1027"/>
                  </a:lnTo>
                  <a:lnTo>
                    <a:pt x="176" y="1016"/>
                  </a:lnTo>
                  <a:lnTo>
                    <a:pt x="193" y="1011"/>
                  </a:lnTo>
                  <a:lnTo>
                    <a:pt x="212" y="1010"/>
                  </a:lnTo>
                  <a:lnTo>
                    <a:pt x="239" y="1005"/>
                  </a:lnTo>
                  <a:lnTo>
                    <a:pt x="251" y="1000"/>
                  </a:lnTo>
                  <a:lnTo>
                    <a:pt x="259" y="986"/>
                  </a:lnTo>
                  <a:lnTo>
                    <a:pt x="274" y="973"/>
                  </a:lnTo>
                  <a:lnTo>
                    <a:pt x="310" y="953"/>
                  </a:lnTo>
                  <a:lnTo>
                    <a:pt x="348" y="941"/>
                  </a:lnTo>
                  <a:lnTo>
                    <a:pt x="358" y="934"/>
                  </a:lnTo>
                  <a:lnTo>
                    <a:pt x="364" y="920"/>
                  </a:lnTo>
                  <a:lnTo>
                    <a:pt x="364" y="892"/>
                  </a:lnTo>
                  <a:lnTo>
                    <a:pt x="366" y="881"/>
                  </a:lnTo>
                  <a:lnTo>
                    <a:pt x="374" y="871"/>
                  </a:lnTo>
                  <a:lnTo>
                    <a:pt x="373" y="859"/>
                  </a:lnTo>
                  <a:lnTo>
                    <a:pt x="386" y="849"/>
                  </a:lnTo>
                  <a:lnTo>
                    <a:pt x="386" y="834"/>
                  </a:lnTo>
                  <a:lnTo>
                    <a:pt x="377" y="807"/>
                  </a:lnTo>
                  <a:lnTo>
                    <a:pt x="370" y="795"/>
                  </a:lnTo>
                  <a:lnTo>
                    <a:pt x="366" y="780"/>
                  </a:lnTo>
                  <a:lnTo>
                    <a:pt x="361" y="742"/>
                  </a:lnTo>
                  <a:lnTo>
                    <a:pt x="354" y="727"/>
                  </a:lnTo>
                  <a:lnTo>
                    <a:pt x="347" y="720"/>
                  </a:lnTo>
                  <a:lnTo>
                    <a:pt x="355" y="712"/>
                  </a:lnTo>
                  <a:lnTo>
                    <a:pt x="375" y="705"/>
                  </a:lnTo>
                  <a:lnTo>
                    <a:pt x="393" y="703"/>
                  </a:lnTo>
                  <a:lnTo>
                    <a:pt x="416" y="695"/>
                  </a:lnTo>
                  <a:lnTo>
                    <a:pt x="471" y="693"/>
                  </a:lnTo>
                  <a:lnTo>
                    <a:pt x="478" y="688"/>
                  </a:lnTo>
                  <a:lnTo>
                    <a:pt x="472" y="670"/>
                  </a:lnTo>
                  <a:lnTo>
                    <a:pt x="470" y="655"/>
                  </a:lnTo>
                  <a:lnTo>
                    <a:pt x="473" y="635"/>
                  </a:lnTo>
                  <a:lnTo>
                    <a:pt x="479" y="611"/>
                  </a:lnTo>
                  <a:lnTo>
                    <a:pt x="492" y="584"/>
                  </a:lnTo>
                  <a:lnTo>
                    <a:pt x="500" y="558"/>
                  </a:lnTo>
                  <a:lnTo>
                    <a:pt x="511" y="537"/>
                  </a:lnTo>
                  <a:lnTo>
                    <a:pt x="535" y="537"/>
                  </a:lnTo>
                  <a:lnTo>
                    <a:pt x="544" y="544"/>
                  </a:lnTo>
                  <a:lnTo>
                    <a:pt x="563" y="550"/>
                  </a:lnTo>
                  <a:lnTo>
                    <a:pt x="597" y="547"/>
                  </a:lnTo>
                  <a:lnTo>
                    <a:pt x="606" y="556"/>
                  </a:lnTo>
                  <a:lnTo>
                    <a:pt x="616" y="563"/>
                  </a:lnTo>
                  <a:lnTo>
                    <a:pt x="630" y="552"/>
                  </a:lnTo>
                  <a:lnTo>
                    <a:pt x="653" y="544"/>
                  </a:lnTo>
                  <a:lnTo>
                    <a:pt x="656" y="507"/>
                  </a:lnTo>
                  <a:lnTo>
                    <a:pt x="654" y="484"/>
                  </a:lnTo>
                  <a:lnTo>
                    <a:pt x="659" y="459"/>
                  </a:lnTo>
                  <a:lnTo>
                    <a:pt x="670" y="439"/>
                  </a:lnTo>
                  <a:lnTo>
                    <a:pt x="686" y="440"/>
                  </a:lnTo>
                  <a:lnTo>
                    <a:pt x="705" y="434"/>
                  </a:lnTo>
                  <a:lnTo>
                    <a:pt x="721" y="418"/>
                  </a:lnTo>
                  <a:lnTo>
                    <a:pt x="731" y="398"/>
                  </a:lnTo>
                  <a:lnTo>
                    <a:pt x="756" y="405"/>
                  </a:lnTo>
                  <a:lnTo>
                    <a:pt x="772" y="389"/>
                  </a:lnTo>
                  <a:lnTo>
                    <a:pt x="777" y="389"/>
                  </a:lnTo>
                  <a:lnTo>
                    <a:pt x="777" y="393"/>
                  </a:lnTo>
                  <a:lnTo>
                    <a:pt x="780" y="404"/>
                  </a:lnTo>
                  <a:lnTo>
                    <a:pt x="791" y="430"/>
                  </a:lnTo>
                  <a:lnTo>
                    <a:pt x="821" y="453"/>
                  </a:lnTo>
                  <a:lnTo>
                    <a:pt x="832" y="474"/>
                  </a:lnTo>
                  <a:lnTo>
                    <a:pt x="847" y="485"/>
                  </a:lnTo>
                  <a:lnTo>
                    <a:pt x="854" y="474"/>
                  </a:lnTo>
                  <a:lnTo>
                    <a:pt x="870" y="477"/>
                  </a:lnTo>
                  <a:lnTo>
                    <a:pt x="885" y="485"/>
                  </a:lnTo>
                  <a:lnTo>
                    <a:pt x="901" y="488"/>
                  </a:lnTo>
                  <a:lnTo>
                    <a:pt x="911" y="504"/>
                  </a:lnTo>
                  <a:lnTo>
                    <a:pt x="918" y="526"/>
                  </a:lnTo>
                  <a:lnTo>
                    <a:pt x="928" y="543"/>
                  </a:lnTo>
                  <a:lnTo>
                    <a:pt x="940" y="586"/>
                  </a:lnTo>
                  <a:lnTo>
                    <a:pt x="940" y="614"/>
                  </a:lnTo>
                  <a:lnTo>
                    <a:pt x="944" y="633"/>
                  </a:lnTo>
                  <a:lnTo>
                    <a:pt x="943" y="652"/>
                  </a:lnTo>
                  <a:lnTo>
                    <a:pt x="935" y="668"/>
                  </a:lnTo>
                  <a:lnTo>
                    <a:pt x="934" y="683"/>
                  </a:lnTo>
                  <a:lnTo>
                    <a:pt x="941" y="690"/>
                  </a:lnTo>
                  <a:lnTo>
                    <a:pt x="957" y="697"/>
                  </a:lnTo>
                  <a:lnTo>
                    <a:pt x="988" y="700"/>
                  </a:lnTo>
                  <a:lnTo>
                    <a:pt x="1022" y="711"/>
                  </a:lnTo>
                  <a:lnTo>
                    <a:pt x="1031" y="711"/>
                  </a:lnTo>
                  <a:lnTo>
                    <a:pt x="1044" y="706"/>
                  </a:lnTo>
                  <a:lnTo>
                    <a:pt x="1057" y="706"/>
                  </a:lnTo>
                  <a:lnTo>
                    <a:pt x="1069" y="712"/>
                  </a:lnTo>
                  <a:lnTo>
                    <a:pt x="1099" y="722"/>
                  </a:lnTo>
                  <a:lnTo>
                    <a:pt x="1114" y="732"/>
                  </a:lnTo>
                  <a:lnTo>
                    <a:pt x="1130" y="741"/>
                  </a:lnTo>
                  <a:lnTo>
                    <a:pt x="1162" y="749"/>
                  </a:lnTo>
                  <a:lnTo>
                    <a:pt x="1175" y="759"/>
                  </a:lnTo>
                  <a:lnTo>
                    <a:pt x="1187" y="760"/>
                  </a:lnTo>
                  <a:lnTo>
                    <a:pt x="1198" y="775"/>
                  </a:lnTo>
                  <a:lnTo>
                    <a:pt x="1209" y="792"/>
                  </a:lnTo>
                  <a:lnTo>
                    <a:pt x="1216" y="812"/>
                  </a:lnTo>
                  <a:lnTo>
                    <a:pt x="1228" y="832"/>
                  </a:lnTo>
                  <a:lnTo>
                    <a:pt x="1240" y="846"/>
                  </a:lnTo>
                  <a:lnTo>
                    <a:pt x="1253" y="862"/>
                  </a:lnTo>
                  <a:lnTo>
                    <a:pt x="1269" y="876"/>
                  </a:lnTo>
                  <a:lnTo>
                    <a:pt x="1283" y="882"/>
                  </a:lnTo>
                  <a:lnTo>
                    <a:pt x="1304" y="882"/>
                  </a:lnTo>
                  <a:lnTo>
                    <a:pt x="1452" y="872"/>
                  </a:lnTo>
                  <a:lnTo>
                    <a:pt x="1470" y="870"/>
                  </a:lnTo>
                  <a:lnTo>
                    <a:pt x="1487" y="872"/>
                  </a:lnTo>
                  <a:lnTo>
                    <a:pt x="1521" y="883"/>
                  </a:lnTo>
                  <a:lnTo>
                    <a:pt x="1531" y="887"/>
                  </a:lnTo>
                  <a:lnTo>
                    <a:pt x="1540" y="898"/>
                  </a:lnTo>
                  <a:lnTo>
                    <a:pt x="1555" y="911"/>
                  </a:lnTo>
                  <a:lnTo>
                    <a:pt x="1578" y="921"/>
                  </a:lnTo>
                  <a:lnTo>
                    <a:pt x="1611" y="931"/>
                  </a:lnTo>
                  <a:lnTo>
                    <a:pt x="1629" y="941"/>
                  </a:lnTo>
                  <a:lnTo>
                    <a:pt x="1651" y="948"/>
                  </a:lnTo>
                  <a:lnTo>
                    <a:pt x="1680" y="950"/>
                  </a:lnTo>
                  <a:lnTo>
                    <a:pt x="1686" y="952"/>
                  </a:lnTo>
                  <a:lnTo>
                    <a:pt x="1697" y="961"/>
                  </a:lnTo>
                  <a:lnTo>
                    <a:pt x="1709" y="964"/>
                  </a:lnTo>
                  <a:lnTo>
                    <a:pt x="1719" y="963"/>
                  </a:lnTo>
                  <a:lnTo>
                    <a:pt x="1737" y="948"/>
                  </a:lnTo>
                  <a:lnTo>
                    <a:pt x="1767" y="937"/>
                  </a:lnTo>
                  <a:lnTo>
                    <a:pt x="1780" y="935"/>
                  </a:lnTo>
                  <a:lnTo>
                    <a:pt x="1791" y="931"/>
                  </a:lnTo>
                  <a:lnTo>
                    <a:pt x="1799" y="921"/>
                  </a:lnTo>
                  <a:lnTo>
                    <a:pt x="1810" y="918"/>
                  </a:lnTo>
                  <a:lnTo>
                    <a:pt x="1847" y="911"/>
                  </a:lnTo>
                  <a:lnTo>
                    <a:pt x="1865" y="904"/>
                  </a:lnTo>
                  <a:lnTo>
                    <a:pt x="1891" y="905"/>
                  </a:lnTo>
                  <a:lnTo>
                    <a:pt x="1907" y="899"/>
                  </a:lnTo>
                  <a:lnTo>
                    <a:pt x="1935" y="908"/>
                  </a:lnTo>
                  <a:lnTo>
                    <a:pt x="1940" y="905"/>
                  </a:lnTo>
                  <a:lnTo>
                    <a:pt x="1968" y="903"/>
                  </a:lnTo>
                  <a:lnTo>
                    <a:pt x="1998" y="892"/>
                  </a:lnTo>
                  <a:lnTo>
                    <a:pt x="2012" y="883"/>
                  </a:lnTo>
                  <a:lnTo>
                    <a:pt x="2032" y="868"/>
                  </a:lnTo>
                  <a:lnTo>
                    <a:pt x="2042" y="854"/>
                  </a:lnTo>
                  <a:lnTo>
                    <a:pt x="2100" y="805"/>
                  </a:lnTo>
                  <a:lnTo>
                    <a:pt x="2097" y="791"/>
                  </a:lnTo>
                  <a:lnTo>
                    <a:pt x="2075" y="762"/>
                  </a:lnTo>
                  <a:lnTo>
                    <a:pt x="2078" y="747"/>
                  </a:lnTo>
                  <a:lnTo>
                    <a:pt x="2091" y="727"/>
                  </a:lnTo>
                  <a:lnTo>
                    <a:pt x="2100" y="710"/>
                  </a:lnTo>
                  <a:lnTo>
                    <a:pt x="2121" y="704"/>
                  </a:lnTo>
                  <a:lnTo>
                    <a:pt x="2137" y="709"/>
                  </a:lnTo>
                  <a:lnTo>
                    <a:pt x="2149" y="722"/>
                  </a:lnTo>
                  <a:lnTo>
                    <a:pt x="2170" y="727"/>
                  </a:lnTo>
                  <a:lnTo>
                    <a:pt x="2188" y="727"/>
                  </a:lnTo>
                  <a:lnTo>
                    <a:pt x="2215" y="710"/>
                  </a:lnTo>
                  <a:lnTo>
                    <a:pt x="2234" y="689"/>
                  </a:lnTo>
                  <a:lnTo>
                    <a:pt x="2254" y="667"/>
                  </a:lnTo>
                  <a:lnTo>
                    <a:pt x="2266" y="667"/>
                  </a:lnTo>
                  <a:lnTo>
                    <a:pt x="2277" y="668"/>
                  </a:lnTo>
                  <a:lnTo>
                    <a:pt x="2284" y="666"/>
                  </a:lnTo>
                  <a:lnTo>
                    <a:pt x="2302" y="654"/>
                  </a:lnTo>
                  <a:lnTo>
                    <a:pt x="2353" y="598"/>
                  </a:lnTo>
                  <a:lnTo>
                    <a:pt x="2369" y="584"/>
                  </a:lnTo>
                  <a:lnTo>
                    <a:pt x="2390" y="580"/>
                  </a:lnTo>
                  <a:lnTo>
                    <a:pt x="2415" y="581"/>
                  </a:lnTo>
                  <a:lnTo>
                    <a:pt x="2440" y="577"/>
                  </a:lnTo>
                  <a:lnTo>
                    <a:pt x="2465" y="572"/>
                  </a:lnTo>
                  <a:lnTo>
                    <a:pt x="2484" y="577"/>
                  </a:lnTo>
                  <a:lnTo>
                    <a:pt x="2501" y="580"/>
                  </a:lnTo>
                  <a:lnTo>
                    <a:pt x="2511" y="574"/>
                  </a:lnTo>
                  <a:lnTo>
                    <a:pt x="2510" y="561"/>
                  </a:lnTo>
                  <a:lnTo>
                    <a:pt x="2496" y="553"/>
                  </a:lnTo>
                  <a:lnTo>
                    <a:pt x="2496" y="544"/>
                  </a:lnTo>
                  <a:lnTo>
                    <a:pt x="2498" y="531"/>
                  </a:lnTo>
                  <a:lnTo>
                    <a:pt x="2492" y="517"/>
                  </a:lnTo>
                  <a:lnTo>
                    <a:pt x="2463" y="493"/>
                  </a:lnTo>
                  <a:lnTo>
                    <a:pt x="2450" y="478"/>
                  </a:lnTo>
                  <a:lnTo>
                    <a:pt x="2444" y="464"/>
                  </a:lnTo>
                  <a:lnTo>
                    <a:pt x="2415" y="485"/>
                  </a:lnTo>
                  <a:lnTo>
                    <a:pt x="2397" y="498"/>
                  </a:lnTo>
                  <a:lnTo>
                    <a:pt x="2372" y="505"/>
                  </a:lnTo>
                  <a:lnTo>
                    <a:pt x="2347" y="507"/>
                  </a:lnTo>
                  <a:lnTo>
                    <a:pt x="2306" y="498"/>
                  </a:lnTo>
                  <a:lnTo>
                    <a:pt x="2297" y="483"/>
                  </a:lnTo>
                  <a:lnTo>
                    <a:pt x="2294" y="463"/>
                  </a:lnTo>
                  <a:lnTo>
                    <a:pt x="2294" y="441"/>
                  </a:lnTo>
                  <a:lnTo>
                    <a:pt x="2302" y="424"/>
                  </a:lnTo>
                  <a:lnTo>
                    <a:pt x="2305" y="404"/>
                  </a:lnTo>
                  <a:lnTo>
                    <a:pt x="2302" y="387"/>
                  </a:lnTo>
                  <a:lnTo>
                    <a:pt x="2302" y="371"/>
                  </a:lnTo>
                  <a:lnTo>
                    <a:pt x="2306" y="362"/>
                  </a:lnTo>
                  <a:lnTo>
                    <a:pt x="2317" y="348"/>
                  </a:lnTo>
                  <a:lnTo>
                    <a:pt x="2333" y="319"/>
                  </a:lnTo>
                  <a:lnTo>
                    <a:pt x="2342" y="311"/>
                  </a:lnTo>
                  <a:lnTo>
                    <a:pt x="2342" y="306"/>
                  </a:lnTo>
                  <a:lnTo>
                    <a:pt x="2353" y="308"/>
                  </a:lnTo>
                  <a:lnTo>
                    <a:pt x="2366" y="318"/>
                  </a:lnTo>
                  <a:lnTo>
                    <a:pt x="2398" y="328"/>
                  </a:lnTo>
                  <a:lnTo>
                    <a:pt x="2423" y="340"/>
                  </a:lnTo>
                  <a:lnTo>
                    <a:pt x="2434" y="338"/>
                  </a:lnTo>
                  <a:lnTo>
                    <a:pt x="2449" y="327"/>
                  </a:lnTo>
                  <a:lnTo>
                    <a:pt x="2499" y="296"/>
                  </a:lnTo>
                  <a:lnTo>
                    <a:pt x="2500" y="289"/>
                  </a:lnTo>
                  <a:lnTo>
                    <a:pt x="2498" y="276"/>
                  </a:lnTo>
                  <a:lnTo>
                    <a:pt x="2501" y="264"/>
                  </a:lnTo>
                  <a:lnTo>
                    <a:pt x="2512" y="251"/>
                  </a:lnTo>
                  <a:lnTo>
                    <a:pt x="2519" y="240"/>
                  </a:lnTo>
                  <a:lnTo>
                    <a:pt x="2526" y="210"/>
                  </a:lnTo>
                  <a:lnTo>
                    <a:pt x="2531" y="188"/>
                  </a:lnTo>
                  <a:lnTo>
                    <a:pt x="2538" y="171"/>
                  </a:lnTo>
                  <a:lnTo>
                    <a:pt x="2557" y="161"/>
                  </a:lnTo>
                  <a:lnTo>
                    <a:pt x="2581" y="134"/>
                  </a:lnTo>
                  <a:lnTo>
                    <a:pt x="2581" y="129"/>
                  </a:lnTo>
                  <a:lnTo>
                    <a:pt x="2576" y="118"/>
                  </a:lnTo>
                  <a:lnTo>
                    <a:pt x="2578" y="91"/>
                  </a:lnTo>
                  <a:lnTo>
                    <a:pt x="2571" y="87"/>
                  </a:lnTo>
                  <a:lnTo>
                    <a:pt x="2560" y="87"/>
                  </a:lnTo>
                  <a:lnTo>
                    <a:pt x="2542" y="92"/>
                  </a:lnTo>
                  <a:lnTo>
                    <a:pt x="2538" y="87"/>
                  </a:lnTo>
                  <a:lnTo>
                    <a:pt x="2543" y="74"/>
                  </a:lnTo>
                  <a:lnTo>
                    <a:pt x="2567" y="50"/>
                  </a:lnTo>
                  <a:lnTo>
                    <a:pt x="2575" y="38"/>
                  </a:lnTo>
                  <a:lnTo>
                    <a:pt x="2591" y="26"/>
                  </a:lnTo>
                  <a:lnTo>
                    <a:pt x="2625" y="20"/>
                  </a:lnTo>
                  <a:lnTo>
                    <a:pt x="2666" y="5"/>
                  </a:lnTo>
                  <a:lnTo>
                    <a:pt x="2691" y="6"/>
                  </a:lnTo>
                  <a:lnTo>
                    <a:pt x="2726" y="0"/>
                  </a:lnTo>
                  <a:lnTo>
                    <a:pt x="2738" y="0"/>
                  </a:lnTo>
                  <a:lnTo>
                    <a:pt x="2757" y="9"/>
                  </a:lnTo>
                  <a:lnTo>
                    <a:pt x="2774" y="21"/>
                  </a:lnTo>
                  <a:lnTo>
                    <a:pt x="2785" y="33"/>
                  </a:lnTo>
                  <a:lnTo>
                    <a:pt x="2801" y="37"/>
                  </a:lnTo>
                  <a:lnTo>
                    <a:pt x="2820" y="34"/>
                  </a:lnTo>
                  <a:lnTo>
                    <a:pt x="2836" y="38"/>
                  </a:lnTo>
                  <a:lnTo>
                    <a:pt x="2850" y="44"/>
                  </a:lnTo>
                  <a:lnTo>
                    <a:pt x="2858" y="58"/>
                  </a:lnTo>
                  <a:lnTo>
                    <a:pt x="2870" y="76"/>
                  </a:lnTo>
                  <a:lnTo>
                    <a:pt x="2871" y="89"/>
                  </a:lnTo>
                  <a:lnTo>
                    <a:pt x="2879" y="96"/>
                  </a:lnTo>
                  <a:lnTo>
                    <a:pt x="2888" y="102"/>
                  </a:lnTo>
                  <a:lnTo>
                    <a:pt x="2890" y="111"/>
                  </a:lnTo>
                  <a:lnTo>
                    <a:pt x="2891" y="106"/>
                  </a:lnTo>
                  <a:lnTo>
                    <a:pt x="2893" y="119"/>
                  </a:lnTo>
                  <a:lnTo>
                    <a:pt x="2898" y="134"/>
                  </a:lnTo>
                  <a:lnTo>
                    <a:pt x="2901" y="155"/>
                  </a:lnTo>
                  <a:lnTo>
                    <a:pt x="2909" y="172"/>
                  </a:lnTo>
                  <a:lnTo>
                    <a:pt x="2914" y="189"/>
                  </a:lnTo>
                  <a:lnTo>
                    <a:pt x="2935" y="229"/>
                  </a:lnTo>
                  <a:lnTo>
                    <a:pt x="2941" y="270"/>
                  </a:lnTo>
                  <a:lnTo>
                    <a:pt x="2950" y="289"/>
                  </a:lnTo>
                  <a:lnTo>
                    <a:pt x="2949" y="294"/>
                  </a:lnTo>
                  <a:lnTo>
                    <a:pt x="2950" y="295"/>
                  </a:lnTo>
                  <a:lnTo>
                    <a:pt x="2952" y="313"/>
                  </a:lnTo>
                  <a:lnTo>
                    <a:pt x="2952" y="334"/>
                  </a:lnTo>
                  <a:lnTo>
                    <a:pt x="2965" y="345"/>
                  </a:lnTo>
                  <a:lnTo>
                    <a:pt x="2988" y="348"/>
                  </a:lnTo>
                  <a:lnTo>
                    <a:pt x="3009" y="340"/>
                  </a:lnTo>
                  <a:lnTo>
                    <a:pt x="3025" y="348"/>
                  </a:lnTo>
                  <a:lnTo>
                    <a:pt x="3044" y="350"/>
                  </a:lnTo>
                  <a:lnTo>
                    <a:pt x="3062" y="359"/>
                  </a:lnTo>
                  <a:lnTo>
                    <a:pt x="3094" y="387"/>
                  </a:lnTo>
                  <a:lnTo>
                    <a:pt x="3109" y="394"/>
                  </a:lnTo>
                  <a:lnTo>
                    <a:pt x="3121" y="396"/>
                  </a:lnTo>
                  <a:lnTo>
                    <a:pt x="3125" y="403"/>
                  </a:lnTo>
                  <a:lnTo>
                    <a:pt x="3125" y="408"/>
                  </a:lnTo>
                  <a:lnTo>
                    <a:pt x="3127" y="407"/>
                  </a:lnTo>
                  <a:lnTo>
                    <a:pt x="3128" y="423"/>
                  </a:lnTo>
                  <a:lnTo>
                    <a:pt x="3135" y="432"/>
                  </a:lnTo>
                  <a:lnTo>
                    <a:pt x="3134" y="448"/>
                  </a:lnTo>
                  <a:lnTo>
                    <a:pt x="3135" y="466"/>
                  </a:lnTo>
                  <a:lnTo>
                    <a:pt x="3145" y="482"/>
                  </a:lnTo>
                  <a:lnTo>
                    <a:pt x="3151" y="495"/>
                  </a:lnTo>
                  <a:lnTo>
                    <a:pt x="3170" y="494"/>
                  </a:lnTo>
                  <a:lnTo>
                    <a:pt x="3189" y="500"/>
                  </a:lnTo>
                  <a:lnTo>
                    <a:pt x="3207" y="498"/>
                  </a:lnTo>
                  <a:lnTo>
                    <a:pt x="3238" y="483"/>
                  </a:lnTo>
                  <a:lnTo>
                    <a:pt x="3272" y="461"/>
                  </a:lnTo>
                  <a:lnTo>
                    <a:pt x="3290" y="459"/>
                  </a:lnTo>
                  <a:lnTo>
                    <a:pt x="3323" y="441"/>
                  </a:lnTo>
                  <a:lnTo>
                    <a:pt x="3355" y="432"/>
                  </a:lnTo>
                  <a:lnTo>
                    <a:pt x="3356" y="435"/>
                  </a:lnTo>
                  <a:lnTo>
                    <a:pt x="3348" y="448"/>
                  </a:lnTo>
                  <a:lnTo>
                    <a:pt x="3348" y="468"/>
                  </a:lnTo>
                  <a:lnTo>
                    <a:pt x="3353" y="484"/>
                  </a:lnTo>
                  <a:lnTo>
                    <a:pt x="3350" y="504"/>
                  </a:lnTo>
                  <a:lnTo>
                    <a:pt x="3338" y="514"/>
                  </a:lnTo>
                  <a:lnTo>
                    <a:pt x="3324" y="527"/>
                  </a:lnTo>
                  <a:lnTo>
                    <a:pt x="3322" y="548"/>
                  </a:lnTo>
                  <a:lnTo>
                    <a:pt x="3308" y="581"/>
                  </a:lnTo>
                  <a:lnTo>
                    <a:pt x="3300" y="623"/>
                  </a:lnTo>
                  <a:lnTo>
                    <a:pt x="3281" y="661"/>
                  </a:lnTo>
                  <a:lnTo>
                    <a:pt x="3268" y="679"/>
                  </a:lnTo>
                  <a:lnTo>
                    <a:pt x="3263" y="699"/>
                  </a:lnTo>
                  <a:lnTo>
                    <a:pt x="3251" y="709"/>
                  </a:lnTo>
                  <a:lnTo>
                    <a:pt x="3246" y="705"/>
                  </a:lnTo>
                  <a:lnTo>
                    <a:pt x="3195" y="693"/>
                  </a:lnTo>
                  <a:lnTo>
                    <a:pt x="3182" y="700"/>
                  </a:lnTo>
                  <a:lnTo>
                    <a:pt x="3146" y="735"/>
                  </a:lnTo>
                  <a:lnTo>
                    <a:pt x="3154" y="748"/>
                  </a:lnTo>
                  <a:lnTo>
                    <a:pt x="3160" y="775"/>
                  </a:lnTo>
                  <a:lnTo>
                    <a:pt x="3160" y="834"/>
                  </a:lnTo>
                  <a:lnTo>
                    <a:pt x="3144" y="859"/>
                  </a:lnTo>
                  <a:lnTo>
                    <a:pt x="3124" y="876"/>
                  </a:lnTo>
                  <a:lnTo>
                    <a:pt x="3124" y="894"/>
                  </a:lnTo>
                  <a:lnTo>
                    <a:pt x="3116" y="893"/>
                  </a:lnTo>
                  <a:lnTo>
                    <a:pt x="3108" y="878"/>
                  </a:lnTo>
                  <a:lnTo>
                    <a:pt x="3097" y="867"/>
                  </a:lnTo>
                  <a:lnTo>
                    <a:pt x="3086" y="876"/>
                  </a:lnTo>
                  <a:lnTo>
                    <a:pt x="3079" y="896"/>
                  </a:lnTo>
                  <a:lnTo>
                    <a:pt x="3069" y="911"/>
                  </a:lnTo>
                  <a:lnTo>
                    <a:pt x="3038" y="935"/>
                  </a:lnTo>
                  <a:lnTo>
                    <a:pt x="3014" y="941"/>
                  </a:lnTo>
                  <a:lnTo>
                    <a:pt x="2994" y="941"/>
                  </a:lnTo>
                  <a:lnTo>
                    <a:pt x="2989" y="950"/>
                  </a:lnTo>
                  <a:lnTo>
                    <a:pt x="2995" y="981"/>
                  </a:lnTo>
                  <a:lnTo>
                    <a:pt x="2953" y="985"/>
                  </a:lnTo>
                  <a:lnTo>
                    <a:pt x="2939" y="975"/>
                  </a:lnTo>
                  <a:lnTo>
                    <a:pt x="2920" y="970"/>
                  </a:lnTo>
                  <a:lnTo>
                    <a:pt x="2908" y="980"/>
                  </a:lnTo>
                  <a:lnTo>
                    <a:pt x="2883" y="1009"/>
                  </a:lnTo>
                  <a:lnTo>
                    <a:pt x="2865" y="1024"/>
                  </a:lnTo>
                  <a:lnTo>
                    <a:pt x="2826" y="1045"/>
                  </a:lnTo>
                  <a:lnTo>
                    <a:pt x="2811" y="1052"/>
                  </a:lnTo>
                  <a:lnTo>
                    <a:pt x="2783" y="1087"/>
                  </a:lnTo>
                  <a:lnTo>
                    <a:pt x="2781" y="1091"/>
                  </a:lnTo>
                  <a:lnTo>
                    <a:pt x="2774" y="1094"/>
                  </a:lnTo>
                  <a:lnTo>
                    <a:pt x="2767" y="1097"/>
                  </a:lnTo>
                  <a:lnTo>
                    <a:pt x="2756" y="1097"/>
                  </a:lnTo>
                  <a:lnTo>
                    <a:pt x="2734" y="1104"/>
                  </a:lnTo>
                  <a:lnTo>
                    <a:pt x="2729" y="1097"/>
                  </a:lnTo>
                  <a:lnTo>
                    <a:pt x="2724" y="1102"/>
                  </a:lnTo>
                  <a:lnTo>
                    <a:pt x="2709" y="1113"/>
                  </a:lnTo>
                  <a:lnTo>
                    <a:pt x="2673" y="1128"/>
                  </a:lnTo>
                  <a:lnTo>
                    <a:pt x="2665" y="1136"/>
                  </a:lnTo>
                  <a:lnTo>
                    <a:pt x="2657" y="1149"/>
                  </a:lnTo>
                  <a:lnTo>
                    <a:pt x="2646" y="1157"/>
                  </a:lnTo>
                  <a:lnTo>
                    <a:pt x="2638" y="1157"/>
                  </a:lnTo>
                  <a:lnTo>
                    <a:pt x="2632" y="1163"/>
                  </a:lnTo>
                  <a:lnTo>
                    <a:pt x="2613" y="1172"/>
                  </a:lnTo>
                  <a:lnTo>
                    <a:pt x="2607" y="1168"/>
                  </a:lnTo>
                  <a:lnTo>
                    <a:pt x="2616" y="1156"/>
                  </a:lnTo>
                  <a:lnTo>
                    <a:pt x="2630" y="1151"/>
                  </a:lnTo>
                  <a:lnTo>
                    <a:pt x="2635" y="1140"/>
                  </a:lnTo>
                  <a:lnTo>
                    <a:pt x="2638" y="1129"/>
                  </a:lnTo>
                  <a:lnTo>
                    <a:pt x="2630" y="1126"/>
                  </a:lnTo>
                  <a:lnTo>
                    <a:pt x="2622" y="1119"/>
                  </a:lnTo>
                  <a:lnTo>
                    <a:pt x="2616" y="1118"/>
                  </a:lnTo>
                  <a:lnTo>
                    <a:pt x="2625" y="1112"/>
                  </a:lnTo>
                  <a:lnTo>
                    <a:pt x="2627" y="1101"/>
                  </a:lnTo>
                  <a:lnTo>
                    <a:pt x="2638" y="1093"/>
                  </a:lnTo>
                  <a:lnTo>
                    <a:pt x="2660" y="1063"/>
                  </a:lnTo>
                  <a:lnTo>
                    <a:pt x="2667" y="1050"/>
                  </a:lnTo>
                  <a:lnTo>
                    <a:pt x="2665" y="1042"/>
                  </a:lnTo>
                  <a:lnTo>
                    <a:pt x="2652" y="1028"/>
                  </a:lnTo>
                  <a:lnTo>
                    <a:pt x="2649" y="1016"/>
                  </a:lnTo>
                  <a:lnTo>
                    <a:pt x="2644" y="1010"/>
                  </a:lnTo>
                  <a:lnTo>
                    <a:pt x="2639" y="1016"/>
                  </a:lnTo>
                  <a:lnTo>
                    <a:pt x="2616" y="1017"/>
                  </a:lnTo>
                  <a:lnTo>
                    <a:pt x="2606" y="1021"/>
                  </a:lnTo>
                  <a:lnTo>
                    <a:pt x="2590" y="1038"/>
                  </a:lnTo>
                  <a:lnTo>
                    <a:pt x="2578" y="1053"/>
                  </a:lnTo>
                  <a:lnTo>
                    <a:pt x="2571" y="1065"/>
                  </a:lnTo>
                  <a:lnTo>
                    <a:pt x="2568" y="1070"/>
                  </a:lnTo>
                  <a:lnTo>
                    <a:pt x="2542" y="1082"/>
                  </a:lnTo>
                  <a:lnTo>
                    <a:pt x="2524" y="1096"/>
                  </a:lnTo>
                  <a:lnTo>
                    <a:pt x="2516" y="1098"/>
                  </a:lnTo>
                  <a:lnTo>
                    <a:pt x="2509" y="1112"/>
                  </a:lnTo>
                  <a:lnTo>
                    <a:pt x="2506" y="1126"/>
                  </a:lnTo>
                  <a:lnTo>
                    <a:pt x="2498" y="1135"/>
                  </a:lnTo>
                  <a:lnTo>
                    <a:pt x="2488" y="1141"/>
                  </a:lnTo>
                  <a:lnTo>
                    <a:pt x="2473" y="1144"/>
                  </a:lnTo>
                  <a:lnTo>
                    <a:pt x="2462" y="1147"/>
                  </a:lnTo>
                  <a:lnTo>
                    <a:pt x="2451" y="1147"/>
                  </a:lnTo>
                  <a:lnTo>
                    <a:pt x="2445" y="1144"/>
                  </a:lnTo>
                  <a:lnTo>
                    <a:pt x="2433" y="1142"/>
                  </a:lnTo>
                  <a:lnTo>
                    <a:pt x="2423" y="1152"/>
                  </a:lnTo>
                  <a:lnTo>
                    <a:pt x="2417" y="1172"/>
                  </a:lnTo>
                  <a:lnTo>
                    <a:pt x="2414" y="1189"/>
                  </a:lnTo>
                  <a:lnTo>
                    <a:pt x="2431" y="1207"/>
                  </a:lnTo>
                  <a:lnTo>
                    <a:pt x="2435" y="1216"/>
                  </a:lnTo>
                  <a:lnTo>
                    <a:pt x="2444" y="1221"/>
                  </a:lnTo>
                  <a:lnTo>
                    <a:pt x="2451" y="1221"/>
                  </a:lnTo>
                  <a:lnTo>
                    <a:pt x="2456" y="1228"/>
                  </a:lnTo>
                  <a:lnTo>
                    <a:pt x="2465" y="1228"/>
                  </a:lnTo>
                  <a:lnTo>
                    <a:pt x="2469" y="1239"/>
                  </a:lnTo>
                  <a:lnTo>
                    <a:pt x="2479" y="1247"/>
                  </a:lnTo>
                  <a:lnTo>
                    <a:pt x="2482" y="1255"/>
                  </a:lnTo>
                  <a:lnTo>
                    <a:pt x="2482" y="1265"/>
                  </a:lnTo>
                  <a:lnTo>
                    <a:pt x="2490" y="1276"/>
                  </a:lnTo>
                  <a:lnTo>
                    <a:pt x="2517" y="1286"/>
                  </a:lnTo>
                  <a:lnTo>
                    <a:pt x="2531" y="1285"/>
                  </a:lnTo>
                  <a:lnTo>
                    <a:pt x="2543" y="1269"/>
                  </a:lnTo>
                  <a:lnTo>
                    <a:pt x="2554" y="1260"/>
                  </a:lnTo>
                  <a:lnTo>
                    <a:pt x="2562" y="1249"/>
                  </a:lnTo>
                  <a:lnTo>
                    <a:pt x="2584" y="1239"/>
                  </a:lnTo>
                  <a:lnTo>
                    <a:pt x="2591" y="1238"/>
                  </a:lnTo>
                  <a:lnTo>
                    <a:pt x="2602" y="1249"/>
                  </a:lnTo>
                  <a:lnTo>
                    <a:pt x="2611" y="1254"/>
                  </a:lnTo>
                  <a:lnTo>
                    <a:pt x="2622" y="1255"/>
                  </a:lnTo>
                  <a:lnTo>
                    <a:pt x="2629" y="1264"/>
                  </a:lnTo>
                  <a:lnTo>
                    <a:pt x="2637" y="1265"/>
                  </a:lnTo>
                  <a:lnTo>
                    <a:pt x="2649" y="1263"/>
                  </a:lnTo>
                  <a:lnTo>
                    <a:pt x="2657" y="1258"/>
                  </a:lnTo>
                  <a:lnTo>
                    <a:pt x="2671" y="1264"/>
                  </a:lnTo>
                  <a:lnTo>
                    <a:pt x="2683" y="1266"/>
                  </a:lnTo>
                  <a:lnTo>
                    <a:pt x="2687" y="1268"/>
                  </a:lnTo>
                  <a:lnTo>
                    <a:pt x="2684" y="1281"/>
                  </a:lnTo>
                  <a:lnTo>
                    <a:pt x="2680" y="1290"/>
                  </a:lnTo>
                  <a:lnTo>
                    <a:pt x="2680" y="1295"/>
                  </a:lnTo>
                  <a:lnTo>
                    <a:pt x="2670" y="1307"/>
                  </a:lnTo>
                  <a:lnTo>
                    <a:pt x="2666" y="1303"/>
                  </a:lnTo>
                  <a:lnTo>
                    <a:pt x="2662" y="1293"/>
                  </a:lnTo>
                  <a:lnTo>
                    <a:pt x="2656" y="1297"/>
                  </a:lnTo>
                  <a:lnTo>
                    <a:pt x="2650" y="1295"/>
                  </a:lnTo>
                  <a:lnTo>
                    <a:pt x="2643" y="1301"/>
                  </a:lnTo>
                  <a:lnTo>
                    <a:pt x="2637" y="1311"/>
                  </a:lnTo>
                  <a:lnTo>
                    <a:pt x="2614" y="1313"/>
                  </a:lnTo>
                  <a:lnTo>
                    <a:pt x="2602" y="1319"/>
                  </a:lnTo>
                  <a:lnTo>
                    <a:pt x="2591" y="1319"/>
                  </a:lnTo>
                  <a:lnTo>
                    <a:pt x="2594" y="1333"/>
                  </a:lnTo>
                  <a:lnTo>
                    <a:pt x="2590" y="1333"/>
                  </a:lnTo>
                  <a:lnTo>
                    <a:pt x="2585" y="1338"/>
                  </a:lnTo>
                  <a:lnTo>
                    <a:pt x="2578" y="1355"/>
                  </a:lnTo>
                  <a:lnTo>
                    <a:pt x="2568" y="1356"/>
                  </a:lnTo>
                  <a:lnTo>
                    <a:pt x="2564" y="1345"/>
                  </a:lnTo>
                  <a:lnTo>
                    <a:pt x="2555" y="1345"/>
                  </a:lnTo>
                  <a:lnTo>
                    <a:pt x="2548" y="1354"/>
                  </a:lnTo>
                  <a:lnTo>
                    <a:pt x="2555" y="1362"/>
                  </a:lnTo>
                  <a:lnTo>
                    <a:pt x="2552" y="1371"/>
                  </a:lnTo>
                  <a:lnTo>
                    <a:pt x="2544" y="1381"/>
                  </a:lnTo>
                  <a:lnTo>
                    <a:pt x="2526" y="1391"/>
                  </a:lnTo>
                  <a:lnTo>
                    <a:pt x="2521" y="1404"/>
                  </a:lnTo>
                  <a:lnTo>
                    <a:pt x="2509" y="1421"/>
                  </a:lnTo>
                  <a:lnTo>
                    <a:pt x="2500" y="1437"/>
                  </a:lnTo>
                  <a:lnTo>
                    <a:pt x="2503" y="1446"/>
                  </a:lnTo>
                  <a:lnTo>
                    <a:pt x="2514" y="1448"/>
                  </a:lnTo>
                  <a:lnTo>
                    <a:pt x="2522" y="1456"/>
                  </a:lnTo>
                  <a:lnTo>
                    <a:pt x="2555" y="1473"/>
                  </a:lnTo>
                  <a:lnTo>
                    <a:pt x="2562" y="1483"/>
                  </a:lnTo>
                  <a:lnTo>
                    <a:pt x="2567" y="1499"/>
                  </a:lnTo>
                  <a:lnTo>
                    <a:pt x="2574" y="1508"/>
                  </a:lnTo>
                  <a:lnTo>
                    <a:pt x="2584" y="1548"/>
                  </a:lnTo>
                  <a:lnTo>
                    <a:pt x="2590" y="1561"/>
                  </a:lnTo>
                  <a:lnTo>
                    <a:pt x="2594" y="1578"/>
                  </a:lnTo>
                  <a:lnTo>
                    <a:pt x="2603" y="1592"/>
                  </a:lnTo>
                  <a:lnTo>
                    <a:pt x="2617" y="1598"/>
                  </a:lnTo>
                  <a:lnTo>
                    <a:pt x="2618" y="1608"/>
                  </a:lnTo>
                  <a:lnTo>
                    <a:pt x="2635" y="1625"/>
                  </a:lnTo>
                  <a:lnTo>
                    <a:pt x="2646" y="1642"/>
                  </a:lnTo>
                  <a:lnTo>
                    <a:pt x="2646" y="1646"/>
                  </a:lnTo>
                  <a:lnTo>
                    <a:pt x="2628" y="1637"/>
                  </a:lnTo>
                  <a:lnTo>
                    <a:pt x="2613" y="1632"/>
                  </a:lnTo>
                  <a:lnTo>
                    <a:pt x="2602" y="1632"/>
                  </a:lnTo>
                  <a:lnTo>
                    <a:pt x="2590" y="1624"/>
                  </a:lnTo>
                  <a:lnTo>
                    <a:pt x="2576" y="1620"/>
                  </a:lnTo>
                  <a:lnTo>
                    <a:pt x="2551" y="1625"/>
                  </a:lnTo>
                  <a:lnTo>
                    <a:pt x="2551" y="1631"/>
                  </a:lnTo>
                  <a:lnTo>
                    <a:pt x="2576" y="1626"/>
                  </a:lnTo>
                  <a:lnTo>
                    <a:pt x="2581" y="1630"/>
                  </a:lnTo>
                  <a:lnTo>
                    <a:pt x="2584" y="1637"/>
                  </a:lnTo>
                  <a:lnTo>
                    <a:pt x="2595" y="1639"/>
                  </a:lnTo>
                  <a:lnTo>
                    <a:pt x="2607" y="1647"/>
                  </a:lnTo>
                  <a:lnTo>
                    <a:pt x="2618" y="1660"/>
                  </a:lnTo>
                  <a:lnTo>
                    <a:pt x="2627" y="1664"/>
                  </a:lnTo>
                  <a:lnTo>
                    <a:pt x="2632" y="1667"/>
                  </a:lnTo>
                  <a:lnTo>
                    <a:pt x="2640" y="1677"/>
                  </a:lnTo>
                  <a:lnTo>
                    <a:pt x="2648" y="1690"/>
                  </a:lnTo>
                  <a:lnTo>
                    <a:pt x="2646" y="1695"/>
                  </a:lnTo>
                  <a:lnTo>
                    <a:pt x="2633" y="1696"/>
                  </a:lnTo>
                  <a:lnTo>
                    <a:pt x="2622" y="1706"/>
                  </a:lnTo>
                  <a:lnTo>
                    <a:pt x="2611" y="1710"/>
                  </a:lnTo>
                  <a:lnTo>
                    <a:pt x="2603" y="1715"/>
                  </a:lnTo>
                  <a:lnTo>
                    <a:pt x="2600" y="1720"/>
                  </a:lnTo>
                  <a:lnTo>
                    <a:pt x="2589" y="1727"/>
                  </a:lnTo>
                  <a:lnTo>
                    <a:pt x="2573" y="1727"/>
                  </a:lnTo>
                  <a:lnTo>
                    <a:pt x="2562" y="1730"/>
                  </a:lnTo>
                  <a:lnTo>
                    <a:pt x="2551" y="1734"/>
                  </a:lnTo>
                  <a:lnTo>
                    <a:pt x="2563" y="1733"/>
                  </a:lnTo>
                  <a:lnTo>
                    <a:pt x="2575" y="1737"/>
                  </a:lnTo>
                  <a:lnTo>
                    <a:pt x="2586" y="1742"/>
                  </a:lnTo>
                  <a:lnTo>
                    <a:pt x="2607" y="1733"/>
                  </a:lnTo>
                  <a:lnTo>
                    <a:pt x="2616" y="1736"/>
                  </a:lnTo>
                  <a:lnTo>
                    <a:pt x="2624" y="1743"/>
                  </a:lnTo>
                  <a:lnTo>
                    <a:pt x="2628" y="1749"/>
                  </a:lnTo>
                  <a:lnTo>
                    <a:pt x="2633" y="1753"/>
                  </a:lnTo>
                  <a:lnTo>
                    <a:pt x="2640" y="1755"/>
                  </a:lnTo>
                  <a:lnTo>
                    <a:pt x="2648" y="1755"/>
                  </a:lnTo>
                  <a:lnTo>
                    <a:pt x="2652" y="1758"/>
                  </a:lnTo>
                  <a:lnTo>
                    <a:pt x="2646" y="1761"/>
                  </a:lnTo>
                  <a:lnTo>
                    <a:pt x="2633" y="1776"/>
                  </a:lnTo>
                  <a:lnTo>
                    <a:pt x="2623" y="1781"/>
                  </a:lnTo>
                  <a:lnTo>
                    <a:pt x="2627" y="1782"/>
                  </a:lnTo>
                  <a:lnTo>
                    <a:pt x="2643" y="1775"/>
                  </a:lnTo>
                  <a:lnTo>
                    <a:pt x="2643" y="1788"/>
                  </a:lnTo>
                  <a:lnTo>
                    <a:pt x="2641" y="1798"/>
                  </a:lnTo>
                  <a:lnTo>
                    <a:pt x="2640" y="1795"/>
                  </a:lnTo>
                  <a:lnTo>
                    <a:pt x="2635" y="1798"/>
                  </a:lnTo>
                  <a:lnTo>
                    <a:pt x="2623" y="1802"/>
                  </a:lnTo>
                  <a:lnTo>
                    <a:pt x="2623" y="1804"/>
                  </a:lnTo>
                  <a:lnTo>
                    <a:pt x="2628" y="1814"/>
                  </a:lnTo>
                  <a:lnTo>
                    <a:pt x="2625" y="1829"/>
                  </a:lnTo>
                  <a:lnTo>
                    <a:pt x="2622" y="1833"/>
                  </a:lnTo>
                  <a:lnTo>
                    <a:pt x="2622" y="1850"/>
                  </a:lnTo>
                  <a:lnTo>
                    <a:pt x="2616" y="1865"/>
                  </a:lnTo>
                  <a:lnTo>
                    <a:pt x="2611" y="1862"/>
                  </a:lnTo>
                  <a:lnTo>
                    <a:pt x="2606" y="1856"/>
                  </a:lnTo>
                  <a:lnTo>
                    <a:pt x="2601" y="1860"/>
                  </a:lnTo>
                  <a:lnTo>
                    <a:pt x="2594" y="1871"/>
                  </a:lnTo>
                  <a:lnTo>
                    <a:pt x="2587" y="1879"/>
                  </a:lnTo>
                  <a:lnTo>
                    <a:pt x="2582" y="1887"/>
                  </a:lnTo>
                  <a:lnTo>
                    <a:pt x="2578" y="1890"/>
                  </a:lnTo>
                  <a:lnTo>
                    <a:pt x="2574" y="1897"/>
                  </a:lnTo>
                  <a:lnTo>
                    <a:pt x="2571" y="1904"/>
                  </a:lnTo>
                  <a:lnTo>
                    <a:pt x="2571" y="1911"/>
                  </a:lnTo>
                  <a:lnTo>
                    <a:pt x="2567" y="1921"/>
                  </a:lnTo>
                  <a:lnTo>
                    <a:pt x="2560" y="1930"/>
                  </a:lnTo>
                  <a:lnTo>
                    <a:pt x="2555" y="1933"/>
                  </a:lnTo>
                  <a:lnTo>
                    <a:pt x="2546" y="1943"/>
                  </a:lnTo>
                  <a:lnTo>
                    <a:pt x="2543" y="1957"/>
                  </a:lnTo>
                  <a:lnTo>
                    <a:pt x="2537" y="1964"/>
                  </a:lnTo>
                  <a:lnTo>
                    <a:pt x="2535" y="1962"/>
                  </a:lnTo>
                  <a:lnTo>
                    <a:pt x="2533" y="1948"/>
                  </a:lnTo>
                  <a:lnTo>
                    <a:pt x="2525" y="1949"/>
                  </a:lnTo>
                  <a:lnTo>
                    <a:pt x="2517" y="1956"/>
                  </a:lnTo>
                  <a:lnTo>
                    <a:pt x="2526" y="1973"/>
                  </a:lnTo>
                  <a:lnTo>
                    <a:pt x="2526" y="1976"/>
                  </a:lnTo>
                  <a:lnTo>
                    <a:pt x="2521" y="1992"/>
                  </a:lnTo>
                  <a:lnTo>
                    <a:pt x="2521" y="1997"/>
                  </a:lnTo>
                  <a:lnTo>
                    <a:pt x="2520" y="2003"/>
                  </a:lnTo>
                  <a:lnTo>
                    <a:pt x="2517" y="2010"/>
                  </a:lnTo>
                  <a:lnTo>
                    <a:pt x="2515" y="2013"/>
                  </a:lnTo>
                  <a:lnTo>
                    <a:pt x="2511" y="2014"/>
                  </a:lnTo>
                  <a:lnTo>
                    <a:pt x="2511" y="2021"/>
                  </a:lnTo>
                  <a:lnTo>
                    <a:pt x="2512" y="2028"/>
                  </a:lnTo>
                  <a:lnTo>
                    <a:pt x="2511" y="2030"/>
                  </a:lnTo>
                  <a:lnTo>
                    <a:pt x="2506" y="2028"/>
                  </a:lnTo>
                  <a:lnTo>
                    <a:pt x="2500" y="2028"/>
                  </a:lnTo>
                  <a:lnTo>
                    <a:pt x="2495" y="2033"/>
                  </a:lnTo>
                  <a:lnTo>
                    <a:pt x="2498" y="2040"/>
                  </a:lnTo>
                  <a:lnTo>
                    <a:pt x="2494" y="2046"/>
                  </a:lnTo>
                  <a:lnTo>
                    <a:pt x="2490" y="2044"/>
                  </a:lnTo>
                  <a:lnTo>
                    <a:pt x="2484" y="2045"/>
                  </a:lnTo>
                  <a:lnTo>
                    <a:pt x="2478" y="2060"/>
                  </a:lnTo>
                  <a:lnTo>
                    <a:pt x="2471" y="2065"/>
                  </a:lnTo>
                  <a:lnTo>
                    <a:pt x="2469" y="2075"/>
                  </a:lnTo>
                  <a:lnTo>
                    <a:pt x="2465" y="2081"/>
                  </a:lnTo>
                  <a:lnTo>
                    <a:pt x="2447" y="2083"/>
                  </a:lnTo>
                  <a:lnTo>
                    <a:pt x="2440" y="2081"/>
                  </a:lnTo>
                  <a:lnTo>
                    <a:pt x="2431" y="2088"/>
                  </a:lnTo>
                  <a:lnTo>
                    <a:pt x="2433" y="2091"/>
                  </a:lnTo>
                  <a:lnTo>
                    <a:pt x="2435" y="2097"/>
                  </a:lnTo>
                  <a:lnTo>
                    <a:pt x="2433" y="2105"/>
                  </a:lnTo>
                  <a:lnTo>
                    <a:pt x="2418" y="2119"/>
                  </a:lnTo>
                  <a:lnTo>
                    <a:pt x="2413" y="2119"/>
                  </a:lnTo>
                  <a:lnTo>
                    <a:pt x="2410" y="2131"/>
                  </a:lnTo>
                  <a:lnTo>
                    <a:pt x="2408" y="2123"/>
                  </a:lnTo>
                  <a:lnTo>
                    <a:pt x="2402" y="2127"/>
                  </a:lnTo>
                  <a:lnTo>
                    <a:pt x="2401" y="2135"/>
                  </a:lnTo>
                  <a:lnTo>
                    <a:pt x="2398" y="2134"/>
                  </a:lnTo>
                  <a:lnTo>
                    <a:pt x="2395" y="2134"/>
                  </a:lnTo>
                  <a:lnTo>
                    <a:pt x="2385" y="2141"/>
                  </a:lnTo>
                  <a:lnTo>
                    <a:pt x="2380" y="2140"/>
                  </a:lnTo>
                  <a:lnTo>
                    <a:pt x="2372" y="2141"/>
                  </a:lnTo>
                  <a:lnTo>
                    <a:pt x="2365" y="2152"/>
                  </a:lnTo>
                  <a:lnTo>
                    <a:pt x="2361" y="2159"/>
                  </a:lnTo>
                  <a:lnTo>
                    <a:pt x="2356" y="2164"/>
                  </a:lnTo>
                  <a:lnTo>
                    <a:pt x="2354" y="2170"/>
                  </a:lnTo>
                  <a:lnTo>
                    <a:pt x="2344" y="2177"/>
                  </a:lnTo>
                  <a:lnTo>
                    <a:pt x="2328" y="2183"/>
                  </a:lnTo>
                  <a:lnTo>
                    <a:pt x="2316" y="2189"/>
                  </a:lnTo>
                  <a:lnTo>
                    <a:pt x="2309" y="2186"/>
                  </a:lnTo>
                  <a:lnTo>
                    <a:pt x="2302" y="2184"/>
                  </a:lnTo>
                  <a:lnTo>
                    <a:pt x="2299" y="2189"/>
                  </a:lnTo>
                  <a:lnTo>
                    <a:pt x="2297" y="2193"/>
                  </a:lnTo>
                  <a:lnTo>
                    <a:pt x="2291" y="2195"/>
                  </a:lnTo>
                  <a:lnTo>
                    <a:pt x="2285" y="2193"/>
                  </a:lnTo>
                  <a:lnTo>
                    <a:pt x="2285" y="2188"/>
                  </a:lnTo>
                  <a:lnTo>
                    <a:pt x="2277" y="2184"/>
                  </a:lnTo>
                  <a:lnTo>
                    <a:pt x="2268" y="2190"/>
                  </a:lnTo>
                  <a:lnTo>
                    <a:pt x="2263" y="2199"/>
                  </a:lnTo>
                  <a:lnTo>
                    <a:pt x="2256" y="2199"/>
                  </a:lnTo>
                  <a:lnTo>
                    <a:pt x="2253" y="2193"/>
                  </a:lnTo>
                  <a:lnTo>
                    <a:pt x="2253" y="2189"/>
                  </a:lnTo>
                  <a:lnTo>
                    <a:pt x="2245" y="2191"/>
                  </a:lnTo>
                  <a:lnTo>
                    <a:pt x="2245" y="2202"/>
                  </a:lnTo>
                  <a:lnTo>
                    <a:pt x="2243" y="220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08" name="Freeform 165">
              <a:extLst>
                <a:ext uri="{FF2B5EF4-FFF2-40B4-BE49-F238E27FC236}">
                  <a16:creationId xmlns:a16="http://schemas.microsoft.com/office/drawing/2014/main" id="{CB9A841C-D593-7BD4-6005-E6BC5C74454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780700" y="2618162"/>
              <a:ext cx="213262" cy="237062"/>
            </a:xfrm>
            <a:custGeom>
              <a:avLst/>
              <a:gdLst/>
              <a:ahLst/>
              <a:cxnLst>
                <a:cxn ang="0">
                  <a:pos x="220" y="310"/>
                </a:cxn>
                <a:cxn ang="0">
                  <a:pos x="185" y="277"/>
                </a:cxn>
                <a:cxn ang="0">
                  <a:pos x="169" y="266"/>
                </a:cxn>
                <a:cxn ang="0">
                  <a:pos x="174" y="262"/>
                </a:cxn>
                <a:cxn ang="0">
                  <a:pos x="174" y="236"/>
                </a:cxn>
                <a:cxn ang="0">
                  <a:pos x="186" y="226"/>
                </a:cxn>
                <a:cxn ang="0">
                  <a:pos x="199" y="212"/>
                </a:cxn>
                <a:cxn ang="0">
                  <a:pos x="235" y="200"/>
                </a:cxn>
                <a:cxn ang="0">
                  <a:pos x="257" y="181"/>
                </a:cxn>
                <a:cxn ang="0">
                  <a:pos x="289" y="155"/>
                </a:cxn>
                <a:cxn ang="0">
                  <a:pos x="297" y="121"/>
                </a:cxn>
                <a:cxn ang="0">
                  <a:pos x="295" y="101"/>
                </a:cxn>
                <a:cxn ang="0">
                  <a:pos x="308" y="80"/>
                </a:cxn>
                <a:cxn ang="0">
                  <a:pos x="342" y="46"/>
                </a:cxn>
                <a:cxn ang="0">
                  <a:pos x="347" y="41"/>
                </a:cxn>
                <a:cxn ang="0">
                  <a:pos x="343" y="27"/>
                </a:cxn>
                <a:cxn ang="0">
                  <a:pos x="327" y="11"/>
                </a:cxn>
                <a:cxn ang="0">
                  <a:pos x="305" y="9"/>
                </a:cxn>
                <a:cxn ang="0">
                  <a:pos x="288" y="44"/>
                </a:cxn>
                <a:cxn ang="0">
                  <a:pos x="233" y="74"/>
                </a:cxn>
                <a:cxn ang="0">
                  <a:pos x="208" y="83"/>
                </a:cxn>
                <a:cxn ang="0">
                  <a:pos x="172" y="118"/>
                </a:cxn>
                <a:cxn ang="0">
                  <a:pos x="139" y="103"/>
                </a:cxn>
                <a:cxn ang="0">
                  <a:pos x="102" y="142"/>
                </a:cxn>
                <a:cxn ang="0">
                  <a:pos x="45" y="178"/>
                </a:cxn>
                <a:cxn ang="0">
                  <a:pos x="2" y="220"/>
                </a:cxn>
                <a:cxn ang="0">
                  <a:pos x="13" y="235"/>
                </a:cxn>
                <a:cxn ang="0">
                  <a:pos x="30" y="239"/>
                </a:cxn>
                <a:cxn ang="0">
                  <a:pos x="57" y="245"/>
                </a:cxn>
                <a:cxn ang="0">
                  <a:pos x="59" y="258"/>
                </a:cxn>
                <a:cxn ang="0">
                  <a:pos x="50" y="301"/>
                </a:cxn>
                <a:cxn ang="0">
                  <a:pos x="59" y="307"/>
                </a:cxn>
                <a:cxn ang="0">
                  <a:pos x="43" y="320"/>
                </a:cxn>
                <a:cxn ang="0">
                  <a:pos x="32" y="339"/>
                </a:cxn>
                <a:cxn ang="0">
                  <a:pos x="40" y="353"/>
                </a:cxn>
                <a:cxn ang="0">
                  <a:pos x="48" y="355"/>
                </a:cxn>
                <a:cxn ang="0">
                  <a:pos x="40" y="361"/>
                </a:cxn>
                <a:cxn ang="0">
                  <a:pos x="47" y="366"/>
                </a:cxn>
                <a:cxn ang="0">
                  <a:pos x="53" y="377"/>
                </a:cxn>
                <a:cxn ang="0">
                  <a:pos x="64" y="372"/>
                </a:cxn>
                <a:cxn ang="0">
                  <a:pos x="74" y="360"/>
                </a:cxn>
                <a:cxn ang="0">
                  <a:pos x="78" y="356"/>
                </a:cxn>
                <a:cxn ang="0">
                  <a:pos x="91" y="368"/>
                </a:cxn>
                <a:cxn ang="0">
                  <a:pos x="102" y="369"/>
                </a:cxn>
                <a:cxn ang="0">
                  <a:pos x="121" y="374"/>
                </a:cxn>
                <a:cxn ang="0">
                  <a:pos x="156" y="340"/>
                </a:cxn>
                <a:cxn ang="0">
                  <a:pos x="191" y="340"/>
                </a:cxn>
                <a:cxn ang="0">
                  <a:pos x="223" y="318"/>
                </a:cxn>
              </a:cxnLst>
              <a:rect l="0" t="0" r="r" b="b"/>
              <a:pathLst>
                <a:path w="349" h="377">
                  <a:moveTo>
                    <a:pt x="223" y="318"/>
                  </a:moveTo>
                  <a:lnTo>
                    <a:pt x="220" y="310"/>
                  </a:lnTo>
                  <a:lnTo>
                    <a:pt x="196" y="290"/>
                  </a:lnTo>
                  <a:lnTo>
                    <a:pt x="185" y="277"/>
                  </a:lnTo>
                  <a:lnTo>
                    <a:pt x="171" y="272"/>
                  </a:lnTo>
                  <a:lnTo>
                    <a:pt x="169" y="266"/>
                  </a:lnTo>
                  <a:lnTo>
                    <a:pt x="174" y="253"/>
                  </a:lnTo>
                  <a:lnTo>
                    <a:pt x="174" y="262"/>
                  </a:lnTo>
                  <a:lnTo>
                    <a:pt x="175" y="255"/>
                  </a:lnTo>
                  <a:lnTo>
                    <a:pt x="174" y="236"/>
                  </a:lnTo>
                  <a:lnTo>
                    <a:pt x="175" y="229"/>
                  </a:lnTo>
                  <a:lnTo>
                    <a:pt x="186" y="226"/>
                  </a:lnTo>
                  <a:lnTo>
                    <a:pt x="196" y="220"/>
                  </a:lnTo>
                  <a:lnTo>
                    <a:pt x="199" y="212"/>
                  </a:lnTo>
                  <a:lnTo>
                    <a:pt x="223" y="209"/>
                  </a:lnTo>
                  <a:lnTo>
                    <a:pt x="235" y="200"/>
                  </a:lnTo>
                  <a:lnTo>
                    <a:pt x="239" y="194"/>
                  </a:lnTo>
                  <a:lnTo>
                    <a:pt x="257" y="181"/>
                  </a:lnTo>
                  <a:lnTo>
                    <a:pt x="274" y="162"/>
                  </a:lnTo>
                  <a:lnTo>
                    <a:pt x="289" y="155"/>
                  </a:lnTo>
                  <a:lnTo>
                    <a:pt x="295" y="150"/>
                  </a:lnTo>
                  <a:lnTo>
                    <a:pt x="297" y="121"/>
                  </a:lnTo>
                  <a:lnTo>
                    <a:pt x="293" y="112"/>
                  </a:lnTo>
                  <a:lnTo>
                    <a:pt x="295" y="101"/>
                  </a:lnTo>
                  <a:lnTo>
                    <a:pt x="304" y="87"/>
                  </a:lnTo>
                  <a:lnTo>
                    <a:pt x="308" y="80"/>
                  </a:lnTo>
                  <a:lnTo>
                    <a:pt x="335" y="49"/>
                  </a:lnTo>
                  <a:lnTo>
                    <a:pt x="342" y="46"/>
                  </a:lnTo>
                  <a:lnTo>
                    <a:pt x="349" y="48"/>
                  </a:lnTo>
                  <a:lnTo>
                    <a:pt x="347" y="41"/>
                  </a:lnTo>
                  <a:lnTo>
                    <a:pt x="343" y="33"/>
                  </a:lnTo>
                  <a:lnTo>
                    <a:pt x="343" y="27"/>
                  </a:lnTo>
                  <a:lnTo>
                    <a:pt x="335" y="26"/>
                  </a:lnTo>
                  <a:lnTo>
                    <a:pt x="327" y="11"/>
                  </a:lnTo>
                  <a:lnTo>
                    <a:pt x="316" y="0"/>
                  </a:lnTo>
                  <a:lnTo>
                    <a:pt x="305" y="9"/>
                  </a:lnTo>
                  <a:lnTo>
                    <a:pt x="298" y="29"/>
                  </a:lnTo>
                  <a:lnTo>
                    <a:pt x="288" y="44"/>
                  </a:lnTo>
                  <a:lnTo>
                    <a:pt x="257" y="68"/>
                  </a:lnTo>
                  <a:lnTo>
                    <a:pt x="233" y="74"/>
                  </a:lnTo>
                  <a:lnTo>
                    <a:pt x="213" y="74"/>
                  </a:lnTo>
                  <a:lnTo>
                    <a:pt x="208" y="83"/>
                  </a:lnTo>
                  <a:lnTo>
                    <a:pt x="214" y="114"/>
                  </a:lnTo>
                  <a:lnTo>
                    <a:pt x="172" y="118"/>
                  </a:lnTo>
                  <a:lnTo>
                    <a:pt x="158" y="108"/>
                  </a:lnTo>
                  <a:lnTo>
                    <a:pt x="139" y="103"/>
                  </a:lnTo>
                  <a:lnTo>
                    <a:pt x="127" y="113"/>
                  </a:lnTo>
                  <a:lnTo>
                    <a:pt x="102" y="142"/>
                  </a:lnTo>
                  <a:lnTo>
                    <a:pt x="84" y="157"/>
                  </a:lnTo>
                  <a:lnTo>
                    <a:pt x="45" y="178"/>
                  </a:lnTo>
                  <a:lnTo>
                    <a:pt x="30" y="185"/>
                  </a:lnTo>
                  <a:lnTo>
                    <a:pt x="2" y="220"/>
                  </a:lnTo>
                  <a:lnTo>
                    <a:pt x="0" y="224"/>
                  </a:lnTo>
                  <a:lnTo>
                    <a:pt x="13" y="235"/>
                  </a:lnTo>
                  <a:lnTo>
                    <a:pt x="16" y="246"/>
                  </a:lnTo>
                  <a:lnTo>
                    <a:pt x="30" y="239"/>
                  </a:lnTo>
                  <a:lnTo>
                    <a:pt x="42" y="243"/>
                  </a:lnTo>
                  <a:lnTo>
                    <a:pt x="57" y="245"/>
                  </a:lnTo>
                  <a:lnTo>
                    <a:pt x="63" y="248"/>
                  </a:lnTo>
                  <a:lnTo>
                    <a:pt x="59" y="258"/>
                  </a:lnTo>
                  <a:lnTo>
                    <a:pt x="56" y="278"/>
                  </a:lnTo>
                  <a:lnTo>
                    <a:pt x="50" y="301"/>
                  </a:lnTo>
                  <a:lnTo>
                    <a:pt x="52" y="307"/>
                  </a:lnTo>
                  <a:lnTo>
                    <a:pt x="59" y="307"/>
                  </a:lnTo>
                  <a:lnTo>
                    <a:pt x="45" y="315"/>
                  </a:lnTo>
                  <a:lnTo>
                    <a:pt x="43" y="320"/>
                  </a:lnTo>
                  <a:lnTo>
                    <a:pt x="37" y="323"/>
                  </a:lnTo>
                  <a:lnTo>
                    <a:pt x="32" y="339"/>
                  </a:lnTo>
                  <a:lnTo>
                    <a:pt x="24" y="352"/>
                  </a:lnTo>
                  <a:lnTo>
                    <a:pt x="40" y="353"/>
                  </a:lnTo>
                  <a:lnTo>
                    <a:pt x="50" y="350"/>
                  </a:lnTo>
                  <a:lnTo>
                    <a:pt x="48" y="355"/>
                  </a:lnTo>
                  <a:lnTo>
                    <a:pt x="45" y="361"/>
                  </a:lnTo>
                  <a:lnTo>
                    <a:pt x="40" y="361"/>
                  </a:lnTo>
                  <a:lnTo>
                    <a:pt x="41" y="368"/>
                  </a:lnTo>
                  <a:lnTo>
                    <a:pt x="47" y="366"/>
                  </a:lnTo>
                  <a:lnTo>
                    <a:pt x="51" y="376"/>
                  </a:lnTo>
                  <a:lnTo>
                    <a:pt x="53" y="377"/>
                  </a:lnTo>
                  <a:lnTo>
                    <a:pt x="61" y="377"/>
                  </a:lnTo>
                  <a:lnTo>
                    <a:pt x="64" y="372"/>
                  </a:lnTo>
                  <a:lnTo>
                    <a:pt x="71" y="370"/>
                  </a:lnTo>
                  <a:lnTo>
                    <a:pt x="74" y="360"/>
                  </a:lnTo>
                  <a:lnTo>
                    <a:pt x="72" y="355"/>
                  </a:lnTo>
                  <a:lnTo>
                    <a:pt x="78" y="356"/>
                  </a:lnTo>
                  <a:lnTo>
                    <a:pt x="84" y="365"/>
                  </a:lnTo>
                  <a:lnTo>
                    <a:pt x="91" y="368"/>
                  </a:lnTo>
                  <a:lnTo>
                    <a:pt x="99" y="374"/>
                  </a:lnTo>
                  <a:lnTo>
                    <a:pt x="102" y="369"/>
                  </a:lnTo>
                  <a:lnTo>
                    <a:pt x="113" y="365"/>
                  </a:lnTo>
                  <a:lnTo>
                    <a:pt x="121" y="374"/>
                  </a:lnTo>
                  <a:lnTo>
                    <a:pt x="134" y="363"/>
                  </a:lnTo>
                  <a:lnTo>
                    <a:pt x="156" y="340"/>
                  </a:lnTo>
                  <a:lnTo>
                    <a:pt x="174" y="339"/>
                  </a:lnTo>
                  <a:lnTo>
                    <a:pt x="191" y="340"/>
                  </a:lnTo>
                  <a:lnTo>
                    <a:pt x="206" y="334"/>
                  </a:lnTo>
                  <a:lnTo>
                    <a:pt x="223" y="3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09" name="Freeform 166">
              <a:extLst>
                <a:ext uri="{FF2B5EF4-FFF2-40B4-BE49-F238E27FC236}">
                  <a16:creationId xmlns:a16="http://schemas.microsoft.com/office/drawing/2014/main" id="{7E9A663D-E8FC-16A2-EC19-7E36A834838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0373097" y="2030774"/>
              <a:ext cx="105314" cy="44515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69" y="22"/>
                </a:cxn>
                <a:cxn ang="0">
                  <a:pos x="76" y="79"/>
                </a:cxn>
                <a:cxn ang="0">
                  <a:pos x="92" y="144"/>
                </a:cxn>
                <a:cxn ang="0">
                  <a:pos x="90" y="187"/>
                </a:cxn>
                <a:cxn ang="0">
                  <a:pos x="84" y="210"/>
                </a:cxn>
                <a:cxn ang="0">
                  <a:pos x="90" y="243"/>
                </a:cxn>
                <a:cxn ang="0">
                  <a:pos x="92" y="257"/>
                </a:cxn>
                <a:cxn ang="0">
                  <a:pos x="102" y="289"/>
                </a:cxn>
                <a:cxn ang="0">
                  <a:pos x="116" y="344"/>
                </a:cxn>
                <a:cxn ang="0">
                  <a:pos x="139" y="425"/>
                </a:cxn>
                <a:cxn ang="0">
                  <a:pos x="150" y="459"/>
                </a:cxn>
                <a:cxn ang="0">
                  <a:pos x="168" y="487"/>
                </a:cxn>
                <a:cxn ang="0">
                  <a:pos x="149" y="466"/>
                </a:cxn>
                <a:cxn ang="0">
                  <a:pos x="119" y="448"/>
                </a:cxn>
                <a:cxn ang="0">
                  <a:pos x="92" y="447"/>
                </a:cxn>
                <a:cxn ang="0">
                  <a:pos x="75" y="475"/>
                </a:cxn>
                <a:cxn ang="0">
                  <a:pos x="65" y="509"/>
                </a:cxn>
                <a:cxn ang="0">
                  <a:pos x="53" y="566"/>
                </a:cxn>
                <a:cxn ang="0">
                  <a:pos x="61" y="602"/>
                </a:cxn>
                <a:cxn ang="0">
                  <a:pos x="80" y="635"/>
                </a:cxn>
                <a:cxn ang="0">
                  <a:pos x="89" y="651"/>
                </a:cxn>
                <a:cxn ang="0">
                  <a:pos x="100" y="654"/>
                </a:cxn>
                <a:cxn ang="0">
                  <a:pos x="108" y="684"/>
                </a:cxn>
                <a:cxn ang="0">
                  <a:pos x="102" y="713"/>
                </a:cxn>
                <a:cxn ang="0">
                  <a:pos x="69" y="663"/>
                </a:cxn>
                <a:cxn ang="0">
                  <a:pos x="46" y="673"/>
                </a:cxn>
                <a:cxn ang="0">
                  <a:pos x="31" y="721"/>
                </a:cxn>
                <a:cxn ang="0">
                  <a:pos x="15" y="689"/>
                </a:cxn>
                <a:cxn ang="0">
                  <a:pos x="21" y="623"/>
                </a:cxn>
                <a:cxn ang="0">
                  <a:pos x="32" y="554"/>
                </a:cxn>
                <a:cxn ang="0">
                  <a:pos x="23" y="522"/>
                </a:cxn>
                <a:cxn ang="0">
                  <a:pos x="17" y="479"/>
                </a:cxn>
                <a:cxn ang="0">
                  <a:pos x="28" y="425"/>
                </a:cxn>
                <a:cxn ang="0">
                  <a:pos x="32" y="392"/>
                </a:cxn>
                <a:cxn ang="0">
                  <a:pos x="30" y="375"/>
                </a:cxn>
                <a:cxn ang="0">
                  <a:pos x="25" y="348"/>
                </a:cxn>
                <a:cxn ang="0">
                  <a:pos x="31" y="297"/>
                </a:cxn>
                <a:cxn ang="0">
                  <a:pos x="21" y="260"/>
                </a:cxn>
                <a:cxn ang="0">
                  <a:pos x="4" y="243"/>
                </a:cxn>
                <a:cxn ang="0">
                  <a:pos x="3" y="226"/>
                </a:cxn>
                <a:cxn ang="0">
                  <a:pos x="0" y="188"/>
                </a:cxn>
                <a:cxn ang="0">
                  <a:pos x="12" y="125"/>
                </a:cxn>
                <a:cxn ang="0">
                  <a:pos x="9" y="96"/>
                </a:cxn>
                <a:cxn ang="0">
                  <a:pos x="25" y="79"/>
                </a:cxn>
                <a:cxn ang="0">
                  <a:pos x="37" y="87"/>
                </a:cxn>
                <a:cxn ang="0">
                  <a:pos x="50" y="81"/>
                </a:cxn>
                <a:cxn ang="0">
                  <a:pos x="50" y="66"/>
                </a:cxn>
                <a:cxn ang="0">
                  <a:pos x="59" y="64"/>
                </a:cxn>
                <a:cxn ang="0">
                  <a:pos x="49" y="33"/>
                </a:cxn>
                <a:cxn ang="0">
                  <a:pos x="38" y="9"/>
                </a:cxn>
                <a:cxn ang="0">
                  <a:pos x="47" y="6"/>
                </a:cxn>
              </a:cxnLst>
              <a:rect l="0" t="0" r="r" b="b"/>
              <a:pathLst>
                <a:path w="170" h="721">
                  <a:moveTo>
                    <a:pt x="52" y="3"/>
                  </a:moveTo>
                  <a:lnTo>
                    <a:pt x="55" y="0"/>
                  </a:lnTo>
                  <a:lnTo>
                    <a:pt x="63" y="4"/>
                  </a:lnTo>
                  <a:lnTo>
                    <a:pt x="69" y="22"/>
                  </a:lnTo>
                  <a:lnTo>
                    <a:pt x="73" y="59"/>
                  </a:lnTo>
                  <a:lnTo>
                    <a:pt x="76" y="79"/>
                  </a:lnTo>
                  <a:lnTo>
                    <a:pt x="87" y="113"/>
                  </a:lnTo>
                  <a:lnTo>
                    <a:pt x="92" y="144"/>
                  </a:lnTo>
                  <a:lnTo>
                    <a:pt x="93" y="166"/>
                  </a:lnTo>
                  <a:lnTo>
                    <a:pt x="90" y="187"/>
                  </a:lnTo>
                  <a:lnTo>
                    <a:pt x="82" y="192"/>
                  </a:lnTo>
                  <a:lnTo>
                    <a:pt x="84" y="210"/>
                  </a:lnTo>
                  <a:lnTo>
                    <a:pt x="89" y="229"/>
                  </a:lnTo>
                  <a:lnTo>
                    <a:pt x="90" y="243"/>
                  </a:lnTo>
                  <a:lnTo>
                    <a:pt x="89" y="258"/>
                  </a:lnTo>
                  <a:lnTo>
                    <a:pt x="92" y="257"/>
                  </a:lnTo>
                  <a:lnTo>
                    <a:pt x="98" y="272"/>
                  </a:lnTo>
                  <a:lnTo>
                    <a:pt x="102" y="289"/>
                  </a:lnTo>
                  <a:lnTo>
                    <a:pt x="103" y="292"/>
                  </a:lnTo>
                  <a:lnTo>
                    <a:pt x="116" y="344"/>
                  </a:lnTo>
                  <a:lnTo>
                    <a:pt x="135" y="407"/>
                  </a:lnTo>
                  <a:lnTo>
                    <a:pt x="139" y="425"/>
                  </a:lnTo>
                  <a:lnTo>
                    <a:pt x="144" y="445"/>
                  </a:lnTo>
                  <a:lnTo>
                    <a:pt x="150" y="459"/>
                  </a:lnTo>
                  <a:lnTo>
                    <a:pt x="157" y="474"/>
                  </a:lnTo>
                  <a:lnTo>
                    <a:pt x="168" y="487"/>
                  </a:lnTo>
                  <a:lnTo>
                    <a:pt x="170" y="496"/>
                  </a:lnTo>
                  <a:lnTo>
                    <a:pt x="149" y="466"/>
                  </a:lnTo>
                  <a:lnTo>
                    <a:pt x="135" y="456"/>
                  </a:lnTo>
                  <a:lnTo>
                    <a:pt x="119" y="448"/>
                  </a:lnTo>
                  <a:lnTo>
                    <a:pt x="104" y="445"/>
                  </a:lnTo>
                  <a:lnTo>
                    <a:pt x="92" y="447"/>
                  </a:lnTo>
                  <a:lnTo>
                    <a:pt x="80" y="457"/>
                  </a:lnTo>
                  <a:lnTo>
                    <a:pt x="75" y="475"/>
                  </a:lnTo>
                  <a:lnTo>
                    <a:pt x="73" y="491"/>
                  </a:lnTo>
                  <a:lnTo>
                    <a:pt x="65" y="509"/>
                  </a:lnTo>
                  <a:lnTo>
                    <a:pt x="55" y="549"/>
                  </a:lnTo>
                  <a:lnTo>
                    <a:pt x="53" y="566"/>
                  </a:lnTo>
                  <a:lnTo>
                    <a:pt x="53" y="586"/>
                  </a:lnTo>
                  <a:lnTo>
                    <a:pt x="61" y="602"/>
                  </a:lnTo>
                  <a:lnTo>
                    <a:pt x="77" y="623"/>
                  </a:lnTo>
                  <a:lnTo>
                    <a:pt x="80" y="635"/>
                  </a:lnTo>
                  <a:lnTo>
                    <a:pt x="84" y="645"/>
                  </a:lnTo>
                  <a:lnTo>
                    <a:pt x="89" y="651"/>
                  </a:lnTo>
                  <a:lnTo>
                    <a:pt x="97" y="656"/>
                  </a:lnTo>
                  <a:lnTo>
                    <a:pt x="100" y="654"/>
                  </a:lnTo>
                  <a:lnTo>
                    <a:pt x="103" y="657"/>
                  </a:lnTo>
                  <a:lnTo>
                    <a:pt x="108" y="684"/>
                  </a:lnTo>
                  <a:lnTo>
                    <a:pt x="107" y="700"/>
                  </a:lnTo>
                  <a:lnTo>
                    <a:pt x="102" y="713"/>
                  </a:lnTo>
                  <a:lnTo>
                    <a:pt x="95" y="674"/>
                  </a:lnTo>
                  <a:lnTo>
                    <a:pt x="69" y="663"/>
                  </a:lnTo>
                  <a:lnTo>
                    <a:pt x="55" y="662"/>
                  </a:lnTo>
                  <a:lnTo>
                    <a:pt x="46" y="673"/>
                  </a:lnTo>
                  <a:lnTo>
                    <a:pt x="36" y="706"/>
                  </a:lnTo>
                  <a:lnTo>
                    <a:pt x="31" y="721"/>
                  </a:lnTo>
                  <a:lnTo>
                    <a:pt x="18" y="714"/>
                  </a:lnTo>
                  <a:lnTo>
                    <a:pt x="15" y="689"/>
                  </a:lnTo>
                  <a:lnTo>
                    <a:pt x="15" y="666"/>
                  </a:lnTo>
                  <a:lnTo>
                    <a:pt x="21" y="623"/>
                  </a:lnTo>
                  <a:lnTo>
                    <a:pt x="26" y="565"/>
                  </a:lnTo>
                  <a:lnTo>
                    <a:pt x="32" y="554"/>
                  </a:lnTo>
                  <a:lnTo>
                    <a:pt x="31" y="539"/>
                  </a:lnTo>
                  <a:lnTo>
                    <a:pt x="23" y="522"/>
                  </a:lnTo>
                  <a:lnTo>
                    <a:pt x="17" y="499"/>
                  </a:lnTo>
                  <a:lnTo>
                    <a:pt x="17" y="479"/>
                  </a:lnTo>
                  <a:lnTo>
                    <a:pt x="22" y="463"/>
                  </a:lnTo>
                  <a:lnTo>
                    <a:pt x="28" y="425"/>
                  </a:lnTo>
                  <a:lnTo>
                    <a:pt x="28" y="394"/>
                  </a:lnTo>
                  <a:lnTo>
                    <a:pt x="32" y="392"/>
                  </a:lnTo>
                  <a:lnTo>
                    <a:pt x="30" y="386"/>
                  </a:lnTo>
                  <a:lnTo>
                    <a:pt x="30" y="375"/>
                  </a:lnTo>
                  <a:lnTo>
                    <a:pt x="28" y="360"/>
                  </a:lnTo>
                  <a:lnTo>
                    <a:pt x="25" y="348"/>
                  </a:lnTo>
                  <a:lnTo>
                    <a:pt x="25" y="331"/>
                  </a:lnTo>
                  <a:lnTo>
                    <a:pt x="31" y="297"/>
                  </a:lnTo>
                  <a:lnTo>
                    <a:pt x="31" y="284"/>
                  </a:lnTo>
                  <a:lnTo>
                    <a:pt x="21" y="260"/>
                  </a:lnTo>
                  <a:lnTo>
                    <a:pt x="11" y="249"/>
                  </a:lnTo>
                  <a:lnTo>
                    <a:pt x="4" y="243"/>
                  </a:lnTo>
                  <a:lnTo>
                    <a:pt x="6" y="237"/>
                  </a:lnTo>
                  <a:lnTo>
                    <a:pt x="3" y="226"/>
                  </a:lnTo>
                  <a:lnTo>
                    <a:pt x="0" y="205"/>
                  </a:lnTo>
                  <a:lnTo>
                    <a:pt x="0" y="188"/>
                  </a:lnTo>
                  <a:lnTo>
                    <a:pt x="10" y="160"/>
                  </a:lnTo>
                  <a:lnTo>
                    <a:pt x="12" y="125"/>
                  </a:lnTo>
                  <a:lnTo>
                    <a:pt x="11" y="108"/>
                  </a:lnTo>
                  <a:lnTo>
                    <a:pt x="9" y="96"/>
                  </a:lnTo>
                  <a:lnTo>
                    <a:pt x="14" y="85"/>
                  </a:lnTo>
                  <a:lnTo>
                    <a:pt x="25" y="79"/>
                  </a:lnTo>
                  <a:lnTo>
                    <a:pt x="31" y="81"/>
                  </a:lnTo>
                  <a:lnTo>
                    <a:pt x="37" y="87"/>
                  </a:lnTo>
                  <a:lnTo>
                    <a:pt x="48" y="86"/>
                  </a:lnTo>
                  <a:lnTo>
                    <a:pt x="50" y="81"/>
                  </a:lnTo>
                  <a:lnTo>
                    <a:pt x="48" y="75"/>
                  </a:lnTo>
                  <a:lnTo>
                    <a:pt x="50" y="66"/>
                  </a:lnTo>
                  <a:lnTo>
                    <a:pt x="57" y="66"/>
                  </a:lnTo>
                  <a:lnTo>
                    <a:pt x="59" y="64"/>
                  </a:lnTo>
                  <a:lnTo>
                    <a:pt x="54" y="52"/>
                  </a:lnTo>
                  <a:lnTo>
                    <a:pt x="49" y="33"/>
                  </a:lnTo>
                  <a:lnTo>
                    <a:pt x="39" y="16"/>
                  </a:lnTo>
                  <a:lnTo>
                    <a:pt x="38" y="9"/>
                  </a:lnTo>
                  <a:lnTo>
                    <a:pt x="41" y="6"/>
                  </a:lnTo>
                  <a:lnTo>
                    <a:pt x="47" y="6"/>
                  </a:lnTo>
                  <a:lnTo>
                    <a:pt x="52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53C1F68-D2B7-8FFF-8EDA-219DDFB53E2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194495" y="2085634"/>
              <a:ext cx="7528" cy="7664"/>
            </a:xfrm>
            <a:custGeom>
              <a:avLst/>
              <a:gdLst>
                <a:gd name="csX0" fmla="*/ 0 w 7528"/>
                <a:gd name="csY0" fmla="*/ 0 h 7664"/>
                <a:gd name="csX1" fmla="*/ 6484 w 7528"/>
                <a:gd name="csY1" fmla="*/ 5724 h 7664"/>
                <a:gd name="csX2" fmla="*/ 7528 w 7528"/>
                <a:gd name="csY2" fmla="*/ 7664 h 7664"/>
                <a:gd name="csX3" fmla="*/ 0 w 7528"/>
                <a:gd name="csY3" fmla="*/ 0 h 76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28" h="7664">
                  <a:moveTo>
                    <a:pt x="0" y="0"/>
                  </a:moveTo>
                  <a:lnTo>
                    <a:pt x="6484" y="5724"/>
                  </a:lnTo>
                  <a:lnTo>
                    <a:pt x="7528" y="76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8C192C9-B1D5-90E3-6EC0-437E6616C79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202024" y="2093298"/>
              <a:ext cx="99005" cy="100786"/>
            </a:xfrm>
            <a:custGeom>
              <a:avLst/>
              <a:gdLst>
                <a:gd name="csX0" fmla="*/ 0 w 99005"/>
                <a:gd name="csY0" fmla="*/ 0 h 100786"/>
                <a:gd name="csX1" fmla="*/ 99005 w 99005"/>
                <a:gd name="csY1" fmla="*/ 100786 h 100786"/>
                <a:gd name="csX2" fmla="*/ 2027 w 99005"/>
                <a:gd name="csY2" fmla="*/ 3765 h 100786"/>
                <a:gd name="csX3" fmla="*/ 0 w 99005"/>
                <a:gd name="csY3" fmla="*/ 0 h 100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9005" h="100786">
                  <a:moveTo>
                    <a:pt x="0" y="0"/>
                  </a:moveTo>
                  <a:lnTo>
                    <a:pt x="99005" y="100786"/>
                  </a:lnTo>
                  <a:lnTo>
                    <a:pt x="2027" y="376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69A4FC2-882F-1EB1-E16D-A1BEC8E5733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510449" y="1895983"/>
              <a:ext cx="3852116" cy="801199"/>
            </a:xfrm>
            <a:custGeom>
              <a:avLst/>
              <a:gdLst>
                <a:gd name="csX0" fmla="*/ 0 w 3852116"/>
                <a:gd name="csY0" fmla="*/ 0 h 801199"/>
                <a:gd name="csX1" fmla="*/ 3740447 w 3852116"/>
                <a:gd name="csY1" fmla="*/ 0 h 801199"/>
                <a:gd name="csX2" fmla="*/ 3738903 w 3852116"/>
                <a:gd name="csY2" fmla="*/ 3091 h 801199"/>
                <a:gd name="csX3" fmla="*/ 3738903 w 3852116"/>
                <a:gd name="csY3" fmla="*/ 8359 h 801199"/>
                <a:gd name="csX4" fmla="*/ 3736270 w 3852116"/>
                <a:gd name="csY4" fmla="*/ 13627 h 801199"/>
                <a:gd name="csX5" fmla="*/ 3731004 w 3852116"/>
                <a:gd name="csY5" fmla="*/ 16261 h 801199"/>
                <a:gd name="csX6" fmla="*/ 3725739 w 3852116"/>
                <a:gd name="csY6" fmla="*/ 29431 h 801199"/>
                <a:gd name="csX7" fmla="*/ 3694144 w 3852116"/>
                <a:gd name="csY7" fmla="*/ 55771 h 801199"/>
                <a:gd name="csX8" fmla="*/ 3688878 w 3852116"/>
                <a:gd name="csY8" fmla="*/ 61039 h 801199"/>
                <a:gd name="csX9" fmla="*/ 3683613 w 3852116"/>
                <a:gd name="csY9" fmla="*/ 61039 h 801199"/>
                <a:gd name="csX10" fmla="*/ 3680979 w 3852116"/>
                <a:gd name="csY10" fmla="*/ 66308 h 801199"/>
                <a:gd name="csX11" fmla="*/ 3675714 w 3852116"/>
                <a:gd name="csY11" fmla="*/ 76844 h 801199"/>
                <a:gd name="csX12" fmla="*/ 3665183 w 3852116"/>
                <a:gd name="csY12" fmla="*/ 84746 h 801199"/>
                <a:gd name="csX13" fmla="*/ 3659917 w 3852116"/>
                <a:gd name="csY13" fmla="*/ 87380 h 801199"/>
                <a:gd name="csX14" fmla="*/ 3641487 w 3852116"/>
                <a:gd name="csY14" fmla="*/ 100550 h 801199"/>
                <a:gd name="csX15" fmla="*/ 3638854 w 3852116"/>
                <a:gd name="csY15" fmla="*/ 108452 h 801199"/>
                <a:gd name="csX16" fmla="*/ 3638854 w 3852116"/>
                <a:gd name="csY16" fmla="*/ 113720 h 801199"/>
                <a:gd name="csX17" fmla="*/ 3652018 w 3852116"/>
                <a:gd name="csY17" fmla="*/ 118988 h 801199"/>
                <a:gd name="csX18" fmla="*/ 3657284 w 3852116"/>
                <a:gd name="csY18" fmla="*/ 124256 h 801199"/>
                <a:gd name="csX19" fmla="*/ 3673081 w 3852116"/>
                <a:gd name="csY19" fmla="*/ 124256 h 801199"/>
                <a:gd name="csX20" fmla="*/ 3686245 w 3852116"/>
                <a:gd name="csY20" fmla="*/ 118988 h 801199"/>
                <a:gd name="csX21" fmla="*/ 3691511 w 3852116"/>
                <a:gd name="csY21" fmla="*/ 121622 h 801199"/>
                <a:gd name="csX22" fmla="*/ 3694144 w 3852116"/>
                <a:gd name="csY22" fmla="*/ 126890 h 801199"/>
                <a:gd name="csX23" fmla="*/ 3694144 w 3852116"/>
                <a:gd name="csY23" fmla="*/ 134792 h 801199"/>
                <a:gd name="csX24" fmla="*/ 3694144 w 3852116"/>
                <a:gd name="csY24" fmla="*/ 137426 h 801199"/>
                <a:gd name="csX25" fmla="*/ 3694144 w 3852116"/>
                <a:gd name="csY25" fmla="*/ 142694 h 801199"/>
                <a:gd name="csX26" fmla="*/ 3691511 w 3852116"/>
                <a:gd name="csY26" fmla="*/ 150596 h 801199"/>
                <a:gd name="csX27" fmla="*/ 3691511 w 3852116"/>
                <a:gd name="csY27" fmla="*/ 155864 h 801199"/>
                <a:gd name="csX28" fmla="*/ 3691511 w 3852116"/>
                <a:gd name="csY28" fmla="*/ 166400 h 801199"/>
                <a:gd name="csX29" fmla="*/ 3694144 w 3852116"/>
                <a:gd name="csY29" fmla="*/ 169034 h 801199"/>
                <a:gd name="csX30" fmla="*/ 3696777 w 3852116"/>
                <a:gd name="csY30" fmla="*/ 163766 h 801199"/>
                <a:gd name="csX31" fmla="*/ 3702043 w 3852116"/>
                <a:gd name="csY31" fmla="*/ 163766 h 801199"/>
                <a:gd name="csX32" fmla="*/ 3707308 w 3852116"/>
                <a:gd name="csY32" fmla="*/ 158498 h 801199"/>
                <a:gd name="csX33" fmla="*/ 3707308 w 3852116"/>
                <a:gd name="csY33" fmla="*/ 153230 h 801199"/>
                <a:gd name="csX34" fmla="*/ 3704675 w 3852116"/>
                <a:gd name="csY34" fmla="*/ 147962 h 801199"/>
                <a:gd name="csX35" fmla="*/ 3707308 w 3852116"/>
                <a:gd name="csY35" fmla="*/ 142694 h 801199"/>
                <a:gd name="csX36" fmla="*/ 3712574 w 3852116"/>
                <a:gd name="csY36" fmla="*/ 140060 h 801199"/>
                <a:gd name="csX37" fmla="*/ 3723105 w 3852116"/>
                <a:gd name="csY37" fmla="*/ 140060 h 801199"/>
                <a:gd name="csX38" fmla="*/ 3723105 w 3852116"/>
                <a:gd name="csY38" fmla="*/ 142694 h 801199"/>
                <a:gd name="csX39" fmla="*/ 3717840 w 3852116"/>
                <a:gd name="csY39" fmla="*/ 147962 h 801199"/>
                <a:gd name="csX40" fmla="*/ 3712574 w 3852116"/>
                <a:gd name="csY40" fmla="*/ 150596 h 801199"/>
                <a:gd name="csX41" fmla="*/ 3715207 w 3852116"/>
                <a:gd name="csY41" fmla="*/ 155864 h 801199"/>
                <a:gd name="csX42" fmla="*/ 3723105 w 3852116"/>
                <a:gd name="csY42" fmla="*/ 158498 h 801199"/>
                <a:gd name="csX43" fmla="*/ 3723105 w 3852116"/>
                <a:gd name="csY43" fmla="*/ 163766 h 801199"/>
                <a:gd name="csX44" fmla="*/ 3717840 w 3852116"/>
                <a:gd name="csY44" fmla="*/ 169034 h 801199"/>
                <a:gd name="csX45" fmla="*/ 3715207 w 3852116"/>
                <a:gd name="csY45" fmla="*/ 174302 h 801199"/>
                <a:gd name="csX46" fmla="*/ 3709941 w 3852116"/>
                <a:gd name="csY46" fmla="*/ 176936 h 801199"/>
                <a:gd name="csX47" fmla="*/ 3709941 w 3852116"/>
                <a:gd name="csY47" fmla="*/ 179570 h 801199"/>
                <a:gd name="csX48" fmla="*/ 3717840 w 3852116"/>
                <a:gd name="csY48" fmla="*/ 179570 h 801199"/>
                <a:gd name="csX49" fmla="*/ 3731004 w 3852116"/>
                <a:gd name="csY49" fmla="*/ 176936 h 801199"/>
                <a:gd name="csX50" fmla="*/ 3738903 w 3852116"/>
                <a:gd name="csY50" fmla="*/ 174302 h 801199"/>
                <a:gd name="csX51" fmla="*/ 3752067 w 3852116"/>
                <a:gd name="csY51" fmla="*/ 158498 h 801199"/>
                <a:gd name="csX52" fmla="*/ 3754700 w 3852116"/>
                <a:gd name="csY52" fmla="*/ 166400 h 801199"/>
                <a:gd name="csX53" fmla="*/ 3749434 w 3852116"/>
                <a:gd name="csY53" fmla="*/ 174302 h 801199"/>
                <a:gd name="csX54" fmla="*/ 3746801 w 3852116"/>
                <a:gd name="csY54" fmla="*/ 184838 h 801199"/>
                <a:gd name="csX55" fmla="*/ 3752067 w 3852116"/>
                <a:gd name="csY55" fmla="*/ 179570 h 801199"/>
                <a:gd name="csX56" fmla="*/ 3757333 w 3852116"/>
                <a:gd name="csY56" fmla="*/ 166400 h 801199"/>
                <a:gd name="csX57" fmla="*/ 3759966 w 3852116"/>
                <a:gd name="csY57" fmla="*/ 155864 h 801199"/>
                <a:gd name="csX58" fmla="*/ 3759966 w 3852116"/>
                <a:gd name="csY58" fmla="*/ 153230 h 801199"/>
                <a:gd name="csX59" fmla="*/ 3759966 w 3852116"/>
                <a:gd name="csY59" fmla="*/ 150596 h 801199"/>
                <a:gd name="csX60" fmla="*/ 3759966 w 3852116"/>
                <a:gd name="csY60" fmla="*/ 140060 h 801199"/>
                <a:gd name="csX61" fmla="*/ 3773130 w 3852116"/>
                <a:gd name="csY61" fmla="*/ 145328 h 801199"/>
                <a:gd name="csX62" fmla="*/ 3778396 w 3852116"/>
                <a:gd name="csY62" fmla="*/ 145328 h 801199"/>
                <a:gd name="csX63" fmla="*/ 3788927 w 3852116"/>
                <a:gd name="csY63" fmla="*/ 140060 h 801199"/>
                <a:gd name="csX64" fmla="*/ 3794193 w 3852116"/>
                <a:gd name="csY64" fmla="*/ 140060 h 801199"/>
                <a:gd name="csX65" fmla="*/ 3794193 w 3852116"/>
                <a:gd name="csY65" fmla="*/ 142694 h 801199"/>
                <a:gd name="csX66" fmla="*/ 3796826 w 3852116"/>
                <a:gd name="csY66" fmla="*/ 145328 h 801199"/>
                <a:gd name="csX67" fmla="*/ 3802091 w 3852116"/>
                <a:gd name="csY67" fmla="*/ 147962 h 801199"/>
                <a:gd name="csX68" fmla="*/ 3807357 w 3852116"/>
                <a:gd name="csY68" fmla="*/ 153230 h 801199"/>
                <a:gd name="csX69" fmla="*/ 3812623 w 3852116"/>
                <a:gd name="csY69" fmla="*/ 158498 h 801199"/>
                <a:gd name="csX70" fmla="*/ 3812623 w 3852116"/>
                <a:gd name="csY70" fmla="*/ 166400 h 801199"/>
                <a:gd name="csX71" fmla="*/ 3815256 w 3852116"/>
                <a:gd name="csY71" fmla="*/ 169034 h 801199"/>
                <a:gd name="csX72" fmla="*/ 3820522 w 3852116"/>
                <a:gd name="csY72" fmla="*/ 174302 h 801199"/>
                <a:gd name="csX73" fmla="*/ 3828420 w 3852116"/>
                <a:gd name="csY73" fmla="*/ 182204 h 801199"/>
                <a:gd name="csX74" fmla="*/ 3844217 w 3852116"/>
                <a:gd name="csY74" fmla="*/ 192740 h 801199"/>
                <a:gd name="csX75" fmla="*/ 3849483 w 3852116"/>
                <a:gd name="csY75" fmla="*/ 195375 h 801199"/>
                <a:gd name="csX76" fmla="*/ 3849483 w 3852116"/>
                <a:gd name="csY76" fmla="*/ 203277 h 801199"/>
                <a:gd name="csX77" fmla="*/ 3844217 w 3852116"/>
                <a:gd name="csY77" fmla="*/ 208545 h 801199"/>
                <a:gd name="csX78" fmla="*/ 3841585 w 3852116"/>
                <a:gd name="csY78" fmla="*/ 211179 h 801199"/>
                <a:gd name="csX79" fmla="*/ 3831053 w 3852116"/>
                <a:gd name="csY79" fmla="*/ 203277 h 801199"/>
                <a:gd name="csX80" fmla="*/ 3825787 w 3852116"/>
                <a:gd name="csY80" fmla="*/ 203277 h 801199"/>
                <a:gd name="csX81" fmla="*/ 3820522 w 3852116"/>
                <a:gd name="csY81" fmla="*/ 203277 h 801199"/>
                <a:gd name="csX82" fmla="*/ 3812623 w 3852116"/>
                <a:gd name="csY82" fmla="*/ 198009 h 801199"/>
                <a:gd name="csX83" fmla="*/ 3802091 w 3852116"/>
                <a:gd name="csY83" fmla="*/ 198009 h 801199"/>
                <a:gd name="csX84" fmla="*/ 3799459 w 3852116"/>
                <a:gd name="csY84" fmla="*/ 200643 h 801199"/>
                <a:gd name="csX85" fmla="*/ 3804725 w 3852116"/>
                <a:gd name="csY85" fmla="*/ 200643 h 801199"/>
                <a:gd name="csX86" fmla="*/ 3812623 w 3852116"/>
                <a:gd name="csY86" fmla="*/ 203277 h 801199"/>
                <a:gd name="csX87" fmla="*/ 3820522 w 3852116"/>
                <a:gd name="csY87" fmla="*/ 208545 h 801199"/>
                <a:gd name="csX88" fmla="*/ 3828420 w 3852116"/>
                <a:gd name="csY88" fmla="*/ 208545 h 801199"/>
                <a:gd name="csX89" fmla="*/ 3836319 w 3852116"/>
                <a:gd name="csY89" fmla="*/ 213813 h 801199"/>
                <a:gd name="csX90" fmla="*/ 3841585 w 3852116"/>
                <a:gd name="csY90" fmla="*/ 219081 h 801199"/>
                <a:gd name="csX91" fmla="*/ 3844217 w 3852116"/>
                <a:gd name="csY91" fmla="*/ 226983 h 801199"/>
                <a:gd name="csX92" fmla="*/ 3844217 w 3852116"/>
                <a:gd name="csY92" fmla="*/ 234885 h 801199"/>
                <a:gd name="csX93" fmla="*/ 3838952 w 3852116"/>
                <a:gd name="csY93" fmla="*/ 245421 h 801199"/>
                <a:gd name="csX94" fmla="*/ 3852116 w 3852116"/>
                <a:gd name="csY94" fmla="*/ 258591 h 801199"/>
                <a:gd name="csX95" fmla="*/ 3849483 w 3852116"/>
                <a:gd name="csY95" fmla="*/ 266493 h 801199"/>
                <a:gd name="csX96" fmla="*/ 3849483 w 3852116"/>
                <a:gd name="csY96" fmla="*/ 271761 h 801199"/>
                <a:gd name="csX97" fmla="*/ 3844217 w 3852116"/>
                <a:gd name="csY97" fmla="*/ 277029 h 801199"/>
                <a:gd name="csX98" fmla="*/ 3841585 w 3852116"/>
                <a:gd name="csY98" fmla="*/ 284931 h 801199"/>
                <a:gd name="csX99" fmla="*/ 3836319 w 3852116"/>
                <a:gd name="csY99" fmla="*/ 287565 h 801199"/>
                <a:gd name="csX100" fmla="*/ 3828420 w 3852116"/>
                <a:gd name="csY100" fmla="*/ 298101 h 801199"/>
                <a:gd name="csX101" fmla="*/ 3831053 w 3852116"/>
                <a:gd name="csY101" fmla="*/ 303369 h 801199"/>
                <a:gd name="csX102" fmla="*/ 3828420 w 3852116"/>
                <a:gd name="csY102" fmla="*/ 306003 h 801199"/>
                <a:gd name="csX103" fmla="*/ 3828420 w 3852116"/>
                <a:gd name="csY103" fmla="*/ 308637 h 801199"/>
                <a:gd name="csX104" fmla="*/ 3825787 w 3852116"/>
                <a:gd name="csY104" fmla="*/ 308637 h 801199"/>
                <a:gd name="csX105" fmla="*/ 3825787 w 3852116"/>
                <a:gd name="csY105" fmla="*/ 321808 h 801199"/>
                <a:gd name="csX106" fmla="*/ 3823155 w 3852116"/>
                <a:gd name="csY106" fmla="*/ 332344 h 801199"/>
                <a:gd name="csX107" fmla="*/ 3817889 w 3852116"/>
                <a:gd name="csY107" fmla="*/ 337612 h 801199"/>
                <a:gd name="csX108" fmla="*/ 3817889 w 3852116"/>
                <a:gd name="csY108" fmla="*/ 350782 h 801199"/>
                <a:gd name="csX109" fmla="*/ 3823155 w 3852116"/>
                <a:gd name="csY109" fmla="*/ 366586 h 801199"/>
                <a:gd name="csX110" fmla="*/ 3825787 w 3852116"/>
                <a:gd name="csY110" fmla="*/ 369220 h 801199"/>
                <a:gd name="csX111" fmla="*/ 3825787 w 3852116"/>
                <a:gd name="csY111" fmla="*/ 374488 h 801199"/>
                <a:gd name="csX112" fmla="*/ 3820522 w 3852116"/>
                <a:gd name="csY112" fmla="*/ 379756 h 801199"/>
                <a:gd name="csX113" fmla="*/ 3823155 w 3852116"/>
                <a:gd name="csY113" fmla="*/ 400828 h 801199"/>
                <a:gd name="csX114" fmla="*/ 3823155 w 3852116"/>
                <a:gd name="csY114" fmla="*/ 408730 h 801199"/>
                <a:gd name="csX115" fmla="*/ 3815256 w 3852116"/>
                <a:gd name="csY115" fmla="*/ 419266 h 801199"/>
                <a:gd name="csX116" fmla="*/ 3815256 w 3852116"/>
                <a:gd name="csY116" fmla="*/ 427168 h 801199"/>
                <a:gd name="csX117" fmla="*/ 3815256 w 3852116"/>
                <a:gd name="csY117" fmla="*/ 432436 h 801199"/>
                <a:gd name="csX118" fmla="*/ 3815256 w 3852116"/>
                <a:gd name="csY118" fmla="*/ 440338 h 801199"/>
                <a:gd name="csX119" fmla="*/ 3812623 w 3852116"/>
                <a:gd name="csY119" fmla="*/ 456143 h 801199"/>
                <a:gd name="csX120" fmla="*/ 3807357 w 3852116"/>
                <a:gd name="csY120" fmla="*/ 461411 h 801199"/>
                <a:gd name="csX121" fmla="*/ 3802091 w 3852116"/>
                <a:gd name="csY121" fmla="*/ 464045 h 801199"/>
                <a:gd name="csX122" fmla="*/ 3799459 w 3852116"/>
                <a:gd name="csY122" fmla="*/ 466679 h 801199"/>
                <a:gd name="csX123" fmla="*/ 3794193 w 3852116"/>
                <a:gd name="csY123" fmla="*/ 474581 h 801199"/>
                <a:gd name="csX124" fmla="*/ 3781029 w 3852116"/>
                <a:gd name="csY124" fmla="*/ 487751 h 801199"/>
                <a:gd name="csX125" fmla="*/ 3770497 w 3852116"/>
                <a:gd name="csY125" fmla="*/ 506189 h 801199"/>
                <a:gd name="csX126" fmla="*/ 3759966 w 3852116"/>
                <a:gd name="csY126" fmla="*/ 521993 h 801199"/>
                <a:gd name="csX127" fmla="*/ 3754700 w 3852116"/>
                <a:gd name="csY127" fmla="*/ 532529 h 801199"/>
                <a:gd name="csX128" fmla="*/ 3746801 w 3852116"/>
                <a:gd name="csY128" fmla="*/ 553601 h 801199"/>
                <a:gd name="csX129" fmla="*/ 3738903 w 3852116"/>
                <a:gd name="csY129" fmla="*/ 572039 h 801199"/>
                <a:gd name="csX130" fmla="*/ 3736270 w 3852116"/>
                <a:gd name="csY130" fmla="*/ 574673 h 801199"/>
                <a:gd name="csX131" fmla="*/ 3728371 w 3852116"/>
                <a:gd name="csY131" fmla="*/ 579942 h 801199"/>
                <a:gd name="csX132" fmla="*/ 3725739 w 3852116"/>
                <a:gd name="csY132" fmla="*/ 587844 h 801199"/>
                <a:gd name="csX133" fmla="*/ 3696777 w 3852116"/>
                <a:gd name="csY133" fmla="*/ 622086 h 801199"/>
                <a:gd name="csX134" fmla="*/ 3688878 w 3852116"/>
                <a:gd name="csY134" fmla="*/ 632622 h 801199"/>
                <a:gd name="csX135" fmla="*/ 3683613 w 3852116"/>
                <a:gd name="csY135" fmla="*/ 637890 h 801199"/>
                <a:gd name="csX136" fmla="*/ 3675714 w 3852116"/>
                <a:gd name="csY136" fmla="*/ 651060 h 801199"/>
                <a:gd name="csX137" fmla="*/ 3667815 w 3852116"/>
                <a:gd name="csY137" fmla="*/ 656328 h 801199"/>
                <a:gd name="csX138" fmla="*/ 3662549 w 3852116"/>
                <a:gd name="csY138" fmla="*/ 661596 h 801199"/>
                <a:gd name="csX139" fmla="*/ 3657284 w 3852116"/>
                <a:gd name="csY139" fmla="*/ 669498 h 801199"/>
                <a:gd name="csX140" fmla="*/ 3657284 w 3852116"/>
                <a:gd name="csY140" fmla="*/ 674766 h 801199"/>
                <a:gd name="csX141" fmla="*/ 3649385 w 3852116"/>
                <a:gd name="csY141" fmla="*/ 685302 h 801199"/>
                <a:gd name="csX142" fmla="*/ 3644119 w 3852116"/>
                <a:gd name="csY142" fmla="*/ 693204 h 801199"/>
                <a:gd name="csX143" fmla="*/ 3636221 w 3852116"/>
                <a:gd name="csY143" fmla="*/ 703740 h 801199"/>
                <a:gd name="csX144" fmla="*/ 3609892 w 3852116"/>
                <a:gd name="csY144" fmla="*/ 722179 h 801199"/>
                <a:gd name="csX145" fmla="*/ 3599361 w 3852116"/>
                <a:gd name="csY145" fmla="*/ 727447 h 801199"/>
                <a:gd name="csX146" fmla="*/ 3594095 w 3852116"/>
                <a:gd name="csY146" fmla="*/ 732715 h 801199"/>
                <a:gd name="csX147" fmla="*/ 3588829 w 3852116"/>
                <a:gd name="csY147" fmla="*/ 732715 h 801199"/>
                <a:gd name="csX148" fmla="*/ 3575665 w 3852116"/>
                <a:gd name="csY148" fmla="*/ 737983 h 801199"/>
                <a:gd name="csX149" fmla="*/ 3567766 w 3852116"/>
                <a:gd name="csY149" fmla="*/ 735349 h 801199"/>
                <a:gd name="csX150" fmla="*/ 3562501 w 3852116"/>
                <a:gd name="csY150" fmla="*/ 732715 h 801199"/>
                <a:gd name="csX151" fmla="*/ 3562501 w 3852116"/>
                <a:gd name="csY151" fmla="*/ 735349 h 801199"/>
                <a:gd name="csX152" fmla="*/ 3554602 w 3852116"/>
                <a:gd name="csY152" fmla="*/ 730081 h 801199"/>
                <a:gd name="csX153" fmla="*/ 3549336 w 3852116"/>
                <a:gd name="csY153" fmla="*/ 727447 h 801199"/>
                <a:gd name="csX154" fmla="*/ 3544070 w 3852116"/>
                <a:gd name="csY154" fmla="*/ 727447 h 801199"/>
                <a:gd name="csX155" fmla="*/ 3541437 w 3852116"/>
                <a:gd name="csY155" fmla="*/ 727447 h 801199"/>
                <a:gd name="csX156" fmla="*/ 3541437 w 3852116"/>
                <a:gd name="csY156" fmla="*/ 719545 h 801199"/>
                <a:gd name="csX157" fmla="*/ 3544070 w 3852116"/>
                <a:gd name="csY157" fmla="*/ 714277 h 801199"/>
                <a:gd name="csX158" fmla="*/ 3544070 w 3852116"/>
                <a:gd name="csY158" fmla="*/ 711643 h 801199"/>
                <a:gd name="csX159" fmla="*/ 3538805 w 3852116"/>
                <a:gd name="csY159" fmla="*/ 711643 h 801199"/>
                <a:gd name="csX160" fmla="*/ 3530906 w 3852116"/>
                <a:gd name="csY160" fmla="*/ 716911 h 801199"/>
                <a:gd name="csX161" fmla="*/ 3528273 w 3852116"/>
                <a:gd name="csY161" fmla="*/ 714277 h 801199"/>
                <a:gd name="csX162" fmla="*/ 3533539 w 3852116"/>
                <a:gd name="csY162" fmla="*/ 709008 h 801199"/>
                <a:gd name="csX163" fmla="*/ 3528273 w 3852116"/>
                <a:gd name="csY163" fmla="*/ 709008 h 801199"/>
                <a:gd name="csX164" fmla="*/ 3525640 w 3852116"/>
                <a:gd name="csY164" fmla="*/ 703740 h 801199"/>
                <a:gd name="csX165" fmla="*/ 3523007 w 3852116"/>
                <a:gd name="csY165" fmla="*/ 716911 h 801199"/>
                <a:gd name="csX166" fmla="*/ 3515109 w 3852116"/>
                <a:gd name="csY166" fmla="*/ 724813 h 801199"/>
                <a:gd name="csX167" fmla="*/ 3512476 w 3852116"/>
                <a:gd name="csY167" fmla="*/ 730081 h 801199"/>
                <a:gd name="csX168" fmla="*/ 3509843 w 3852116"/>
                <a:gd name="csY168" fmla="*/ 735349 h 801199"/>
                <a:gd name="csX169" fmla="*/ 3504577 w 3852116"/>
                <a:gd name="csY169" fmla="*/ 740617 h 801199"/>
                <a:gd name="csX170" fmla="*/ 3491413 w 3852116"/>
                <a:gd name="csY170" fmla="*/ 737983 h 801199"/>
                <a:gd name="csX171" fmla="*/ 3488780 w 3852116"/>
                <a:gd name="csY171" fmla="*/ 740617 h 801199"/>
                <a:gd name="csX172" fmla="*/ 3488780 w 3852116"/>
                <a:gd name="csY172" fmla="*/ 743251 h 801199"/>
                <a:gd name="csX173" fmla="*/ 3491413 w 3852116"/>
                <a:gd name="csY173" fmla="*/ 748519 h 801199"/>
                <a:gd name="csX174" fmla="*/ 3486147 w 3852116"/>
                <a:gd name="csY174" fmla="*/ 751153 h 801199"/>
                <a:gd name="csX175" fmla="*/ 3483514 w 3852116"/>
                <a:gd name="csY175" fmla="*/ 745885 h 801199"/>
                <a:gd name="csX176" fmla="*/ 3483514 w 3852116"/>
                <a:gd name="csY176" fmla="*/ 743251 h 801199"/>
                <a:gd name="csX177" fmla="*/ 3483514 w 3852116"/>
                <a:gd name="csY177" fmla="*/ 730081 h 801199"/>
                <a:gd name="csX178" fmla="*/ 3494046 w 3852116"/>
                <a:gd name="csY178" fmla="*/ 719545 h 801199"/>
                <a:gd name="csX179" fmla="*/ 3504577 w 3852116"/>
                <a:gd name="csY179" fmla="*/ 703740 h 801199"/>
                <a:gd name="csX180" fmla="*/ 3504577 w 3852116"/>
                <a:gd name="csY180" fmla="*/ 669498 h 801199"/>
                <a:gd name="csX181" fmla="*/ 3501945 w 3852116"/>
                <a:gd name="csY181" fmla="*/ 651060 h 801199"/>
                <a:gd name="csX182" fmla="*/ 3496679 w 3852116"/>
                <a:gd name="csY182" fmla="*/ 643158 h 801199"/>
                <a:gd name="csX183" fmla="*/ 3517742 w 3852116"/>
                <a:gd name="csY183" fmla="*/ 622086 h 801199"/>
                <a:gd name="csX184" fmla="*/ 3525640 w 3852116"/>
                <a:gd name="csY184" fmla="*/ 616818 h 801199"/>
                <a:gd name="csX185" fmla="*/ 3557235 w 3852116"/>
                <a:gd name="csY185" fmla="*/ 624720 h 801199"/>
                <a:gd name="csX186" fmla="*/ 3562501 w 3852116"/>
                <a:gd name="csY186" fmla="*/ 627354 h 801199"/>
                <a:gd name="csX187" fmla="*/ 3567766 w 3852116"/>
                <a:gd name="csY187" fmla="*/ 622086 h 801199"/>
                <a:gd name="csX188" fmla="*/ 3573032 w 3852116"/>
                <a:gd name="csY188" fmla="*/ 608916 h 801199"/>
                <a:gd name="csX189" fmla="*/ 3580931 w 3852116"/>
                <a:gd name="csY189" fmla="*/ 598380 h 801199"/>
                <a:gd name="csX190" fmla="*/ 3591462 w 3852116"/>
                <a:gd name="csY190" fmla="*/ 574673 h 801199"/>
                <a:gd name="csX191" fmla="*/ 3596728 w 3852116"/>
                <a:gd name="csY191" fmla="*/ 548333 h 801199"/>
                <a:gd name="csX192" fmla="*/ 3604626 w 3852116"/>
                <a:gd name="csY192" fmla="*/ 527261 h 801199"/>
                <a:gd name="csX193" fmla="*/ 3607259 w 3852116"/>
                <a:gd name="csY193" fmla="*/ 514091 h 801199"/>
                <a:gd name="csX194" fmla="*/ 3615158 w 3852116"/>
                <a:gd name="csY194" fmla="*/ 506189 h 801199"/>
                <a:gd name="csX195" fmla="*/ 3623057 w 3852116"/>
                <a:gd name="csY195" fmla="*/ 500921 h 801199"/>
                <a:gd name="csX196" fmla="*/ 3625689 w 3852116"/>
                <a:gd name="csY196" fmla="*/ 487751 h 801199"/>
                <a:gd name="csX197" fmla="*/ 3620423 w 3852116"/>
                <a:gd name="csY197" fmla="*/ 477215 h 801199"/>
                <a:gd name="csX198" fmla="*/ 3620423 w 3852116"/>
                <a:gd name="csY198" fmla="*/ 464045 h 801199"/>
                <a:gd name="csX199" fmla="*/ 3625689 w 3852116"/>
                <a:gd name="csY199" fmla="*/ 456143 h 801199"/>
                <a:gd name="csX200" fmla="*/ 3607259 w 3852116"/>
                <a:gd name="csY200" fmla="*/ 461411 h 801199"/>
                <a:gd name="csX201" fmla="*/ 3586196 w 3852116"/>
                <a:gd name="csY201" fmla="*/ 471947 h 801199"/>
                <a:gd name="csX202" fmla="*/ 3575665 w 3852116"/>
                <a:gd name="csY202" fmla="*/ 474581 h 801199"/>
                <a:gd name="csX203" fmla="*/ 3554602 w 3852116"/>
                <a:gd name="csY203" fmla="*/ 487751 h 801199"/>
                <a:gd name="csX204" fmla="*/ 3533539 w 3852116"/>
                <a:gd name="csY204" fmla="*/ 495653 h 801199"/>
                <a:gd name="csX205" fmla="*/ 3523007 w 3852116"/>
                <a:gd name="csY205" fmla="*/ 498287 h 801199"/>
                <a:gd name="csX206" fmla="*/ 3512476 w 3852116"/>
                <a:gd name="csY206" fmla="*/ 493019 h 801199"/>
                <a:gd name="csX207" fmla="*/ 3499311 w 3852116"/>
                <a:gd name="csY207" fmla="*/ 495653 h 801199"/>
                <a:gd name="csX208" fmla="*/ 3496679 w 3852116"/>
                <a:gd name="csY208" fmla="*/ 485117 h 801199"/>
                <a:gd name="csX209" fmla="*/ 3488780 w 3852116"/>
                <a:gd name="csY209" fmla="*/ 477215 h 801199"/>
                <a:gd name="csX210" fmla="*/ 3488780 w 3852116"/>
                <a:gd name="csY210" fmla="*/ 464045 h 801199"/>
                <a:gd name="csX211" fmla="*/ 3488780 w 3852116"/>
                <a:gd name="csY211" fmla="*/ 456143 h 801199"/>
                <a:gd name="csX212" fmla="*/ 3486147 w 3852116"/>
                <a:gd name="csY212" fmla="*/ 450875 h 801199"/>
                <a:gd name="csX213" fmla="*/ 3483514 w 3852116"/>
                <a:gd name="csY213" fmla="*/ 440338 h 801199"/>
                <a:gd name="csX214" fmla="*/ 3483514 w 3852116"/>
                <a:gd name="csY214" fmla="*/ 437704 h 801199"/>
                <a:gd name="csX215" fmla="*/ 3480881 w 3852116"/>
                <a:gd name="csY215" fmla="*/ 432436 h 801199"/>
                <a:gd name="csX216" fmla="*/ 3472983 w 3852116"/>
                <a:gd name="csY216" fmla="*/ 432436 h 801199"/>
                <a:gd name="csX217" fmla="*/ 3465084 w 3852116"/>
                <a:gd name="csY217" fmla="*/ 427168 h 801199"/>
                <a:gd name="csX218" fmla="*/ 3444021 w 3852116"/>
                <a:gd name="csY218" fmla="*/ 408730 h 801199"/>
                <a:gd name="csX219" fmla="*/ 3433490 w 3852116"/>
                <a:gd name="csY219" fmla="*/ 403462 h 801199"/>
                <a:gd name="csX220" fmla="*/ 3420325 w 3852116"/>
                <a:gd name="csY220" fmla="*/ 403462 h 801199"/>
                <a:gd name="csX221" fmla="*/ 3412427 w 3852116"/>
                <a:gd name="csY221" fmla="*/ 398194 h 801199"/>
                <a:gd name="csX222" fmla="*/ 3399263 w 3852116"/>
                <a:gd name="csY222" fmla="*/ 403462 h 801199"/>
                <a:gd name="csX223" fmla="*/ 3383465 w 3852116"/>
                <a:gd name="csY223" fmla="*/ 400828 h 801199"/>
                <a:gd name="csX224" fmla="*/ 3375567 w 3852116"/>
                <a:gd name="csY224" fmla="*/ 395560 h 801199"/>
                <a:gd name="csX225" fmla="*/ 3375567 w 3852116"/>
                <a:gd name="csY225" fmla="*/ 382390 h 801199"/>
                <a:gd name="csX226" fmla="*/ 3375567 w 3852116"/>
                <a:gd name="csY226" fmla="*/ 369220 h 801199"/>
                <a:gd name="csX227" fmla="*/ 3372934 w 3852116"/>
                <a:gd name="csY227" fmla="*/ 369220 h 801199"/>
                <a:gd name="csX228" fmla="*/ 3375567 w 3852116"/>
                <a:gd name="csY228" fmla="*/ 366586 h 801199"/>
                <a:gd name="csX229" fmla="*/ 3370301 w 3852116"/>
                <a:gd name="csY229" fmla="*/ 353416 h 801199"/>
                <a:gd name="csX230" fmla="*/ 3365035 w 3852116"/>
                <a:gd name="csY230" fmla="*/ 329710 h 801199"/>
                <a:gd name="csX231" fmla="*/ 3351871 w 3852116"/>
                <a:gd name="csY231" fmla="*/ 303369 h 801199"/>
                <a:gd name="csX232" fmla="*/ 3349238 w 3852116"/>
                <a:gd name="csY232" fmla="*/ 292833 h 801199"/>
                <a:gd name="csX233" fmla="*/ 3343972 w 3852116"/>
                <a:gd name="csY233" fmla="*/ 282297 h 801199"/>
                <a:gd name="csX234" fmla="*/ 3341339 w 3852116"/>
                <a:gd name="csY234" fmla="*/ 269127 h 801199"/>
                <a:gd name="csX235" fmla="*/ 3338707 w 3852116"/>
                <a:gd name="csY235" fmla="*/ 261225 h 801199"/>
                <a:gd name="csX236" fmla="*/ 3338707 w 3852116"/>
                <a:gd name="csY236" fmla="*/ 255957 h 801199"/>
                <a:gd name="csX237" fmla="*/ 3336074 w 3852116"/>
                <a:gd name="csY237" fmla="*/ 250689 h 801199"/>
                <a:gd name="csX238" fmla="*/ 3330808 w 3852116"/>
                <a:gd name="csY238" fmla="*/ 245421 h 801199"/>
                <a:gd name="csX239" fmla="*/ 3325542 w 3852116"/>
                <a:gd name="csY239" fmla="*/ 242787 h 801199"/>
                <a:gd name="csX240" fmla="*/ 3325542 w 3852116"/>
                <a:gd name="csY240" fmla="*/ 234885 h 801199"/>
                <a:gd name="csX241" fmla="*/ 3317643 w 3852116"/>
                <a:gd name="csY241" fmla="*/ 221715 h 801199"/>
                <a:gd name="csX242" fmla="*/ 3312378 w 3852116"/>
                <a:gd name="csY242" fmla="*/ 213813 h 801199"/>
                <a:gd name="csX243" fmla="*/ 3304479 w 3852116"/>
                <a:gd name="csY243" fmla="*/ 211179 h 801199"/>
                <a:gd name="csX244" fmla="*/ 3293948 w 3852116"/>
                <a:gd name="csY244" fmla="*/ 208545 h 801199"/>
                <a:gd name="csX245" fmla="*/ 3283416 w 3852116"/>
                <a:gd name="csY245" fmla="*/ 211179 h 801199"/>
                <a:gd name="csX246" fmla="*/ 3272885 w 3852116"/>
                <a:gd name="csY246" fmla="*/ 208545 h 801199"/>
                <a:gd name="csX247" fmla="*/ 3264986 w 3852116"/>
                <a:gd name="csY247" fmla="*/ 200643 h 801199"/>
                <a:gd name="csX248" fmla="*/ 3254455 w 3852116"/>
                <a:gd name="csY248" fmla="*/ 192740 h 801199"/>
                <a:gd name="csX249" fmla="*/ 3243923 w 3852116"/>
                <a:gd name="csY249" fmla="*/ 187472 h 801199"/>
                <a:gd name="csX250" fmla="*/ 3236025 w 3852116"/>
                <a:gd name="csY250" fmla="*/ 187472 h 801199"/>
                <a:gd name="csX251" fmla="*/ 3214962 w 3852116"/>
                <a:gd name="csY251" fmla="*/ 190106 h 801199"/>
                <a:gd name="csX252" fmla="*/ 3199165 w 3852116"/>
                <a:gd name="csY252" fmla="*/ 190106 h 801199"/>
                <a:gd name="csX253" fmla="*/ 3172836 w 3852116"/>
                <a:gd name="csY253" fmla="*/ 200643 h 801199"/>
                <a:gd name="csX254" fmla="*/ 3151773 w 3852116"/>
                <a:gd name="csY254" fmla="*/ 203277 h 801199"/>
                <a:gd name="csX255" fmla="*/ 3141241 w 3852116"/>
                <a:gd name="csY255" fmla="*/ 211179 h 801199"/>
                <a:gd name="csX256" fmla="*/ 3135975 w 3852116"/>
                <a:gd name="csY256" fmla="*/ 219081 h 801199"/>
                <a:gd name="csX257" fmla="*/ 3122811 w 3852116"/>
                <a:gd name="csY257" fmla="*/ 232251 h 801199"/>
                <a:gd name="csX258" fmla="*/ 3120178 w 3852116"/>
                <a:gd name="csY258" fmla="*/ 240153 h 801199"/>
                <a:gd name="csX259" fmla="*/ 3122811 w 3852116"/>
                <a:gd name="csY259" fmla="*/ 242787 h 801199"/>
                <a:gd name="csX260" fmla="*/ 3133343 w 3852116"/>
                <a:gd name="csY260" fmla="*/ 240153 h 801199"/>
                <a:gd name="csX261" fmla="*/ 3138609 w 3852116"/>
                <a:gd name="csY261" fmla="*/ 240153 h 801199"/>
                <a:gd name="csX262" fmla="*/ 3143874 w 3852116"/>
                <a:gd name="csY262" fmla="*/ 242787 h 801199"/>
                <a:gd name="csX263" fmla="*/ 3143874 w 3852116"/>
                <a:gd name="csY263" fmla="*/ 261225 h 801199"/>
                <a:gd name="csX264" fmla="*/ 3146507 w 3852116"/>
                <a:gd name="csY264" fmla="*/ 266493 h 801199"/>
                <a:gd name="csX265" fmla="*/ 3146507 w 3852116"/>
                <a:gd name="csY265" fmla="*/ 269127 h 801199"/>
                <a:gd name="csX266" fmla="*/ 3130710 w 3852116"/>
                <a:gd name="csY266" fmla="*/ 287565 h 801199"/>
                <a:gd name="csX267" fmla="*/ 3120178 w 3852116"/>
                <a:gd name="csY267" fmla="*/ 292833 h 801199"/>
                <a:gd name="csX268" fmla="*/ 3114913 w 3852116"/>
                <a:gd name="csY268" fmla="*/ 303369 h 801199"/>
                <a:gd name="csX269" fmla="*/ 3112280 w 3852116"/>
                <a:gd name="csY269" fmla="*/ 316540 h 801199"/>
                <a:gd name="csX270" fmla="*/ 3107014 w 3852116"/>
                <a:gd name="csY270" fmla="*/ 334978 h 801199"/>
                <a:gd name="csX271" fmla="*/ 3104381 w 3852116"/>
                <a:gd name="csY271" fmla="*/ 342880 h 801199"/>
                <a:gd name="csX272" fmla="*/ 3096483 w 3852116"/>
                <a:gd name="csY272" fmla="*/ 350782 h 801199"/>
                <a:gd name="csX273" fmla="*/ 3093850 w 3852116"/>
                <a:gd name="csY273" fmla="*/ 358684 h 801199"/>
                <a:gd name="csX274" fmla="*/ 3096483 w 3852116"/>
                <a:gd name="csY274" fmla="*/ 366586 h 801199"/>
                <a:gd name="csX275" fmla="*/ 3093850 w 3852116"/>
                <a:gd name="csY275" fmla="*/ 371854 h 801199"/>
                <a:gd name="csX276" fmla="*/ 3064888 w 3852116"/>
                <a:gd name="csY276" fmla="*/ 390292 h 801199"/>
                <a:gd name="csX277" fmla="*/ 3054357 w 3852116"/>
                <a:gd name="csY277" fmla="*/ 398194 h 801199"/>
                <a:gd name="csX278" fmla="*/ 3049091 w 3852116"/>
                <a:gd name="csY278" fmla="*/ 398194 h 801199"/>
                <a:gd name="csX279" fmla="*/ 3033294 w 3852116"/>
                <a:gd name="csY279" fmla="*/ 390292 h 801199"/>
                <a:gd name="csX280" fmla="*/ 3012231 w 3852116"/>
                <a:gd name="csY280" fmla="*/ 385024 h 801199"/>
                <a:gd name="csX281" fmla="*/ 3004332 w 3852116"/>
                <a:gd name="csY281" fmla="*/ 377122 h 801199"/>
                <a:gd name="csX282" fmla="*/ 2996433 w 3852116"/>
                <a:gd name="csY282" fmla="*/ 377122 h 801199"/>
                <a:gd name="csX283" fmla="*/ 2993801 w 3852116"/>
                <a:gd name="csY283" fmla="*/ 374488 h 801199"/>
                <a:gd name="csX284" fmla="*/ 2985902 w 3852116"/>
                <a:gd name="csY284" fmla="*/ 379756 h 801199"/>
                <a:gd name="csX285" fmla="*/ 2975371 w 3852116"/>
                <a:gd name="csY285" fmla="*/ 382390 h 801199"/>
                <a:gd name="csX286" fmla="*/ 2962206 w 3852116"/>
                <a:gd name="csY286" fmla="*/ 379756 h 801199"/>
                <a:gd name="csX287" fmla="*/ 2951675 w 3852116"/>
                <a:gd name="csY287" fmla="*/ 371854 h 801199"/>
                <a:gd name="csX288" fmla="*/ 2935877 w 3852116"/>
                <a:gd name="csY288" fmla="*/ 363952 h 801199"/>
                <a:gd name="csX289" fmla="*/ 2920080 w 3852116"/>
                <a:gd name="csY289" fmla="*/ 369220 h 801199"/>
                <a:gd name="csX290" fmla="*/ 2904283 w 3852116"/>
                <a:gd name="csY290" fmla="*/ 379756 h 801199"/>
                <a:gd name="csX291" fmla="*/ 2880587 w 3852116"/>
                <a:gd name="csY291" fmla="*/ 398194 h 801199"/>
                <a:gd name="csX292" fmla="*/ 2864790 w 3852116"/>
                <a:gd name="csY292" fmla="*/ 400828 h 801199"/>
                <a:gd name="csX293" fmla="*/ 2843727 w 3852116"/>
                <a:gd name="csY293" fmla="*/ 406096 h 801199"/>
                <a:gd name="csX294" fmla="*/ 2809500 w 3852116"/>
                <a:gd name="csY294" fmla="*/ 419266 h 801199"/>
                <a:gd name="csX295" fmla="*/ 2798968 w 3852116"/>
                <a:gd name="csY295" fmla="*/ 413998 h 801199"/>
                <a:gd name="csX296" fmla="*/ 2783171 w 3852116"/>
                <a:gd name="csY296" fmla="*/ 413998 h 801199"/>
                <a:gd name="csX297" fmla="*/ 2770007 w 3852116"/>
                <a:gd name="csY297" fmla="*/ 413998 h 801199"/>
                <a:gd name="csX298" fmla="*/ 2756842 w 3852116"/>
                <a:gd name="csY298" fmla="*/ 408730 h 801199"/>
                <a:gd name="csX299" fmla="*/ 2738412 w 3852116"/>
                <a:gd name="csY299" fmla="*/ 406096 h 801199"/>
                <a:gd name="csX300" fmla="*/ 2719982 w 3852116"/>
                <a:gd name="csY300" fmla="*/ 395560 h 801199"/>
                <a:gd name="csX301" fmla="*/ 2712083 w 3852116"/>
                <a:gd name="csY301" fmla="*/ 385024 h 801199"/>
                <a:gd name="csX302" fmla="*/ 2698919 w 3852116"/>
                <a:gd name="csY302" fmla="*/ 377122 h 801199"/>
                <a:gd name="csX303" fmla="*/ 2685755 w 3852116"/>
                <a:gd name="csY303" fmla="*/ 374488 h 801199"/>
                <a:gd name="csX304" fmla="*/ 2672591 w 3852116"/>
                <a:gd name="csY304" fmla="*/ 366586 h 801199"/>
                <a:gd name="csX305" fmla="*/ 2667325 w 3852116"/>
                <a:gd name="csY305" fmla="*/ 363952 h 801199"/>
                <a:gd name="csX306" fmla="*/ 2662059 w 3852116"/>
                <a:gd name="csY306" fmla="*/ 356050 h 801199"/>
                <a:gd name="csX307" fmla="*/ 2630465 w 3852116"/>
                <a:gd name="csY307" fmla="*/ 345514 h 801199"/>
                <a:gd name="csX308" fmla="*/ 2612035 w 3852116"/>
                <a:gd name="csY308" fmla="*/ 340246 h 801199"/>
                <a:gd name="csX309" fmla="*/ 2596237 w 3852116"/>
                <a:gd name="csY309" fmla="*/ 348148 h 801199"/>
                <a:gd name="csX310" fmla="*/ 2580440 w 3852116"/>
                <a:gd name="csY310" fmla="*/ 358684 h 801199"/>
                <a:gd name="csX311" fmla="*/ 2562010 w 3852116"/>
                <a:gd name="csY311" fmla="*/ 361318 h 801199"/>
                <a:gd name="csX312" fmla="*/ 2540947 w 3852116"/>
                <a:gd name="csY312" fmla="*/ 353416 h 801199"/>
                <a:gd name="csX313" fmla="*/ 2527783 w 3852116"/>
                <a:gd name="csY313" fmla="*/ 345514 h 801199"/>
                <a:gd name="csX314" fmla="*/ 2517251 w 3852116"/>
                <a:gd name="csY314" fmla="*/ 334978 h 801199"/>
                <a:gd name="csX315" fmla="*/ 2514618 w 3852116"/>
                <a:gd name="csY315" fmla="*/ 334978 h 801199"/>
                <a:gd name="csX316" fmla="*/ 2514618 w 3852116"/>
                <a:gd name="csY316" fmla="*/ 321808 h 801199"/>
                <a:gd name="csX317" fmla="*/ 2511985 w 3852116"/>
                <a:gd name="csY317" fmla="*/ 303369 h 801199"/>
                <a:gd name="csX318" fmla="*/ 2506720 w 3852116"/>
                <a:gd name="csY318" fmla="*/ 295467 h 801199"/>
                <a:gd name="csX319" fmla="*/ 2496188 w 3852116"/>
                <a:gd name="csY319" fmla="*/ 290199 h 801199"/>
                <a:gd name="csX320" fmla="*/ 2480391 w 3852116"/>
                <a:gd name="csY320" fmla="*/ 287565 h 801199"/>
                <a:gd name="csX321" fmla="*/ 2464594 w 3852116"/>
                <a:gd name="csY321" fmla="*/ 284931 h 801199"/>
                <a:gd name="csX322" fmla="*/ 2459328 w 3852116"/>
                <a:gd name="csY322" fmla="*/ 277029 h 801199"/>
                <a:gd name="csX323" fmla="*/ 2435632 w 3852116"/>
                <a:gd name="csY323" fmla="*/ 269127 h 801199"/>
                <a:gd name="csX324" fmla="*/ 2427733 w 3852116"/>
                <a:gd name="csY324" fmla="*/ 263859 h 801199"/>
                <a:gd name="csX325" fmla="*/ 2414569 w 3852116"/>
                <a:gd name="csY325" fmla="*/ 258591 h 801199"/>
                <a:gd name="csX326" fmla="*/ 2406671 w 3852116"/>
                <a:gd name="csY326" fmla="*/ 258591 h 801199"/>
                <a:gd name="csX327" fmla="*/ 2398772 w 3852116"/>
                <a:gd name="csY327" fmla="*/ 269127 h 801199"/>
                <a:gd name="csX328" fmla="*/ 2388241 w 3852116"/>
                <a:gd name="csY328" fmla="*/ 279663 h 801199"/>
                <a:gd name="csX329" fmla="*/ 2380342 w 3852116"/>
                <a:gd name="csY329" fmla="*/ 290199 h 801199"/>
                <a:gd name="csX330" fmla="*/ 2369811 w 3852116"/>
                <a:gd name="csY330" fmla="*/ 298101 h 801199"/>
                <a:gd name="csX331" fmla="*/ 2367177 w 3852116"/>
                <a:gd name="csY331" fmla="*/ 308637 h 801199"/>
                <a:gd name="csX332" fmla="*/ 2369811 w 3852116"/>
                <a:gd name="csY332" fmla="*/ 319174 h 801199"/>
                <a:gd name="csX333" fmla="*/ 2377709 w 3852116"/>
                <a:gd name="csY333" fmla="*/ 329710 h 801199"/>
                <a:gd name="csX334" fmla="*/ 2377709 w 3852116"/>
                <a:gd name="csY334" fmla="*/ 340246 h 801199"/>
                <a:gd name="csX335" fmla="*/ 2372443 w 3852116"/>
                <a:gd name="csY335" fmla="*/ 350782 h 801199"/>
                <a:gd name="csX336" fmla="*/ 2369811 w 3852116"/>
                <a:gd name="csY336" fmla="*/ 358684 h 801199"/>
                <a:gd name="csX337" fmla="*/ 2372443 w 3852116"/>
                <a:gd name="csY337" fmla="*/ 366586 h 801199"/>
                <a:gd name="csX338" fmla="*/ 2372443 w 3852116"/>
                <a:gd name="csY338" fmla="*/ 371854 h 801199"/>
                <a:gd name="csX339" fmla="*/ 2364545 w 3852116"/>
                <a:gd name="csY339" fmla="*/ 374488 h 801199"/>
                <a:gd name="csX340" fmla="*/ 2340849 w 3852116"/>
                <a:gd name="csY340" fmla="*/ 377122 h 801199"/>
                <a:gd name="csX341" fmla="*/ 2314520 w 3852116"/>
                <a:gd name="csY341" fmla="*/ 377122 h 801199"/>
                <a:gd name="csX342" fmla="*/ 2306621 w 3852116"/>
                <a:gd name="csY342" fmla="*/ 371854 h 801199"/>
                <a:gd name="csX343" fmla="*/ 2277660 w 3852116"/>
                <a:gd name="csY343" fmla="*/ 377122 h 801199"/>
                <a:gd name="csX344" fmla="*/ 2267129 w 3852116"/>
                <a:gd name="csY344" fmla="*/ 374488 h 801199"/>
                <a:gd name="csX345" fmla="*/ 2264496 w 3852116"/>
                <a:gd name="csY345" fmla="*/ 371854 h 801199"/>
                <a:gd name="csX346" fmla="*/ 2243433 w 3852116"/>
                <a:gd name="csY346" fmla="*/ 353416 h 801199"/>
                <a:gd name="csX347" fmla="*/ 2232901 w 3852116"/>
                <a:gd name="csY347" fmla="*/ 350782 h 801199"/>
                <a:gd name="csX348" fmla="*/ 2222370 w 3852116"/>
                <a:gd name="csY348" fmla="*/ 350782 h 801199"/>
                <a:gd name="csX349" fmla="*/ 2209205 w 3852116"/>
                <a:gd name="csY349" fmla="*/ 353416 h 801199"/>
                <a:gd name="csX350" fmla="*/ 2201307 w 3852116"/>
                <a:gd name="csY350" fmla="*/ 348148 h 801199"/>
                <a:gd name="csX351" fmla="*/ 2190775 w 3852116"/>
                <a:gd name="csY351" fmla="*/ 342880 h 801199"/>
                <a:gd name="csX352" fmla="*/ 2177611 w 3852116"/>
                <a:gd name="csY352" fmla="*/ 340246 h 801199"/>
                <a:gd name="csX353" fmla="*/ 2164447 w 3852116"/>
                <a:gd name="csY353" fmla="*/ 342880 h 801199"/>
                <a:gd name="csX354" fmla="*/ 2148649 w 3852116"/>
                <a:gd name="csY354" fmla="*/ 350782 h 801199"/>
                <a:gd name="csX355" fmla="*/ 2122321 w 3852116"/>
                <a:gd name="csY355" fmla="*/ 356050 h 801199"/>
                <a:gd name="csX356" fmla="*/ 2106523 w 3852116"/>
                <a:gd name="csY356" fmla="*/ 371854 h 801199"/>
                <a:gd name="csX357" fmla="*/ 2090726 w 3852116"/>
                <a:gd name="csY357" fmla="*/ 377122 h 801199"/>
                <a:gd name="csX358" fmla="*/ 2080195 w 3852116"/>
                <a:gd name="csY358" fmla="*/ 387658 h 801199"/>
                <a:gd name="csX359" fmla="*/ 2067031 w 3852116"/>
                <a:gd name="csY359" fmla="*/ 395560 h 801199"/>
                <a:gd name="csX360" fmla="*/ 2056499 w 3852116"/>
                <a:gd name="csY360" fmla="*/ 400828 h 801199"/>
                <a:gd name="csX361" fmla="*/ 2043335 w 3852116"/>
                <a:gd name="csY361" fmla="*/ 403462 h 801199"/>
                <a:gd name="csX362" fmla="*/ 2035436 w 3852116"/>
                <a:gd name="csY362" fmla="*/ 413998 h 801199"/>
                <a:gd name="csX363" fmla="*/ 2027537 w 3852116"/>
                <a:gd name="csY363" fmla="*/ 429802 h 801199"/>
                <a:gd name="csX364" fmla="*/ 2024905 w 3852116"/>
                <a:gd name="csY364" fmla="*/ 429802 h 801199"/>
                <a:gd name="csX365" fmla="*/ 2014373 w 3852116"/>
                <a:gd name="csY365" fmla="*/ 437704 h 801199"/>
                <a:gd name="csX366" fmla="*/ 1998576 w 3852116"/>
                <a:gd name="csY366" fmla="*/ 435070 h 801199"/>
                <a:gd name="csX367" fmla="*/ 2006475 w 3852116"/>
                <a:gd name="csY367" fmla="*/ 419266 h 801199"/>
                <a:gd name="csX368" fmla="*/ 2003842 w 3852116"/>
                <a:gd name="csY368" fmla="*/ 413998 h 801199"/>
                <a:gd name="csX369" fmla="*/ 2001209 w 3852116"/>
                <a:gd name="csY369" fmla="*/ 411364 h 801199"/>
                <a:gd name="csX370" fmla="*/ 1995943 w 3852116"/>
                <a:gd name="csY370" fmla="*/ 400828 h 801199"/>
                <a:gd name="csX371" fmla="*/ 1990677 w 3852116"/>
                <a:gd name="csY371" fmla="*/ 398194 h 801199"/>
                <a:gd name="csX372" fmla="*/ 1988044 w 3852116"/>
                <a:gd name="csY372" fmla="*/ 395560 h 801199"/>
                <a:gd name="csX373" fmla="*/ 1988044 w 3852116"/>
                <a:gd name="csY373" fmla="*/ 390292 h 801199"/>
                <a:gd name="csX374" fmla="*/ 1977513 w 3852116"/>
                <a:gd name="csY374" fmla="*/ 392926 h 801199"/>
                <a:gd name="csX375" fmla="*/ 1974880 w 3852116"/>
                <a:gd name="csY375" fmla="*/ 398194 h 801199"/>
                <a:gd name="csX376" fmla="*/ 1974880 w 3852116"/>
                <a:gd name="csY376" fmla="*/ 400828 h 801199"/>
                <a:gd name="csX377" fmla="*/ 1966981 w 3852116"/>
                <a:gd name="csY377" fmla="*/ 400828 h 801199"/>
                <a:gd name="csX378" fmla="*/ 1964349 w 3852116"/>
                <a:gd name="csY378" fmla="*/ 400828 h 801199"/>
                <a:gd name="csX379" fmla="*/ 1959083 w 3852116"/>
                <a:gd name="csY379" fmla="*/ 398194 h 801199"/>
                <a:gd name="csX380" fmla="*/ 1953817 w 3852116"/>
                <a:gd name="csY380" fmla="*/ 395560 h 801199"/>
                <a:gd name="csX381" fmla="*/ 1943286 w 3852116"/>
                <a:gd name="csY381" fmla="*/ 395560 h 801199"/>
                <a:gd name="csX382" fmla="*/ 1940653 w 3852116"/>
                <a:gd name="csY382" fmla="*/ 392926 h 801199"/>
                <a:gd name="csX383" fmla="*/ 1935387 w 3852116"/>
                <a:gd name="csY383" fmla="*/ 382390 h 801199"/>
                <a:gd name="csX384" fmla="*/ 1932754 w 3852116"/>
                <a:gd name="csY384" fmla="*/ 379756 h 801199"/>
                <a:gd name="csX385" fmla="*/ 1927488 w 3852116"/>
                <a:gd name="csY385" fmla="*/ 377122 h 801199"/>
                <a:gd name="csX386" fmla="*/ 1927488 w 3852116"/>
                <a:gd name="csY386" fmla="*/ 374488 h 801199"/>
                <a:gd name="csX387" fmla="*/ 1924855 w 3852116"/>
                <a:gd name="csY387" fmla="*/ 369220 h 801199"/>
                <a:gd name="csX388" fmla="*/ 1911691 w 3852116"/>
                <a:gd name="csY388" fmla="*/ 361318 h 801199"/>
                <a:gd name="csX389" fmla="*/ 1906425 w 3852116"/>
                <a:gd name="csY389" fmla="*/ 361318 h 801199"/>
                <a:gd name="csX390" fmla="*/ 1903793 w 3852116"/>
                <a:gd name="csY390" fmla="*/ 356050 h 801199"/>
                <a:gd name="csX391" fmla="*/ 1903793 w 3852116"/>
                <a:gd name="csY391" fmla="*/ 350782 h 801199"/>
                <a:gd name="csX392" fmla="*/ 1906425 w 3852116"/>
                <a:gd name="csY392" fmla="*/ 345514 h 801199"/>
                <a:gd name="csX393" fmla="*/ 1903793 w 3852116"/>
                <a:gd name="csY393" fmla="*/ 342880 h 801199"/>
                <a:gd name="csX394" fmla="*/ 1898527 w 3852116"/>
                <a:gd name="csY394" fmla="*/ 340246 h 801199"/>
                <a:gd name="csX395" fmla="*/ 1893261 w 3852116"/>
                <a:gd name="csY395" fmla="*/ 332344 h 801199"/>
                <a:gd name="csX396" fmla="*/ 1887995 w 3852116"/>
                <a:gd name="csY396" fmla="*/ 329710 h 801199"/>
                <a:gd name="csX397" fmla="*/ 1885362 w 3852116"/>
                <a:gd name="csY397" fmla="*/ 324442 h 801199"/>
                <a:gd name="csX398" fmla="*/ 1880097 w 3852116"/>
                <a:gd name="csY398" fmla="*/ 321808 h 801199"/>
                <a:gd name="csX399" fmla="*/ 1872198 w 3852116"/>
                <a:gd name="csY399" fmla="*/ 319174 h 801199"/>
                <a:gd name="csX400" fmla="*/ 1866933 w 3852116"/>
                <a:gd name="csY400" fmla="*/ 321808 h 801199"/>
                <a:gd name="csX401" fmla="*/ 1864300 w 3852116"/>
                <a:gd name="csY401" fmla="*/ 327076 h 801199"/>
                <a:gd name="csX402" fmla="*/ 1861667 w 3852116"/>
                <a:gd name="csY402" fmla="*/ 327076 h 801199"/>
                <a:gd name="csX403" fmla="*/ 1856401 w 3852116"/>
                <a:gd name="csY403" fmla="*/ 327076 h 801199"/>
                <a:gd name="csX404" fmla="*/ 1851135 w 3852116"/>
                <a:gd name="csY404" fmla="*/ 329710 h 801199"/>
                <a:gd name="csX405" fmla="*/ 1851135 w 3852116"/>
                <a:gd name="csY405" fmla="*/ 334978 h 801199"/>
                <a:gd name="csX406" fmla="*/ 1840604 w 3852116"/>
                <a:gd name="csY406" fmla="*/ 334978 h 801199"/>
                <a:gd name="csX407" fmla="*/ 1835338 w 3852116"/>
                <a:gd name="csY407" fmla="*/ 337612 h 801199"/>
                <a:gd name="csX408" fmla="*/ 1824807 w 3852116"/>
                <a:gd name="csY408" fmla="*/ 332344 h 801199"/>
                <a:gd name="csX409" fmla="*/ 1811642 w 3852116"/>
                <a:gd name="csY409" fmla="*/ 334978 h 801199"/>
                <a:gd name="csX410" fmla="*/ 1806377 w 3852116"/>
                <a:gd name="csY410" fmla="*/ 327076 h 801199"/>
                <a:gd name="csX411" fmla="*/ 1803744 w 3852116"/>
                <a:gd name="csY411" fmla="*/ 327076 h 801199"/>
                <a:gd name="csX412" fmla="*/ 1801111 w 3852116"/>
                <a:gd name="csY412" fmla="*/ 321808 h 801199"/>
                <a:gd name="csX413" fmla="*/ 1803744 w 3852116"/>
                <a:gd name="csY413" fmla="*/ 316540 h 801199"/>
                <a:gd name="csX414" fmla="*/ 1795845 w 3852116"/>
                <a:gd name="csY414" fmla="*/ 311272 h 801199"/>
                <a:gd name="csX415" fmla="*/ 1790579 w 3852116"/>
                <a:gd name="csY415" fmla="*/ 311272 h 801199"/>
                <a:gd name="csX416" fmla="*/ 1787946 w 3852116"/>
                <a:gd name="csY416" fmla="*/ 306003 h 801199"/>
                <a:gd name="csX417" fmla="*/ 1782681 w 3852116"/>
                <a:gd name="csY417" fmla="*/ 308637 h 801199"/>
                <a:gd name="csX418" fmla="*/ 1774782 w 3852116"/>
                <a:gd name="csY418" fmla="*/ 316540 h 801199"/>
                <a:gd name="csX419" fmla="*/ 1774782 w 3852116"/>
                <a:gd name="csY419" fmla="*/ 319174 h 801199"/>
                <a:gd name="csX420" fmla="*/ 1774782 w 3852116"/>
                <a:gd name="csY420" fmla="*/ 324442 h 801199"/>
                <a:gd name="csX421" fmla="*/ 1764251 w 3852116"/>
                <a:gd name="csY421" fmla="*/ 332344 h 801199"/>
                <a:gd name="csX422" fmla="*/ 1693601 w 3852116"/>
                <a:gd name="csY422" fmla="*/ 201080 h 801199"/>
                <a:gd name="csX423" fmla="*/ 1790579 w 3852116"/>
                <a:gd name="csY423" fmla="*/ 298101 h 801199"/>
                <a:gd name="csX424" fmla="*/ 1691574 w 3852116"/>
                <a:gd name="csY424" fmla="*/ 197315 h 801199"/>
                <a:gd name="csX425" fmla="*/ 1690530 w 3852116"/>
                <a:gd name="csY425" fmla="*/ 195375 h 801199"/>
                <a:gd name="csX426" fmla="*/ 1684046 w 3852116"/>
                <a:gd name="csY426" fmla="*/ 189651 h 801199"/>
                <a:gd name="csX427" fmla="*/ 1640506 w 3852116"/>
                <a:gd name="csY427" fmla="*/ 145328 h 801199"/>
                <a:gd name="csX428" fmla="*/ 1645771 w 3852116"/>
                <a:gd name="csY428" fmla="*/ 145328 h 801199"/>
                <a:gd name="csX429" fmla="*/ 1651037 w 3852116"/>
                <a:gd name="csY429" fmla="*/ 142694 h 801199"/>
                <a:gd name="csX430" fmla="*/ 1653670 w 3852116"/>
                <a:gd name="csY430" fmla="*/ 137426 h 801199"/>
                <a:gd name="csX431" fmla="*/ 1653670 w 3852116"/>
                <a:gd name="csY431" fmla="*/ 134792 h 801199"/>
                <a:gd name="csX432" fmla="*/ 1651037 w 3852116"/>
                <a:gd name="csY432" fmla="*/ 129524 h 801199"/>
                <a:gd name="csX433" fmla="*/ 1643139 w 3852116"/>
                <a:gd name="csY433" fmla="*/ 134792 h 801199"/>
                <a:gd name="csX434" fmla="*/ 1632607 w 3852116"/>
                <a:gd name="csY434" fmla="*/ 134792 h 801199"/>
                <a:gd name="csX435" fmla="*/ 1629974 w 3852116"/>
                <a:gd name="csY435" fmla="*/ 140060 h 801199"/>
                <a:gd name="csX436" fmla="*/ 1627341 w 3852116"/>
                <a:gd name="csY436" fmla="*/ 140060 h 801199"/>
                <a:gd name="csX437" fmla="*/ 1616810 w 3852116"/>
                <a:gd name="csY437" fmla="*/ 142694 h 801199"/>
                <a:gd name="csX438" fmla="*/ 1611544 w 3852116"/>
                <a:gd name="csY438" fmla="*/ 142694 h 801199"/>
                <a:gd name="csX439" fmla="*/ 1606278 w 3852116"/>
                <a:gd name="csY439" fmla="*/ 145328 h 801199"/>
                <a:gd name="csX440" fmla="*/ 1603646 w 3852116"/>
                <a:gd name="csY440" fmla="*/ 155864 h 801199"/>
                <a:gd name="csX441" fmla="*/ 1595747 w 3852116"/>
                <a:gd name="csY441" fmla="*/ 161132 h 801199"/>
                <a:gd name="csX442" fmla="*/ 1585215 w 3852116"/>
                <a:gd name="csY442" fmla="*/ 163766 h 801199"/>
                <a:gd name="csX443" fmla="*/ 1579950 w 3852116"/>
                <a:gd name="csY443" fmla="*/ 169034 h 801199"/>
                <a:gd name="csX444" fmla="*/ 1574684 w 3852116"/>
                <a:gd name="csY444" fmla="*/ 171668 h 801199"/>
                <a:gd name="csX445" fmla="*/ 1572051 w 3852116"/>
                <a:gd name="csY445" fmla="*/ 174302 h 801199"/>
                <a:gd name="csX446" fmla="*/ 1572051 w 3852116"/>
                <a:gd name="csY446" fmla="*/ 179570 h 801199"/>
                <a:gd name="csX447" fmla="*/ 1566785 w 3852116"/>
                <a:gd name="csY447" fmla="*/ 179570 h 801199"/>
                <a:gd name="csX448" fmla="*/ 1564153 w 3852116"/>
                <a:gd name="csY448" fmla="*/ 176936 h 801199"/>
                <a:gd name="csX449" fmla="*/ 1558887 w 3852116"/>
                <a:gd name="csY449" fmla="*/ 176936 h 801199"/>
                <a:gd name="csX450" fmla="*/ 1553621 w 3852116"/>
                <a:gd name="csY450" fmla="*/ 174302 h 801199"/>
                <a:gd name="csX451" fmla="*/ 1545722 w 3852116"/>
                <a:gd name="csY451" fmla="*/ 179570 h 801199"/>
                <a:gd name="csX452" fmla="*/ 1543090 w 3852116"/>
                <a:gd name="csY452" fmla="*/ 182204 h 801199"/>
                <a:gd name="csX453" fmla="*/ 1537824 w 3852116"/>
                <a:gd name="csY453" fmla="*/ 182204 h 801199"/>
                <a:gd name="csX454" fmla="*/ 1535191 w 3852116"/>
                <a:gd name="csY454" fmla="*/ 179570 h 801199"/>
                <a:gd name="csX455" fmla="*/ 1532558 w 3852116"/>
                <a:gd name="csY455" fmla="*/ 174302 h 801199"/>
                <a:gd name="csX456" fmla="*/ 1535191 w 3852116"/>
                <a:gd name="csY456" fmla="*/ 169034 h 801199"/>
                <a:gd name="csX457" fmla="*/ 1537824 w 3852116"/>
                <a:gd name="csY457" fmla="*/ 163766 h 801199"/>
                <a:gd name="csX458" fmla="*/ 1543090 w 3852116"/>
                <a:gd name="csY458" fmla="*/ 161132 h 801199"/>
                <a:gd name="csX459" fmla="*/ 1548355 w 3852116"/>
                <a:gd name="csY459" fmla="*/ 158498 h 801199"/>
                <a:gd name="csX460" fmla="*/ 1548355 w 3852116"/>
                <a:gd name="csY460" fmla="*/ 155864 h 801199"/>
                <a:gd name="csX461" fmla="*/ 1545722 w 3852116"/>
                <a:gd name="csY461" fmla="*/ 150596 h 801199"/>
                <a:gd name="csX462" fmla="*/ 1540457 w 3852116"/>
                <a:gd name="csY462" fmla="*/ 153230 h 801199"/>
                <a:gd name="csX463" fmla="*/ 1537824 w 3852116"/>
                <a:gd name="csY463" fmla="*/ 155864 h 801199"/>
                <a:gd name="csX464" fmla="*/ 1535191 w 3852116"/>
                <a:gd name="csY464" fmla="*/ 155864 h 801199"/>
                <a:gd name="csX465" fmla="*/ 1529925 w 3852116"/>
                <a:gd name="csY465" fmla="*/ 153230 h 801199"/>
                <a:gd name="csX466" fmla="*/ 1527292 w 3852116"/>
                <a:gd name="csY466" fmla="*/ 150596 h 801199"/>
                <a:gd name="csX467" fmla="*/ 1522027 w 3852116"/>
                <a:gd name="csY467" fmla="*/ 147962 h 801199"/>
                <a:gd name="csX468" fmla="*/ 1511495 w 3852116"/>
                <a:gd name="csY468" fmla="*/ 145328 h 801199"/>
                <a:gd name="csX469" fmla="*/ 1506229 w 3852116"/>
                <a:gd name="csY469" fmla="*/ 147962 h 801199"/>
                <a:gd name="csX470" fmla="*/ 1511495 w 3852116"/>
                <a:gd name="csY470" fmla="*/ 150596 h 801199"/>
                <a:gd name="csX471" fmla="*/ 1511495 w 3852116"/>
                <a:gd name="csY471" fmla="*/ 155864 h 801199"/>
                <a:gd name="csX472" fmla="*/ 1500964 w 3852116"/>
                <a:gd name="csY472" fmla="*/ 155864 h 801199"/>
                <a:gd name="csX473" fmla="*/ 1503597 w 3852116"/>
                <a:gd name="csY473" fmla="*/ 150596 h 801199"/>
                <a:gd name="csX474" fmla="*/ 1503597 w 3852116"/>
                <a:gd name="csY474" fmla="*/ 145328 h 801199"/>
                <a:gd name="csX475" fmla="*/ 1500964 w 3852116"/>
                <a:gd name="csY475" fmla="*/ 142694 h 801199"/>
                <a:gd name="csX476" fmla="*/ 1500964 w 3852116"/>
                <a:gd name="csY476" fmla="*/ 137426 h 801199"/>
                <a:gd name="csX477" fmla="*/ 1498331 w 3852116"/>
                <a:gd name="csY477" fmla="*/ 132158 h 801199"/>
                <a:gd name="csX478" fmla="*/ 1493065 w 3852116"/>
                <a:gd name="csY478" fmla="*/ 132158 h 801199"/>
                <a:gd name="csX479" fmla="*/ 1493065 w 3852116"/>
                <a:gd name="csY479" fmla="*/ 134792 h 801199"/>
                <a:gd name="csX480" fmla="*/ 1490432 w 3852116"/>
                <a:gd name="csY480" fmla="*/ 140060 h 801199"/>
                <a:gd name="csX481" fmla="*/ 1487799 w 3852116"/>
                <a:gd name="csY481" fmla="*/ 140060 h 801199"/>
                <a:gd name="csX482" fmla="*/ 1482534 w 3852116"/>
                <a:gd name="csY482" fmla="*/ 140060 h 801199"/>
                <a:gd name="csX483" fmla="*/ 1479901 w 3852116"/>
                <a:gd name="csY483" fmla="*/ 145328 h 801199"/>
                <a:gd name="csX484" fmla="*/ 1474635 w 3852116"/>
                <a:gd name="csY484" fmla="*/ 145328 h 801199"/>
                <a:gd name="csX485" fmla="*/ 1469369 w 3852116"/>
                <a:gd name="csY485" fmla="*/ 142694 h 801199"/>
                <a:gd name="csX486" fmla="*/ 1461471 w 3852116"/>
                <a:gd name="csY486" fmla="*/ 145328 h 801199"/>
                <a:gd name="csX487" fmla="*/ 1458838 w 3852116"/>
                <a:gd name="csY487" fmla="*/ 140060 h 801199"/>
                <a:gd name="csX488" fmla="*/ 1456205 w 3852116"/>
                <a:gd name="csY488" fmla="*/ 134792 h 801199"/>
                <a:gd name="csX489" fmla="*/ 1458838 w 3852116"/>
                <a:gd name="csY489" fmla="*/ 132158 h 801199"/>
                <a:gd name="csX490" fmla="*/ 1464103 w 3852116"/>
                <a:gd name="csY490" fmla="*/ 126890 h 801199"/>
                <a:gd name="csX491" fmla="*/ 1461471 w 3852116"/>
                <a:gd name="csY491" fmla="*/ 116354 h 801199"/>
                <a:gd name="csX492" fmla="*/ 1464103 w 3852116"/>
                <a:gd name="csY492" fmla="*/ 113720 h 801199"/>
                <a:gd name="csX493" fmla="*/ 1456205 w 3852116"/>
                <a:gd name="csY493" fmla="*/ 105818 h 801199"/>
                <a:gd name="csX494" fmla="*/ 1456205 w 3852116"/>
                <a:gd name="csY494" fmla="*/ 103184 h 801199"/>
                <a:gd name="csX495" fmla="*/ 1456205 w 3852116"/>
                <a:gd name="csY495" fmla="*/ 97916 h 801199"/>
                <a:gd name="csX496" fmla="*/ 1456205 w 3852116"/>
                <a:gd name="csY496" fmla="*/ 87380 h 801199"/>
                <a:gd name="csX497" fmla="*/ 1453572 w 3852116"/>
                <a:gd name="csY497" fmla="*/ 82112 h 801199"/>
                <a:gd name="csX498" fmla="*/ 1448306 w 3852116"/>
                <a:gd name="csY498" fmla="*/ 79478 h 801199"/>
                <a:gd name="csX499" fmla="*/ 1445673 w 3852116"/>
                <a:gd name="csY499" fmla="*/ 76844 h 801199"/>
                <a:gd name="csX500" fmla="*/ 1435142 w 3852116"/>
                <a:gd name="csY500" fmla="*/ 79478 h 801199"/>
                <a:gd name="csX501" fmla="*/ 1429876 w 3852116"/>
                <a:gd name="csY501" fmla="*/ 82112 h 801199"/>
                <a:gd name="csX502" fmla="*/ 1427243 w 3852116"/>
                <a:gd name="csY502" fmla="*/ 84746 h 801199"/>
                <a:gd name="csX503" fmla="*/ 1416712 w 3852116"/>
                <a:gd name="csY503" fmla="*/ 79478 h 801199"/>
                <a:gd name="csX504" fmla="*/ 1414079 w 3852116"/>
                <a:gd name="csY504" fmla="*/ 74210 h 801199"/>
                <a:gd name="csX505" fmla="*/ 1411446 w 3852116"/>
                <a:gd name="csY505" fmla="*/ 71576 h 801199"/>
                <a:gd name="csX506" fmla="*/ 1403547 w 3852116"/>
                <a:gd name="csY506" fmla="*/ 74210 h 801199"/>
                <a:gd name="csX507" fmla="*/ 1400915 w 3852116"/>
                <a:gd name="csY507" fmla="*/ 71576 h 801199"/>
                <a:gd name="csX508" fmla="*/ 1395649 w 3852116"/>
                <a:gd name="csY508" fmla="*/ 74210 h 801199"/>
                <a:gd name="csX509" fmla="*/ 1393016 w 3852116"/>
                <a:gd name="csY509" fmla="*/ 68942 h 801199"/>
                <a:gd name="csX510" fmla="*/ 1387750 w 3852116"/>
                <a:gd name="csY510" fmla="*/ 68942 h 801199"/>
                <a:gd name="csX511" fmla="*/ 1385117 w 3852116"/>
                <a:gd name="csY511" fmla="*/ 74210 h 801199"/>
                <a:gd name="csX512" fmla="*/ 1379852 w 3852116"/>
                <a:gd name="csY512" fmla="*/ 74210 h 801199"/>
                <a:gd name="csX513" fmla="*/ 1374586 w 3852116"/>
                <a:gd name="csY513" fmla="*/ 76844 h 801199"/>
                <a:gd name="csX514" fmla="*/ 1371953 w 3852116"/>
                <a:gd name="csY514" fmla="*/ 79478 h 801199"/>
                <a:gd name="csX515" fmla="*/ 1366687 w 3852116"/>
                <a:gd name="csY515" fmla="*/ 82112 h 801199"/>
                <a:gd name="csX516" fmla="*/ 1361422 w 3852116"/>
                <a:gd name="csY516" fmla="*/ 82112 h 801199"/>
                <a:gd name="csX517" fmla="*/ 1361422 w 3852116"/>
                <a:gd name="csY517" fmla="*/ 87380 h 801199"/>
                <a:gd name="csX518" fmla="*/ 1361422 w 3852116"/>
                <a:gd name="csY518" fmla="*/ 92648 h 801199"/>
                <a:gd name="csX519" fmla="*/ 1358789 w 3852116"/>
                <a:gd name="csY519" fmla="*/ 95282 h 801199"/>
                <a:gd name="csX520" fmla="*/ 1353523 w 3852116"/>
                <a:gd name="csY520" fmla="*/ 97916 h 801199"/>
                <a:gd name="csX521" fmla="*/ 1350890 w 3852116"/>
                <a:gd name="csY521" fmla="*/ 95282 h 801199"/>
                <a:gd name="csX522" fmla="*/ 1345624 w 3852116"/>
                <a:gd name="csY522" fmla="*/ 100550 h 801199"/>
                <a:gd name="csX523" fmla="*/ 1327194 w 3852116"/>
                <a:gd name="csY523" fmla="*/ 105818 h 801199"/>
                <a:gd name="csX524" fmla="*/ 1308764 w 3852116"/>
                <a:gd name="csY524" fmla="*/ 108452 h 801199"/>
                <a:gd name="csX525" fmla="*/ 1285068 w 3852116"/>
                <a:gd name="csY525" fmla="*/ 113720 h 801199"/>
                <a:gd name="csX526" fmla="*/ 1274537 w 3852116"/>
                <a:gd name="csY526" fmla="*/ 116354 h 801199"/>
                <a:gd name="csX527" fmla="*/ 1269271 w 3852116"/>
                <a:gd name="csY527" fmla="*/ 113720 h 801199"/>
                <a:gd name="csX528" fmla="*/ 1264005 w 3852116"/>
                <a:gd name="csY528" fmla="*/ 116354 h 801199"/>
                <a:gd name="csX529" fmla="*/ 1261372 w 3852116"/>
                <a:gd name="csY529" fmla="*/ 116354 h 801199"/>
                <a:gd name="csX530" fmla="*/ 1258740 w 3852116"/>
                <a:gd name="csY530" fmla="*/ 124256 h 801199"/>
                <a:gd name="csX531" fmla="*/ 1256107 w 3852116"/>
                <a:gd name="csY531" fmla="*/ 126890 h 801199"/>
                <a:gd name="csX532" fmla="*/ 1253474 w 3852116"/>
                <a:gd name="csY532" fmla="*/ 132158 h 801199"/>
                <a:gd name="csX533" fmla="*/ 1250841 w 3852116"/>
                <a:gd name="csY533" fmla="*/ 129524 h 801199"/>
                <a:gd name="csX534" fmla="*/ 1245575 w 3852116"/>
                <a:gd name="csY534" fmla="*/ 129524 h 801199"/>
                <a:gd name="csX535" fmla="*/ 1240310 w 3852116"/>
                <a:gd name="csY535" fmla="*/ 132158 h 801199"/>
                <a:gd name="csX536" fmla="*/ 1235044 w 3852116"/>
                <a:gd name="csY536" fmla="*/ 132158 h 801199"/>
                <a:gd name="csX537" fmla="*/ 1232411 w 3852116"/>
                <a:gd name="csY537" fmla="*/ 134792 h 801199"/>
                <a:gd name="csX538" fmla="*/ 1221879 w 3852116"/>
                <a:gd name="csY538" fmla="*/ 137426 h 801199"/>
                <a:gd name="csX539" fmla="*/ 1219247 w 3852116"/>
                <a:gd name="csY539" fmla="*/ 142694 h 801199"/>
                <a:gd name="csX540" fmla="*/ 1213981 w 3852116"/>
                <a:gd name="csY540" fmla="*/ 142694 h 801199"/>
                <a:gd name="csX541" fmla="*/ 1211348 w 3852116"/>
                <a:gd name="csY541" fmla="*/ 140060 h 801199"/>
                <a:gd name="csX542" fmla="*/ 1206082 w 3852116"/>
                <a:gd name="csY542" fmla="*/ 137426 h 801199"/>
                <a:gd name="csX543" fmla="*/ 1198184 w 3852116"/>
                <a:gd name="csY543" fmla="*/ 145328 h 801199"/>
                <a:gd name="csX544" fmla="*/ 1192918 w 3852116"/>
                <a:gd name="csY544" fmla="*/ 145328 h 801199"/>
                <a:gd name="csX545" fmla="*/ 1187652 w 3852116"/>
                <a:gd name="csY545" fmla="*/ 147962 h 801199"/>
                <a:gd name="csX546" fmla="*/ 1179754 w 3852116"/>
                <a:gd name="csY546" fmla="*/ 147962 h 801199"/>
                <a:gd name="csX547" fmla="*/ 1174488 w 3852116"/>
                <a:gd name="csY547" fmla="*/ 150596 h 801199"/>
                <a:gd name="csX548" fmla="*/ 1166589 w 3852116"/>
                <a:gd name="csY548" fmla="*/ 158498 h 801199"/>
                <a:gd name="csX549" fmla="*/ 1163956 w 3852116"/>
                <a:gd name="csY549" fmla="*/ 153230 h 801199"/>
                <a:gd name="csX550" fmla="*/ 1150792 w 3852116"/>
                <a:gd name="csY550" fmla="*/ 153230 h 801199"/>
                <a:gd name="csX551" fmla="*/ 1145526 w 3852116"/>
                <a:gd name="csY551" fmla="*/ 155864 h 801199"/>
                <a:gd name="csX552" fmla="*/ 1140260 w 3852116"/>
                <a:gd name="csY552" fmla="*/ 153230 h 801199"/>
                <a:gd name="csX553" fmla="*/ 1134995 w 3852116"/>
                <a:gd name="csY553" fmla="*/ 155864 h 801199"/>
                <a:gd name="csX554" fmla="*/ 1132362 w 3852116"/>
                <a:gd name="csY554" fmla="*/ 150596 h 801199"/>
                <a:gd name="csX555" fmla="*/ 1127096 w 3852116"/>
                <a:gd name="csY555" fmla="*/ 150596 h 801199"/>
                <a:gd name="csX556" fmla="*/ 1124463 w 3852116"/>
                <a:gd name="csY556" fmla="*/ 155864 h 801199"/>
                <a:gd name="csX557" fmla="*/ 1113932 w 3852116"/>
                <a:gd name="csY557" fmla="*/ 155864 h 801199"/>
                <a:gd name="csX558" fmla="*/ 1121830 w 3852116"/>
                <a:gd name="csY558" fmla="*/ 163766 h 801199"/>
                <a:gd name="csX559" fmla="*/ 1116565 w 3852116"/>
                <a:gd name="csY559" fmla="*/ 166400 h 801199"/>
                <a:gd name="csX560" fmla="*/ 1116565 w 3852116"/>
                <a:gd name="csY560" fmla="*/ 171668 h 801199"/>
                <a:gd name="csX561" fmla="*/ 1116565 w 3852116"/>
                <a:gd name="csY561" fmla="*/ 176936 h 801199"/>
                <a:gd name="csX562" fmla="*/ 1127096 w 3852116"/>
                <a:gd name="csY562" fmla="*/ 176936 h 801199"/>
                <a:gd name="csX563" fmla="*/ 1129729 w 3852116"/>
                <a:gd name="csY563" fmla="*/ 174302 h 801199"/>
                <a:gd name="csX564" fmla="*/ 1134995 w 3852116"/>
                <a:gd name="csY564" fmla="*/ 176936 h 801199"/>
                <a:gd name="csX565" fmla="*/ 1132362 w 3852116"/>
                <a:gd name="csY565" fmla="*/ 182204 h 801199"/>
                <a:gd name="csX566" fmla="*/ 1127096 w 3852116"/>
                <a:gd name="csY566" fmla="*/ 182204 h 801199"/>
                <a:gd name="csX567" fmla="*/ 1121830 w 3852116"/>
                <a:gd name="csY567" fmla="*/ 182204 h 801199"/>
                <a:gd name="csX568" fmla="*/ 1121830 w 3852116"/>
                <a:gd name="csY568" fmla="*/ 190106 h 801199"/>
                <a:gd name="csX569" fmla="*/ 1124463 w 3852116"/>
                <a:gd name="csY569" fmla="*/ 192740 h 801199"/>
                <a:gd name="csX570" fmla="*/ 1142893 w 3852116"/>
                <a:gd name="csY570" fmla="*/ 195375 h 801199"/>
                <a:gd name="csX571" fmla="*/ 1153425 w 3852116"/>
                <a:gd name="csY571" fmla="*/ 200643 h 801199"/>
                <a:gd name="csX572" fmla="*/ 1156058 w 3852116"/>
                <a:gd name="csY572" fmla="*/ 203277 h 801199"/>
                <a:gd name="csX573" fmla="*/ 1153425 w 3852116"/>
                <a:gd name="csY573" fmla="*/ 208545 h 801199"/>
                <a:gd name="csX574" fmla="*/ 1148159 w 3852116"/>
                <a:gd name="csY574" fmla="*/ 211179 h 801199"/>
                <a:gd name="csX575" fmla="*/ 1137628 w 3852116"/>
                <a:gd name="csY575" fmla="*/ 211179 h 801199"/>
                <a:gd name="csX576" fmla="*/ 1134995 w 3852116"/>
                <a:gd name="csY576" fmla="*/ 211179 h 801199"/>
                <a:gd name="csX577" fmla="*/ 1129729 w 3852116"/>
                <a:gd name="csY577" fmla="*/ 211179 h 801199"/>
                <a:gd name="csX578" fmla="*/ 1124463 w 3852116"/>
                <a:gd name="csY578" fmla="*/ 211179 h 801199"/>
                <a:gd name="csX579" fmla="*/ 1119198 w 3852116"/>
                <a:gd name="csY579" fmla="*/ 211179 h 801199"/>
                <a:gd name="csX580" fmla="*/ 1113932 w 3852116"/>
                <a:gd name="csY580" fmla="*/ 213813 h 801199"/>
                <a:gd name="csX581" fmla="*/ 1113932 w 3852116"/>
                <a:gd name="csY581" fmla="*/ 219081 h 801199"/>
                <a:gd name="csX582" fmla="*/ 1108666 w 3852116"/>
                <a:gd name="csY582" fmla="*/ 221715 h 801199"/>
                <a:gd name="csX583" fmla="*/ 1103400 w 3852116"/>
                <a:gd name="csY583" fmla="*/ 224349 h 801199"/>
                <a:gd name="csX584" fmla="*/ 1116565 w 3852116"/>
                <a:gd name="csY584" fmla="*/ 240153 h 801199"/>
                <a:gd name="csX585" fmla="*/ 1113932 w 3852116"/>
                <a:gd name="csY585" fmla="*/ 245421 h 801199"/>
                <a:gd name="csX586" fmla="*/ 1113932 w 3852116"/>
                <a:gd name="csY586" fmla="*/ 250689 h 801199"/>
                <a:gd name="csX587" fmla="*/ 1103400 w 3852116"/>
                <a:gd name="csY587" fmla="*/ 255957 h 801199"/>
                <a:gd name="csX588" fmla="*/ 1095502 w 3852116"/>
                <a:gd name="csY588" fmla="*/ 258591 h 801199"/>
                <a:gd name="csX589" fmla="*/ 1087603 w 3852116"/>
                <a:gd name="csY589" fmla="*/ 266493 h 801199"/>
                <a:gd name="csX590" fmla="*/ 1082337 w 3852116"/>
                <a:gd name="csY590" fmla="*/ 266493 h 801199"/>
                <a:gd name="csX591" fmla="*/ 1082337 w 3852116"/>
                <a:gd name="csY591" fmla="*/ 271761 h 801199"/>
                <a:gd name="csX592" fmla="*/ 1092869 w 3852116"/>
                <a:gd name="csY592" fmla="*/ 274395 h 801199"/>
                <a:gd name="csX593" fmla="*/ 1095502 w 3852116"/>
                <a:gd name="csY593" fmla="*/ 277029 h 801199"/>
                <a:gd name="csX594" fmla="*/ 1092869 w 3852116"/>
                <a:gd name="csY594" fmla="*/ 284931 h 801199"/>
                <a:gd name="csX595" fmla="*/ 1098135 w 3852116"/>
                <a:gd name="csY595" fmla="*/ 284931 h 801199"/>
                <a:gd name="csX596" fmla="*/ 1108666 w 3852116"/>
                <a:gd name="csY596" fmla="*/ 287565 h 801199"/>
                <a:gd name="csX597" fmla="*/ 1111299 w 3852116"/>
                <a:gd name="csY597" fmla="*/ 290199 h 801199"/>
                <a:gd name="csX598" fmla="*/ 1113932 w 3852116"/>
                <a:gd name="csY598" fmla="*/ 295467 h 801199"/>
                <a:gd name="csX599" fmla="*/ 1124463 w 3852116"/>
                <a:gd name="csY599" fmla="*/ 295467 h 801199"/>
                <a:gd name="csX600" fmla="*/ 1134995 w 3852116"/>
                <a:gd name="csY600" fmla="*/ 298101 h 801199"/>
                <a:gd name="csX601" fmla="*/ 1137628 w 3852116"/>
                <a:gd name="csY601" fmla="*/ 303369 h 801199"/>
                <a:gd name="csX602" fmla="*/ 1134995 w 3852116"/>
                <a:gd name="csY602" fmla="*/ 308637 h 801199"/>
                <a:gd name="csX603" fmla="*/ 1129729 w 3852116"/>
                <a:gd name="csY603" fmla="*/ 332344 h 801199"/>
                <a:gd name="csX604" fmla="*/ 1119198 w 3852116"/>
                <a:gd name="csY604" fmla="*/ 334978 h 801199"/>
                <a:gd name="csX605" fmla="*/ 1113932 w 3852116"/>
                <a:gd name="csY605" fmla="*/ 337612 h 801199"/>
                <a:gd name="csX606" fmla="*/ 1106033 w 3852116"/>
                <a:gd name="csY606" fmla="*/ 340246 h 801199"/>
                <a:gd name="csX607" fmla="*/ 1095502 w 3852116"/>
                <a:gd name="csY607" fmla="*/ 340246 h 801199"/>
                <a:gd name="csX608" fmla="*/ 1087603 w 3852116"/>
                <a:gd name="csY608" fmla="*/ 332344 h 801199"/>
                <a:gd name="csX609" fmla="*/ 1084970 w 3852116"/>
                <a:gd name="csY609" fmla="*/ 329710 h 801199"/>
                <a:gd name="csX610" fmla="*/ 1082337 w 3852116"/>
                <a:gd name="csY610" fmla="*/ 332344 h 801199"/>
                <a:gd name="csX611" fmla="*/ 1077072 w 3852116"/>
                <a:gd name="csY611" fmla="*/ 342880 h 801199"/>
                <a:gd name="csX612" fmla="*/ 1071806 w 3852116"/>
                <a:gd name="csY612" fmla="*/ 345514 h 801199"/>
                <a:gd name="csX613" fmla="*/ 1061274 w 3852116"/>
                <a:gd name="csY613" fmla="*/ 345514 h 801199"/>
                <a:gd name="csX614" fmla="*/ 1061274 w 3852116"/>
                <a:gd name="csY614" fmla="*/ 340246 h 801199"/>
                <a:gd name="csX615" fmla="*/ 1050743 w 3852116"/>
                <a:gd name="csY615" fmla="*/ 337612 h 801199"/>
                <a:gd name="csX616" fmla="*/ 1040211 w 3852116"/>
                <a:gd name="csY616" fmla="*/ 340246 h 801199"/>
                <a:gd name="csX617" fmla="*/ 1037579 w 3852116"/>
                <a:gd name="csY617" fmla="*/ 334978 h 801199"/>
                <a:gd name="csX618" fmla="*/ 1034946 w 3852116"/>
                <a:gd name="csY618" fmla="*/ 332344 h 801199"/>
                <a:gd name="csX619" fmla="*/ 1034946 w 3852116"/>
                <a:gd name="csY619" fmla="*/ 321808 h 801199"/>
                <a:gd name="csX620" fmla="*/ 1029680 w 3852116"/>
                <a:gd name="csY620" fmla="*/ 316540 h 801199"/>
                <a:gd name="csX621" fmla="*/ 1021781 w 3852116"/>
                <a:gd name="csY621" fmla="*/ 313906 h 801199"/>
                <a:gd name="csX622" fmla="*/ 1016516 w 3852116"/>
                <a:gd name="csY622" fmla="*/ 316540 h 801199"/>
                <a:gd name="csX623" fmla="*/ 1005984 w 3852116"/>
                <a:gd name="csY623" fmla="*/ 316540 h 801199"/>
                <a:gd name="csX624" fmla="*/ 1005984 w 3852116"/>
                <a:gd name="csY624" fmla="*/ 319174 h 801199"/>
                <a:gd name="csX625" fmla="*/ 995453 w 3852116"/>
                <a:gd name="csY625" fmla="*/ 327076 h 801199"/>
                <a:gd name="csX626" fmla="*/ 990187 w 3852116"/>
                <a:gd name="csY626" fmla="*/ 319174 h 801199"/>
                <a:gd name="csX627" fmla="*/ 984921 w 3852116"/>
                <a:gd name="csY627" fmla="*/ 316540 h 801199"/>
                <a:gd name="csX628" fmla="*/ 979655 w 3852116"/>
                <a:gd name="csY628" fmla="*/ 319174 h 801199"/>
                <a:gd name="csX629" fmla="*/ 974390 w 3852116"/>
                <a:gd name="csY629" fmla="*/ 316540 h 801199"/>
                <a:gd name="csX630" fmla="*/ 969124 w 3852116"/>
                <a:gd name="csY630" fmla="*/ 316540 h 801199"/>
                <a:gd name="csX631" fmla="*/ 969124 w 3852116"/>
                <a:gd name="csY631" fmla="*/ 321808 h 801199"/>
                <a:gd name="csX632" fmla="*/ 963858 w 3852116"/>
                <a:gd name="csY632" fmla="*/ 321808 h 801199"/>
                <a:gd name="csX633" fmla="*/ 961225 w 3852116"/>
                <a:gd name="csY633" fmla="*/ 321808 h 801199"/>
                <a:gd name="csX634" fmla="*/ 955960 w 3852116"/>
                <a:gd name="csY634" fmla="*/ 324442 h 801199"/>
                <a:gd name="csX635" fmla="*/ 953327 w 3852116"/>
                <a:gd name="csY635" fmla="*/ 327076 h 801199"/>
                <a:gd name="csX636" fmla="*/ 953327 w 3852116"/>
                <a:gd name="csY636" fmla="*/ 332344 h 801199"/>
                <a:gd name="csX637" fmla="*/ 940162 w 3852116"/>
                <a:gd name="csY637" fmla="*/ 340246 h 801199"/>
                <a:gd name="csX638" fmla="*/ 934897 w 3852116"/>
                <a:gd name="csY638" fmla="*/ 342880 h 801199"/>
                <a:gd name="csX639" fmla="*/ 926998 w 3852116"/>
                <a:gd name="csY639" fmla="*/ 337612 h 801199"/>
                <a:gd name="csX640" fmla="*/ 916467 w 3852116"/>
                <a:gd name="csY640" fmla="*/ 334978 h 801199"/>
                <a:gd name="csX641" fmla="*/ 913834 w 3852116"/>
                <a:gd name="csY641" fmla="*/ 332344 h 801199"/>
                <a:gd name="csX642" fmla="*/ 911201 w 3852116"/>
                <a:gd name="csY642" fmla="*/ 327076 h 801199"/>
                <a:gd name="csX643" fmla="*/ 908568 w 3852116"/>
                <a:gd name="csY643" fmla="*/ 321808 h 801199"/>
                <a:gd name="csX644" fmla="*/ 905935 w 3852116"/>
                <a:gd name="csY644" fmla="*/ 319174 h 801199"/>
                <a:gd name="csX645" fmla="*/ 900669 w 3852116"/>
                <a:gd name="csY645" fmla="*/ 319174 h 801199"/>
                <a:gd name="csX646" fmla="*/ 898036 w 3852116"/>
                <a:gd name="csY646" fmla="*/ 321808 h 801199"/>
                <a:gd name="csX647" fmla="*/ 900669 w 3852116"/>
                <a:gd name="csY647" fmla="*/ 327076 h 801199"/>
                <a:gd name="csX648" fmla="*/ 900669 w 3852116"/>
                <a:gd name="csY648" fmla="*/ 332344 h 801199"/>
                <a:gd name="csX649" fmla="*/ 900669 w 3852116"/>
                <a:gd name="csY649" fmla="*/ 337612 h 801199"/>
                <a:gd name="csX650" fmla="*/ 900669 w 3852116"/>
                <a:gd name="csY650" fmla="*/ 342880 h 801199"/>
                <a:gd name="csX651" fmla="*/ 895404 w 3852116"/>
                <a:gd name="csY651" fmla="*/ 342880 h 801199"/>
                <a:gd name="csX652" fmla="*/ 892771 w 3852116"/>
                <a:gd name="csY652" fmla="*/ 340246 h 801199"/>
                <a:gd name="csX653" fmla="*/ 892771 w 3852116"/>
                <a:gd name="csY653" fmla="*/ 334978 h 801199"/>
                <a:gd name="csX654" fmla="*/ 892771 w 3852116"/>
                <a:gd name="csY654" fmla="*/ 329710 h 801199"/>
                <a:gd name="csX655" fmla="*/ 887505 w 3852116"/>
                <a:gd name="csY655" fmla="*/ 321808 h 801199"/>
                <a:gd name="csX656" fmla="*/ 884872 w 3852116"/>
                <a:gd name="csY656" fmla="*/ 316540 h 801199"/>
                <a:gd name="csX657" fmla="*/ 882239 w 3852116"/>
                <a:gd name="csY657" fmla="*/ 313906 h 801199"/>
                <a:gd name="csX658" fmla="*/ 869075 w 3852116"/>
                <a:gd name="csY658" fmla="*/ 306003 h 801199"/>
                <a:gd name="csX659" fmla="*/ 863809 w 3852116"/>
                <a:gd name="csY659" fmla="*/ 295467 h 801199"/>
                <a:gd name="csX660" fmla="*/ 861176 w 3852116"/>
                <a:gd name="csY660" fmla="*/ 292833 h 801199"/>
                <a:gd name="csX661" fmla="*/ 855911 w 3852116"/>
                <a:gd name="csY661" fmla="*/ 290199 h 801199"/>
                <a:gd name="csX662" fmla="*/ 850645 w 3852116"/>
                <a:gd name="csY662" fmla="*/ 290199 h 801199"/>
                <a:gd name="csX663" fmla="*/ 842746 w 3852116"/>
                <a:gd name="csY663" fmla="*/ 290199 h 801199"/>
                <a:gd name="csX664" fmla="*/ 837480 w 3852116"/>
                <a:gd name="csY664" fmla="*/ 290199 h 801199"/>
                <a:gd name="csX665" fmla="*/ 832215 w 3852116"/>
                <a:gd name="csY665" fmla="*/ 290199 h 801199"/>
                <a:gd name="csX666" fmla="*/ 826949 w 3852116"/>
                <a:gd name="csY666" fmla="*/ 292833 h 801199"/>
                <a:gd name="csX667" fmla="*/ 824316 w 3852116"/>
                <a:gd name="csY667" fmla="*/ 287565 h 801199"/>
                <a:gd name="csX668" fmla="*/ 821683 w 3852116"/>
                <a:gd name="csY668" fmla="*/ 277029 h 801199"/>
                <a:gd name="csX669" fmla="*/ 816418 w 3852116"/>
                <a:gd name="csY669" fmla="*/ 277029 h 801199"/>
                <a:gd name="csX670" fmla="*/ 811152 w 3852116"/>
                <a:gd name="csY670" fmla="*/ 279663 h 801199"/>
                <a:gd name="csX671" fmla="*/ 805886 w 3852116"/>
                <a:gd name="csY671" fmla="*/ 279663 h 801199"/>
                <a:gd name="csX672" fmla="*/ 803253 w 3852116"/>
                <a:gd name="csY672" fmla="*/ 284931 h 801199"/>
                <a:gd name="csX673" fmla="*/ 803253 w 3852116"/>
                <a:gd name="csY673" fmla="*/ 290199 h 801199"/>
                <a:gd name="csX674" fmla="*/ 800620 w 3852116"/>
                <a:gd name="csY674" fmla="*/ 292833 h 801199"/>
                <a:gd name="csX675" fmla="*/ 795355 w 3852116"/>
                <a:gd name="csY675" fmla="*/ 290199 h 801199"/>
                <a:gd name="csX676" fmla="*/ 787456 w 3852116"/>
                <a:gd name="csY676" fmla="*/ 292833 h 801199"/>
                <a:gd name="csX677" fmla="*/ 784823 w 3852116"/>
                <a:gd name="csY677" fmla="*/ 287565 h 801199"/>
                <a:gd name="csX678" fmla="*/ 782190 w 3852116"/>
                <a:gd name="csY678" fmla="*/ 282297 h 801199"/>
                <a:gd name="csX679" fmla="*/ 774292 w 3852116"/>
                <a:gd name="csY679" fmla="*/ 282297 h 801199"/>
                <a:gd name="csX680" fmla="*/ 763760 w 3852116"/>
                <a:gd name="csY680" fmla="*/ 284931 h 801199"/>
                <a:gd name="csX681" fmla="*/ 758494 w 3852116"/>
                <a:gd name="csY681" fmla="*/ 287565 h 801199"/>
                <a:gd name="csX682" fmla="*/ 758494 w 3852116"/>
                <a:gd name="csY682" fmla="*/ 292833 h 801199"/>
                <a:gd name="csX683" fmla="*/ 755862 w 3852116"/>
                <a:gd name="csY683" fmla="*/ 298101 h 801199"/>
                <a:gd name="csX684" fmla="*/ 750596 w 3852116"/>
                <a:gd name="csY684" fmla="*/ 300735 h 801199"/>
                <a:gd name="csX685" fmla="*/ 747963 w 3852116"/>
                <a:gd name="csY685" fmla="*/ 303369 h 801199"/>
                <a:gd name="csX686" fmla="*/ 742697 w 3852116"/>
                <a:gd name="csY686" fmla="*/ 306003 h 801199"/>
                <a:gd name="csX687" fmla="*/ 740064 w 3852116"/>
                <a:gd name="csY687" fmla="*/ 308637 h 801199"/>
                <a:gd name="csX688" fmla="*/ 737431 w 3852116"/>
                <a:gd name="csY688" fmla="*/ 311272 h 801199"/>
                <a:gd name="csX689" fmla="*/ 732166 w 3852116"/>
                <a:gd name="csY689" fmla="*/ 313906 h 801199"/>
                <a:gd name="csX690" fmla="*/ 726900 w 3852116"/>
                <a:gd name="csY690" fmla="*/ 313906 h 801199"/>
                <a:gd name="csX691" fmla="*/ 721634 w 3852116"/>
                <a:gd name="csY691" fmla="*/ 313906 h 801199"/>
                <a:gd name="csX692" fmla="*/ 721634 w 3852116"/>
                <a:gd name="csY692" fmla="*/ 319174 h 801199"/>
                <a:gd name="csX693" fmla="*/ 721634 w 3852116"/>
                <a:gd name="csY693" fmla="*/ 324442 h 801199"/>
                <a:gd name="csX694" fmla="*/ 719001 w 3852116"/>
                <a:gd name="csY694" fmla="*/ 327076 h 801199"/>
                <a:gd name="csX695" fmla="*/ 713736 w 3852116"/>
                <a:gd name="csY695" fmla="*/ 329710 h 801199"/>
                <a:gd name="csX696" fmla="*/ 700571 w 3852116"/>
                <a:gd name="csY696" fmla="*/ 340246 h 801199"/>
                <a:gd name="csX697" fmla="*/ 697938 w 3852116"/>
                <a:gd name="csY697" fmla="*/ 340246 h 801199"/>
                <a:gd name="csX698" fmla="*/ 692673 w 3852116"/>
                <a:gd name="csY698" fmla="*/ 340246 h 801199"/>
                <a:gd name="csX699" fmla="*/ 695306 w 3852116"/>
                <a:gd name="csY699" fmla="*/ 348148 h 801199"/>
                <a:gd name="csX700" fmla="*/ 697938 w 3852116"/>
                <a:gd name="csY700" fmla="*/ 363952 h 801199"/>
                <a:gd name="csX701" fmla="*/ 700571 w 3852116"/>
                <a:gd name="csY701" fmla="*/ 369220 h 801199"/>
                <a:gd name="csX702" fmla="*/ 703204 w 3852116"/>
                <a:gd name="csY702" fmla="*/ 374488 h 801199"/>
                <a:gd name="csX703" fmla="*/ 687407 w 3852116"/>
                <a:gd name="csY703" fmla="*/ 385024 h 801199"/>
                <a:gd name="csX704" fmla="*/ 682141 w 3852116"/>
                <a:gd name="csY704" fmla="*/ 382390 h 801199"/>
                <a:gd name="csX705" fmla="*/ 671610 w 3852116"/>
                <a:gd name="csY705" fmla="*/ 361318 h 801199"/>
                <a:gd name="csX706" fmla="*/ 663711 w 3852116"/>
                <a:gd name="csY706" fmla="*/ 353416 h 801199"/>
                <a:gd name="csX707" fmla="*/ 661078 w 3852116"/>
                <a:gd name="csY707" fmla="*/ 350782 h 801199"/>
                <a:gd name="csX708" fmla="*/ 655812 w 3852116"/>
                <a:gd name="csY708" fmla="*/ 345514 h 801199"/>
                <a:gd name="csX709" fmla="*/ 653180 w 3852116"/>
                <a:gd name="csY709" fmla="*/ 350782 h 801199"/>
                <a:gd name="csX710" fmla="*/ 650547 w 3852116"/>
                <a:gd name="csY710" fmla="*/ 356050 h 801199"/>
                <a:gd name="csX711" fmla="*/ 650547 w 3852116"/>
                <a:gd name="csY711" fmla="*/ 361318 h 801199"/>
                <a:gd name="csX712" fmla="*/ 650547 w 3852116"/>
                <a:gd name="csY712" fmla="*/ 363952 h 801199"/>
                <a:gd name="csX713" fmla="*/ 650547 w 3852116"/>
                <a:gd name="csY713" fmla="*/ 369220 h 801199"/>
                <a:gd name="csX714" fmla="*/ 647914 w 3852116"/>
                <a:gd name="csY714" fmla="*/ 374488 h 801199"/>
                <a:gd name="csX715" fmla="*/ 640015 w 3852116"/>
                <a:gd name="csY715" fmla="*/ 379756 h 801199"/>
                <a:gd name="csX716" fmla="*/ 632117 w 3852116"/>
                <a:gd name="csY716" fmla="*/ 408730 h 801199"/>
                <a:gd name="csX717" fmla="*/ 640015 w 3852116"/>
                <a:gd name="csY717" fmla="*/ 413998 h 801199"/>
                <a:gd name="csX718" fmla="*/ 640015 w 3852116"/>
                <a:gd name="csY718" fmla="*/ 419266 h 801199"/>
                <a:gd name="csX719" fmla="*/ 637382 w 3852116"/>
                <a:gd name="csY719" fmla="*/ 424534 h 801199"/>
                <a:gd name="csX720" fmla="*/ 629484 w 3852116"/>
                <a:gd name="csY720" fmla="*/ 427168 h 801199"/>
                <a:gd name="csX721" fmla="*/ 624218 w 3852116"/>
                <a:gd name="csY721" fmla="*/ 456143 h 801199"/>
                <a:gd name="csX722" fmla="*/ 640015 w 3852116"/>
                <a:gd name="csY722" fmla="*/ 461411 h 801199"/>
                <a:gd name="csX723" fmla="*/ 640015 w 3852116"/>
                <a:gd name="csY723" fmla="*/ 466679 h 801199"/>
                <a:gd name="csX724" fmla="*/ 645281 w 3852116"/>
                <a:gd name="csY724" fmla="*/ 469313 h 801199"/>
                <a:gd name="csX725" fmla="*/ 640015 w 3852116"/>
                <a:gd name="csY725" fmla="*/ 474581 h 801199"/>
                <a:gd name="csX726" fmla="*/ 645281 w 3852116"/>
                <a:gd name="csY726" fmla="*/ 479849 h 801199"/>
                <a:gd name="csX727" fmla="*/ 645281 w 3852116"/>
                <a:gd name="csY727" fmla="*/ 485117 h 801199"/>
                <a:gd name="csX728" fmla="*/ 653180 w 3852116"/>
                <a:gd name="csY728" fmla="*/ 490385 h 801199"/>
                <a:gd name="csX729" fmla="*/ 653180 w 3852116"/>
                <a:gd name="csY729" fmla="*/ 485117 h 801199"/>
                <a:gd name="csX730" fmla="*/ 661078 w 3852116"/>
                <a:gd name="csY730" fmla="*/ 487751 h 801199"/>
                <a:gd name="csX731" fmla="*/ 671610 w 3852116"/>
                <a:gd name="csY731" fmla="*/ 487751 h 801199"/>
                <a:gd name="csX732" fmla="*/ 676875 w 3852116"/>
                <a:gd name="csY732" fmla="*/ 487751 h 801199"/>
                <a:gd name="csX733" fmla="*/ 679508 w 3852116"/>
                <a:gd name="csY733" fmla="*/ 490385 h 801199"/>
                <a:gd name="csX734" fmla="*/ 682141 w 3852116"/>
                <a:gd name="csY734" fmla="*/ 495653 h 801199"/>
                <a:gd name="csX735" fmla="*/ 684774 w 3852116"/>
                <a:gd name="csY735" fmla="*/ 500921 h 801199"/>
                <a:gd name="csX736" fmla="*/ 687407 w 3852116"/>
                <a:gd name="csY736" fmla="*/ 503555 h 801199"/>
                <a:gd name="csX737" fmla="*/ 692673 w 3852116"/>
                <a:gd name="csY737" fmla="*/ 506189 h 801199"/>
                <a:gd name="csX738" fmla="*/ 697938 w 3852116"/>
                <a:gd name="csY738" fmla="*/ 540431 h 801199"/>
                <a:gd name="csX739" fmla="*/ 690040 w 3852116"/>
                <a:gd name="csY739" fmla="*/ 543065 h 801199"/>
                <a:gd name="csX740" fmla="*/ 684774 w 3852116"/>
                <a:gd name="csY740" fmla="*/ 537797 h 801199"/>
                <a:gd name="csX741" fmla="*/ 679508 w 3852116"/>
                <a:gd name="csY741" fmla="*/ 540431 h 801199"/>
                <a:gd name="csX742" fmla="*/ 679508 w 3852116"/>
                <a:gd name="csY742" fmla="*/ 545699 h 801199"/>
                <a:gd name="csX743" fmla="*/ 674243 w 3852116"/>
                <a:gd name="csY743" fmla="*/ 550967 h 801199"/>
                <a:gd name="csX744" fmla="*/ 676875 w 3852116"/>
                <a:gd name="csY744" fmla="*/ 553601 h 801199"/>
                <a:gd name="csX745" fmla="*/ 682141 w 3852116"/>
                <a:gd name="csY745" fmla="*/ 553601 h 801199"/>
                <a:gd name="csX746" fmla="*/ 687407 w 3852116"/>
                <a:gd name="csY746" fmla="*/ 553601 h 801199"/>
                <a:gd name="csX747" fmla="*/ 690040 w 3852116"/>
                <a:gd name="csY747" fmla="*/ 556235 h 801199"/>
                <a:gd name="csX748" fmla="*/ 692673 w 3852116"/>
                <a:gd name="csY748" fmla="*/ 561503 h 801199"/>
                <a:gd name="csX749" fmla="*/ 697938 w 3852116"/>
                <a:gd name="csY749" fmla="*/ 561503 h 801199"/>
                <a:gd name="csX750" fmla="*/ 692673 w 3852116"/>
                <a:gd name="csY750" fmla="*/ 564137 h 801199"/>
                <a:gd name="csX751" fmla="*/ 684774 w 3852116"/>
                <a:gd name="csY751" fmla="*/ 582576 h 801199"/>
                <a:gd name="csX752" fmla="*/ 682141 w 3852116"/>
                <a:gd name="csY752" fmla="*/ 582576 h 801199"/>
                <a:gd name="csX753" fmla="*/ 679508 w 3852116"/>
                <a:gd name="csY753" fmla="*/ 582576 h 801199"/>
                <a:gd name="csX754" fmla="*/ 674243 w 3852116"/>
                <a:gd name="csY754" fmla="*/ 582576 h 801199"/>
                <a:gd name="csX755" fmla="*/ 671610 w 3852116"/>
                <a:gd name="csY755" fmla="*/ 574673 h 801199"/>
                <a:gd name="csX756" fmla="*/ 668977 w 3852116"/>
                <a:gd name="csY756" fmla="*/ 566771 h 801199"/>
                <a:gd name="csX757" fmla="*/ 668977 w 3852116"/>
                <a:gd name="csY757" fmla="*/ 564137 h 801199"/>
                <a:gd name="csX758" fmla="*/ 661078 w 3852116"/>
                <a:gd name="csY758" fmla="*/ 564137 h 801199"/>
                <a:gd name="csX759" fmla="*/ 655812 w 3852116"/>
                <a:gd name="csY759" fmla="*/ 561503 h 801199"/>
                <a:gd name="csX760" fmla="*/ 661078 w 3852116"/>
                <a:gd name="csY760" fmla="*/ 572039 h 801199"/>
                <a:gd name="csX761" fmla="*/ 661078 w 3852116"/>
                <a:gd name="csY761" fmla="*/ 577308 h 801199"/>
                <a:gd name="csX762" fmla="*/ 658445 w 3852116"/>
                <a:gd name="csY762" fmla="*/ 590478 h 801199"/>
                <a:gd name="csX763" fmla="*/ 653180 w 3852116"/>
                <a:gd name="csY763" fmla="*/ 587844 h 801199"/>
                <a:gd name="csX764" fmla="*/ 650547 w 3852116"/>
                <a:gd name="csY764" fmla="*/ 611550 h 801199"/>
                <a:gd name="csX765" fmla="*/ 642648 w 3852116"/>
                <a:gd name="csY765" fmla="*/ 616818 h 801199"/>
                <a:gd name="csX766" fmla="*/ 640015 w 3852116"/>
                <a:gd name="csY766" fmla="*/ 622086 h 801199"/>
                <a:gd name="csX767" fmla="*/ 640015 w 3852116"/>
                <a:gd name="csY767" fmla="*/ 624720 h 801199"/>
                <a:gd name="csX768" fmla="*/ 637382 w 3852116"/>
                <a:gd name="csY768" fmla="*/ 624720 h 801199"/>
                <a:gd name="csX769" fmla="*/ 634750 w 3852116"/>
                <a:gd name="csY769" fmla="*/ 629988 h 801199"/>
                <a:gd name="csX770" fmla="*/ 632117 w 3852116"/>
                <a:gd name="csY770" fmla="*/ 637890 h 801199"/>
                <a:gd name="csX771" fmla="*/ 626851 w 3852116"/>
                <a:gd name="csY771" fmla="*/ 645792 h 801199"/>
                <a:gd name="csX772" fmla="*/ 629484 w 3852116"/>
                <a:gd name="csY772" fmla="*/ 653694 h 801199"/>
                <a:gd name="csX773" fmla="*/ 637382 w 3852116"/>
                <a:gd name="csY773" fmla="*/ 653694 h 801199"/>
                <a:gd name="csX774" fmla="*/ 645281 w 3852116"/>
                <a:gd name="csY774" fmla="*/ 664230 h 801199"/>
                <a:gd name="csX775" fmla="*/ 650547 w 3852116"/>
                <a:gd name="csY775" fmla="*/ 674766 h 801199"/>
                <a:gd name="csX776" fmla="*/ 653180 w 3852116"/>
                <a:gd name="csY776" fmla="*/ 687936 h 801199"/>
                <a:gd name="csX777" fmla="*/ 653180 w 3852116"/>
                <a:gd name="csY777" fmla="*/ 690570 h 801199"/>
                <a:gd name="csX778" fmla="*/ 661078 w 3852116"/>
                <a:gd name="csY778" fmla="*/ 677400 h 801199"/>
                <a:gd name="csX779" fmla="*/ 661078 w 3852116"/>
                <a:gd name="csY779" fmla="*/ 685302 h 801199"/>
                <a:gd name="csX780" fmla="*/ 655812 w 3852116"/>
                <a:gd name="csY780" fmla="*/ 701106 h 801199"/>
                <a:gd name="csX781" fmla="*/ 655812 w 3852116"/>
                <a:gd name="csY781" fmla="*/ 714277 h 801199"/>
                <a:gd name="csX782" fmla="*/ 658445 w 3852116"/>
                <a:gd name="csY782" fmla="*/ 724813 h 801199"/>
                <a:gd name="csX783" fmla="*/ 663711 w 3852116"/>
                <a:gd name="csY783" fmla="*/ 730081 h 801199"/>
                <a:gd name="csX784" fmla="*/ 676875 w 3852116"/>
                <a:gd name="csY784" fmla="*/ 751153 h 801199"/>
                <a:gd name="csX785" fmla="*/ 684774 w 3852116"/>
                <a:gd name="csY785" fmla="*/ 769591 h 801199"/>
                <a:gd name="csX786" fmla="*/ 690040 w 3852116"/>
                <a:gd name="csY786" fmla="*/ 772225 h 801199"/>
                <a:gd name="csX787" fmla="*/ 684774 w 3852116"/>
                <a:gd name="csY787" fmla="*/ 777493 h 801199"/>
                <a:gd name="csX788" fmla="*/ 684774 w 3852116"/>
                <a:gd name="csY788" fmla="*/ 782761 h 801199"/>
                <a:gd name="csX789" fmla="*/ 679508 w 3852116"/>
                <a:gd name="csY789" fmla="*/ 785395 h 801199"/>
                <a:gd name="csX790" fmla="*/ 674243 w 3852116"/>
                <a:gd name="csY790" fmla="*/ 788029 h 801199"/>
                <a:gd name="csX791" fmla="*/ 671610 w 3852116"/>
                <a:gd name="csY791" fmla="*/ 795931 h 801199"/>
                <a:gd name="csX792" fmla="*/ 668977 w 3852116"/>
                <a:gd name="csY792" fmla="*/ 798565 h 801199"/>
                <a:gd name="csX793" fmla="*/ 663711 w 3852116"/>
                <a:gd name="csY793" fmla="*/ 801199 h 801199"/>
                <a:gd name="csX794" fmla="*/ 653180 w 3852116"/>
                <a:gd name="csY794" fmla="*/ 798565 h 801199"/>
                <a:gd name="csX795" fmla="*/ 647914 w 3852116"/>
                <a:gd name="csY795" fmla="*/ 798565 h 801199"/>
                <a:gd name="csX796" fmla="*/ 645281 w 3852116"/>
                <a:gd name="csY796" fmla="*/ 793297 h 801199"/>
                <a:gd name="csX797" fmla="*/ 642648 w 3852116"/>
                <a:gd name="csY797" fmla="*/ 785395 h 801199"/>
                <a:gd name="csX798" fmla="*/ 637382 w 3852116"/>
                <a:gd name="csY798" fmla="*/ 785395 h 801199"/>
                <a:gd name="csX799" fmla="*/ 634750 w 3852116"/>
                <a:gd name="csY799" fmla="*/ 780127 h 801199"/>
                <a:gd name="csX800" fmla="*/ 629484 w 3852116"/>
                <a:gd name="csY800" fmla="*/ 772225 h 801199"/>
                <a:gd name="csX801" fmla="*/ 624218 w 3852116"/>
                <a:gd name="csY801" fmla="*/ 772225 h 801199"/>
                <a:gd name="csX802" fmla="*/ 618952 w 3852116"/>
                <a:gd name="csY802" fmla="*/ 769591 h 801199"/>
                <a:gd name="csX803" fmla="*/ 616319 w 3852116"/>
                <a:gd name="csY803" fmla="*/ 766957 h 801199"/>
                <a:gd name="csX804" fmla="*/ 611054 w 3852116"/>
                <a:gd name="csY804" fmla="*/ 764323 h 801199"/>
                <a:gd name="csX805" fmla="*/ 600522 w 3852116"/>
                <a:gd name="csY805" fmla="*/ 761689 h 801199"/>
                <a:gd name="csX806" fmla="*/ 595256 w 3852116"/>
                <a:gd name="csY806" fmla="*/ 756421 h 801199"/>
                <a:gd name="csX807" fmla="*/ 597889 w 3852116"/>
                <a:gd name="csY807" fmla="*/ 745885 h 801199"/>
                <a:gd name="csX808" fmla="*/ 595256 w 3852116"/>
                <a:gd name="csY808" fmla="*/ 740617 h 801199"/>
                <a:gd name="csX809" fmla="*/ 589991 w 3852116"/>
                <a:gd name="csY809" fmla="*/ 737983 h 801199"/>
                <a:gd name="csX810" fmla="*/ 584725 w 3852116"/>
                <a:gd name="csY810" fmla="*/ 737983 h 801199"/>
                <a:gd name="csX811" fmla="*/ 579459 w 3852116"/>
                <a:gd name="csY811" fmla="*/ 737983 h 801199"/>
                <a:gd name="csX812" fmla="*/ 576826 w 3852116"/>
                <a:gd name="csY812" fmla="*/ 732715 h 801199"/>
                <a:gd name="csX813" fmla="*/ 566295 w 3852116"/>
                <a:gd name="csY813" fmla="*/ 732715 h 801199"/>
                <a:gd name="csX814" fmla="*/ 563662 w 3852116"/>
                <a:gd name="csY814" fmla="*/ 732715 h 801199"/>
                <a:gd name="csX815" fmla="*/ 558396 w 3852116"/>
                <a:gd name="csY815" fmla="*/ 730081 h 801199"/>
                <a:gd name="csX816" fmla="*/ 553131 w 3852116"/>
                <a:gd name="csY816" fmla="*/ 730081 h 801199"/>
                <a:gd name="csX817" fmla="*/ 545232 w 3852116"/>
                <a:gd name="csY817" fmla="*/ 732715 h 801199"/>
                <a:gd name="csX818" fmla="*/ 539966 w 3852116"/>
                <a:gd name="csY818" fmla="*/ 735349 h 801199"/>
                <a:gd name="csX819" fmla="*/ 534700 w 3852116"/>
                <a:gd name="csY819" fmla="*/ 737983 h 801199"/>
                <a:gd name="csX820" fmla="*/ 532068 w 3852116"/>
                <a:gd name="csY820" fmla="*/ 735349 h 801199"/>
                <a:gd name="csX821" fmla="*/ 529435 w 3852116"/>
                <a:gd name="csY821" fmla="*/ 730081 h 801199"/>
                <a:gd name="csX822" fmla="*/ 505739 w 3852116"/>
                <a:gd name="csY822" fmla="*/ 716911 h 801199"/>
                <a:gd name="csX823" fmla="*/ 503106 w 3852116"/>
                <a:gd name="csY823" fmla="*/ 714277 h 801199"/>
                <a:gd name="csX824" fmla="*/ 500473 w 3852116"/>
                <a:gd name="csY824" fmla="*/ 711643 h 801199"/>
                <a:gd name="csX825" fmla="*/ 489942 w 3852116"/>
                <a:gd name="csY825" fmla="*/ 711643 h 801199"/>
                <a:gd name="csX826" fmla="*/ 479410 w 3852116"/>
                <a:gd name="csY826" fmla="*/ 706374 h 801199"/>
                <a:gd name="csX827" fmla="*/ 463613 w 3852116"/>
                <a:gd name="csY827" fmla="*/ 709008 h 801199"/>
                <a:gd name="csX828" fmla="*/ 458347 w 3852116"/>
                <a:gd name="csY828" fmla="*/ 709008 h 801199"/>
                <a:gd name="csX829" fmla="*/ 445183 w 3852116"/>
                <a:gd name="csY829" fmla="*/ 701106 h 801199"/>
                <a:gd name="csX830" fmla="*/ 434651 w 3852116"/>
                <a:gd name="csY830" fmla="*/ 701106 h 801199"/>
                <a:gd name="csX831" fmla="*/ 432019 w 3852116"/>
                <a:gd name="csY831" fmla="*/ 695838 h 801199"/>
                <a:gd name="csX832" fmla="*/ 421487 w 3852116"/>
                <a:gd name="csY832" fmla="*/ 693204 h 801199"/>
                <a:gd name="csX833" fmla="*/ 416221 w 3852116"/>
                <a:gd name="csY833" fmla="*/ 693204 h 801199"/>
                <a:gd name="csX834" fmla="*/ 413588 w 3852116"/>
                <a:gd name="csY834" fmla="*/ 693204 h 801199"/>
                <a:gd name="csX835" fmla="*/ 405690 w 3852116"/>
                <a:gd name="csY835" fmla="*/ 693204 h 801199"/>
                <a:gd name="csX836" fmla="*/ 397791 w 3852116"/>
                <a:gd name="csY836" fmla="*/ 695838 h 801199"/>
                <a:gd name="csX837" fmla="*/ 389893 w 3852116"/>
                <a:gd name="csY837" fmla="*/ 687936 h 801199"/>
                <a:gd name="csX838" fmla="*/ 384627 w 3852116"/>
                <a:gd name="csY838" fmla="*/ 687936 h 801199"/>
                <a:gd name="csX839" fmla="*/ 381994 w 3852116"/>
                <a:gd name="csY839" fmla="*/ 682668 h 801199"/>
                <a:gd name="csX840" fmla="*/ 376728 w 3852116"/>
                <a:gd name="csY840" fmla="*/ 674766 h 801199"/>
                <a:gd name="csX841" fmla="*/ 360931 w 3852116"/>
                <a:gd name="csY841" fmla="*/ 661596 h 801199"/>
                <a:gd name="csX842" fmla="*/ 334602 w 3852116"/>
                <a:gd name="csY842" fmla="*/ 651060 h 801199"/>
                <a:gd name="csX843" fmla="*/ 324071 w 3852116"/>
                <a:gd name="csY843" fmla="*/ 643158 h 801199"/>
                <a:gd name="csX844" fmla="*/ 321438 w 3852116"/>
                <a:gd name="csY844" fmla="*/ 637890 h 801199"/>
                <a:gd name="csX845" fmla="*/ 318805 w 3852116"/>
                <a:gd name="csY845" fmla="*/ 640524 h 801199"/>
                <a:gd name="csX846" fmla="*/ 313539 w 3852116"/>
                <a:gd name="csY846" fmla="*/ 640524 h 801199"/>
                <a:gd name="csX847" fmla="*/ 305641 w 3852116"/>
                <a:gd name="csY847" fmla="*/ 635256 h 801199"/>
                <a:gd name="csX848" fmla="*/ 303008 w 3852116"/>
                <a:gd name="csY848" fmla="*/ 624720 h 801199"/>
                <a:gd name="csX849" fmla="*/ 295109 w 3852116"/>
                <a:gd name="csY849" fmla="*/ 619452 h 801199"/>
                <a:gd name="csX850" fmla="*/ 287211 w 3852116"/>
                <a:gd name="csY850" fmla="*/ 614184 h 801199"/>
                <a:gd name="csX851" fmla="*/ 295109 w 3852116"/>
                <a:gd name="csY851" fmla="*/ 611550 h 801199"/>
                <a:gd name="csX852" fmla="*/ 295109 w 3852116"/>
                <a:gd name="csY852" fmla="*/ 608916 h 801199"/>
                <a:gd name="csX853" fmla="*/ 295109 w 3852116"/>
                <a:gd name="csY853" fmla="*/ 606282 h 801199"/>
                <a:gd name="csX854" fmla="*/ 305641 w 3852116"/>
                <a:gd name="csY854" fmla="*/ 606282 h 801199"/>
                <a:gd name="csX855" fmla="*/ 313539 w 3852116"/>
                <a:gd name="csY855" fmla="*/ 606282 h 801199"/>
                <a:gd name="csX856" fmla="*/ 318805 w 3852116"/>
                <a:gd name="csY856" fmla="*/ 595746 h 801199"/>
                <a:gd name="csX857" fmla="*/ 326704 w 3852116"/>
                <a:gd name="csY857" fmla="*/ 587844 h 801199"/>
                <a:gd name="csX858" fmla="*/ 331970 w 3852116"/>
                <a:gd name="csY858" fmla="*/ 577308 h 801199"/>
                <a:gd name="csX859" fmla="*/ 337235 w 3852116"/>
                <a:gd name="csY859" fmla="*/ 577308 h 801199"/>
                <a:gd name="csX860" fmla="*/ 339868 w 3852116"/>
                <a:gd name="csY860" fmla="*/ 572039 h 801199"/>
                <a:gd name="csX861" fmla="*/ 350400 w 3852116"/>
                <a:gd name="csY861" fmla="*/ 572039 h 801199"/>
                <a:gd name="csX862" fmla="*/ 345134 w 3852116"/>
                <a:gd name="csY862" fmla="*/ 566771 h 801199"/>
                <a:gd name="csX863" fmla="*/ 337235 w 3852116"/>
                <a:gd name="csY863" fmla="*/ 558869 h 801199"/>
                <a:gd name="csX864" fmla="*/ 329337 w 3852116"/>
                <a:gd name="csY864" fmla="*/ 553601 h 801199"/>
                <a:gd name="csX865" fmla="*/ 326704 w 3852116"/>
                <a:gd name="csY865" fmla="*/ 550967 h 801199"/>
                <a:gd name="csX866" fmla="*/ 326704 w 3852116"/>
                <a:gd name="csY866" fmla="*/ 543065 h 801199"/>
                <a:gd name="csX867" fmla="*/ 342501 w 3852116"/>
                <a:gd name="csY867" fmla="*/ 540431 h 801199"/>
                <a:gd name="csX868" fmla="*/ 350400 w 3852116"/>
                <a:gd name="csY868" fmla="*/ 543065 h 801199"/>
                <a:gd name="csX869" fmla="*/ 353032 w 3852116"/>
                <a:gd name="csY869" fmla="*/ 540431 h 801199"/>
                <a:gd name="csX870" fmla="*/ 350400 w 3852116"/>
                <a:gd name="csY870" fmla="*/ 537797 h 801199"/>
                <a:gd name="csX871" fmla="*/ 350400 w 3852116"/>
                <a:gd name="csY871" fmla="*/ 535163 h 801199"/>
                <a:gd name="csX872" fmla="*/ 355665 w 3852116"/>
                <a:gd name="csY872" fmla="*/ 532529 h 801199"/>
                <a:gd name="csX873" fmla="*/ 366197 w 3852116"/>
                <a:gd name="csY873" fmla="*/ 527261 h 801199"/>
                <a:gd name="csX874" fmla="*/ 374095 w 3852116"/>
                <a:gd name="csY874" fmla="*/ 524627 h 801199"/>
                <a:gd name="csX875" fmla="*/ 379361 w 3852116"/>
                <a:gd name="csY875" fmla="*/ 524627 h 801199"/>
                <a:gd name="csX876" fmla="*/ 379361 w 3852116"/>
                <a:gd name="csY876" fmla="*/ 521993 h 801199"/>
                <a:gd name="csX877" fmla="*/ 379361 w 3852116"/>
                <a:gd name="csY877" fmla="*/ 519359 h 801199"/>
                <a:gd name="csX878" fmla="*/ 374095 w 3852116"/>
                <a:gd name="csY878" fmla="*/ 519359 h 801199"/>
                <a:gd name="csX879" fmla="*/ 374095 w 3852116"/>
                <a:gd name="csY879" fmla="*/ 514091 h 801199"/>
                <a:gd name="csX880" fmla="*/ 368830 w 3852116"/>
                <a:gd name="csY880" fmla="*/ 514091 h 801199"/>
                <a:gd name="csX881" fmla="*/ 360931 w 3852116"/>
                <a:gd name="csY881" fmla="*/ 514091 h 801199"/>
                <a:gd name="csX882" fmla="*/ 355665 w 3852116"/>
                <a:gd name="csY882" fmla="*/ 516725 h 801199"/>
                <a:gd name="csX883" fmla="*/ 350400 w 3852116"/>
                <a:gd name="csY883" fmla="*/ 516725 h 801199"/>
                <a:gd name="csX884" fmla="*/ 342501 w 3852116"/>
                <a:gd name="csY884" fmla="*/ 519359 h 801199"/>
                <a:gd name="csX885" fmla="*/ 342501 w 3852116"/>
                <a:gd name="csY885" fmla="*/ 511457 h 801199"/>
                <a:gd name="csX886" fmla="*/ 339868 w 3852116"/>
                <a:gd name="csY886" fmla="*/ 506189 h 801199"/>
                <a:gd name="csX887" fmla="*/ 345134 w 3852116"/>
                <a:gd name="csY887" fmla="*/ 495653 h 801199"/>
                <a:gd name="csX888" fmla="*/ 355665 w 3852116"/>
                <a:gd name="csY888" fmla="*/ 493019 h 801199"/>
                <a:gd name="csX889" fmla="*/ 360931 w 3852116"/>
                <a:gd name="csY889" fmla="*/ 485117 h 801199"/>
                <a:gd name="csX890" fmla="*/ 363564 w 3852116"/>
                <a:gd name="csY890" fmla="*/ 482483 h 801199"/>
                <a:gd name="csX891" fmla="*/ 374095 w 3852116"/>
                <a:gd name="csY891" fmla="*/ 485117 h 801199"/>
                <a:gd name="csX892" fmla="*/ 379361 w 3852116"/>
                <a:gd name="csY892" fmla="*/ 485117 h 801199"/>
                <a:gd name="csX893" fmla="*/ 387260 w 3852116"/>
                <a:gd name="csY893" fmla="*/ 487751 h 801199"/>
                <a:gd name="csX894" fmla="*/ 392526 w 3852116"/>
                <a:gd name="csY894" fmla="*/ 485117 h 801199"/>
                <a:gd name="csX895" fmla="*/ 397791 w 3852116"/>
                <a:gd name="csY895" fmla="*/ 471947 h 801199"/>
                <a:gd name="csX896" fmla="*/ 400424 w 3852116"/>
                <a:gd name="csY896" fmla="*/ 461411 h 801199"/>
                <a:gd name="csX897" fmla="*/ 395158 w 3852116"/>
                <a:gd name="csY897" fmla="*/ 458777 h 801199"/>
                <a:gd name="csX898" fmla="*/ 395158 w 3852116"/>
                <a:gd name="csY898" fmla="*/ 453509 h 801199"/>
                <a:gd name="csX899" fmla="*/ 392526 w 3852116"/>
                <a:gd name="csY899" fmla="*/ 448241 h 801199"/>
                <a:gd name="csX900" fmla="*/ 389893 w 3852116"/>
                <a:gd name="csY900" fmla="*/ 445607 h 801199"/>
                <a:gd name="csX901" fmla="*/ 392526 w 3852116"/>
                <a:gd name="csY901" fmla="*/ 440338 h 801199"/>
                <a:gd name="csX902" fmla="*/ 392526 w 3852116"/>
                <a:gd name="csY902" fmla="*/ 435070 h 801199"/>
                <a:gd name="csX903" fmla="*/ 403057 w 3852116"/>
                <a:gd name="csY903" fmla="*/ 432436 h 801199"/>
                <a:gd name="csX904" fmla="*/ 400424 w 3852116"/>
                <a:gd name="csY904" fmla="*/ 429802 h 801199"/>
                <a:gd name="csX905" fmla="*/ 395158 w 3852116"/>
                <a:gd name="csY905" fmla="*/ 427168 h 801199"/>
                <a:gd name="csX906" fmla="*/ 392526 w 3852116"/>
                <a:gd name="csY906" fmla="*/ 424534 h 801199"/>
                <a:gd name="csX907" fmla="*/ 403057 w 3852116"/>
                <a:gd name="csY907" fmla="*/ 421900 h 801199"/>
                <a:gd name="csX908" fmla="*/ 408323 w 3852116"/>
                <a:gd name="csY908" fmla="*/ 411364 h 801199"/>
                <a:gd name="csX909" fmla="*/ 403057 w 3852116"/>
                <a:gd name="csY909" fmla="*/ 398194 h 801199"/>
                <a:gd name="csX910" fmla="*/ 405690 w 3852116"/>
                <a:gd name="csY910" fmla="*/ 395560 h 801199"/>
                <a:gd name="csX911" fmla="*/ 403057 w 3852116"/>
                <a:gd name="csY911" fmla="*/ 392926 h 801199"/>
                <a:gd name="csX912" fmla="*/ 397791 w 3852116"/>
                <a:gd name="csY912" fmla="*/ 392926 h 801199"/>
                <a:gd name="csX913" fmla="*/ 392526 w 3852116"/>
                <a:gd name="csY913" fmla="*/ 390292 h 801199"/>
                <a:gd name="csX914" fmla="*/ 384627 w 3852116"/>
                <a:gd name="csY914" fmla="*/ 385024 h 801199"/>
                <a:gd name="csX915" fmla="*/ 379361 w 3852116"/>
                <a:gd name="csY915" fmla="*/ 385024 h 801199"/>
                <a:gd name="csX916" fmla="*/ 371463 w 3852116"/>
                <a:gd name="csY916" fmla="*/ 379756 h 801199"/>
                <a:gd name="csX917" fmla="*/ 360931 w 3852116"/>
                <a:gd name="csY917" fmla="*/ 379756 h 801199"/>
                <a:gd name="csX918" fmla="*/ 358298 w 3852116"/>
                <a:gd name="csY918" fmla="*/ 377122 h 801199"/>
                <a:gd name="csX919" fmla="*/ 353032 w 3852116"/>
                <a:gd name="csY919" fmla="*/ 374488 h 801199"/>
                <a:gd name="csX920" fmla="*/ 350400 w 3852116"/>
                <a:gd name="csY920" fmla="*/ 374488 h 801199"/>
                <a:gd name="csX921" fmla="*/ 345134 w 3852116"/>
                <a:gd name="csY921" fmla="*/ 369220 h 801199"/>
                <a:gd name="csX922" fmla="*/ 339868 w 3852116"/>
                <a:gd name="csY922" fmla="*/ 369220 h 801199"/>
                <a:gd name="csX923" fmla="*/ 337235 w 3852116"/>
                <a:gd name="csY923" fmla="*/ 374488 h 801199"/>
                <a:gd name="csX924" fmla="*/ 334602 w 3852116"/>
                <a:gd name="csY924" fmla="*/ 374488 h 801199"/>
                <a:gd name="csX925" fmla="*/ 326704 w 3852116"/>
                <a:gd name="csY925" fmla="*/ 366586 h 801199"/>
                <a:gd name="csX926" fmla="*/ 318805 w 3852116"/>
                <a:gd name="csY926" fmla="*/ 353416 h 801199"/>
                <a:gd name="csX927" fmla="*/ 316172 w 3852116"/>
                <a:gd name="csY927" fmla="*/ 348148 h 801199"/>
                <a:gd name="csX928" fmla="*/ 313539 w 3852116"/>
                <a:gd name="csY928" fmla="*/ 348148 h 801199"/>
                <a:gd name="csX929" fmla="*/ 303008 w 3852116"/>
                <a:gd name="csY929" fmla="*/ 350782 h 801199"/>
                <a:gd name="csX930" fmla="*/ 287211 w 3852116"/>
                <a:gd name="csY930" fmla="*/ 356050 h 801199"/>
                <a:gd name="csX931" fmla="*/ 284578 w 3852116"/>
                <a:gd name="csY931" fmla="*/ 353416 h 801199"/>
                <a:gd name="csX932" fmla="*/ 276679 w 3852116"/>
                <a:gd name="csY932" fmla="*/ 356050 h 801199"/>
                <a:gd name="csX933" fmla="*/ 271414 w 3852116"/>
                <a:gd name="csY933" fmla="*/ 348148 h 801199"/>
                <a:gd name="csX934" fmla="*/ 266148 w 3852116"/>
                <a:gd name="csY934" fmla="*/ 348148 h 801199"/>
                <a:gd name="csX935" fmla="*/ 260882 w 3852116"/>
                <a:gd name="csY935" fmla="*/ 348148 h 801199"/>
                <a:gd name="csX936" fmla="*/ 255616 w 3852116"/>
                <a:gd name="csY936" fmla="*/ 350782 h 801199"/>
                <a:gd name="csX937" fmla="*/ 252983 w 3852116"/>
                <a:gd name="csY937" fmla="*/ 348148 h 801199"/>
                <a:gd name="csX938" fmla="*/ 247718 w 3852116"/>
                <a:gd name="csY938" fmla="*/ 345514 h 801199"/>
                <a:gd name="csX939" fmla="*/ 247718 w 3852116"/>
                <a:gd name="csY939" fmla="*/ 340246 h 801199"/>
                <a:gd name="csX940" fmla="*/ 247718 w 3852116"/>
                <a:gd name="csY940" fmla="*/ 334978 h 801199"/>
                <a:gd name="csX941" fmla="*/ 242452 w 3852116"/>
                <a:gd name="csY941" fmla="*/ 319174 h 801199"/>
                <a:gd name="csX942" fmla="*/ 237186 w 3852116"/>
                <a:gd name="csY942" fmla="*/ 311272 h 801199"/>
                <a:gd name="csX943" fmla="*/ 234553 w 3852116"/>
                <a:gd name="csY943" fmla="*/ 306003 h 801199"/>
                <a:gd name="csX944" fmla="*/ 229288 w 3852116"/>
                <a:gd name="csY944" fmla="*/ 306003 h 801199"/>
                <a:gd name="csX945" fmla="*/ 226655 w 3852116"/>
                <a:gd name="csY945" fmla="*/ 308637 h 801199"/>
                <a:gd name="csX946" fmla="*/ 216123 w 3852116"/>
                <a:gd name="csY946" fmla="*/ 306003 h 801199"/>
                <a:gd name="csX947" fmla="*/ 210858 w 3852116"/>
                <a:gd name="csY947" fmla="*/ 303369 h 801199"/>
                <a:gd name="csX948" fmla="*/ 205592 w 3852116"/>
                <a:gd name="csY948" fmla="*/ 300735 h 801199"/>
                <a:gd name="csX949" fmla="*/ 202959 w 3852116"/>
                <a:gd name="csY949" fmla="*/ 290199 h 801199"/>
                <a:gd name="csX950" fmla="*/ 202959 w 3852116"/>
                <a:gd name="csY950" fmla="*/ 287565 h 801199"/>
                <a:gd name="csX951" fmla="*/ 202959 w 3852116"/>
                <a:gd name="csY951" fmla="*/ 282297 h 801199"/>
                <a:gd name="csX952" fmla="*/ 205592 w 3852116"/>
                <a:gd name="csY952" fmla="*/ 279663 h 801199"/>
                <a:gd name="csX953" fmla="*/ 210858 w 3852116"/>
                <a:gd name="csY953" fmla="*/ 277029 h 801199"/>
                <a:gd name="csX954" fmla="*/ 210858 w 3852116"/>
                <a:gd name="csY954" fmla="*/ 271761 h 801199"/>
                <a:gd name="csX955" fmla="*/ 208225 w 3852116"/>
                <a:gd name="csY955" fmla="*/ 269127 h 801199"/>
                <a:gd name="csX956" fmla="*/ 200326 w 3852116"/>
                <a:gd name="csY956" fmla="*/ 261225 h 801199"/>
                <a:gd name="csX957" fmla="*/ 200326 w 3852116"/>
                <a:gd name="csY957" fmla="*/ 255957 h 801199"/>
                <a:gd name="csX958" fmla="*/ 197693 w 3852116"/>
                <a:gd name="csY958" fmla="*/ 250689 h 801199"/>
                <a:gd name="csX959" fmla="*/ 189795 w 3852116"/>
                <a:gd name="csY959" fmla="*/ 245421 h 801199"/>
                <a:gd name="csX960" fmla="*/ 179263 w 3852116"/>
                <a:gd name="csY960" fmla="*/ 248055 h 801199"/>
                <a:gd name="csX961" fmla="*/ 171364 w 3852116"/>
                <a:gd name="csY961" fmla="*/ 245421 h 801199"/>
                <a:gd name="csX962" fmla="*/ 160833 w 3852116"/>
                <a:gd name="csY962" fmla="*/ 250689 h 801199"/>
                <a:gd name="csX963" fmla="*/ 155567 w 3852116"/>
                <a:gd name="csY963" fmla="*/ 250689 h 801199"/>
                <a:gd name="csX964" fmla="*/ 145036 w 3852116"/>
                <a:gd name="csY964" fmla="*/ 248055 h 801199"/>
                <a:gd name="csX965" fmla="*/ 139770 w 3852116"/>
                <a:gd name="csY965" fmla="*/ 250689 h 801199"/>
                <a:gd name="csX966" fmla="*/ 139770 w 3852116"/>
                <a:gd name="csY966" fmla="*/ 255957 h 801199"/>
                <a:gd name="csX967" fmla="*/ 137137 w 3852116"/>
                <a:gd name="csY967" fmla="*/ 258591 h 801199"/>
                <a:gd name="csX968" fmla="*/ 131871 w 3852116"/>
                <a:gd name="csY968" fmla="*/ 261225 h 801199"/>
                <a:gd name="csX969" fmla="*/ 126606 w 3852116"/>
                <a:gd name="csY969" fmla="*/ 261225 h 801199"/>
                <a:gd name="csX970" fmla="*/ 123973 w 3852116"/>
                <a:gd name="csY970" fmla="*/ 255957 h 801199"/>
                <a:gd name="csX971" fmla="*/ 121340 w 3852116"/>
                <a:gd name="csY971" fmla="*/ 242787 h 801199"/>
                <a:gd name="csX972" fmla="*/ 121340 w 3852116"/>
                <a:gd name="csY972" fmla="*/ 237519 h 801199"/>
                <a:gd name="csX973" fmla="*/ 118707 w 3852116"/>
                <a:gd name="csY973" fmla="*/ 232251 h 801199"/>
                <a:gd name="csX974" fmla="*/ 116074 w 3852116"/>
                <a:gd name="csY974" fmla="*/ 232251 h 801199"/>
                <a:gd name="csX975" fmla="*/ 116074 w 3852116"/>
                <a:gd name="csY975" fmla="*/ 226983 h 801199"/>
                <a:gd name="csX976" fmla="*/ 113441 w 3852116"/>
                <a:gd name="csY976" fmla="*/ 221715 h 801199"/>
                <a:gd name="csX977" fmla="*/ 113441 w 3852116"/>
                <a:gd name="csY977" fmla="*/ 216447 h 801199"/>
                <a:gd name="csX978" fmla="*/ 113441 w 3852116"/>
                <a:gd name="csY978" fmla="*/ 213813 h 801199"/>
                <a:gd name="csX979" fmla="*/ 105543 w 3852116"/>
                <a:gd name="csY979" fmla="*/ 205911 h 801199"/>
                <a:gd name="csX980" fmla="*/ 105543 w 3852116"/>
                <a:gd name="csY980" fmla="*/ 200643 h 801199"/>
                <a:gd name="csX981" fmla="*/ 110808 w 3852116"/>
                <a:gd name="csY981" fmla="*/ 200643 h 801199"/>
                <a:gd name="csX982" fmla="*/ 110808 w 3852116"/>
                <a:gd name="csY982" fmla="*/ 195375 h 801199"/>
                <a:gd name="csX983" fmla="*/ 116074 w 3852116"/>
                <a:gd name="csY983" fmla="*/ 192740 h 801199"/>
                <a:gd name="csX984" fmla="*/ 118707 w 3852116"/>
                <a:gd name="csY984" fmla="*/ 192740 h 801199"/>
                <a:gd name="csX985" fmla="*/ 126606 w 3852116"/>
                <a:gd name="csY985" fmla="*/ 200643 h 801199"/>
                <a:gd name="csX986" fmla="*/ 137137 w 3852116"/>
                <a:gd name="csY986" fmla="*/ 200643 h 801199"/>
                <a:gd name="csX987" fmla="*/ 142403 w 3852116"/>
                <a:gd name="csY987" fmla="*/ 198009 h 801199"/>
                <a:gd name="csX988" fmla="*/ 150302 w 3852116"/>
                <a:gd name="csY988" fmla="*/ 190106 h 801199"/>
                <a:gd name="csX989" fmla="*/ 152934 w 3852116"/>
                <a:gd name="csY989" fmla="*/ 187472 h 801199"/>
                <a:gd name="csX990" fmla="*/ 155567 w 3852116"/>
                <a:gd name="csY990" fmla="*/ 184838 h 801199"/>
                <a:gd name="csX991" fmla="*/ 155567 w 3852116"/>
                <a:gd name="csY991" fmla="*/ 176936 h 801199"/>
                <a:gd name="csX992" fmla="*/ 150302 w 3852116"/>
                <a:gd name="csY992" fmla="*/ 174302 h 801199"/>
                <a:gd name="csX993" fmla="*/ 147669 w 3852116"/>
                <a:gd name="csY993" fmla="*/ 171668 h 801199"/>
                <a:gd name="csX994" fmla="*/ 147669 w 3852116"/>
                <a:gd name="csY994" fmla="*/ 166400 h 801199"/>
                <a:gd name="csX995" fmla="*/ 145036 w 3852116"/>
                <a:gd name="csY995" fmla="*/ 163766 h 801199"/>
                <a:gd name="csX996" fmla="*/ 139770 w 3852116"/>
                <a:gd name="csY996" fmla="*/ 161132 h 801199"/>
                <a:gd name="csX997" fmla="*/ 126606 w 3852116"/>
                <a:gd name="csY997" fmla="*/ 163766 h 801199"/>
                <a:gd name="csX998" fmla="*/ 123973 w 3852116"/>
                <a:gd name="csY998" fmla="*/ 158498 h 801199"/>
                <a:gd name="csX999" fmla="*/ 123973 w 3852116"/>
                <a:gd name="csY999" fmla="*/ 153230 h 801199"/>
                <a:gd name="csX1000" fmla="*/ 123973 w 3852116"/>
                <a:gd name="csY1000" fmla="*/ 147962 h 801199"/>
                <a:gd name="csX1001" fmla="*/ 121340 w 3852116"/>
                <a:gd name="csY1001" fmla="*/ 145328 h 801199"/>
                <a:gd name="csX1002" fmla="*/ 110808 w 3852116"/>
                <a:gd name="csY1002" fmla="*/ 140060 h 801199"/>
                <a:gd name="csX1003" fmla="*/ 108176 w 3852116"/>
                <a:gd name="csY1003" fmla="*/ 134792 h 801199"/>
                <a:gd name="csX1004" fmla="*/ 100277 w 3852116"/>
                <a:gd name="csY1004" fmla="*/ 121622 h 801199"/>
                <a:gd name="csX1005" fmla="*/ 100277 w 3852116"/>
                <a:gd name="csY1005" fmla="*/ 113720 h 801199"/>
                <a:gd name="csX1006" fmla="*/ 92378 w 3852116"/>
                <a:gd name="csY1006" fmla="*/ 105818 h 801199"/>
                <a:gd name="csX1007" fmla="*/ 89746 w 3852116"/>
                <a:gd name="csY1007" fmla="*/ 100550 h 801199"/>
                <a:gd name="csX1008" fmla="*/ 92378 w 3852116"/>
                <a:gd name="csY1008" fmla="*/ 95282 h 801199"/>
                <a:gd name="csX1009" fmla="*/ 95011 w 3852116"/>
                <a:gd name="csY1009" fmla="*/ 92648 h 801199"/>
                <a:gd name="csX1010" fmla="*/ 97644 w 3852116"/>
                <a:gd name="csY1010" fmla="*/ 87380 h 801199"/>
                <a:gd name="csX1011" fmla="*/ 97644 w 3852116"/>
                <a:gd name="csY1011" fmla="*/ 82112 h 801199"/>
                <a:gd name="csX1012" fmla="*/ 95011 w 3852116"/>
                <a:gd name="csY1012" fmla="*/ 79478 h 801199"/>
                <a:gd name="csX1013" fmla="*/ 92378 w 3852116"/>
                <a:gd name="csY1013" fmla="*/ 74210 h 801199"/>
                <a:gd name="csX1014" fmla="*/ 92378 w 3852116"/>
                <a:gd name="csY1014" fmla="*/ 68942 h 801199"/>
                <a:gd name="csX1015" fmla="*/ 95011 w 3852116"/>
                <a:gd name="csY1015" fmla="*/ 63674 h 801199"/>
                <a:gd name="csX1016" fmla="*/ 92378 w 3852116"/>
                <a:gd name="csY1016" fmla="*/ 58405 h 801199"/>
                <a:gd name="csX1017" fmla="*/ 89746 w 3852116"/>
                <a:gd name="csY1017" fmla="*/ 55771 h 801199"/>
                <a:gd name="csX1018" fmla="*/ 81847 w 3852116"/>
                <a:gd name="csY1018" fmla="*/ 47869 h 801199"/>
                <a:gd name="csX1019" fmla="*/ 79214 w 3852116"/>
                <a:gd name="csY1019" fmla="*/ 45235 h 801199"/>
                <a:gd name="csX1020" fmla="*/ 73948 w 3852116"/>
                <a:gd name="csY1020" fmla="*/ 42601 h 801199"/>
                <a:gd name="csX1021" fmla="*/ 71315 w 3852116"/>
                <a:gd name="csY1021" fmla="*/ 39967 h 801199"/>
                <a:gd name="csX1022" fmla="*/ 60784 w 3852116"/>
                <a:gd name="csY1022" fmla="*/ 42601 h 801199"/>
                <a:gd name="csX1023" fmla="*/ 55518 w 3852116"/>
                <a:gd name="csY1023" fmla="*/ 45235 h 801199"/>
                <a:gd name="csX1024" fmla="*/ 52885 w 3852116"/>
                <a:gd name="csY1024" fmla="*/ 45235 h 801199"/>
                <a:gd name="csX1025" fmla="*/ 42354 w 3852116"/>
                <a:gd name="csY1025" fmla="*/ 50503 h 801199"/>
                <a:gd name="csX1026" fmla="*/ 44987 w 3852116"/>
                <a:gd name="csY1026" fmla="*/ 37333 h 801199"/>
                <a:gd name="csX1027" fmla="*/ 37088 w 3852116"/>
                <a:gd name="csY1027" fmla="*/ 32065 h 801199"/>
                <a:gd name="csX1028" fmla="*/ 31822 w 3852116"/>
                <a:gd name="csY1028" fmla="*/ 32065 h 801199"/>
                <a:gd name="csX1029" fmla="*/ 21291 w 3852116"/>
                <a:gd name="csY1029" fmla="*/ 34699 h 801199"/>
                <a:gd name="csX1030" fmla="*/ 18658 w 3852116"/>
                <a:gd name="csY1030" fmla="*/ 29431 h 801199"/>
                <a:gd name="csX1031" fmla="*/ 13392 w 3852116"/>
                <a:gd name="csY1031" fmla="*/ 26797 h 801199"/>
                <a:gd name="csX1032" fmla="*/ 5494 w 3852116"/>
                <a:gd name="csY1032" fmla="*/ 29431 h 801199"/>
                <a:gd name="csX1033" fmla="*/ 2861 w 3852116"/>
                <a:gd name="csY1033" fmla="*/ 24163 h 801199"/>
                <a:gd name="csX1034" fmla="*/ 2861 w 3852116"/>
                <a:gd name="csY1034" fmla="*/ 18895 h 801199"/>
                <a:gd name="csX1035" fmla="*/ 2861 w 3852116"/>
                <a:gd name="csY1035" fmla="*/ 8359 h 801199"/>
                <a:gd name="csX1036" fmla="*/ 228 w 3852116"/>
                <a:gd name="csY1036" fmla="*/ 5725 h 801199"/>
                <a:gd name="csX1037" fmla="*/ 228 w 3852116"/>
                <a:gd name="csY1037" fmla="*/ 457 h 801199"/>
                <a:gd name="csX1038" fmla="*/ 0 w 3852116"/>
                <a:gd name="csY1038" fmla="*/ 0 h 801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</a:cxnLst>
              <a:rect l="l" t="t" r="r" b="b"/>
              <a:pathLst>
                <a:path w="3852116" h="801199">
                  <a:moveTo>
                    <a:pt x="0" y="0"/>
                  </a:moveTo>
                  <a:lnTo>
                    <a:pt x="3740447" y="0"/>
                  </a:lnTo>
                  <a:lnTo>
                    <a:pt x="3738903" y="3091"/>
                  </a:lnTo>
                  <a:lnTo>
                    <a:pt x="3738903" y="8359"/>
                  </a:lnTo>
                  <a:lnTo>
                    <a:pt x="3736270" y="13627"/>
                  </a:lnTo>
                  <a:lnTo>
                    <a:pt x="3731004" y="16261"/>
                  </a:lnTo>
                  <a:lnTo>
                    <a:pt x="3725739" y="29431"/>
                  </a:lnTo>
                  <a:lnTo>
                    <a:pt x="3694144" y="55771"/>
                  </a:lnTo>
                  <a:lnTo>
                    <a:pt x="3688878" y="61039"/>
                  </a:lnTo>
                  <a:lnTo>
                    <a:pt x="3683613" y="61039"/>
                  </a:lnTo>
                  <a:lnTo>
                    <a:pt x="3680979" y="66308"/>
                  </a:lnTo>
                  <a:lnTo>
                    <a:pt x="3675714" y="76844"/>
                  </a:lnTo>
                  <a:lnTo>
                    <a:pt x="3665183" y="84746"/>
                  </a:lnTo>
                  <a:lnTo>
                    <a:pt x="3659917" y="87380"/>
                  </a:lnTo>
                  <a:lnTo>
                    <a:pt x="3641487" y="100550"/>
                  </a:lnTo>
                  <a:lnTo>
                    <a:pt x="3638854" y="108452"/>
                  </a:lnTo>
                  <a:lnTo>
                    <a:pt x="3638854" y="113720"/>
                  </a:lnTo>
                  <a:lnTo>
                    <a:pt x="3652018" y="118988"/>
                  </a:lnTo>
                  <a:lnTo>
                    <a:pt x="3657284" y="124256"/>
                  </a:lnTo>
                  <a:lnTo>
                    <a:pt x="3673081" y="124256"/>
                  </a:lnTo>
                  <a:lnTo>
                    <a:pt x="3686245" y="118988"/>
                  </a:lnTo>
                  <a:lnTo>
                    <a:pt x="3691511" y="121622"/>
                  </a:lnTo>
                  <a:lnTo>
                    <a:pt x="3694144" y="126890"/>
                  </a:lnTo>
                  <a:lnTo>
                    <a:pt x="3694144" y="134792"/>
                  </a:lnTo>
                  <a:lnTo>
                    <a:pt x="3694144" y="137426"/>
                  </a:lnTo>
                  <a:lnTo>
                    <a:pt x="3694144" y="142694"/>
                  </a:lnTo>
                  <a:lnTo>
                    <a:pt x="3691511" y="150596"/>
                  </a:lnTo>
                  <a:lnTo>
                    <a:pt x="3691511" y="155864"/>
                  </a:lnTo>
                  <a:lnTo>
                    <a:pt x="3691511" y="166400"/>
                  </a:lnTo>
                  <a:lnTo>
                    <a:pt x="3694144" y="169034"/>
                  </a:lnTo>
                  <a:lnTo>
                    <a:pt x="3696777" y="163766"/>
                  </a:lnTo>
                  <a:lnTo>
                    <a:pt x="3702043" y="163766"/>
                  </a:lnTo>
                  <a:lnTo>
                    <a:pt x="3707308" y="158498"/>
                  </a:lnTo>
                  <a:lnTo>
                    <a:pt x="3707308" y="153230"/>
                  </a:lnTo>
                  <a:lnTo>
                    <a:pt x="3704675" y="147962"/>
                  </a:lnTo>
                  <a:lnTo>
                    <a:pt x="3707308" y="142694"/>
                  </a:lnTo>
                  <a:lnTo>
                    <a:pt x="3712574" y="140060"/>
                  </a:lnTo>
                  <a:lnTo>
                    <a:pt x="3723105" y="140060"/>
                  </a:lnTo>
                  <a:lnTo>
                    <a:pt x="3723105" y="142694"/>
                  </a:lnTo>
                  <a:lnTo>
                    <a:pt x="3717840" y="147962"/>
                  </a:lnTo>
                  <a:lnTo>
                    <a:pt x="3712574" y="150596"/>
                  </a:lnTo>
                  <a:lnTo>
                    <a:pt x="3715207" y="155864"/>
                  </a:lnTo>
                  <a:lnTo>
                    <a:pt x="3723105" y="158498"/>
                  </a:lnTo>
                  <a:lnTo>
                    <a:pt x="3723105" y="163766"/>
                  </a:lnTo>
                  <a:lnTo>
                    <a:pt x="3717840" y="169034"/>
                  </a:lnTo>
                  <a:lnTo>
                    <a:pt x="3715207" y="174302"/>
                  </a:lnTo>
                  <a:lnTo>
                    <a:pt x="3709941" y="176936"/>
                  </a:lnTo>
                  <a:lnTo>
                    <a:pt x="3709941" y="179570"/>
                  </a:lnTo>
                  <a:lnTo>
                    <a:pt x="3717840" y="179570"/>
                  </a:lnTo>
                  <a:lnTo>
                    <a:pt x="3731004" y="176936"/>
                  </a:lnTo>
                  <a:lnTo>
                    <a:pt x="3738903" y="174302"/>
                  </a:lnTo>
                  <a:lnTo>
                    <a:pt x="3752067" y="158498"/>
                  </a:lnTo>
                  <a:lnTo>
                    <a:pt x="3754700" y="166400"/>
                  </a:lnTo>
                  <a:lnTo>
                    <a:pt x="3749434" y="174302"/>
                  </a:lnTo>
                  <a:lnTo>
                    <a:pt x="3746801" y="184838"/>
                  </a:lnTo>
                  <a:lnTo>
                    <a:pt x="3752067" y="179570"/>
                  </a:lnTo>
                  <a:lnTo>
                    <a:pt x="3757333" y="166400"/>
                  </a:lnTo>
                  <a:lnTo>
                    <a:pt x="3759966" y="155864"/>
                  </a:lnTo>
                  <a:lnTo>
                    <a:pt x="3759966" y="153230"/>
                  </a:lnTo>
                  <a:lnTo>
                    <a:pt x="3759966" y="150596"/>
                  </a:lnTo>
                  <a:lnTo>
                    <a:pt x="3759966" y="140060"/>
                  </a:lnTo>
                  <a:lnTo>
                    <a:pt x="3773130" y="145328"/>
                  </a:lnTo>
                  <a:lnTo>
                    <a:pt x="3778396" y="145328"/>
                  </a:lnTo>
                  <a:lnTo>
                    <a:pt x="3788927" y="140060"/>
                  </a:lnTo>
                  <a:lnTo>
                    <a:pt x="3794193" y="140060"/>
                  </a:lnTo>
                  <a:lnTo>
                    <a:pt x="3794193" y="142694"/>
                  </a:lnTo>
                  <a:lnTo>
                    <a:pt x="3796826" y="145328"/>
                  </a:lnTo>
                  <a:lnTo>
                    <a:pt x="3802091" y="147962"/>
                  </a:lnTo>
                  <a:lnTo>
                    <a:pt x="3807357" y="153230"/>
                  </a:lnTo>
                  <a:lnTo>
                    <a:pt x="3812623" y="158498"/>
                  </a:lnTo>
                  <a:lnTo>
                    <a:pt x="3812623" y="166400"/>
                  </a:lnTo>
                  <a:lnTo>
                    <a:pt x="3815256" y="169034"/>
                  </a:lnTo>
                  <a:lnTo>
                    <a:pt x="3820522" y="174302"/>
                  </a:lnTo>
                  <a:lnTo>
                    <a:pt x="3828420" y="182204"/>
                  </a:lnTo>
                  <a:lnTo>
                    <a:pt x="3844217" y="192740"/>
                  </a:lnTo>
                  <a:lnTo>
                    <a:pt x="3849483" y="195375"/>
                  </a:lnTo>
                  <a:lnTo>
                    <a:pt x="3849483" y="203277"/>
                  </a:lnTo>
                  <a:lnTo>
                    <a:pt x="3844217" y="208545"/>
                  </a:lnTo>
                  <a:lnTo>
                    <a:pt x="3841585" y="211179"/>
                  </a:lnTo>
                  <a:lnTo>
                    <a:pt x="3831053" y="203277"/>
                  </a:lnTo>
                  <a:lnTo>
                    <a:pt x="3825787" y="203277"/>
                  </a:lnTo>
                  <a:lnTo>
                    <a:pt x="3820522" y="203277"/>
                  </a:lnTo>
                  <a:lnTo>
                    <a:pt x="3812623" y="198009"/>
                  </a:lnTo>
                  <a:lnTo>
                    <a:pt x="3802091" y="198009"/>
                  </a:lnTo>
                  <a:lnTo>
                    <a:pt x="3799459" y="200643"/>
                  </a:lnTo>
                  <a:lnTo>
                    <a:pt x="3804725" y="200643"/>
                  </a:lnTo>
                  <a:lnTo>
                    <a:pt x="3812623" y="203277"/>
                  </a:lnTo>
                  <a:lnTo>
                    <a:pt x="3820522" y="208545"/>
                  </a:lnTo>
                  <a:lnTo>
                    <a:pt x="3828420" y="208545"/>
                  </a:lnTo>
                  <a:lnTo>
                    <a:pt x="3836319" y="213813"/>
                  </a:lnTo>
                  <a:lnTo>
                    <a:pt x="3841585" y="219081"/>
                  </a:lnTo>
                  <a:lnTo>
                    <a:pt x="3844217" y="226983"/>
                  </a:lnTo>
                  <a:lnTo>
                    <a:pt x="3844217" y="234885"/>
                  </a:lnTo>
                  <a:lnTo>
                    <a:pt x="3838952" y="245421"/>
                  </a:lnTo>
                  <a:lnTo>
                    <a:pt x="3852116" y="258591"/>
                  </a:lnTo>
                  <a:lnTo>
                    <a:pt x="3849483" y="266493"/>
                  </a:lnTo>
                  <a:lnTo>
                    <a:pt x="3849483" y="271761"/>
                  </a:lnTo>
                  <a:lnTo>
                    <a:pt x="3844217" y="277029"/>
                  </a:lnTo>
                  <a:lnTo>
                    <a:pt x="3841585" y="284931"/>
                  </a:lnTo>
                  <a:lnTo>
                    <a:pt x="3836319" y="287565"/>
                  </a:lnTo>
                  <a:lnTo>
                    <a:pt x="3828420" y="298101"/>
                  </a:lnTo>
                  <a:lnTo>
                    <a:pt x="3831053" y="303369"/>
                  </a:lnTo>
                  <a:lnTo>
                    <a:pt x="3828420" y="306003"/>
                  </a:lnTo>
                  <a:lnTo>
                    <a:pt x="3828420" y="308637"/>
                  </a:lnTo>
                  <a:lnTo>
                    <a:pt x="3825787" y="308637"/>
                  </a:lnTo>
                  <a:lnTo>
                    <a:pt x="3825787" y="321808"/>
                  </a:lnTo>
                  <a:lnTo>
                    <a:pt x="3823155" y="332344"/>
                  </a:lnTo>
                  <a:lnTo>
                    <a:pt x="3817889" y="337612"/>
                  </a:lnTo>
                  <a:lnTo>
                    <a:pt x="3817889" y="350782"/>
                  </a:lnTo>
                  <a:lnTo>
                    <a:pt x="3823155" y="366586"/>
                  </a:lnTo>
                  <a:lnTo>
                    <a:pt x="3825787" y="369220"/>
                  </a:lnTo>
                  <a:lnTo>
                    <a:pt x="3825787" y="374488"/>
                  </a:lnTo>
                  <a:lnTo>
                    <a:pt x="3820522" y="379756"/>
                  </a:lnTo>
                  <a:lnTo>
                    <a:pt x="3823155" y="400828"/>
                  </a:lnTo>
                  <a:lnTo>
                    <a:pt x="3823155" y="408730"/>
                  </a:lnTo>
                  <a:lnTo>
                    <a:pt x="3815256" y="419266"/>
                  </a:lnTo>
                  <a:lnTo>
                    <a:pt x="3815256" y="427168"/>
                  </a:lnTo>
                  <a:lnTo>
                    <a:pt x="3815256" y="432436"/>
                  </a:lnTo>
                  <a:lnTo>
                    <a:pt x="3815256" y="440338"/>
                  </a:lnTo>
                  <a:lnTo>
                    <a:pt x="3812623" y="456143"/>
                  </a:lnTo>
                  <a:lnTo>
                    <a:pt x="3807357" y="461411"/>
                  </a:lnTo>
                  <a:lnTo>
                    <a:pt x="3802091" y="464045"/>
                  </a:lnTo>
                  <a:lnTo>
                    <a:pt x="3799459" y="466679"/>
                  </a:lnTo>
                  <a:lnTo>
                    <a:pt x="3794193" y="474581"/>
                  </a:lnTo>
                  <a:lnTo>
                    <a:pt x="3781029" y="487751"/>
                  </a:lnTo>
                  <a:lnTo>
                    <a:pt x="3770497" y="506189"/>
                  </a:lnTo>
                  <a:lnTo>
                    <a:pt x="3759966" y="521993"/>
                  </a:lnTo>
                  <a:lnTo>
                    <a:pt x="3754700" y="532529"/>
                  </a:lnTo>
                  <a:lnTo>
                    <a:pt x="3746801" y="553601"/>
                  </a:lnTo>
                  <a:lnTo>
                    <a:pt x="3738903" y="572039"/>
                  </a:lnTo>
                  <a:lnTo>
                    <a:pt x="3736270" y="574673"/>
                  </a:lnTo>
                  <a:lnTo>
                    <a:pt x="3728371" y="579942"/>
                  </a:lnTo>
                  <a:lnTo>
                    <a:pt x="3725739" y="587844"/>
                  </a:lnTo>
                  <a:lnTo>
                    <a:pt x="3696777" y="622086"/>
                  </a:lnTo>
                  <a:lnTo>
                    <a:pt x="3688878" y="632622"/>
                  </a:lnTo>
                  <a:lnTo>
                    <a:pt x="3683613" y="637890"/>
                  </a:lnTo>
                  <a:lnTo>
                    <a:pt x="3675714" y="651060"/>
                  </a:lnTo>
                  <a:lnTo>
                    <a:pt x="3667815" y="656328"/>
                  </a:lnTo>
                  <a:lnTo>
                    <a:pt x="3662549" y="661596"/>
                  </a:lnTo>
                  <a:lnTo>
                    <a:pt x="3657284" y="669498"/>
                  </a:lnTo>
                  <a:lnTo>
                    <a:pt x="3657284" y="674766"/>
                  </a:lnTo>
                  <a:lnTo>
                    <a:pt x="3649385" y="685302"/>
                  </a:lnTo>
                  <a:lnTo>
                    <a:pt x="3644119" y="693204"/>
                  </a:lnTo>
                  <a:lnTo>
                    <a:pt x="3636221" y="703740"/>
                  </a:lnTo>
                  <a:lnTo>
                    <a:pt x="3609892" y="722179"/>
                  </a:lnTo>
                  <a:lnTo>
                    <a:pt x="3599361" y="727447"/>
                  </a:lnTo>
                  <a:lnTo>
                    <a:pt x="3594095" y="732715"/>
                  </a:lnTo>
                  <a:lnTo>
                    <a:pt x="3588829" y="732715"/>
                  </a:lnTo>
                  <a:lnTo>
                    <a:pt x="3575665" y="737983"/>
                  </a:lnTo>
                  <a:lnTo>
                    <a:pt x="3567766" y="735349"/>
                  </a:lnTo>
                  <a:lnTo>
                    <a:pt x="3562501" y="732715"/>
                  </a:lnTo>
                  <a:lnTo>
                    <a:pt x="3562501" y="735349"/>
                  </a:lnTo>
                  <a:lnTo>
                    <a:pt x="3554602" y="730081"/>
                  </a:lnTo>
                  <a:lnTo>
                    <a:pt x="3549336" y="727447"/>
                  </a:lnTo>
                  <a:lnTo>
                    <a:pt x="3544070" y="727447"/>
                  </a:lnTo>
                  <a:lnTo>
                    <a:pt x="3541437" y="727447"/>
                  </a:lnTo>
                  <a:lnTo>
                    <a:pt x="3541437" y="719545"/>
                  </a:lnTo>
                  <a:lnTo>
                    <a:pt x="3544070" y="714277"/>
                  </a:lnTo>
                  <a:lnTo>
                    <a:pt x="3544070" y="711643"/>
                  </a:lnTo>
                  <a:lnTo>
                    <a:pt x="3538805" y="711643"/>
                  </a:lnTo>
                  <a:lnTo>
                    <a:pt x="3530906" y="716911"/>
                  </a:lnTo>
                  <a:lnTo>
                    <a:pt x="3528273" y="714277"/>
                  </a:lnTo>
                  <a:lnTo>
                    <a:pt x="3533539" y="709008"/>
                  </a:lnTo>
                  <a:lnTo>
                    <a:pt x="3528273" y="709008"/>
                  </a:lnTo>
                  <a:lnTo>
                    <a:pt x="3525640" y="703740"/>
                  </a:lnTo>
                  <a:lnTo>
                    <a:pt x="3523007" y="716911"/>
                  </a:lnTo>
                  <a:lnTo>
                    <a:pt x="3515109" y="724813"/>
                  </a:lnTo>
                  <a:lnTo>
                    <a:pt x="3512476" y="730081"/>
                  </a:lnTo>
                  <a:lnTo>
                    <a:pt x="3509843" y="735349"/>
                  </a:lnTo>
                  <a:lnTo>
                    <a:pt x="3504577" y="740617"/>
                  </a:lnTo>
                  <a:lnTo>
                    <a:pt x="3491413" y="737983"/>
                  </a:lnTo>
                  <a:lnTo>
                    <a:pt x="3488780" y="740617"/>
                  </a:lnTo>
                  <a:lnTo>
                    <a:pt x="3488780" y="743251"/>
                  </a:lnTo>
                  <a:lnTo>
                    <a:pt x="3491413" y="748519"/>
                  </a:lnTo>
                  <a:lnTo>
                    <a:pt x="3486147" y="751153"/>
                  </a:lnTo>
                  <a:lnTo>
                    <a:pt x="3483514" y="745885"/>
                  </a:lnTo>
                  <a:lnTo>
                    <a:pt x="3483514" y="743251"/>
                  </a:lnTo>
                  <a:lnTo>
                    <a:pt x="3483514" y="730081"/>
                  </a:lnTo>
                  <a:lnTo>
                    <a:pt x="3494046" y="719545"/>
                  </a:lnTo>
                  <a:lnTo>
                    <a:pt x="3504577" y="703740"/>
                  </a:lnTo>
                  <a:lnTo>
                    <a:pt x="3504577" y="669498"/>
                  </a:lnTo>
                  <a:lnTo>
                    <a:pt x="3501945" y="651060"/>
                  </a:lnTo>
                  <a:lnTo>
                    <a:pt x="3496679" y="643158"/>
                  </a:lnTo>
                  <a:lnTo>
                    <a:pt x="3517742" y="622086"/>
                  </a:lnTo>
                  <a:lnTo>
                    <a:pt x="3525640" y="616818"/>
                  </a:lnTo>
                  <a:lnTo>
                    <a:pt x="3557235" y="624720"/>
                  </a:lnTo>
                  <a:lnTo>
                    <a:pt x="3562501" y="627354"/>
                  </a:lnTo>
                  <a:lnTo>
                    <a:pt x="3567766" y="622086"/>
                  </a:lnTo>
                  <a:lnTo>
                    <a:pt x="3573032" y="608916"/>
                  </a:lnTo>
                  <a:lnTo>
                    <a:pt x="3580931" y="598380"/>
                  </a:lnTo>
                  <a:lnTo>
                    <a:pt x="3591462" y="574673"/>
                  </a:lnTo>
                  <a:lnTo>
                    <a:pt x="3596728" y="548333"/>
                  </a:lnTo>
                  <a:lnTo>
                    <a:pt x="3604626" y="527261"/>
                  </a:lnTo>
                  <a:lnTo>
                    <a:pt x="3607259" y="514091"/>
                  </a:lnTo>
                  <a:lnTo>
                    <a:pt x="3615158" y="506189"/>
                  </a:lnTo>
                  <a:lnTo>
                    <a:pt x="3623057" y="500921"/>
                  </a:lnTo>
                  <a:lnTo>
                    <a:pt x="3625689" y="487751"/>
                  </a:lnTo>
                  <a:lnTo>
                    <a:pt x="3620423" y="477215"/>
                  </a:lnTo>
                  <a:lnTo>
                    <a:pt x="3620423" y="464045"/>
                  </a:lnTo>
                  <a:lnTo>
                    <a:pt x="3625689" y="456143"/>
                  </a:lnTo>
                  <a:lnTo>
                    <a:pt x="3607259" y="461411"/>
                  </a:lnTo>
                  <a:lnTo>
                    <a:pt x="3586196" y="471947"/>
                  </a:lnTo>
                  <a:lnTo>
                    <a:pt x="3575665" y="474581"/>
                  </a:lnTo>
                  <a:lnTo>
                    <a:pt x="3554602" y="487751"/>
                  </a:lnTo>
                  <a:lnTo>
                    <a:pt x="3533539" y="495653"/>
                  </a:lnTo>
                  <a:lnTo>
                    <a:pt x="3523007" y="498287"/>
                  </a:lnTo>
                  <a:lnTo>
                    <a:pt x="3512476" y="493019"/>
                  </a:lnTo>
                  <a:lnTo>
                    <a:pt x="3499311" y="495653"/>
                  </a:lnTo>
                  <a:lnTo>
                    <a:pt x="3496679" y="485117"/>
                  </a:lnTo>
                  <a:lnTo>
                    <a:pt x="3488780" y="477215"/>
                  </a:lnTo>
                  <a:lnTo>
                    <a:pt x="3488780" y="464045"/>
                  </a:lnTo>
                  <a:lnTo>
                    <a:pt x="3488780" y="456143"/>
                  </a:lnTo>
                  <a:lnTo>
                    <a:pt x="3486147" y="450875"/>
                  </a:lnTo>
                  <a:lnTo>
                    <a:pt x="3483514" y="440338"/>
                  </a:lnTo>
                  <a:lnTo>
                    <a:pt x="3483514" y="437704"/>
                  </a:lnTo>
                  <a:lnTo>
                    <a:pt x="3480881" y="432436"/>
                  </a:lnTo>
                  <a:lnTo>
                    <a:pt x="3472983" y="432436"/>
                  </a:lnTo>
                  <a:lnTo>
                    <a:pt x="3465084" y="427168"/>
                  </a:lnTo>
                  <a:lnTo>
                    <a:pt x="3444021" y="408730"/>
                  </a:lnTo>
                  <a:lnTo>
                    <a:pt x="3433490" y="403462"/>
                  </a:lnTo>
                  <a:lnTo>
                    <a:pt x="3420325" y="403462"/>
                  </a:lnTo>
                  <a:lnTo>
                    <a:pt x="3412427" y="398194"/>
                  </a:lnTo>
                  <a:lnTo>
                    <a:pt x="3399263" y="403462"/>
                  </a:lnTo>
                  <a:lnTo>
                    <a:pt x="3383465" y="400828"/>
                  </a:lnTo>
                  <a:lnTo>
                    <a:pt x="3375567" y="395560"/>
                  </a:lnTo>
                  <a:lnTo>
                    <a:pt x="3375567" y="382390"/>
                  </a:lnTo>
                  <a:lnTo>
                    <a:pt x="3375567" y="369220"/>
                  </a:lnTo>
                  <a:lnTo>
                    <a:pt x="3372934" y="369220"/>
                  </a:lnTo>
                  <a:lnTo>
                    <a:pt x="3375567" y="366586"/>
                  </a:lnTo>
                  <a:lnTo>
                    <a:pt x="3370301" y="353416"/>
                  </a:lnTo>
                  <a:lnTo>
                    <a:pt x="3365035" y="329710"/>
                  </a:lnTo>
                  <a:lnTo>
                    <a:pt x="3351871" y="303369"/>
                  </a:lnTo>
                  <a:lnTo>
                    <a:pt x="3349238" y="292833"/>
                  </a:lnTo>
                  <a:lnTo>
                    <a:pt x="3343972" y="282297"/>
                  </a:lnTo>
                  <a:lnTo>
                    <a:pt x="3341339" y="269127"/>
                  </a:lnTo>
                  <a:lnTo>
                    <a:pt x="3338707" y="261225"/>
                  </a:lnTo>
                  <a:lnTo>
                    <a:pt x="3338707" y="255957"/>
                  </a:lnTo>
                  <a:lnTo>
                    <a:pt x="3336074" y="250689"/>
                  </a:lnTo>
                  <a:lnTo>
                    <a:pt x="3330808" y="245421"/>
                  </a:lnTo>
                  <a:lnTo>
                    <a:pt x="3325542" y="242787"/>
                  </a:lnTo>
                  <a:lnTo>
                    <a:pt x="3325542" y="234885"/>
                  </a:lnTo>
                  <a:lnTo>
                    <a:pt x="3317643" y="221715"/>
                  </a:lnTo>
                  <a:lnTo>
                    <a:pt x="3312378" y="213813"/>
                  </a:lnTo>
                  <a:lnTo>
                    <a:pt x="3304479" y="211179"/>
                  </a:lnTo>
                  <a:lnTo>
                    <a:pt x="3293948" y="208545"/>
                  </a:lnTo>
                  <a:lnTo>
                    <a:pt x="3283416" y="211179"/>
                  </a:lnTo>
                  <a:lnTo>
                    <a:pt x="3272885" y="208545"/>
                  </a:lnTo>
                  <a:lnTo>
                    <a:pt x="3264986" y="200643"/>
                  </a:lnTo>
                  <a:lnTo>
                    <a:pt x="3254455" y="192740"/>
                  </a:lnTo>
                  <a:lnTo>
                    <a:pt x="3243923" y="187472"/>
                  </a:lnTo>
                  <a:lnTo>
                    <a:pt x="3236025" y="187472"/>
                  </a:lnTo>
                  <a:lnTo>
                    <a:pt x="3214962" y="190106"/>
                  </a:lnTo>
                  <a:lnTo>
                    <a:pt x="3199165" y="190106"/>
                  </a:lnTo>
                  <a:lnTo>
                    <a:pt x="3172836" y="200643"/>
                  </a:lnTo>
                  <a:lnTo>
                    <a:pt x="3151773" y="203277"/>
                  </a:lnTo>
                  <a:lnTo>
                    <a:pt x="3141241" y="211179"/>
                  </a:lnTo>
                  <a:lnTo>
                    <a:pt x="3135975" y="219081"/>
                  </a:lnTo>
                  <a:lnTo>
                    <a:pt x="3122811" y="232251"/>
                  </a:lnTo>
                  <a:lnTo>
                    <a:pt x="3120178" y="240153"/>
                  </a:lnTo>
                  <a:lnTo>
                    <a:pt x="3122811" y="242787"/>
                  </a:lnTo>
                  <a:lnTo>
                    <a:pt x="3133343" y="240153"/>
                  </a:lnTo>
                  <a:lnTo>
                    <a:pt x="3138609" y="240153"/>
                  </a:lnTo>
                  <a:lnTo>
                    <a:pt x="3143874" y="242787"/>
                  </a:lnTo>
                  <a:lnTo>
                    <a:pt x="3143874" y="261225"/>
                  </a:lnTo>
                  <a:lnTo>
                    <a:pt x="3146507" y="266493"/>
                  </a:lnTo>
                  <a:lnTo>
                    <a:pt x="3146507" y="269127"/>
                  </a:lnTo>
                  <a:lnTo>
                    <a:pt x="3130710" y="287565"/>
                  </a:lnTo>
                  <a:lnTo>
                    <a:pt x="3120178" y="292833"/>
                  </a:lnTo>
                  <a:lnTo>
                    <a:pt x="3114913" y="303369"/>
                  </a:lnTo>
                  <a:lnTo>
                    <a:pt x="3112280" y="316540"/>
                  </a:lnTo>
                  <a:lnTo>
                    <a:pt x="3107014" y="334978"/>
                  </a:lnTo>
                  <a:lnTo>
                    <a:pt x="3104381" y="342880"/>
                  </a:lnTo>
                  <a:lnTo>
                    <a:pt x="3096483" y="350782"/>
                  </a:lnTo>
                  <a:lnTo>
                    <a:pt x="3093850" y="358684"/>
                  </a:lnTo>
                  <a:lnTo>
                    <a:pt x="3096483" y="366586"/>
                  </a:lnTo>
                  <a:lnTo>
                    <a:pt x="3093850" y="371854"/>
                  </a:lnTo>
                  <a:lnTo>
                    <a:pt x="3064888" y="390292"/>
                  </a:lnTo>
                  <a:lnTo>
                    <a:pt x="3054357" y="398194"/>
                  </a:lnTo>
                  <a:lnTo>
                    <a:pt x="3049091" y="398194"/>
                  </a:lnTo>
                  <a:lnTo>
                    <a:pt x="3033294" y="390292"/>
                  </a:lnTo>
                  <a:lnTo>
                    <a:pt x="3012231" y="385024"/>
                  </a:lnTo>
                  <a:lnTo>
                    <a:pt x="3004332" y="377122"/>
                  </a:lnTo>
                  <a:lnTo>
                    <a:pt x="2996433" y="377122"/>
                  </a:lnTo>
                  <a:lnTo>
                    <a:pt x="2993801" y="374488"/>
                  </a:lnTo>
                  <a:lnTo>
                    <a:pt x="2985902" y="379756"/>
                  </a:lnTo>
                  <a:lnTo>
                    <a:pt x="2975371" y="382390"/>
                  </a:lnTo>
                  <a:lnTo>
                    <a:pt x="2962206" y="379756"/>
                  </a:lnTo>
                  <a:lnTo>
                    <a:pt x="2951675" y="371854"/>
                  </a:lnTo>
                  <a:lnTo>
                    <a:pt x="2935877" y="363952"/>
                  </a:lnTo>
                  <a:lnTo>
                    <a:pt x="2920080" y="369220"/>
                  </a:lnTo>
                  <a:lnTo>
                    <a:pt x="2904283" y="379756"/>
                  </a:lnTo>
                  <a:lnTo>
                    <a:pt x="2880587" y="398194"/>
                  </a:lnTo>
                  <a:lnTo>
                    <a:pt x="2864790" y="400828"/>
                  </a:lnTo>
                  <a:lnTo>
                    <a:pt x="2843727" y="406096"/>
                  </a:lnTo>
                  <a:lnTo>
                    <a:pt x="2809500" y="419266"/>
                  </a:lnTo>
                  <a:lnTo>
                    <a:pt x="2798968" y="413998"/>
                  </a:lnTo>
                  <a:lnTo>
                    <a:pt x="2783171" y="413998"/>
                  </a:lnTo>
                  <a:lnTo>
                    <a:pt x="2770007" y="413998"/>
                  </a:lnTo>
                  <a:lnTo>
                    <a:pt x="2756842" y="408730"/>
                  </a:lnTo>
                  <a:lnTo>
                    <a:pt x="2738412" y="406096"/>
                  </a:lnTo>
                  <a:lnTo>
                    <a:pt x="2719982" y="395560"/>
                  </a:lnTo>
                  <a:lnTo>
                    <a:pt x="2712083" y="385024"/>
                  </a:lnTo>
                  <a:lnTo>
                    <a:pt x="2698919" y="377122"/>
                  </a:lnTo>
                  <a:lnTo>
                    <a:pt x="2685755" y="374488"/>
                  </a:lnTo>
                  <a:lnTo>
                    <a:pt x="2672591" y="366586"/>
                  </a:lnTo>
                  <a:lnTo>
                    <a:pt x="2667325" y="363952"/>
                  </a:lnTo>
                  <a:lnTo>
                    <a:pt x="2662059" y="356050"/>
                  </a:lnTo>
                  <a:lnTo>
                    <a:pt x="2630465" y="345514"/>
                  </a:lnTo>
                  <a:lnTo>
                    <a:pt x="2612035" y="340246"/>
                  </a:lnTo>
                  <a:lnTo>
                    <a:pt x="2596237" y="348148"/>
                  </a:lnTo>
                  <a:lnTo>
                    <a:pt x="2580440" y="358684"/>
                  </a:lnTo>
                  <a:lnTo>
                    <a:pt x="2562010" y="361318"/>
                  </a:lnTo>
                  <a:lnTo>
                    <a:pt x="2540947" y="353416"/>
                  </a:lnTo>
                  <a:lnTo>
                    <a:pt x="2527783" y="345514"/>
                  </a:lnTo>
                  <a:lnTo>
                    <a:pt x="2517251" y="334978"/>
                  </a:lnTo>
                  <a:lnTo>
                    <a:pt x="2514618" y="334978"/>
                  </a:lnTo>
                  <a:lnTo>
                    <a:pt x="2514618" y="321808"/>
                  </a:lnTo>
                  <a:lnTo>
                    <a:pt x="2511985" y="303369"/>
                  </a:lnTo>
                  <a:lnTo>
                    <a:pt x="2506720" y="295467"/>
                  </a:lnTo>
                  <a:lnTo>
                    <a:pt x="2496188" y="290199"/>
                  </a:lnTo>
                  <a:lnTo>
                    <a:pt x="2480391" y="287565"/>
                  </a:lnTo>
                  <a:lnTo>
                    <a:pt x="2464594" y="284931"/>
                  </a:lnTo>
                  <a:lnTo>
                    <a:pt x="2459328" y="277029"/>
                  </a:lnTo>
                  <a:lnTo>
                    <a:pt x="2435632" y="269127"/>
                  </a:lnTo>
                  <a:lnTo>
                    <a:pt x="2427733" y="263859"/>
                  </a:lnTo>
                  <a:lnTo>
                    <a:pt x="2414569" y="258591"/>
                  </a:lnTo>
                  <a:lnTo>
                    <a:pt x="2406671" y="258591"/>
                  </a:lnTo>
                  <a:lnTo>
                    <a:pt x="2398772" y="269127"/>
                  </a:lnTo>
                  <a:lnTo>
                    <a:pt x="2388241" y="279663"/>
                  </a:lnTo>
                  <a:lnTo>
                    <a:pt x="2380342" y="290199"/>
                  </a:lnTo>
                  <a:lnTo>
                    <a:pt x="2369811" y="298101"/>
                  </a:lnTo>
                  <a:lnTo>
                    <a:pt x="2367177" y="308637"/>
                  </a:lnTo>
                  <a:lnTo>
                    <a:pt x="2369811" y="319174"/>
                  </a:lnTo>
                  <a:lnTo>
                    <a:pt x="2377709" y="329710"/>
                  </a:lnTo>
                  <a:lnTo>
                    <a:pt x="2377709" y="340246"/>
                  </a:lnTo>
                  <a:lnTo>
                    <a:pt x="2372443" y="350782"/>
                  </a:lnTo>
                  <a:lnTo>
                    <a:pt x="2369811" y="358684"/>
                  </a:lnTo>
                  <a:lnTo>
                    <a:pt x="2372443" y="366586"/>
                  </a:lnTo>
                  <a:lnTo>
                    <a:pt x="2372443" y="371854"/>
                  </a:lnTo>
                  <a:lnTo>
                    <a:pt x="2364545" y="374488"/>
                  </a:lnTo>
                  <a:lnTo>
                    <a:pt x="2340849" y="377122"/>
                  </a:lnTo>
                  <a:lnTo>
                    <a:pt x="2314520" y="377122"/>
                  </a:lnTo>
                  <a:lnTo>
                    <a:pt x="2306621" y="371854"/>
                  </a:lnTo>
                  <a:lnTo>
                    <a:pt x="2277660" y="377122"/>
                  </a:lnTo>
                  <a:lnTo>
                    <a:pt x="2267129" y="374488"/>
                  </a:lnTo>
                  <a:lnTo>
                    <a:pt x="2264496" y="371854"/>
                  </a:lnTo>
                  <a:lnTo>
                    <a:pt x="2243433" y="353416"/>
                  </a:lnTo>
                  <a:lnTo>
                    <a:pt x="2232901" y="350782"/>
                  </a:lnTo>
                  <a:lnTo>
                    <a:pt x="2222370" y="350782"/>
                  </a:lnTo>
                  <a:lnTo>
                    <a:pt x="2209205" y="353416"/>
                  </a:lnTo>
                  <a:lnTo>
                    <a:pt x="2201307" y="348148"/>
                  </a:lnTo>
                  <a:lnTo>
                    <a:pt x="2190775" y="342880"/>
                  </a:lnTo>
                  <a:lnTo>
                    <a:pt x="2177611" y="340246"/>
                  </a:lnTo>
                  <a:lnTo>
                    <a:pt x="2164447" y="342880"/>
                  </a:lnTo>
                  <a:lnTo>
                    <a:pt x="2148649" y="350782"/>
                  </a:lnTo>
                  <a:lnTo>
                    <a:pt x="2122321" y="356050"/>
                  </a:lnTo>
                  <a:lnTo>
                    <a:pt x="2106523" y="371854"/>
                  </a:lnTo>
                  <a:lnTo>
                    <a:pt x="2090726" y="377122"/>
                  </a:lnTo>
                  <a:lnTo>
                    <a:pt x="2080195" y="387658"/>
                  </a:lnTo>
                  <a:lnTo>
                    <a:pt x="2067031" y="395560"/>
                  </a:lnTo>
                  <a:lnTo>
                    <a:pt x="2056499" y="400828"/>
                  </a:lnTo>
                  <a:lnTo>
                    <a:pt x="2043335" y="403462"/>
                  </a:lnTo>
                  <a:lnTo>
                    <a:pt x="2035436" y="413998"/>
                  </a:lnTo>
                  <a:lnTo>
                    <a:pt x="2027537" y="429802"/>
                  </a:lnTo>
                  <a:lnTo>
                    <a:pt x="2024905" y="429802"/>
                  </a:lnTo>
                  <a:lnTo>
                    <a:pt x="2014373" y="437704"/>
                  </a:lnTo>
                  <a:lnTo>
                    <a:pt x="1998576" y="435070"/>
                  </a:lnTo>
                  <a:lnTo>
                    <a:pt x="2006475" y="419266"/>
                  </a:lnTo>
                  <a:lnTo>
                    <a:pt x="2003842" y="413998"/>
                  </a:lnTo>
                  <a:lnTo>
                    <a:pt x="2001209" y="411364"/>
                  </a:lnTo>
                  <a:lnTo>
                    <a:pt x="1995943" y="400828"/>
                  </a:lnTo>
                  <a:lnTo>
                    <a:pt x="1990677" y="398194"/>
                  </a:lnTo>
                  <a:lnTo>
                    <a:pt x="1988044" y="395560"/>
                  </a:lnTo>
                  <a:lnTo>
                    <a:pt x="1988044" y="390292"/>
                  </a:lnTo>
                  <a:lnTo>
                    <a:pt x="1977513" y="392926"/>
                  </a:lnTo>
                  <a:lnTo>
                    <a:pt x="1974880" y="398194"/>
                  </a:lnTo>
                  <a:lnTo>
                    <a:pt x="1974880" y="400828"/>
                  </a:lnTo>
                  <a:lnTo>
                    <a:pt x="1966981" y="400828"/>
                  </a:lnTo>
                  <a:lnTo>
                    <a:pt x="1964349" y="400828"/>
                  </a:lnTo>
                  <a:lnTo>
                    <a:pt x="1959083" y="398194"/>
                  </a:lnTo>
                  <a:lnTo>
                    <a:pt x="1953817" y="395560"/>
                  </a:lnTo>
                  <a:lnTo>
                    <a:pt x="1943286" y="395560"/>
                  </a:lnTo>
                  <a:lnTo>
                    <a:pt x="1940653" y="392926"/>
                  </a:lnTo>
                  <a:lnTo>
                    <a:pt x="1935387" y="382390"/>
                  </a:lnTo>
                  <a:lnTo>
                    <a:pt x="1932754" y="379756"/>
                  </a:lnTo>
                  <a:lnTo>
                    <a:pt x="1927488" y="377122"/>
                  </a:lnTo>
                  <a:lnTo>
                    <a:pt x="1927488" y="374488"/>
                  </a:lnTo>
                  <a:lnTo>
                    <a:pt x="1924855" y="369220"/>
                  </a:lnTo>
                  <a:lnTo>
                    <a:pt x="1911691" y="361318"/>
                  </a:lnTo>
                  <a:lnTo>
                    <a:pt x="1906425" y="361318"/>
                  </a:lnTo>
                  <a:lnTo>
                    <a:pt x="1903793" y="356050"/>
                  </a:lnTo>
                  <a:lnTo>
                    <a:pt x="1903793" y="350782"/>
                  </a:lnTo>
                  <a:lnTo>
                    <a:pt x="1906425" y="345514"/>
                  </a:lnTo>
                  <a:lnTo>
                    <a:pt x="1903793" y="342880"/>
                  </a:lnTo>
                  <a:lnTo>
                    <a:pt x="1898527" y="340246"/>
                  </a:lnTo>
                  <a:lnTo>
                    <a:pt x="1893261" y="332344"/>
                  </a:lnTo>
                  <a:lnTo>
                    <a:pt x="1887995" y="329710"/>
                  </a:lnTo>
                  <a:lnTo>
                    <a:pt x="1885362" y="324442"/>
                  </a:lnTo>
                  <a:lnTo>
                    <a:pt x="1880097" y="321808"/>
                  </a:lnTo>
                  <a:lnTo>
                    <a:pt x="1872198" y="319174"/>
                  </a:lnTo>
                  <a:lnTo>
                    <a:pt x="1866933" y="321808"/>
                  </a:lnTo>
                  <a:lnTo>
                    <a:pt x="1864300" y="327076"/>
                  </a:lnTo>
                  <a:lnTo>
                    <a:pt x="1861667" y="327076"/>
                  </a:lnTo>
                  <a:lnTo>
                    <a:pt x="1856401" y="327076"/>
                  </a:lnTo>
                  <a:lnTo>
                    <a:pt x="1851135" y="329710"/>
                  </a:lnTo>
                  <a:lnTo>
                    <a:pt x="1851135" y="334978"/>
                  </a:lnTo>
                  <a:lnTo>
                    <a:pt x="1840604" y="334978"/>
                  </a:lnTo>
                  <a:lnTo>
                    <a:pt x="1835338" y="337612"/>
                  </a:lnTo>
                  <a:lnTo>
                    <a:pt x="1824807" y="332344"/>
                  </a:lnTo>
                  <a:lnTo>
                    <a:pt x="1811642" y="334978"/>
                  </a:lnTo>
                  <a:lnTo>
                    <a:pt x="1806377" y="327076"/>
                  </a:lnTo>
                  <a:lnTo>
                    <a:pt x="1803744" y="327076"/>
                  </a:lnTo>
                  <a:lnTo>
                    <a:pt x="1801111" y="321808"/>
                  </a:lnTo>
                  <a:lnTo>
                    <a:pt x="1803744" y="316540"/>
                  </a:lnTo>
                  <a:lnTo>
                    <a:pt x="1795845" y="311272"/>
                  </a:lnTo>
                  <a:lnTo>
                    <a:pt x="1790579" y="311272"/>
                  </a:lnTo>
                  <a:lnTo>
                    <a:pt x="1787946" y="306003"/>
                  </a:lnTo>
                  <a:lnTo>
                    <a:pt x="1782681" y="308637"/>
                  </a:lnTo>
                  <a:lnTo>
                    <a:pt x="1774782" y="316540"/>
                  </a:lnTo>
                  <a:lnTo>
                    <a:pt x="1774782" y="319174"/>
                  </a:lnTo>
                  <a:lnTo>
                    <a:pt x="1774782" y="324442"/>
                  </a:lnTo>
                  <a:lnTo>
                    <a:pt x="1764251" y="332344"/>
                  </a:lnTo>
                  <a:lnTo>
                    <a:pt x="1693601" y="201080"/>
                  </a:lnTo>
                  <a:lnTo>
                    <a:pt x="1790579" y="298101"/>
                  </a:lnTo>
                  <a:lnTo>
                    <a:pt x="1691574" y="197315"/>
                  </a:lnTo>
                  <a:lnTo>
                    <a:pt x="1690530" y="195375"/>
                  </a:lnTo>
                  <a:lnTo>
                    <a:pt x="1684046" y="189651"/>
                  </a:lnTo>
                  <a:lnTo>
                    <a:pt x="1640506" y="145328"/>
                  </a:lnTo>
                  <a:lnTo>
                    <a:pt x="1645771" y="145328"/>
                  </a:lnTo>
                  <a:lnTo>
                    <a:pt x="1651037" y="142694"/>
                  </a:lnTo>
                  <a:lnTo>
                    <a:pt x="1653670" y="137426"/>
                  </a:lnTo>
                  <a:lnTo>
                    <a:pt x="1653670" y="134792"/>
                  </a:lnTo>
                  <a:lnTo>
                    <a:pt x="1651037" y="129524"/>
                  </a:lnTo>
                  <a:lnTo>
                    <a:pt x="1643139" y="134792"/>
                  </a:lnTo>
                  <a:lnTo>
                    <a:pt x="1632607" y="134792"/>
                  </a:lnTo>
                  <a:lnTo>
                    <a:pt x="1629974" y="140060"/>
                  </a:lnTo>
                  <a:lnTo>
                    <a:pt x="1627341" y="140060"/>
                  </a:lnTo>
                  <a:lnTo>
                    <a:pt x="1616810" y="142694"/>
                  </a:lnTo>
                  <a:lnTo>
                    <a:pt x="1611544" y="142694"/>
                  </a:lnTo>
                  <a:lnTo>
                    <a:pt x="1606278" y="145328"/>
                  </a:lnTo>
                  <a:lnTo>
                    <a:pt x="1603646" y="155864"/>
                  </a:lnTo>
                  <a:lnTo>
                    <a:pt x="1595747" y="161132"/>
                  </a:lnTo>
                  <a:lnTo>
                    <a:pt x="1585215" y="163766"/>
                  </a:lnTo>
                  <a:lnTo>
                    <a:pt x="1579950" y="169034"/>
                  </a:lnTo>
                  <a:lnTo>
                    <a:pt x="1574684" y="171668"/>
                  </a:lnTo>
                  <a:lnTo>
                    <a:pt x="1572051" y="174302"/>
                  </a:lnTo>
                  <a:lnTo>
                    <a:pt x="1572051" y="179570"/>
                  </a:lnTo>
                  <a:lnTo>
                    <a:pt x="1566785" y="179570"/>
                  </a:lnTo>
                  <a:lnTo>
                    <a:pt x="1564153" y="176936"/>
                  </a:lnTo>
                  <a:lnTo>
                    <a:pt x="1558887" y="176936"/>
                  </a:lnTo>
                  <a:lnTo>
                    <a:pt x="1553621" y="174302"/>
                  </a:lnTo>
                  <a:lnTo>
                    <a:pt x="1545722" y="179570"/>
                  </a:lnTo>
                  <a:lnTo>
                    <a:pt x="1543090" y="182204"/>
                  </a:lnTo>
                  <a:lnTo>
                    <a:pt x="1537824" y="182204"/>
                  </a:lnTo>
                  <a:lnTo>
                    <a:pt x="1535191" y="179570"/>
                  </a:lnTo>
                  <a:lnTo>
                    <a:pt x="1532558" y="174302"/>
                  </a:lnTo>
                  <a:lnTo>
                    <a:pt x="1535191" y="169034"/>
                  </a:lnTo>
                  <a:lnTo>
                    <a:pt x="1537824" y="163766"/>
                  </a:lnTo>
                  <a:lnTo>
                    <a:pt x="1543090" y="161132"/>
                  </a:lnTo>
                  <a:lnTo>
                    <a:pt x="1548355" y="158498"/>
                  </a:lnTo>
                  <a:lnTo>
                    <a:pt x="1548355" y="155864"/>
                  </a:lnTo>
                  <a:lnTo>
                    <a:pt x="1545722" y="150596"/>
                  </a:lnTo>
                  <a:lnTo>
                    <a:pt x="1540457" y="153230"/>
                  </a:lnTo>
                  <a:lnTo>
                    <a:pt x="1537824" y="155864"/>
                  </a:lnTo>
                  <a:lnTo>
                    <a:pt x="1535191" y="155864"/>
                  </a:lnTo>
                  <a:lnTo>
                    <a:pt x="1529925" y="153230"/>
                  </a:lnTo>
                  <a:lnTo>
                    <a:pt x="1527292" y="150596"/>
                  </a:lnTo>
                  <a:lnTo>
                    <a:pt x="1522027" y="147962"/>
                  </a:lnTo>
                  <a:lnTo>
                    <a:pt x="1511495" y="145328"/>
                  </a:lnTo>
                  <a:lnTo>
                    <a:pt x="1506229" y="147962"/>
                  </a:lnTo>
                  <a:lnTo>
                    <a:pt x="1511495" y="150596"/>
                  </a:lnTo>
                  <a:lnTo>
                    <a:pt x="1511495" y="155864"/>
                  </a:lnTo>
                  <a:lnTo>
                    <a:pt x="1500964" y="155864"/>
                  </a:lnTo>
                  <a:lnTo>
                    <a:pt x="1503597" y="150596"/>
                  </a:lnTo>
                  <a:lnTo>
                    <a:pt x="1503597" y="145328"/>
                  </a:lnTo>
                  <a:lnTo>
                    <a:pt x="1500964" y="142694"/>
                  </a:lnTo>
                  <a:lnTo>
                    <a:pt x="1500964" y="137426"/>
                  </a:lnTo>
                  <a:lnTo>
                    <a:pt x="1498331" y="132158"/>
                  </a:lnTo>
                  <a:lnTo>
                    <a:pt x="1493065" y="132158"/>
                  </a:lnTo>
                  <a:lnTo>
                    <a:pt x="1493065" y="134792"/>
                  </a:lnTo>
                  <a:lnTo>
                    <a:pt x="1490432" y="140060"/>
                  </a:lnTo>
                  <a:lnTo>
                    <a:pt x="1487799" y="140060"/>
                  </a:lnTo>
                  <a:lnTo>
                    <a:pt x="1482534" y="140060"/>
                  </a:lnTo>
                  <a:lnTo>
                    <a:pt x="1479901" y="145328"/>
                  </a:lnTo>
                  <a:lnTo>
                    <a:pt x="1474635" y="145328"/>
                  </a:lnTo>
                  <a:lnTo>
                    <a:pt x="1469369" y="142694"/>
                  </a:lnTo>
                  <a:lnTo>
                    <a:pt x="1461471" y="145328"/>
                  </a:lnTo>
                  <a:lnTo>
                    <a:pt x="1458838" y="140060"/>
                  </a:lnTo>
                  <a:lnTo>
                    <a:pt x="1456205" y="134792"/>
                  </a:lnTo>
                  <a:lnTo>
                    <a:pt x="1458838" y="132158"/>
                  </a:lnTo>
                  <a:lnTo>
                    <a:pt x="1464103" y="126890"/>
                  </a:lnTo>
                  <a:lnTo>
                    <a:pt x="1461471" y="116354"/>
                  </a:lnTo>
                  <a:lnTo>
                    <a:pt x="1464103" y="113720"/>
                  </a:lnTo>
                  <a:lnTo>
                    <a:pt x="1456205" y="105818"/>
                  </a:lnTo>
                  <a:lnTo>
                    <a:pt x="1456205" y="103184"/>
                  </a:lnTo>
                  <a:lnTo>
                    <a:pt x="1456205" y="97916"/>
                  </a:lnTo>
                  <a:lnTo>
                    <a:pt x="1456205" y="87380"/>
                  </a:lnTo>
                  <a:lnTo>
                    <a:pt x="1453572" y="82112"/>
                  </a:lnTo>
                  <a:lnTo>
                    <a:pt x="1448306" y="79478"/>
                  </a:lnTo>
                  <a:lnTo>
                    <a:pt x="1445673" y="76844"/>
                  </a:lnTo>
                  <a:lnTo>
                    <a:pt x="1435142" y="79478"/>
                  </a:lnTo>
                  <a:lnTo>
                    <a:pt x="1429876" y="82112"/>
                  </a:lnTo>
                  <a:lnTo>
                    <a:pt x="1427243" y="84746"/>
                  </a:lnTo>
                  <a:lnTo>
                    <a:pt x="1416712" y="79478"/>
                  </a:lnTo>
                  <a:lnTo>
                    <a:pt x="1414079" y="74210"/>
                  </a:lnTo>
                  <a:lnTo>
                    <a:pt x="1411446" y="71576"/>
                  </a:lnTo>
                  <a:lnTo>
                    <a:pt x="1403547" y="74210"/>
                  </a:lnTo>
                  <a:lnTo>
                    <a:pt x="1400915" y="71576"/>
                  </a:lnTo>
                  <a:lnTo>
                    <a:pt x="1395649" y="74210"/>
                  </a:lnTo>
                  <a:lnTo>
                    <a:pt x="1393016" y="68942"/>
                  </a:lnTo>
                  <a:lnTo>
                    <a:pt x="1387750" y="68942"/>
                  </a:lnTo>
                  <a:lnTo>
                    <a:pt x="1385117" y="74210"/>
                  </a:lnTo>
                  <a:lnTo>
                    <a:pt x="1379852" y="74210"/>
                  </a:lnTo>
                  <a:lnTo>
                    <a:pt x="1374586" y="76844"/>
                  </a:lnTo>
                  <a:lnTo>
                    <a:pt x="1371953" y="79478"/>
                  </a:lnTo>
                  <a:lnTo>
                    <a:pt x="1366687" y="82112"/>
                  </a:lnTo>
                  <a:lnTo>
                    <a:pt x="1361422" y="82112"/>
                  </a:lnTo>
                  <a:lnTo>
                    <a:pt x="1361422" y="87380"/>
                  </a:lnTo>
                  <a:lnTo>
                    <a:pt x="1361422" y="92648"/>
                  </a:lnTo>
                  <a:lnTo>
                    <a:pt x="1358789" y="95282"/>
                  </a:lnTo>
                  <a:lnTo>
                    <a:pt x="1353523" y="97916"/>
                  </a:lnTo>
                  <a:lnTo>
                    <a:pt x="1350890" y="95282"/>
                  </a:lnTo>
                  <a:lnTo>
                    <a:pt x="1345624" y="100550"/>
                  </a:lnTo>
                  <a:lnTo>
                    <a:pt x="1327194" y="105818"/>
                  </a:lnTo>
                  <a:lnTo>
                    <a:pt x="1308764" y="108452"/>
                  </a:lnTo>
                  <a:lnTo>
                    <a:pt x="1285068" y="113720"/>
                  </a:lnTo>
                  <a:lnTo>
                    <a:pt x="1274537" y="116354"/>
                  </a:lnTo>
                  <a:lnTo>
                    <a:pt x="1269271" y="113720"/>
                  </a:lnTo>
                  <a:lnTo>
                    <a:pt x="1264005" y="116354"/>
                  </a:lnTo>
                  <a:lnTo>
                    <a:pt x="1261372" y="116354"/>
                  </a:lnTo>
                  <a:lnTo>
                    <a:pt x="1258740" y="124256"/>
                  </a:lnTo>
                  <a:lnTo>
                    <a:pt x="1256107" y="126890"/>
                  </a:lnTo>
                  <a:lnTo>
                    <a:pt x="1253474" y="132158"/>
                  </a:lnTo>
                  <a:lnTo>
                    <a:pt x="1250841" y="129524"/>
                  </a:lnTo>
                  <a:lnTo>
                    <a:pt x="1245575" y="129524"/>
                  </a:lnTo>
                  <a:lnTo>
                    <a:pt x="1240310" y="132158"/>
                  </a:lnTo>
                  <a:lnTo>
                    <a:pt x="1235044" y="132158"/>
                  </a:lnTo>
                  <a:lnTo>
                    <a:pt x="1232411" y="134792"/>
                  </a:lnTo>
                  <a:lnTo>
                    <a:pt x="1221879" y="137426"/>
                  </a:lnTo>
                  <a:lnTo>
                    <a:pt x="1219247" y="142694"/>
                  </a:lnTo>
                  <a:lnTo>
                    <a:pt x="1213981" y="142694"/>
                  </a:lnTo>
                  <a:lnTo>
                    <a:pt x="1211348" y="140060"/>
                  </a:lnTo>
                  <a:lnTo>
                    <a:pt x="1206082" y="137426"/>
                  </a:lnTo>
                  <a:lnTo>
                    <a:pt x="1198184" y="145328"/>
                  </a:lnTo>
                  <a:lnTo>
                    <a:pt x="1192918" y="145328"/>
                  </a:lnTo>
                  <a:lnTo>
                    <a:pt x="1187652" y="147962"/>
                  </a:lnTo>
                  <a:lnTo>
                    <a:pt x="1179754" y="147962"/>
                  </a:lnTo>
                  <a:lnTo>
                    <a:pt x="1174488" y="150596"/>
                  </a:lnTo>
                  <a:lnTo>
                    <a:pt x="1166589" y="158498"/>
                  </a:lnTo>
                  <a:lnTo>
                    <a:pt x="1163956" y="153230"/>
                  </a:lnTo>
                  <a:lnTo>
                    <a:pt x="1150792" y="153230"/>
                  </a:lnTo>
                  <a:lnTo>
                    <a:pt x="1145526" y="155864"/>
                  </a:lnTo>
                  <a:lnTo>
                    <a:pt x="1140260" y="153230"/>
                  </a:lnTo>
                  <a:lnTo>
                    <a:pt x="1134995" y="155864"/>
                  </a:lnTo>
                  <a:lnTo>
                    <a:pt x="1132362" y="150596"/>
                  </a:lnTo>
                  <a:lnTo>
                    <a:pt x="1127096" y="150596"/>
                  </a:lnTo>
                  <a:lnTo>
                    <a:pt x="1124463" y="155864"/>
                  </a:lnTo>
                  <a:lnTo>
                    <a:pt x="1113932" y="155864"/>
                  </a:lnTo>
                  <a:lnTo>
                    <a:pt x="1121830" y="163766"/>
                  </a:lnTo>
                  <a:lnTo>
                    <a:pt x="1116565" y="166400"/>
                  </a:lnTo>
                  <a:lnTo>
                    <a:pt x="1116565" y="171668"/>
                  </a:lnTo>
                  <a:lnTo>
                    <a:pt x="1116565" y="176936"/>
                  </a:lnTo>
                  <a:lnTo>
                    <a:pt x="1127096" y="176936"/>
                  </a:lnTo>
                  <a:lnTo>
                    <a:pt x="1129729" y="174302"/>
                  </a:lnTo>
                  <a:lnTo>
                    <a:pt x="1134995" y="176936"/>
                  </a:lnTo>
                  <a:lnTo>
                    <a:pt x="1132362" y="182204"/>
                  </a:lnTo>
                  <a:lnTo>
                    <a:pt x="1127096" y="182204"/>
                  </a:lnTo>
                  <a:lnTo>
                    <a:pt x="1121830" y="182204"/>
                  </a:lnTo>
                  <a:lnTo>
                    <a:pt x="1121830" y="190106"/>
                  </a:lnTo>
                  <a:lnTo>
                    <a:pt x="1124463" y="192740"/>
                  </a:lnTo>
                  <a:lnTo>
                    <a:pt x="1142893" y="195375"/>
                  </a:lnTo>
                  <a:lnTo>
                    <a:pt x="1153425" y="200643"/>
                  </a:lnTo>
                  <a:lnTo>
                    <a:pt x="1156058" y="203277"/>
                  </a:lnTo>
                  <a:lnTo>
                    <a:pt x="1153425" y="208545"/>
                  </a:lnTo>
                  <a:lnTo>
                    <a:pt x="1148159" y="211179"/>
                  </a:lnTo>
                  <a:lnTo>
                    <a:pt x="1137628" y="211179"/>
                  </a:lnTo>
                  <a:lnTo>
                    <a:pt x="1134995" y="211179"/>
                  </a:lnTo>
                  <a:lnTo>
                    <a:pt x="1129729" y="211179"/>
                  </a:lnTo>
                  <a:lnTo>
                    <a:pt x="1124463" y="211179"/>
                  </a:lnTo>
                  <a:lnTo>
                    <a:pt x="1119198" y="211179"/>
                  </a:lnTo>
                  <a:lnTo>
                    <a:pt x="1113932" y="213813"/>
                  </a:lnTo>
                  <a:lnTo>
                    <a:pt x="1113932" y="219081"/>
                  </a:lnTo>
                  <a:lnTo>
                    <a:pt x="1108666" y="221715"/>
                  </a:lnTo>
                  <a:lnTo>
                    <a:pt x="1103400" y="224349"/>
                  </a:lnTo>
                  <a:lnTo>
                    <a:pt x="1116565" y="240153"/>
                  </a:lnTo>
                  <a:lnTo>
                    <a:pt x="1113932" y="245421"/>
                  </a:lnTo>
                  <a:lnTo>
                    <a:pt x="1113932" y="250689"/>
                  </a:lnTo>
                  <a:lnTo>
                    <a:pt x="1103400" y="255957"/>
                  </a:lnTo>
                  <a:lnTo>
                    <a:pt x="1095502" y="258591"/>
                  </a:lnTo>
                  <a:lnTo>
                    <a:pt x="1087603" y="266493"/>
                  </a:lnTo>
                  <a:lnTo>
                    <a:pt x="1082337" y="266493"/>
                  </a:lnTo>
                  <a:lnTo>
                    <a:pt x="1082337" y="271761"/>
                  </a:lnTo>
                  <a:lnTo>
                    <a:pt x="1092869" y="274395"/>
                  </a:lnTo>
                  <a:lnTo>
                    <a:pt x="1095502" y="277029"/>
                  </a:lnTo>
                  <a:lnTo>
                    <a:pt x="1092869" y="284931"/>
                  </a:lnTo>
                  <a:lnTo>
                    <a:pt x="1098135" y="284931"/>
                  </a:lnTo>
                  <a:lnTo>
                    <a:pt x="1108666" y="287565"/>
                  </a:lnTo>
                  <a:lnTo>
                    <a:pt x="1111299" y="290199"/>
                  </a:lnTo>
                  <a:lnTo>
                    <a:pt x="1113932" y="295467"/>
                  </a:lnTo>
                  <a:lnTo>
                    <a:pt x="1124463" y="295467"/>
                  </a:lnTo>
                  <a:lnTo>
                    <a:pt x="1134995" y="298101"/>
                  </a:lnTo>
                  <a:lnTo>
                    <a:pt x="1137628" y="303369"/>
                  </a:lnTo>
                  <a:lnTo>
                    <a:pt x="1134995" y="308637"/>
                  </a:lnTo>
                  <a:lnTo>
                    <a:pt x="1129729" y="332344"/>
                  </a:lnTo>
                  <a:lnTo>
                    <a:pt x="1119198" y="334978"/>
                  </a:lnTo>
                  <a:lnTo>
                    <a:pt x="1113932" y="337612"/>
                  </a:lnTo>
                  <a:lnTo>
                    <a:pt x="1106033" y="340246"/>
                  </a:lnTo>
                  <a:lnTo>
                    <a:pt x="1095502" y="340246"/>
                  </a:lnTo>
                  <a:lnTo>
                    <a:pt x="1087603" y="332344"/>
                  </a:lnTo>
                  <a:lnTo>
                    <a:pt x="1084970" y="329710"/>
                  </a:lnTo>
                  <a:lnTo>
                    <a:pt x="1082337" y="332344"/>
                  </a:lnTo>
                  <a:lnTo>
                    <a:pt x="1077072" y="342880"/>
                  </a:lnTo>
                  <a:lnTo>
                    <a:pt x="1071806" y="345514"/>
                  </a:lnTo>
                  <a:lnTo>
                    <a:pt x="1061274" y="345514"/>
                  </a:lnTo>
                  <a:lnTo>
                    <a:pt x="1061274" y="340246"/>
                  </a:lnTo>
                  <a:lnTo>
                    <a:pt x="1050743" y="337612"/>
                  </a:lnTo>
                  <a:lnTo>
                    <a:pt x="1040211" y="340246"/>
                  </a:lnTo>
                  <a:lnTo>
                    <a:pt x="1037579" y="334978"/>
                  </a:lnTo>
                  <a:lnTo>
                    <a:pt x="1034946" y="332344"/>
                  </a:lnTo>
                  <a:lnTo>
                    <a:pt x="1034946" y="321808"/>
                  </a:lnTo>
                  <a:lnTo>
                    <a:pt x="1029680" y="316540"/>
                  </a:lnTo>
                  <a:lnTo>
                    <a:pt x="1021781" y="313906"/>
                  </a:lnTo>
                  <a:lnTo>
                    <a:pt x="1016516" y="316540"/>
                  </a:lnTo>
                  <a:lnTo>
                    <a:pt x="1005984" y="316540"/>
                  </a:lnTo>
                  <a:lnTo>
                    <a:pt x="1005984" y="319174"/>
                  </a:lnTo>
                  <a:lnTo>
                    <a:pt x="995453" y="327076"/>
                  </a:lnTo>
                  <a:lnTo>
                    <a:pt x="990187" y="319174"/>
                  </a:lnTo>
                  <a:lnTo>
                    <a:pt x="984921" y="316540"/>
                  </a:lnTo>
                  <a:lnTo>
                    <a:pt x="979655" y="319174"/>
                  </a:lnTo>
                  <a:lnTo>
                    <a:pt x="974390" y="316540"/>
                  </a:lnTo>
                  <a:lnTo>
                    <a:pt x="969124" y="316540"/>
                  </a:lnTo>
                  <a:lnTo>
                    <a:pt x="969124" y="321808"/>
                  </a:lnTo>
                  <a:lnTo>
                    <a:pt x="963858" y="321808"/>
                  </a:lnTo>
                  <a:lnTo>
                    <a:pt x="961225" y="321808"/>
                  </a:lnTo>
                  <a:lnTo>
                    <a:pt x="955960" y="324442"/>
                  </a:lnTo>
                  <a:lnTo>
                    <a:pt x="953327" y="327076"/>
                  </a:lnTo>
                  <a:lnTo>
                    <a:pt x="953327" y="332344"/>
                  </a:lnTo>
                  <a:lnTo>
                    <a:pt x="940162" y="340246"/>
                  </a:lnTo>
                  <a:lnTo>
                    <a:pt x="934897" y="342880"/>
                  </a:lnTo>
                  <a:lnTo>
                    <a:pt x="926998" y="337612"/>
                  </a:lnTo>
                  <a:lnTo>
                    <a:pt x="916467" y="334978"/>
                  </a:lnTo>
                  <a:lnTo>
                    <a:pt x="913834" y="332344"/>
                  </a:lnTo>
                  <a:lnTo>
                    <a:pt x="911201" y="327076"/>
                  </a:lnTo>
                  <a:lnTo>
                    <a:pt x="908568" y="321808"/>
                  </a:lnTo>
                  <a:lnTo>
                    <a:pt x="905935" y="319174"/>
                  </a:lnTo>
                  <a:lnTo>
                    <a:pt x="900669" y="319174"/>
                  </a:lnTo>
                  <a:lnTo>
                    <a:pt x="898036" y="321808"/>
                  </a:lnTo>
                  <a:lnTo>
                    <a:pt x="900669" y="327076"/>
                  </a:lnTo>
                  <a:lnTo>
                    <a:pt x="900669" y="332344"/>
                  </a:lnTo>
                  <a:lnTo>
                    <a:pt x="900669" y="337612"/>
                  </a:lnTo>
                  <a:lnTo>
                    <a:pt x="900669" y="342880"/>
                  </a:lnTo>
                  <a:lnTo>
                    <a:pt x="895404" y="342880"/>
                  </a:lnTo>
                  <a:lnTo>
                    <a:pt x="892771" y="340246"/>
                  </a:lnTo>
                  <a:lnTo>
                    <a:pt x="892771" y="334978"/>
                  </a:lnTo>
                  <a:lnTo>
                    <a:pt x="892771" y="329710"/>
                  </a:lnTo>
                  <a:lnTo>
                    <a:pt x="887505" y="321808"/>
                  </a:lnTo>
                  <a:lnTo>
                    <a:pt x="884872" y="316540"/>
                  </a:lnTo>
                  <a:lnTo>
                    <a:pt x="882239" y="313906"/>
                  </a:lnTo>
                  <a:lnTo>
                    <a:pt x="869075" y="306003"/>
                  </a:lnTo>
                  <a:lnTo>
                    <a:pt x="863809" y="295467"/>
                  </a:lnTo>
                  <a:lnTo>
                    <a:pt x="861176" y="292833"/>
                  </a:lnTo>
                  <a:lnTo>
                    <a:pt x="855911" y="290199"/>
                  </a:lnTo>
                  <a:lnTo>
                    <a:pt x="850645" y="290199"/>
                  </a:lnTo>
                  <a:lnTo>
                    <a:pt x="842746" y="290199"/>
                  </a:lnTo>
                  <a:lnTo>
                    <a:pt x="837480" y="290199"/>
                  </a:lnTo>
                  <a:lnTo>
                    <a:pt x="832215" y="290199"/>
                  </a:lnTo>
                  <a:lnTo>
                    <a:pt x="826949" y="292833"/>
                  </a:lnTo>
                  <a:lnTo>
                    <a:pt x="824316" y="287565"/>
                  </a:lnTo>
                  <a:lnTo>
                    <a:pt x="821683" y="277029"/>
                  </a:lnTo>
                  <a:lnTo>
                    <a:pt x="816418" y="277029"/>
                  </a:lnTo>
                  <a:lnTo>
                    <a:pt x="811152" y="279663"/>
                  </a:lnTo>
                  <a:lnTo>
                    <a:pt x="805886" y="279663"/>
                  </a:lnTo>
                  <a:lnTo>
                    <a:pt x="803253" y="284931"/>
                  </a:lnTo>
                  <a:lnTo>
                    <a:pt x="803253" y="290199"/>
                  </a:lnTo>
                  <a:lnTo>
                    <a:pt x="800620" y="292833"/>
                  </a:lnTo>
                  <a:lnTo>
                    <a:pt x="795355" y="290199"/>
                  </a:lnTo>
                  <a:lnTo>
                    <a:pt x="787456" y="292833"/>
                  </a:lnTo>
                  <a:lnTo>
                    <a:pt x="784823" y="287565"/>
                  </a:lnTo>
                  <a:lnTo>
                    <a:pt x="782190" y="282297"/>
                  </a:lnTo>
                  <a:lnTo>
                    <a:pt x="774292" y="282297"/>
                  </a:lnTo>
                  <a:lnTo>
                    <a:pt x="763760" y="284931"/>
                  </a:lnTo>
                  <a:lnTo>
                    <a:pt x="758494" y="287565"/>
                  </a:lnTo>
                  <a:lnTo>
                    <a:pt x="758494" y="292833"/>
                  </a:lnTo>
                  <a:lnTo>
                    <a:pt x="755862" y="298101"/>
                  </a:lnTo>
                  <a:lnTo>
                    <a:pt x="750596" y="300735"/>
                  </a:lnTo>
                  <a:lnTo>
                    <a:pt x="747963" y="303369"/>
                  </a:lnTo>
                  <a:lnTo>
                    <a:pt x="742697" y="306003"/>
                  </a:lnTo>
                  <a:lnTo>
                    <a:pt x="740064" y="308637"/>
                  </a:lnTo>
                  <a:lnTo>
                    <a:pt x="737431" y="311272"/>
                  </a:lnTo>
                  <a:lnTo>
                    <a:pt x="732166" y="313906"/>
                  </a:lnTo>
                  <a:lnTo>
                    <a:pt x="726900" y="313906"/>
                  </a:lnTo>
                  <a:lnTo>
                    <a:pt x="721634" y="313906"/>
                  </a:lnTo>
                  <a:lnTo>
                    <a:pt x="721634" y="319174"/>
                  </a:lnTo>
                  <a:lnTo>
                    <a:pt x="721634" y="324442"/>
                  </a:lnTo>
                  <a:lnTo>
                    <a:pt x="719001" y="327076"/>
                  </a:lnTo>
                  <a:lnTo>
                    <a:pt x="713736" y="329710"/>
                  </a:lnTo>
                  <a:lnTo>
                    <a:pt x="700571" y="340246"/>
                  </a:lnTo>
                  <a:lnTo>
                    <a:pt x="697938" y="340246"/>
                  </a:lnTo>
                  <a:lnTo>
                    <a:pt x="692673" y="340246"/>
                  </a:lnTo>
                  <a:lnTo>
                    <a:pt x="695306" y="348148"/>
                  </a:lnTo>
                  <a:lnTo>
                    <a:pt x="697938" y="363952"/>
                  </a:lnTo>
                  <a:lnTo>
                    <a:pt x="700571" y="369220"/>
                  </a:lnTo>
                  <a:lnTo>
                    <a:pt x="703204" y="374488"/>
                  </a:lnTo>
                  <a:lnTo>
                    <a:pt x="687407" y="385024"/>
                  </a:lnTo>
                  <a:lnTo>
                    <a:pt x="682141" y="382390"/>
                  </a:lnTo>
                  <a:lnTo>
                    <a:pt x="671610" y="361318"/>
                  </a:lnTo>
                  <a:lnTo>
                    <a:pt x="663711" y="353416"/>
                  </a:lnTo>
                  <a:lnTo>
                    <a:pt x="661078" y="350782"/>
                  </a:lnTo>
                  <a:lnTo>
                    <a:pt x="655812" y="345514"/>
                  </a:lnTo>
                  <a:lnTo>
                    <a:pt x="653180" y="350782"/>
                  </a:lnTo>
                  <a:lnTo>
                    <a:pt x="650547" y="356050"/>
                  </a:lnTo>
                  <a:lnTo>
                    <a:pt x="650547" y="361318"/>
                  </a:lnTo>
                  <a:lnTo>
                    <a:pt x="650547" y="363952"/>
                  </a:lnTo>
                  <a:lnTo>
                    <a:pt x="650547" y="369220"/>
                  </a:lnTo>
                  <a:lnTo>
                    <a:pt x="647914" y="374488"/>
                  </a:lnTo>
                  <a:lnTo>
                    <a:pt x="640015" y="379756"/>
                  </a:lnTo>
                  <a:lnTo>
                    <a:pt x="632117" y="408730"/>
                  </a:lnTo>
                  <a:lnTo>
                    <a:pt x="640015" y="413998"/>
                  </a:lnTo>
                  <a:lnTo>
                    <a:pt x="640015" y="419266"/>
                  </a:lnTo>
                  <a:lnTo>
                    <a:pt x="637382" y="424534"/>
                  </a:lnTo>
                  <a:lnTo>
                    <a:pt x="629484" y="427168"/>
                  </a:lnTo>
                  <a:lnTo>
                    <a:pt x="624218" y="456143"/>
                  </a:lnTo>
                  <a:lnTo>
                    <a:pt x="640015" y="461411"/>
                  </a:lnTo>
                  <a:lnTo>
                    <a:pt x="640015" y="466679"/>
                  </a:lnTo>
                  <a:lnTo>
                    <a:pt x="645281" y="469313"/>
                  </a:lnTo>
                  <a:lnTo>
                    <a:pt x="640015" y="474581"/>
                  </a:lnTo>
                  <a:lnTo>
                    <a:pt x="645281" y="479849"/>
                  </a:lnTo>
                  <a:lnTo>
                    <a:pt x="645281" y="485117"/>
                  </a:lnTo>
                  <a:lnTo>
                    <a:pt x="653180" y="490385"/>
                  </a:lnTo>
                  <a:lnTo>
                    <a:pt x="653180" y="485117"/>
                  </a:lnTo>
                  <a:lnTo>
                    <a:pt x="661078" y="487751"/>
                  </a:lnTo>
                  <a:lnTo>
                    <a:pt x="671610" y="487751"/>
                  </a:lnTo>
                  <a:lnTo>
                    <a:pt x="676875" y="487751"/>
                  </a:lnTo>
                  <a:lnTo>
                    <a:pt x="679508" y="490385"/>
                  </a:lnTo>
                  <a:lnTo>
                    <a:pt x="682141" y="495653"/>
                  </a:lnTo>
                  <a:lnTo>
                    <a:pt x="684774" y="500921"/>
                  </a:lnTo>
                  <a:lnTo>
                    <a:pt x="687407" y="503555"/>
                  </a:lnTo>
                  <a:lnTo>
                    <a:pt x="692673" y="506189"/>
                  </a:lnTo>
                  <a:lnTo>
                    <a:pt x="697938" y="540431"/>
                  </a:lnTo>
                  <a:lnTo>
                    <a:pt x="690040" y="543065"/>
                  </a:lnTo>
                  <a:lnTo>
                    <a:pt x="684774" y="537797"/>
                  </a:lnTo>
                  <a:lnTo>
                    <a:pt x="679508" y="540431"/>
                  </a:lnTo>
                  <a:lnTo>
                    <a:pt x="679508" y="545699"/>
                  </a:lnTo>
                  <a:lnTo>
                    <a:pt x="674243" y="550967"/>
                  </a:lnTo>
                  <a:lnTo>
                    <a:pt x="676875" y="553601"/>
                  </a:lnTo>
                  <a:lnTo>
                    <a:pt x="682141" y="553601"/>
                  </a:lnTo>
                  <a:lnTo>
                    <a:pt x="687407" y="553601"/>
                  </a:lnTo>
                  <a:lnTo>
                    <a:pt x="690040" y="556235"/>
                  </a:lnTo>
                  <a:lnTo>
                    <a:pt x="692673" y="561503"/>
                  </a:lnTo>
                  <a:lnTo>
                    <a:pt x="697938" y="561503"/>
                  </a:lnTo>
                  <a:lnTo>
                    <a:pt x="692673" y="564137"/>
                  </a:lnTo>
                  <a:lnTo>
                    <a:pt x="684774" y="582576"/>
                  </a:lnTo>
                  <a:lnTo>
                    <a:pt x="682141" y="582576"/>
                  </a:lnTo>
                  <a:lnTo>
                    <a:pt x="679508" y="582576"/>
                  </a:lnTo>
                  <a:lnTo>
                    <a:pt x="674243" y="582576"/>
                  </a:lnTo>
                  <a:lnTo>
                    <a:pt x="671610" y="574673"/>
                  </a:lnTo>
                  <a:lnTo>
                    <a:pt x="668977" y="566771"/>
                  </a:lnTo>
                  <a:lnTo>
                    <a:pt x="668977" y="564137"/>
                  </a:lnTo>
                  <a:lnTo>
                    <a:pt x="661078" y="564137"/>
                  </a:lnTo>
                  <a:lnTo>
                    <a:pt x="655812" y="561503"/>
                  </a:lnTo>
                  <a:lnTo>
                    <a:pt x="661078" y="572039"/>
                  </a:lnTo>
                  <a:lnTo>
                    <a:pt x="661078" y="577308"/>
                  </a:lnTo>
                  <a:lnTo>
                    <a:pt x="658445" y="590478"/>
                  </a:lnTo>
                  <a:lnTo>
                    <a:pt x="653180" y="587844"/>
                  </a:lnTo>
                  <a:lnTo>
                    <a:pt x="650547" y="611550"/>
                  </a:lnTo>
                  <a:lnTo>
                    <a:pt x="642648" y="616818"/>
                  </a:lnTo>
                  <a:lnTo>
                    <a:pt x="640015" y="622086"/>
                  </a:lnTo>
                  <a:lnTo>
                    <a:pt x="640015" y="624720"/>
                  </a:lnTo>
                  <a:lnTo>
                    <a:pt x="637382" y="624720"/>
                  </a:lnTo>
                  <a:lnTo>
                    <a:pt x="634750" y="629988"/>
                  </a:lnTo>
                  <a:lnTo>
                    <a:pt x="632117" y="637890"/>
                  </a:lnTo>
                  <a:lnTo>
                    <a:pt x="626851" y="645792"/>
                  </a:lnTo>
                  <a:lnTo>
                    <a:pt x="629484" y="653694"/>
                  </a:lnTo>
                  <a:lnTo>
                    <a:pt x="637382" y="653694"/>
                  </a:lnTo>
                  <a:lnTo>
                    <a:pt x="645281" y="664230"/>
                  </a:lnTo>
                  <a:lnTo>
                    <a:pt x="650547" y="674766"/>
                  </a:lnTo>
                  <a:lnTo>
                    <a:pt x="653180" y="687936"/>
                  </a:lnTo>
                  <a:lnTo>
                    <a:pt x="653180" y="690570"/>
                  </a:lnTo>
                  <a:lnTo>
                    <a:pt x="661078" y="677400"/>
                  </a:lnTo>
                  <a:lnTo>
                    <a:pt x="661078" y="685302"/>
                  </a:lnTo>
                  <a:lnTo>
                    <a:pt x="655812" y="701106"/>
                  </a:lnTo>
                  <a:lnTo>
                    <a:pt x="655812" y="714277"/>
                  </a:lnTo>
                  <a:lnTo>
                    <a:pt x="658445" y="724813"/>
                  </a:lnTo>
                  <a:lnTo>
                    <a:pt x="663711" y="730081"/>
                  </a:lnTo>
                  <a:lnTo>
                    <a:pt x="676875" y="751153"/>
                  </a:lnTo>
                  <a:lnTo>
                    <a:pt x="684774" y="769591"/>
                  </a:lnTo>
                  <a:lnTo>
                    <a:pt x="690040" y="772225"/>
                  </a:lnTo>
                  <a:lnTo>
                    <a:pt x="684774" y="777493"/>
                  </a:lnTo>
                  <a:lnTo>
                    <a:pt x="684774" y="782761"/>
                  </a:lnTo>
                  <a:lnTo>
                    <a:pt x="679508" y="785395"/>
                  </a:lnTo>
                  <a:lnTo>
                    <a:pt x="674243" y="788029"/>
                  </a:lnTo>
                  <a:lnTo>
                    <a:pt x="671610" y="795931"/>
                  </a:lnTo>
                  <a:lnTo>
                    <a:pt x="668977" y="798565"/>
                  </a:lnTo>
                  <a:lnTo>
                    <a:pt x="663711" y="801199"/>
                  </a:lnTo>
                  <a:lnTo>
                    <a:pt x="653180" y="798565"/>
                  </a:lnTo>
                  <a:lnTo>
                    <a:pt x="647914" y="798565"/>
                  </a:lnTo>
                  <a:lnTo>
                    <a:pt x="645281" y="793297"/>
                  </a:lnTo>
                  <a:lnTo>
                    <a:pt x="642648" y="785395"/>
                  </a:lnTo>
                  <a:lnTo>
                    <a:pt x="637382" y="785395"/>
                  </a:lnTo>
                  <a:lnTo>
                    <a:pt x="634750" y="780127"/>
                  </a:lnTo>
                  <a:lnTo>
                    <a:pt x="629484" y="772225"/>
                  </a:lnTo>
                  <a:lnTo>
                    <a:pt x="624218" y="772225"/>
                  </a:lnTo>
                  <a:lnTo>
                    <a:pt x="618952" y="769591"/>
                  </a:lnTo>
                  <a:lnTo>
                    <a:pt x="616319" y="766957"/>
                  </a:lnTo>
                  <a:lnTo>
                    <a:pt x="611054" y="764323"/>
                  </a:lnTo>
                  <a:lnTo>
                    <a:pt x="600522" y="761689"/>
                  </a:lnTo>
                  <a:lnTo>
                    <a:pt x="595256" y="756421"/>
                  </a:lnTo>
                  <a:lnTo>
                    <a:pt x="597889" y="745885"/>
                  </a:lnTo>
                  <a:lnTo>
                    <a:pt x="595256" y="740617"/>
                  </a:lnTo>
                  <a:lnTo>
                    <a:pt x="589991" y="737983"/>
                  </a:lnTo>
                  <a:lnTo>
                    <a:pt x="584725" y="737983"/>
                  </a:lnTo>
                  <a:lnTo>
                    <a:pt x="579459" y="737983"/>
                  </a:lnTo>
                  <a:lnTo>
                    <a:pt x="576826" y="732715"/>
                  </a:lnTo>
                  <a:lnTo>
                    <a:pt x="566295" y="732715"/>
                  </a:lnTo>
                  <a:lnTo>
                    <a:pt x="563662" y="732715"/>
                  </a:lnTo>
                  <a:lnTo>
                    <a:pt x="558396" y="730081"/>
                  </a:lnTo>
                  <a:lnTo>
                    <a:pt x="553131" y="730081"/>
                  </a:lnTo>
                  <a:lnTo>
                    <a:pt x="545232" y="732715"/>
                  </a:lnTo>
                  <a:lnTo>
                    <a:pt x="539966" y="735349"/>
                  </a:lnTo>
                  <a:lnTo>
                    <a:pt x="534700" y="737983"/>
                  </a:lnTo>
                  <a:lnTo>
                    <a:pt x="532068" y="735349"/>
                  </a:lnTo>
                  <a:lnTo>
                    <a:pt x="529435" y="730081"/>
                  </a:lnTo>
                  <a:lnTo>
                    <a:pt x="505739" y="716911"/>
                  </a:lnTo>
                  <a:lnTo>
                    <a:pt x="503106" y="714277"/>
                  </a:lnTo>
                  <a:lnTo>
                    <a:pt x="500473" y="711643"/>
                  </a:lnTo>
                  <a:lnTo>
                    <a:pt x="489942" y="711643"/>
                  </a:lnTo>
                  <a:lnTo>
                    <a:pt x="479410" y="706374"/>
                  </a:lnTo>
                  <a:lnTo>
                    <a:pt x="463613" y="709008"/>
                  </a:lnTo>
                  <a:lnTo>
                    <a:pt x="458347" y="709008"/>
                  </a:lnTo>
                  <a:lnTo>
                    <a:pt x="445183" y="701106"/>
                  </a:lnTo>
                  <a:lnTo>
                    <a:pt x="434651" y="701106"/>
                  </a:lnTo>
                  <a:lnTo>
                    <a:pt x="432019" y="695838"/>
                  </a:lnTo>
                  <a:lnTo>
                    <a:pt x="421487" y="693204"/>
                  </a:lnTo>
                  <a:lnTo>
                    <a:pt x="416221" y="693204"/>
                  </a:lnTo>
                  <a:lnTo>
                    <a:pt x="413588" y="693204"/>
                  </a:lnTo>
                  <a:lnTo>
                    <a:pt x="405690" y="693204"/>
                  </a:lnTo>
                  <a:lnTo>
                    <a:pt x="397791" y="695838"/>
                  </a:lnTo>
                  <a:lnTo>
                    <a:pt x="389893" y="687936"/>
                  </a:lnTo>
                  <a:lnTo>
                    <a:pt x="384627" y="687936"/>
                  </a:lnTo>
                  <a:lnTo>
                    <a:pt x="381994" y="682668"/>
                  </a:lnTo>
                  <a:lnTo>
                    <a:pt x="376728" y="674766"/>
                  </a:lnTo>
                  <a:lnTo>
                    <a:pt x="360931" y="661596"/>
                  </a:lnTo>
                  <a:lnTo>
                    <a:pt x="334602" y="651060"/>
                  </a:lnTo>
                  <a:lnTo>
                    <a:pt x="324071" y="643158"/>
                  </a:lnTo>
                  <a:lnTo>
                    <a:pt x="321438" y="637890"/>
                  </a:lnTo>
                  <a:lnTo>
                    <a:pt x="318805" y="640524"/>
                  </a:lnTo>
                  <a:lnTo>
                    <a:pt x="313539" y="640524"/>
                  </a:lnTo>
                  <a:lnTo>
                    <a:pt x="305641" y="635256"/>
                  </a:lnTo>
                  <a:lnTo>
                    <a:pt x="303008" y="624720"/>
                  </a:lnTo>
                  <a:lnTo>
                    <a:pt x="295109" y="619452"/>
                  </a:lnTo>
                  <a:lnTo>
                    <a:pt x="287211" y="614184"/>
                  </a:lnTo>
                  <a:lnTo>
                    <a:pt x="295109" y="611550"/>
                  </a:lnTo>
                  <a:lnTo>
                    <a:pt x="295109" y="608916"/>
                  </a:lnTo>
                  <a:lnTo>
                    <a:pt x="295109" y="606282"/>
                  </a:lnTo>
                  <a:lnTo>
                    <a:pt x="305641" y="606282"/>
                  </a:lnTo>
                  <a:lnTo>
                    <a:pt x="313539" y="606282"/>
                  </a:lnTo>
                  <a:lnTo>
                    <a:pt x="318805" y="595746"/>
                  </a:lnTo>
                  <a:lnTo>
                    <a:pt x="326704" y="587844"/>
                  </a:lnTo>
                  <a:lnTo>
                    <a:pt x="331970" y="577308"/>
                  </a:lnTo>
                  <a:lnTo>
                    <a:pt x="337235" y="577308"/>
                  </a:lnTo>
                  <a:lnTo>
                    <a:pt x="339868" y="572039"/>
                  </a:lnTo>
                  <a:lnTo>
                    <a:pt x="350400" y="572039"/>
                  </a:lnTo>
                  <a:lnTo>
                    <a:pt x="345134" y="566771"/>
                  </a:lnTo>
                  <a:lnTo>
                    <a:pt x="337235" y="558869"/>
                  </a:lnTo>
                  <a:lnTo>
                    <a:pt x="329337" y="553601"/>
                  </a:lnTo>
                  <a:lnTo>
                    <a:pt x="326704" y="550967"/>
                  </a:lnTo>
                  <a:lnTo>
                    <a:pt x="326704" y="543065"/>
                  </a:lnTo>
                  <a:lnTo>
                    <a:pt x="342501" y="540431"/>
                  </a:lnTo>
                  <a:lnTo>
                    <a:pt x="350400" y="543065"/>
                  </a:lnTo>
                  <a:lnTo>
                    <a:pt x="353032" y="540431"/>
                  </a:lnTo>
                  <a:lnTo>
                    <a:pt x="350400" y="537797"/>
                  </a:lnTo>
                  <a:lnTo>
                    <a:pt x="350400" y="535163"/>
                  </a:lnTo>
                  <a:lnTo>
                    <a:pt x="355665" y="532529"/>
                  </a:lnTo>
                  <a:lnTo>
                    <a:pt x="366197" y="527261"/>
                  </a:lnTo>
                  <a:lnTo>
                    <a:pt x="374095" y="524627"/>
                  </a:lnTo>
                  <a:lnTo>
                    <a:pt x="379361" y="524627"/>
                  </a:lnTo>
                  <a:lnTo>
                    <a:pt x="379361" y="521993"/>
                  </a:lnTo>
                  <a:lnTo>
                    <a:pt x="379361" y="519359"/>
                  </a:lnTo>
                  <a:lnTo>
                    <a:pt x="374095" y="519359"/>
                  </a:lnTo>
                  <a:lnTo>
                    <a:pt x="374095" y="514091"/>
                  </a:lnTo>
                  <a:lnTo>
                    <a:pt x="368830" y="514091"/>
                  </a:lnTo>
                  <a:lnTo>
                    <a:pt x="360931" y="514091"/>
                  </a:lnTo>
                  <a:lnTo>
                    <a:pt x="355665" y="516725"/>
                  </a:lnTo>
                  <a:lnTo>
                    <a:pt x="350400" y="516725"/>
                  </a:lnTo>
                  <a:lnTo>
                    <a:pt x="342501" y="519359"/>
                  </a:lnTo>
                  <a:lnTo>
                    <a:pt x="342501" y="511457"/>
                  </a:lnTo>
                  <a:lnTo>
                    <a:pt x="339868" y="506189"/>
                  </a:lnTo>
                  <a:lnTo>
                    <a:pt x="345134" y="495653"/>
                  </a:lnTo>
                  <a:lnTo>
                    <a:pt x="355665" y="493019"/>
                  </a:lnTo>
                  <a:lnTo>
                    <a:pt x="360931" y="485117"/>
                  </a:lnTo>
                  <a:lnTo>
                    <a:pt x="363564" y="482483"/>
                  </a:lnTo>
                  <a:lnTo>
                    <a:pt x="374095" y="485117"/>
                  </a:lnTo>
                  <a:lnTo>
                    <a:pt x="379361" y="485117"/>
                  </a:lnTo>
                  <a:lnTo>
                    <a:pt x="387260" y="487751"/>
                  </a:lnTo>
                  <a:lnTo>
                    <a:pt x="392526" y="485117"/>
                  </a:lnTo>
                  <a:lnTo>
                    <a:pt x="397791" y="471947"/>
                  </a:lnTo>
                  <a:lnTo>
                    <a:pt x="400424" y="461411"/>
                  </a:lnTo>
                  <a:lnTo>
                    <a:pt x="395158" y="458777"/>
                  </a:lnTo>
                  <a:lnTo>
                    <a:pt x="395158" y="453509"/>
                  </a:lnTo>
                  <a:lnTo>
                    <a:pt x="392526" y="448241"/>
                  </a:lnTo>
                  <a:lnTo>
                    <a:pt x="389893" y="445607"/>
                  </a:lnTo>
                  <a:lnTo>
                    <a:pt x="392526" y="440338"/>
                  </a:lnTo>
                  <a:lnTo>
                    <a:pt x="392526" y="435070"/>
                  </a:lnTo>
                  <a:lnTo>
                    <a:pt x="403057" y="432436"/>
                  </a:lnTo>
                  <a:lnTo>
                    <a:pt x="400424" y="429802"/>
                  </a:lnTo>
                  <a:lnTo>
                    <a:pt x="395158" y="427168"/>
                  </a:lnTo>
                  <a:lnTo>
                    <a:pt x="392526" y="424534"/>
                  </a:lnTo>
                  <a:lnTo>
                    <a:pt x="403057" y="421900"/>
                  </a:lnTo>
                  <a:lnTo>
                    <a:pt x="408323" y="411364"/>
                  </a:lnTo>
                  <a:lnTo>
                    <a:pt x="403057" y="398194"/>
                  </a:lnTo>
                  <a:lnTo>
                    <a:pt x="405690" y="395560"/>
                  </a:lnTo>
                  <a:lnTo>
                    <a:pt x="403057" y="392926"/>
                  </a:lnTo>
                  <a:lnTo>
                    <a:pt x="397791" y="392926"/>
                  </a:lnTo>
                  <a:lnTo>
                    <a:pt x="392526" y="390292"/>
                  </a:lnTo>
                  <a:lnTo>
                    <a:pt x="384627" y="385024"/>
                  </a:lnTo>
                  <a:lnTo>
                    <a:pt x="379361" y="385024"/>
                  </a:lnTo>
                  <a:lnTo>
                    <a:pt x="371463" y="379756"/>
                  </a:lnTo>
                  <a:lnTo>
                    <a:pt x="360931" y="379756"/>
                  </a:lnTo>
                  <a:lnTo>
                    <a:pt x="358298" y="377122"/>
                  </a:lnTo>
                  <a:lnTo>
                    <a:pt x="353032" y="374488"/>
                  </a:lnTo>
                  <a:lnTo>
                    <a:pt x="350400" y="374488"/>
                  </a:lnTo>
                  <a:lnTo>
                    <a:pt x="345134" y="369220"/>
                  </a:lnTo>
                  <a:lnTo>
                    <a:pt x="339868" y="369220"/>
                  </a:lnTo>
                  <a:lnTo>
                    <a:pt x="337235" y="374488"/>
                  </a:lnTo>
                  <a:lnTo>
                    <a:pt x="334602" y="374488"/>
                  </a:lnTo>
                  <a:lnTo>
                    <a:pt x="326704" y="366586"/>
                  </a:lnTo>
                  <a:lnTo>
                    <a:pt x="318805" y="353416"/>
                  </a:lnTo>
                  <a:lnTo>
                    <a:pt x="316172" y="348148"/>
                  </a:lnTo>
                  <a:lnTo>
                    <a:pt x="313539" y="348148"/>
                  </a:lnTo>
                  <a:lnTo>
                    <a:pt x="303008" y="350782"/>
                  </a:lnTo>
                  <a:lnTo>
                    <a:pt x="287211" y="356050"/>
                  </a:lnTo>
                  <a:lnTo>
                    <a:pt x="284578" y="353416"/>
                  </a:lnTo>
                  <a:lnTo>
                    <a:pt x="276679" y="356050"/>
                  </a:lnTo>
                  <a:lnTo>
                    <a:pt x="271414" y="348148"/>
                  </a:lnTo>
                  <a:lnTo>
                    <a:pt x="266148" y="348148"/>
                  </a:lnTo>
                  <a:lnTo>
                    <a:pt x="260882" y="348148"/>
                  </a:lnTo>
                  <a:lnTo>
                    <a:pt x="255616" y="350782"/>
                  </a:lnTo>
                  <a:lnTo>
                    <a:pt x="252983" y="348148"/>
                  </a:lnTo>
                  <a:lnTo>
                    <a:pt x="247718" y="345514"/>
                  </a:lnTo>
                  <a:lnTo>
                    <a:pt x="247718" y="340246"/>
                  </a:lnTo>
                  <a:lnTo>
                    <a:pt x="247718" y="334978"/>
                  </a:lnTo>
                  <a:lnTo>
                    <a:pt x="242452" y="319174"/>
                  </a:lnTo>
                  <a:lnTo>
                    <a:pt x="237186" y="311272"/>
                  </a:lnTo>
                  <a:lnTo>
                    <a:pt x="234553" y="306003"/>
                  </a:lnTo>
                  <a:lnTo>
                    <a:pt x="229288" y="306003"/>
                  </a:lnTo>
                  <a:lnTo>
                    <a:pt x="226655" y="308637"/>
                  </a:lnTo>
                  <a:lnTo>
                    <a:pt x="216123" y="306003"/>
                  </a:lnTo>
                  <a:lnTo>
                    <a:pt x="210858" y="303369"/>
                  </a:lnTo>
                  <a:lnTo>
                    <a:pt x="205592" y="300735"/>
                  </a:lnTo>
                  <a:lnTo>
                    <a:pt x="202959" y="290199"/>
                  </a:lnTo>
                  <a:lnTo>
                    <a:pt x="202959" y="287565"/>
                  </a:lnTo>
                  <a:lnTo>
                    <a:pt x="202959" y="282297"/>
                  </a:lnTo>
                  <a:lnTo>
                    <a:pt x="205592" y="279663"/>
                  </a:lnTo>
                  <a:lnTo>
                    <a:pt x="210858" y="277029"/>
                  </a:lnTo>
                  <a:lnTo>
                    <a:pt x="210858" y="271761"/>
                  </a:lnTo>
                  <a:lnTo>
                    <a:pt x="208225" y="269127"/>
                  </a:lnTo>
                  <a:lnTo>
                    <a:pt x="200326" y="261225"/>
                  </a:lnTo>
                  <a:lnTo>
                    <a:pt x="200326" y="255957"/>
                  </a:lnTo>
                  <a:lnTo>
                    <a:pt x="197693" y="250689"/>
                  </a:lnTo>
                  <a:lnTo>
                    <a:pt x="189795" y="245421"/>
                  </a:lnTo>
                  <a:lnTo>
                    <a:pt x="179263" y="248055"/>
                  </a:lnTo>
                  <a:lnTo>
                    <a:pt x="171364" y="245421"/>
                  </a:lnTo>
                  <a:lnTo>
                    <a:pt x="160833" y="250689"/>
                  </a:lnTo>
                  <a:lnTo>
                    <a:pt x="155567" y="250689"/>
                  </a:lnTo>
                  <a:lnTo>
                    <a:pt x="145036" y="248055"/>
                  </a:lnTo>
                  <a:lnTo>
                    <a:pt x="139770" y="250689"/>
                  </a:lnTo>
                  <a:lnTo>
                    <a:pt x="139770" y="255957"/>
                  </a:lnTo>
                  <a:lnTo>
                    <a:pt x="137137" y="258591"/>
                  </a:lnTo>
                  <a:lnTo>
                    <a:pt x="131871" y="261225"/>
                  </a:lnTo>
                  <a:lnTo>
                    <a:pt x="126606" y="261225"/>
                  </a:lnTo>
                  <a:lnTo>
                    <a:pt x="123973" y="255957"/>
                  </a:lnTo>
                  <a:lnTo>
                    <a:pt x="121340" y="242787"/>
                  </a:lnTo>
                  <a:lnTo>
                    <a:pt x="121340" y="237519"/>
                  </a:lnTo>
                  <a:lnTo>
                    <a:pt x="118707" y="232251"/>
                  </a:lnTo>
                  <a:lnTo>
                    <a:pt x="116074" y="232251"/>
                  </a:lnTo>
                  <a:lnTo>
                    <a:pt x="116074" y="226983"/>
                  </a:lnTo>
                  <a:lnTo>
                    <a:pt x="113441" y="221715"/>
                  </a:lnTo>
                  <a:lnTo>
                    <a:pt x="113441" y="216447"/>
                  </a:lnTo>
                  <a:lnTo>
                    <a:pt x="113441" y="213813"/>
                  </a:lnTo>
                  <a:lnTo>
                    <a:pt x="105543" y="205911"/>
                  </a:lnTo>
                  <a:lnTo>
                    <a:pt x="105543" y="200643"/>
                  </a:lnTo>
                  <a:lnTo>
                    <a:pt x="110808" y="200643"/>
                  </a:lnTo>
                  <a:lnTo>
                    <a:pt x="110808" y="195375"/>
                  </a:lnTo>
                  <a:lnTo>
                    <a:pt x="116074" y="192740"/>
                  </a:lnTo>
                  <a:lnTo>
                    <a:pt x="118707" y="192740"/>
                  </a:lnTo>
                  <a:lnTo>
                    <a:pt x="126606" y="200643"/>
                  </a:lnTo>
                  <a:lnTo>
                    <a:pt x="137137" y="200643"/>
                  </a:lnTo>
                  <a:lnTo>
                    <a:pt x="142403" y="198009"/>
                  </a:lnTo>
                  <a:lnTo>
                    <a:pt x="150302" y="190106"/>
                  </a:lnTo>
                  <a:lnTo>
                    <a:pt x="152934" y="187472"/>
                  </a:lnTo>
                  <a:lnTo>
                    <a:pt x="155567" y="184838"/>
                  </a:lnTo>
                  <a:lnTo>
                    <a:pt x="155567" y="176936"/>
                  </a:lnTo>
                  <a:lnTo>
                    <a:pt x="150302" y="174302"/>
                  </a:lnTo>
                  <a:lnTo>
                    <a:pt x="147669" y="171668"/>
                  </a:lnTo>
                  <a:lnTo>
                    <a:pt x="147669" y="166400"/>
                  </a:lnTo>
                  <a:lnTo>
                    <a:pt x="145036" y="163766"/>
                  </a:lnTo>
                  <a:lnTo>
                    <a:pt x="139770" y="161132"/>
                  </a:lnTo>
                  <a:lnTo>
                    <a:pt x="126606" y="163766"/>
                  </a:lnTo>
                  <a:lnTo>
                    <a:pt x="123973" y="158498"/>
                  </a:lnTo>
                  <a:lnTo>
                    <a:pt x="123973" y="153230"/>
                  </a:lnTo>
                  <a:lnTo>
                    <a:pt x="123973" y="147962"/>
                  </a:lnTo>
                  <a:lnTo>
                    <a:pt x="121340" y="145328"/>
                  </a:lnTo>
                  <a:lnTo>
                    <a:pt x="110808" y="140060"/>
                  </a:lnTo>
                  <a:lnTo>
                    <a:pt x="108176" y="134792"/>
                  </a:lnTo>
                  <a:lnTo>
                    <a:pt x="100277" y="121622"/>
                  </a:lnTo>
                  <a:lnTo>
                    <a:pt x="100277" y="113720"/>
                  </a:lnTo>
                  <a:lnTo>
                    <a:pt x="92378" y="105818"/>
                  </a:lnTo>
                  <a:lnTo>
                    <a:pt x="89746" y="100550"/>
                  </a:lnTo>
                  <a:lnTo>
                    <a:pt x="92378" y="95282"/>
                  </a:lnTo>
                  <a:lnTo>
                    <a:pt x="95011" y="92648"/>
                  </a:lnTo>
                  <a:lnTo>
                    <a:pt x="97644" y="87380"/>
                  </a:lnTo>
                  <a:lnTo>
                    <a:pt x="97644" y="82112"/>
                  </a:lnTo>
                  <a:lnTo>
                    <a:pt x="95011" y="79478"/>
                  </a:lnTo>
                  <a:lnTo>
                    <a:pt x="92378" y="74210"/>
                  </a:lnTo>
                  <a:lnTo>
                    <a:pt x="92378" y="68942"/>
                  </a:lnTo>
                  <a:lnTo>
                    <a:pt x="95011" y="63674"/>
                  </a:lnTo>
                  <a:lnTo>
                    <a:pt x="92378" y="58405"/>
                  </a:lnTo>
                  <a:lnTo>
                    <a:pt x="89746" y="55771"/>
                  </a:lnTo>
                  <a:lnTo>
                    <a:pt x="81847" y="47869"/>
                  </a:lnTo>
                  <a:lnTo>
                    <a:pt x="79214" y="45235"/>
                  </a:lnTo>
                  <a:lnTo>
                    <a:pt x="73948" y="42601"/>
                  </a:lnTo>
                  <a:lnTo>
                    <a:pt x="71315" y="39967"/>
                  </a:lnTo>
                  <a:lnTo>
                    <a:pt x="60784" y="42601"/>
                  </a:lnTo>
                  <a:lnTo>
                    <a:pt x="55518" y="45235"/>
                  </a:lnTo>
                  <a:lnTo>
                    <a:pt x="52885" y="45235"/>
                  </a:lnTo>
                  <a:lnTo>
                    <a:pt x="42354" y="50503"/>
                  </a:lnTo>
                  <a:lnTo>
                    <a:pt x="44987" y="37333"/>
                  </a:lnTo>
                  <a:lnTo>
                    <a:pt x="37088" y="32065"/>
                  </a:lnTo>
                  <a:lnTo>
                    <a:pt x="31822" y="32065"/>
                  </a:lnTo>
                  <a:lnTo>
                    <a:pt x="21291" y="34699"/>
                  </a:lnTo>
                  <a:lnTo>
                    <a:pt x="18658" y="29431"/>
                  </a:lnTo>
                  <a:lnTo>
                    <a:pt x="13392" y="26797"/>
                  </a:lnTo>
                  <a:lnTo>
                    <a:pt x="5494" y="29431"/>
                  </a:lnTo>
                  <a:lnTo>
                    <a:pt x="2861" y="24163"/>
                  </a:lnTo>
                  <a:lnTo>
                    <a:pt x="2861" y="18895"/>
                  </a:lnTo>
                  <a:lnTo>
                    <a:pt x="2861" y="8359"/>
                  </a:lnTo>
                  <a:lnTo>
                    <a:pt x="228" y="5725"/>
                  </a:lnTo>
                  <a:lnTo>
                    <a:pt x="228" y="4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39AE4F27-9ADC-B7B8-82AC-44AA7CFC122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150955" y="2043945"/>
              <a:ext cx="27652" cy="27664"/>
            </a:xfrm>
            <a:custGeom>
              <a:avLst/>
              <a:gdLst>
                <a:gd name="csX0" fmla="*/ 0 w 27652"/>
                <a:gd name="csY0" fmla="*/ 0 h 27664"/>
                <a:gd name="csX1" fmla="*/ 27652 w 27652"/>
                <a:gd name="csY1" fmla="*/ 27664 h 27664"/>
                <a:gd name="csX2" fmla="*/ 5265 w 27652"/>
                <a:gd name="csY2" fmla="*/ 7902 h 27664"/>
                <a:gd name="csX3" fmla="*/ 2633 w 27652"/>
                <a:gd name="csY3" fmla="*/ 5268 h 27664"/>
                <a:gd name="csX4" fmla="*/ 0 w 27652"/>
                <a:gd name="csY4" fmla="*/ 0 h 276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652" h="27664">
                  <a:moveTo>
                    <a:pt x="0" y="0"/>
                  </a:moveTo>
                  <a:lnTo>
                    <a:pt x="27652" y="27664"/>
                  </a:lnTo>
                  <a:lnTo>
                    <a:pt x="5265" y="7902"/>
                  </a:lnTo>
                  <a:lnTo>
                    <a:pt x="2633" y="52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06A7298E-9A9E-A6FB-17F7-AE1958DA8A2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178608" y="2071609"/>
              <a:ext cx="25443" cy="25454"/>
            </a:xfrm>
            <a:custGeom>
              <a:avLst/>
              <a:gdLst>
                <a:gd name="csX0" fmla="*/ 0 w 25443"/>
                <a:gd name="csY0" fmla="*/ 0 h 25454"/>
                <a:gd name="csX1" fmla="*/ 15888 w 25443"/>
                <a:gd name="csY1" fmla="*/ 14025 h 25454"/>
                <a:gd name="csX2" fmla="*/ 23416 w 25443"/>
                <a:gd name="csY2" fmla="*/ 21689 h 25454"/>
                <a:gd name="csX3" fmla="*/ 25443 w 25443"/>
                <a:gd name="csY3" fmla="*/ 25454 h 25454"/>
                <a:gd name="csX4" fmla="*/ 0 w 25443"/>
                <a:gd name="csY4" fmla="*/ 0 h 254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43" h="25454">
                  <a:moveTo>
                    <a:pt x="0" y="0"/>
                  </a:moveTo>
                  <a:lnTo>
                    <a:pt x="15888" y="14025"/>
                  </a:lnTo>
                  <a:lnTo>
                    <a:pt x="23416" y="21689"/>
                  </a:lnTo>
                  <a:lnTo>
                    <a:pt x="25443" y="254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1662" dirty="0">
                <a:latin typeface="Trade Gothic LT Std" pitchFamily="50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Trade Gothic LT Std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xerac</dc:creator>
  <cp:keywords/>
  <dc:description>generated using python-pptx</dc:description>
  <cp:lastModifiedBy>Nima Maghame</cp:lastModifiedBy>
  <cp:revision>10</cp:revision>
  <dcterms:created xsi:type="dcterms:W3CDTF">2013-01-27T09:14:16Z</dcterms:created>
  <dcterms:modified xsi:type="dcterms:W3CDTF">2025-12-16T22:27:02Z</dcterms:modified>
  <cp:category/>
</cp:coreProperties>
</file>