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672" y="15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E9C8F0D-53AE-5362-3FE7-E6B29EC28351}"/>
              </a:ext>
            </a:extLst>
          </p:cNvPr>
          <p:cNvGrpSpPr/>
          <p:nvPr/>
        </p:nvGrpSpPr>
        <p:grpSpPr>
          <a:xfrm>
            <a:off x="-825501" y="-2120900"/>
            <a:ext cx="9890133" cy="8197232"/>
            <a:chOff x="11414044" y="-306724"/>
            <a:chExt cx="7884612" cy="6534998"/>
          </a:xfrm>
          <a:solidFill>
            <a:schemeClr val="bg1">
              <a:lumMod val="95000"/>
            </a:schemeClr>
          </a:solidFill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F4381D7-A684-61BC-09A2-826A48ADB07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276577" y="3594419"/>
              <a:ext cx="11681" cy="17521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21"/>
                </a:cxn>
                <a:cxn ang="0">
                  <a:pos x="11" y="22"/>
                </a:cxn>
                <a:cxn ang="0">
                  <a:pos x="13" y="15"/>
                </a:cxn>
                <a:cxn ang="0">
                  <a:pos x="9" y="11"/>
                </a:cxn>
                <a:cxn ang="0">
                  <a:pos x="9" y="0"/>
                </a:cxn>
                <a:cxn ang="0">
                  <a:pos x="3" y="0"/>
                </a:cxn>
                <a:cxn ang="0">
                  <a:pos x="0" y="12"/>
                </a:cxn>
              </a:cxnLst>
              <a:rect l="0" t="0" r="r" b="b"/>
              <a:pathLst>
                <a:path w="13" h="22">
                  <a:moveTo>
                    <a:pt x="0" y="12"/>
                  </a:moveTo>
                  <a:lnTo>
                    <a:pt x="3" y="21"/>
                  </a:lnTo>
                  <a:lnTo>
                    <a:pt x="11" y="22"/>
                  </a:lnTo>
                  <a:lnTo>
                    <a:pt x="13" y="15"/>
                  </a:lnTo>
                  <a:lnTo>
                    <a:pt x="9" y="11"/>
                  </a:lnTo>
                  <a:lnTo>
                    <a:pt x="9" y="0"/>
                  </a:lnTo>
                  <a:lnTo>
                    <a:pt x="3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82F957B-F894-FF50-5715-B52803FAA3F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288258" y="3588579"/>
              <a:ext cx="11681" cy="11681"/>
            </a:xfrm>
            <a:custGeom>
              <a:avLst/>
              <a:gdLst/>
              <a:ahLst/>
              <a:cxnLst>
                <a:cxn ang="0">
                  <a:pos x="2" y="12"/>
                </a:cxn>
                <a:cxn ang="0">
                  <a:pos x="7" y="15"/>
                </a:cxn>
                <a:cxn ang="0">
                  <a:pos x="11" y="8"/>
                </a:cxn>
                <a:cxn ang="0">
                  <a:pos x="10" y="1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2" y="12"/>
                </a:cxn>
              </a:cxnLst>
              <a:rect l="0" t="0" r="r" b="b"/>
              <a:pathLst>
                <a:path w="11" h="15">
                  <a:moveTo>
                    <a:pt x="2" y="12"/>
                  </a:moveTo>
                  <a:lnTo>
                    <a:pt x="7" y="15"/>
                  </a:lnTo>
                  <a:lnTo>
                    <a:pt x="11" y="8"/>
                  </a:lnTo>
                  <a:lnTo>
                    <a:pt x="10" y="1"/>
                  </a:lnTo>
                  <a:lnTo>
                    <a:pt x="4" y="0"/>
                  </a:lnTo>
                  <a:lnTo>
                    <a:pt x="0" y="6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EED9820E-52CF-C0DA-C13C-E36A5664609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294098" y="3600257"/>
              <a:ext cx="5840" cy="116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13"/>
                </a:cxn>
                <a:cxn ang="0">
                  <a:pos x="6" y="15"/>
                </a:cxn>
                <a:cxn ang="0">
                  <a:pos x="8" y="6"/>
                </a:cxn>
                <a:cxn ang="0">
                  <a:pos x="6" y="0"/>
                </a:cxn>
                <a:cxn ang="0">
                  <a:pos x="0" y="6"/>
                </a:cxn>
              </a:cxnLst>
              <a:rect l="0" t="0" r="r" b="b"/>
              <a:pathLst>
                <a:path w="8" h="15">
                  <a:moveTo>
                    <a:pt x="0" y="6"/>
                  </a:moveTo>
                  <a:lnTo>
                    <a:pt x="0" y="13"/>
                  </a:lnTo>
                  <a:lnTo>
                    <a:pt x="6" y="15"/>
                  </a:lnTo>
                  <a:lnTo>
                    <a:pt x="8" y="6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63EC111-B087-7308-2F7C-4C2CDBC073F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518601" y="4838345"/>
              <a:ext cx="40883" cy="40881"/>
            </a:xfrm>
            <a:custGeom>
              <a:avLst/>
              <a:gdLst/>
              <a:ahLst/>
              <a:cxnLst>
                <a:cxn ang="0">
                  <a:pos x="11" y="33"/>
                </a:cxn>
                <a:cxn ang="0">
                  <a:pos x="13" y="33"/>
                </a:cxn>
                <a:cxn ang="0">
                  <a:pos x="16" y="26"/>
                </a:cxn>
                <a:cxn ang="0">
                  <a:pos x="28" y="15"/>
                </a:cxn>
                <a:cxn ang="0">
                  <a:pos x="32" y="15"/>
                </a:cxn>
                <a:cxn ang="0">
                  <a:pos x="38" y="10"/>
                </a:cxn>
                <a:cxn ang="0">
                  <a:pos x="44" y="4"/>
                </a:cxn>
                <a:cxn ang="0">
                  <a:pos x="49" y="0"/>
                </a:cxn>
                <a:cxn ang="0">
                  <a:pos x="52" y="2"/>
                </a:cxn>
                <a:cxn ang="0">
                  <a:pos x="50" y="9"/>
                </a:cxn>
                <a:cxn ang="0">
                  <a:pos x="28" y="31"/>
                </a:cxn>
                <a:cxn ang="0">
                  <a:pos x="5" y="58"/>
                </a:cxn>
                <a:cxn ang="0">
                  <a:pos x="2" y="59"/>
                </a:cxn>
                <a:cxn ang="0">
                  <a:pos x="0" y="54"/>
                </a:cxn>
                <a:cxn ang="0">
                  <a:pos x="8" y="42"/>
                </a:cxn>
                <a:cxn ang="0">
                  <a:pos x="11" y="37"/>
                </a:cxn>
                <a:cxn ang="0">
                  <a:pos x="11" y="33"/>
                </a:cxn>
              </a:cxnLst>
              <a:rect l="0" t="0" r="r" b="b"/>
              <a:pathLst>
                <a:path w="52" h="59">
                  <a:moveTo>
                    <a:pt x="11" y="33"/>
                  </a:moveTo>
                  <a:lnTo>
                    <a:pt x="13" y="33"/>
                  </a:lnTo>
                  <a:lnTo>
                    <a:pt x="16" y="26"/>
                  </a:lnTo>
                  <a:lnTo>
                    <a:pt x="28" y="15"/>
                  </a:lnTo>
                  <a:lnTo>
                    <a:pt x="32" y="15"/>
                  </a:lnTo>
                  <a:lnTo>
                    <a:pt x="38" y="10"/>
                  </a:lnTo>
                  <a:lnTo>
                    <a:pt x="44" y="4"/>
                  </a:lnTo>
                  <a:lnTo>
                    <a:pt x="49" y="0"/>
                  </a:lnTo>
                  <a:lnTo>
                    <a:pt x="52" y="2"/>
                  </a:lnTo>
                  <a:lnTo>
                    <a:pt x="50" y="9"/>
                  </a:lnTo>
                  <a:lnTo>
                    <a:pt x="28" y="31"/>
                  </a:lnTo>
                  <a:lnTo>
                    <a:pt x="5" y="58"/>
                  </a:lnTo>
                  <a:lnTo>
                    <a:pt x="2" y="59"/>
                  </a:lnTo>
                  <a:lnTo>
                    <a:pt x="0" y="54"/>
                  </a:lnTo>
                  <a:lnTo>
                    <a:pt x="8" y="42"/>
                  </a:lnTo>
                  <a:lnTo>
                    <a:pt x="11" y="37"/>
                  </a:lnTo>
                  <a:lnTo>
                    <a:pt x="11" y="3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AB66C325-C712-57ED-8602-D6B1BA24393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5070168" y="4417863"/>
              <a:ext cx="17521" cy="11681"/>
            </a:xfrm>
            <a:custGeom>
              <a:avLst/>
              <a:gdLst/>
              <a:ahLst/>
              <a:cxnLst>
                <a:cxn ang="0">
                  <a:pos x="3" y="7"/>
                </a:cxn>
                <a:cxn ang="0">
                  <a:pos x="0" y="5"/>
                </a:cxn>
                <a:cxn ang="0">
                  <a:pos x="14" y="0"/>
                </a:cxn>
                <a:cxn ang="0">
                  <a:pos x="21" y="7"/>
                </a:cxn>
                <a:cxn ang="0">
                  <a:pos x="23" y="13"/>
                </a:cxn>
                <a:cxn ang="0">
                  <a:pos x="19" y="14"/>
                </a:cxn>
                <a:cxn ang="0">
                  <a:pos x="13" y="14"/>
                </a:cxn>
                <a:cxn ang="0">
                  <a:pos x="3" y="7"/>
                </a:cxn>
                <a:cxn ang="0">
                  <a:pos x="13" y="14"/>
                </a:cxn>
                <a:cxn ang="0">
                  <a:pos x="3" y="7"/>
                </a:cxn>
              </a:cxnLst>
              <a:rect l="0" t="0" r="r" b="b"/>
              <a:pathLst>
                <a:path w="23" h="14">
                  <a:moveTo>
                    <a:pt x="3" y="7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21" y="7"/>
                  </a:lnTo>
                  <a:lnTo>
                    <a:pt x="23" y="13"/>
                  </a:lnTo>
                  <a:lnTo>
                    <a:pt x="19" y="14"/>
                  </a:lnTo>
                  <a:lnTo>
                    <a:pt x="13" y="14"/>
                  </a:lnTo>
                  <a:lnTo>
                    <a:pt x="3" y="7"/>
                  </a:lnTo>
                  <a:lnTo>
                    <a:pt x="13" y="14"/>
                  </a:lnTo>
                  <a:lnTo>
                    <a:pt x="3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C25813B6-563B-8BAA-DF87-DE1B723C011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5093530" y="4417863"/>
              <a:ext cx="17521" cy="116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9"/>
                </a:cxn>
                <a:cxn ang="0">
                  <a:pos x="28" y="6"/>
                </a:cxn>
                <a:cxn ang="0">
                  <a:pos x="28" y="10"/>
                </a:cxn>
                <a:cxn ang="0">
                  <a:pos x="23" y="11"/>
                </a:cxn>
                <a:cxn ang="0">
                  <a:pos x="11" y="17"/>
                </a:cxn>
                <a:cxn ang="0">
                  <a:pos x="3" y="11"/>
                </a:cxn>
                <a:cxn ang="0">
                  <a:pos x="0" y="0"/>
                </a:cxn>
              </a:cxnLst>
              <a:rect l="0" t="0" r="r" b="b"/>
              <a:pathLst>
                <a:path w="28" h="17">
                  <a:moveTo>
                    <a:pt x="0" y="0"/>
                  </a:moveTo>
                  <a:lnTo>
                    <a:pt x="13" y="9"/>
                  </a:lnTo>
                  <a:lnTo>
                    <a:pt x="28" y="6"/>
                  </a:lnTo>
                  <a:lnTo>
                    <a:pt x="28" y="10"/>
                  </a:lnTo>
                  <a:lnTo>
                    <a:pt x="23" y="11"/>
                  </a:lnTo>
                  <a:lnTo>
                    <a:pt x="11" y="17"/>
                  </a:lnTo>
                  <a:lnTo>
                    <a:pt x="3" y="1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4DDE0CAB-83BE-C9FD-70D9-4E0DD8A862A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5175296" y="4464584"/>
              <a:ext cx="11681" cy="1168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8" y="6"/>
                </a:cxn>
                <a:cxn ang="0">
                  <a:pos x="13" y="7"/>
                </a:cxn>
                <a:cxn ang="0">
                  <a:pos x="15" y="14"/>
                </a:cxn>
                <a:cxn ang="0">
                  <a:pos x="14" y="16"/>
                </a:cxn>
                <a:cxn ang="0">
                  <a:pos x="11" y="16"/>
                </a:cxn>
                <a:cxn ang="0">
                  <a:pos x="9" y="8"/>
                </a:cxn>
                <a:cxn ang="0">
                  <a:pos x="5" y="5"/>
                </a:cxn>
                <a:cxn ang="0">
                  <a:pos x="3" y="0"/>
                </a:cxn>
              </a:cxnLst>
              <a:rect l="0" t="0" r="r" b="b"/>
              <a:pathLst>
                <a:path w="15" h="16">
                  <a:moveTo>
                    <a:pt x="3" y="0"/>
                  </a:moveTo>
                  <a:lnTo>
                    <a:pt x="0" y="2"/>
                  </a:lnTo>
                  <a:lnTo>
                    <a:pt x="3" y="2"/>
                  </a:lnTo>
                  <a:lnTo>
                    <a:pt x="8" y="6"/>
                  </a:lnTo>
                  <a:lnTo>
                    <a:pt x="13" y="7"/>
                  </a:lnTo>
                  <a:lnTo>
                    <a:pt x="15" y="14"/>
                  </a:lnTo>
                  <a:lnTo>
                    <a:pt x="14" y="16"/>
                  </a:lnTo>
                  <a:lnTo>
                    <a:pt x="11" y="16"/>
                  </a:lnTo>
                  <a:lnTo>
                    <a:pt x="9" y="8"/>
                  </a:lnTo>
                  <a:lnTo>
                    <a:pt x="5" y="5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8662A88E-59D4-5860-639F-FE9BBD23473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5175296" y="4493783"/>
              <a:ext cx="11681" cy="17521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" y="4"/>
                </a:cxn>
                <a:cxn ang="0">
                  <a:pos x="10" y="16"/>
                </a:cxn>
                <a:cxn ang="0">
                  <a:pos x="16" y="18"/>
                </a:cxn>
                <a:cxn ang="0">
                  <a:pos x="23" y="26"/>
                </a:cxn>
                <a:cxn ang="0">
                  <a:pos x="14" y="28"/>
                </a:cxn>
                <a:cxn ang="0">
                  <a:pos x="2" y="8"/>
                </a:cxn>
                <a:cxn ang="0">
                  <a:pos x="0" y="3"/>
                </a:cxn>
              </a:cxnLst>
              <a:rect l="0" t="0" r="r" b="b"/>
              <a:pathLst>
                <a:path w="23" h="28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10" y="16"/>
                  </a:lnTo>
                  <a:lnTo>
                    <a:pt x="16" y="18"/>
                  </a:lnTo>
                  <a:lnTo>
                    <a:pt x="23" y="26"/>
                  </a:lnTo>
                  <a:lnTo>
                    <a:pt x="14" y="28"/>
                  </a:lnTo>
                  <a:lnTo>
                    <a:pt x="2" y="8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530FB0C7-1969-555B-3AC6-D859CB8A155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826862" y="4330263"/>
              <a:ext cx="23362" cy="1752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21"/>
                </a:cxn>
                <a:cxn ang="0">
                  <a:pos x="33" y="2"/>
                </a:cxn>
                <a:cxn ang="0">
                  <a:pos x="30" y="0"/>
                </a:cxn>
                <a:cxn ang="0">
                  <a:pos x="0" y="18"/>
                </a:cxn>
              </a:cxnLst>
              <a:rect l="0" t="0" r="r" b="b"/>
              <a:pathLst>
                <a:path w="33" h="21">
                  <a:moveTo>
                    <a:pt x="0" y="18"/>
                  </a:moveTo>
                  <a:lnTo>
                    <a:pt x="3" y="21"/>
                  </a:lnTo>
                  <a:lnTo>
                    <a:pt x="33" y="2"/>
                  </a:lnTo>
                  <a:lnTo>
                    <a:pt x="30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A4EE7F85-75D9-23B1-C401-ADA9659EA03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850224" y="4266023"/>
              <a:ext cx="17521" cy="64240"/>
            </a:xfrm>
            <a:custGeom>
              <a:avLst/>
              <a:gdLst/>
              <a:ahLst/>
              <a:cxnLst>
                <a:cxn ang="0">
                  <a:pos x="0" y="88"/>
                </a:cxn>
                <a:cxn ang="0">
                  <a:pos x="3" y="91"/>
                </a:cxn>
                <a:cxn ang="0">
                  <a:pos x="18" y="86"/>
                </a:cxn>
                <a:cxn ang="0">
                  <a:pos x="25" y="45"/>
                </a:cxn>
                <a:cxn ang="0">
                  <a:pos x="5" y="0"/>
                </a:cxn>
                <a:cxn ang="0">
                  <a:pos x="3" y="2"/>
                </a:cxn>
                <a:cxn ang="0">
                  <a:pos x="21" y="45"/>
                </a:cxn>
                <a:cxn ang="0">
                  <a:pos x="15" y="81"/>
                </a:cxn>
                <a:cxn ang="0">
                  <a:pos x="0" y="88"/>
                </a:cxn>
              </a:cxnLst>
              <a:rect l="0" t="0" r="r" b="b"/>
              <a:pathLst>
                <a:path w="25" h="91">
                  <a:moveTo>
                    <a:pt x="0" y="88"/>
                  </a:moveTo>
                  <a:lnTo>
                    <a:pt x="3" y="91"/>
                  </a:lnTo>
                  <a:lnTo>
                    <a:pt x="18" y="86"/>
                  </a:lnTo>
                  <a:lnTo>
                    <a:pt x="25" y="45"/>
                  </a:lnTo>
                  <a:lnTo>
                    <a:pt x="5" y="0"/>
                  </a:lnTo>
                  <a:lnTo>
                    <a:pt x="3" y="2"/>
                  </a:lnTo>
                  <a:lnTo>
                    <a:pt x="21" y="45"/>
                  </a:lnTo>
                  <a:lnTo>
                    <a:pt x="15" y="81"/>
                  </a:lnTo>
                  <a:lnTo>
                    <a:pt x="0" y="8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9C3F6513-65F3-D5FA-A963-CC9470A6B12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159768" y="3828020"/>
              <a:ext cx="23362" cy="1752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3" y="2"/>
                </a:cxn>
                <a:cxn ang="0">
                  <a:pos x="8" y="12"/>
                </a:cxn>
                <a:cxn ang="0">
                  <a:pos x="0" y="13"/>
                </a:cxn>
                <a:cxn ang="0">
                  <a:pos x="7" y="21"/>
                </a:cxn>
                <a:cxn ang="0">
                  <a:pos x="15" y="14"/>
                </a:cxn>
                <a:cxn ang="0">
                  <a:pos x="30" y="14"/>
                </a:cxn>
                <a:cxn ang="0">
                  <a:pos x="33" y="18"/>
                </a:cxn>
                <a:cxn ang="0">
                  <a:pos x="33" y="5"/>
                </a:cxn>
                <a:cxn ang="0">
                  <a:pos x="28" y="7"/>
                </a:cxn>
                <a:cxn ang="0">
                  <a:pos x="22" y="0"/>
                </a:cxn>
              </a:cxnLst>
              <a:rect l="0" t="0" r="r" b="b"/>
              <a:pathLst>
                <a:path w="33" h="21">
                  <a:moveTo>
                    <a:pt x="22" y="0"/>
                  </a:moveTo>
                  <a:lnTo>
                    <a:pt x="13" y="2"/>
                  </a:lnTo>
                  <a:lnTo>
                    <a:pt x="8" y="12"/>
                  </a:lnTo>
                  <a:lnTo>
                    <a:pt x="0" y="13"/>
                  </a:lnTo>
                  <a:lnTo>
                    <a:pt x="7" y="21"/>
                  </a:lnTo>
                  <a:lnTo>
                    <a:pt x="15" y="14"/>
                  </a:lnTo>
                  <a:lnTo>
                    <a:pt x="30" y="14"/>
                  </a:lnTo>
                  <a:lnTo>
                    <a:pt x="33" y="18"/>
                  </a:lnTo>
                  <a:lnTo>
                    <a:pt x="33" y="5"/>
                  </a:lnTo>
                  <a:lnTo>
                    <a:pt x="28" y="7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9A86EFFE-2124-8753-8AE5-F8F186180D1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194811" y="3833860"/>
              <a:ext cx="17521" cy="17521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4" y="12"/>
                </a:cxn>
                <a:cxn ang="0">
                  <a:pos x="3" y="9"/>
                </a:cxn>
                <a:cxn ang="0">
                  <a:pos x="0" y="13"/>
                </a:cxn>
                <a:cxn ang="0">
                  <a:pos x="11" y="20"/>
                </a:cxn>
                <a:cxn ang="0">
                  <a:pos x="21" y="20"/>
                </a:cxn>
                <a:cxn ang="0">
                  <a:pos x="24" y="12"/>
                </a:cxn>
                <a:cxn ang="0">
                  <a:pos x="19" y="0"/>
                </a:cxn>
                <a:cxn ang="0">
                  <a:pos x="18" y="8"/>
                </a:cxn>
              </a:cxnLst>
              <a:rect l="0" t="0" r="r" b="b"/>
              <a:pathLst>
                <a:path w="24" h="20">
                  <a:moveTo>
                    <a:pt x="18" y="8"/>
                  </a:moveTo>
                  <a:lnTo>
                    <a:pt x="14" y="12"/>
                  </a:lnTo>
                  <a:lnTo>
                    <a:pt x="3" y="9"/>
                  </a:lnTo>
                  <a:lnTo>
                    <a:pt x="0" y="13"/>
                  </a:lnTo>
                  <a:lnTo>
                    <a:pt x="11" y="20"/>
                  </a:lnTo>
                  <a:lnTo>
                    <a:pt x="21" y="20"/>
                  </a:lnTo>
                  <a:lnTo>
                    <a:pt x="24" y="12"/>
                  </a:lnTo>
                  <a:lnTo>
                    <a:pt x="19" y="0"/>
                  </a:lnTo>
                  <a:lnTo>
                    <a:pt x="18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44340C85-299A-4318-2996-3A4C91F8CB2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768458" y="4049942"/>
              <a:ext cx="5840" cy="584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0"/>
                </a:cxn>
                <a:cxn ang="0">
                  <a:pos x="0" y="7"/>
                </a:cxn>
              </a:cxnLst>
              <a:rect l="0" t="0" r="r" b="b"/>
              <a:pathLst>
                <a:path h="7">
                  <a:moveTo>
                    <a:pt x="0" y="7"/>
                  </a:moveTo>
                  <a:lnTo>
                    <a:pt x="0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9AC8690F-22D7-B508-2220-715D83BF75E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762617" y="4038261"/>
              <a:ext cx="5840" cy="5840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5" y="4"/>
                </a:cxn>
              </a:cxnLst>
              <a:rect l="0" t="0" r="r" b="b"/>
              <a:pathLst>
                <a:path w="8" h="8">
                  <a:moveTo>
                    <a:pt x="5" y="4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8" y="8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9481674E-A792-6376-D3AD-A1A3C229D22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967033" y="3851379"/>
              <a:ext cx="122650" cy="52562"/>
            </a:xfrm>
            <a:custGeom>
              <a:avLst/>
              <a:gdLst/>
              <a:ahLst/>
              <a:cxnLst>
                <a:cxn ang="0">
                  <a:pos x="149" y="0"/>
                </a:cxn>
                <a:cxn ang="0">
                  <a:pos x="132" y="14"/>
                </a:cxn>
                <a:cxn ang="0">
                  <a:pos x="117" y="22"/>
                </a:cxn>
                <a:cxn ang="0">
                  <a:pos x="85" y="25"/>
                </a:cxn>
                <a:cxn ang="0">
                  <a:pos x="41" y="31"/>
                </a:cxn>
                <a:cxn ang="0">
                  <a:pos x="24" y="38"/>
                </a:cxn>
                <a:cxn ang="0">
                  <a:pos x="14" y="43"/>
                </a:cxn>
                <a:cxn ang="0">
                  <a:pos x="10" y="51"/>
                </a:cxn>
                <a:cxn ang="0">
                  <a:pos x="2" y="53"/>
                </a:cxn>
                <a:cxn ang="0">
                  <a:pos x="0" y="65"/>
                </a:cxn>
                <a:cxn ang="0">
                  <a:pos x="1" y="67"/>
                </a:cxn>
                <a:cxn ang="0">
                  <a:pos x="2" y="62"/>
                </a:cxn>
                <a:cxn ang="0">
                  <a:pos x="8" y="60"/>
                </a:cxn>
                <a:cxn ang="0">
                  <a:pos x="10" y="66"/>
                </a:cxn>
                <a:cxn ang="0">
                  <a:pos x="16" y="68"/>
                </a:cxn>
                <a:cxn ang="0">
                  <a:pos x="41" y="57"/>
                </a:cxn>
                <a:cxn ang="0">
                  <a:pos x="80" y="47"/>
                </a:cxn>
                <a:cxn ang="0">
                  <a:pos x="117" y="41"/>
                </a:cxn>
                <a:cxn ang="0">
                  <a:pos x="134" y="32"/>
                </a:cxn>
                <a:cxn ang="0">
                  <a:pos x="151" y="27"/>
                </a:cxn>
                <a:cxn ang="0">
                  <a:pos x="172" y="17"/>
                </a:cxn>
                <a:cxn ang="0">
                  <a:pos x="154" y="15"/>
                </a:cxn>
                <a:cxn ang="0">
                  <a:pos x="140" y="20"/>
                </a:cxn>
                <a:cxn ang="0">
                  <a:pos x="134" y="27"/>
                </a:cxn>
                <a:cxn ang="0">
                  <a:pos x="123" y="29"/>
                </a:cxn>
                <a:cxn ang="0">
                  <a:pos x="125" y="25"/>
                </a:cxn>
                <a:cxn ang="0">
                  <a:pos x="145" y="7"/>
                </a:cxn>
                <a:cxn ang="0">
                  <a:pos x="149" y="0"/>
                </a:cxn>
              </a:cxnLst>
              <a:rect l="0" t="0" r="r" b="b"/>
              <a:pathLst>
                <a:path w="172" h="68">
                  <a:moveTo>
                    <a:pt x="149" y="0"/>
                  </a:moveTo>
                  <a:lnTo>
                    <a:pt x="132" y="14"/>
                  </a:lnTo>
                  <a:lnTo>
                    <a:pt x="117" y="22"/>
                  </a:lnTo>
                  <a:lnTo>
                    <a:pt x="85" y="25"/>
                  </a:lnTo>
                  <a:lnTo>
                    <a:pt x="41" y="31"/>
                  </a:lnTo>
                  <a:lnTo>
                    <a:pt x="24" y="38"/>
                  </a:lnTo>
                  <a:lnTo>
                    <a:pt x="14" y="43"/>
                  </a:lnTo>
                  <a:lnTo>
                    <a:pt x="10" y="51"/>
                  </a:lnTo>
                  <a:lnTo>
                    <a:pt x="2" y="53"/>
                  </a:lnTo>
                  <a:lnTo>
                    <a:pt x="0" y="65"/>
                  </a:lnTo>
                  <a:lnTo>
                    <a:pt x="1" y="67"/>
                  </a:lnTo>
                  <a:lnTo>
                    <a:pt x="2" y="62"/>
                  </a:lnTo>
                  <a:lnTo>
                    <a:pt x="8" y="60"/>
                  </a:lnTo>
                  <a:lnTo>
                    <a:pt x="10" y="66"/>
                  </a:lnTo>
                  <a:lnTo>
                    <a:pt x="16" y="68"/>
                  </a:lnTo>
                  <a:lnTo>
                    <a:pt x="41" y="57"/>
                  </a:lnTo>
                  <a:lnTo>
                    <a:pt x="80" y="47"/>
                  </a:lnTo>
                  <a:lnTo>
                    <a:pt x="117" y="41"/>
                  </a:lnTo>
                  <a:lnTo>
                    <a:pt x="134" y="32"/>
                  </a:lnTo>
                  <a:lnTo>
                    <a:pt x="151" y="27"/>
                  </a:lnTo>
                  <a:lnTo>
                    <a:pt x="172" y="17"/>
                  </a:lnTo>
                  <a:lnTo>
                    <a:pt x="154" y="15"/>
                  </a:lnTo>
                  <a:lnTo>
                    <a:pt x="140" y="20"/>
                  </a:lnTo>
                  <a:lnTo>
                    <a:pt x="134" y="27"/>
                  </a:lnTo>
                  <a:lnTo>
                    <a:pt x="123" y="29"/>
                  </a:lnTo>
                  <a:lnTo>
                    <a:pt x="125" y="25"/>
                  </a:lnTo>
                  <a:lnTo>
                    <a:pt x="145" y="7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87A51939-A2CA-AC3F-FEF4-47337455A1C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783986" y="3121376"/>
              <a:ext cx="3621081" cy="1933051"/>
            </a:xfrm>
            <a:custGeom>
              <a:avLst/>
              <a:gdLst/>
              <a:ahLst/>
              <a:cxnLst>
                <a:cxn ang="0">
                  <a:pos x="4821" y="283"/>
                </a:cxn>
                <a:cxn ang="0">
                  <a:pos x="4642" y="515"/>
                </a:cxn>
                <a:cxn ang="0">
                  <a:pos x="4199" y="618"/>
                </a:cxn>
                <a:cxn ang="0">
                  <a:pos x="4061" y="757"/>
                </a:cxn>
                <a:cxn ang="0">
                  <a:pos x="3809" y="901"/>
                </a:cxn>
                <a:cxn ang="0">
                  <a:pos x="3586" y="847"/>
                </a:cxn>
                <a:cxn ang="0">
                  <a:pos x="3500" y="714"/>
                </a:cxn>
                <a:cxn ang="0">
                  <a:pos x="3463" y="479"/>
                </a:cxn>
                <a:cxn ang="0">
                  <a:pos x="3343" y="543"/>
                </a:cxn>
                <a:cxn ang="0">
                  <a:pos x="3259" y="922"/>
                </a:cxn>
                <a:cxn ang="0">
                  <a:pos x="3187" y="633"/>
                </a:cxn>
                <a:cxn ang="0">
                  <a:pos x="3253" y="461"/>
                </a:cxn>
                <a:cxn ang="0">
                  <a:pos x="3492" y="437"/>
                </a:cxn>
                <a:cxn ang="0">
                  <a:pos x="3305" y="350"/>
                </a:cxn>
                <a:cxn ang="0">
                  <a:pos x="3164" y="250"/>
                </a:cxn>
                <a:cxn ang="0">
                  <a:pos x="2835" y="355"/>
                </a:cxn>
                <a:cxn ang="0">
                  <a:pos x="2795" y="136"/>
                </a:cxn>
                <a:cxn ang="0">
                  <a:pos x="2568" y="53"/>
                </a:cxn>
                <a:cxn ang="0">
                  <a:pos x="1390" y="56"/>
                </a:cxn>
                <a:cxn ang="0">
                  <a:pos x="206" y="91"/>
                </a:cxn>
                <a:cxn ang="0">
                  <a:pos x="157" y="236"/>
                </a:cxn>
                <a:cxn ang="0">
                  <a:pos x="6" y="136"/>
                </a:cxn>
                <a:cxn ang="0">
                  <a:pos x="71" y="353"/>
                </a:cxn>
                <a:cxn ang="0">
                  <a:pos x="72" y="463"/>
                </a:cxn>
                <a:cxn ang="0">
                  <a:pos x="42" y="903"/>
                </a:cxn>
                <a:cxn ang="0">
                  <a:pos x="153" y="1331"/>
                </a:cxn>
                <a:cxn ang="0">
                  <a:pos x="204" y="1389"/>
                </a:cxn>
                <a:cxn ang="0">
                  <a:pos x="347" y="1656"/>
                </a:cxn>
                <a:cxn ang="0">
                  <a:pos x="524" y="1773"/>
                </a:cxn>
                <a:cxn ang="0">
                  <a:pos x="1548" y="2000"/>
                </a:cxn>
                <a:cxn ang="0">
                  <a:pos x="2026" y="2240"/>
                </a:cxn>
                <a:cxn ang="0">
                  <a:pos x="2350" y="2544"/>
                </a:cxn>
                <a:cxn ang="0">
                  <a:pos x="2371" y="2373"/>
                </a:cxn>
                <a:cxn ang="0">
                  <a:pos x="2447" y="2320"/>
                </a:cxn>
                <a:cxn ang="0">
                  <a:pos x="2549" y="2210"/>
                </a:cxn>
                <a:cxn ang="0">
                  <a:pos x="2793" y="2203"/>
                </a:cxn>
                <a:cxn ang="0">
                  <a:pos x="2992" y="2248"/>
                </a:cxn>
                <a:cxn ang="0">
                  <a:pos x="2983" y="2166"/>
                </a:cxn>
                <a:cxn ang="0">
                  <a:pos x="3151" y="2143"/>
                </a:cxn>
                <a:cxn ang="0">
                  <a:pos x="3316" y="2158"/>
                </a:cxn>
                <a:cxn ang="0">
                  <a:pos x="3545" y="2232"/>
                </a:cxn>
                <a:cxn ang="0">
                  <a:pos x="3638" y="2486"/>
                </a:cxn>
                <a:cxn ang="0">
                  <a:pos x="3771" y="2649"/>
                </a:cxn>
                <a:cxn ang="0">
                  <a:pos x="3702" y="2112"/>
                </a:cxn>
                <a:cxn ang="0">
                  <a:pos x="3830" y="1926"/>
                </a:cxn>
                <a:cxn ang="0">
                  <a:pos x="4038" y="1752"/>
                </a:cxn>
                <a:cxn ang="0">
                  <a:pos x="4142" y="1625"/>
                </a:cxn>
                <a:cxn ang="0">
                  <a:pos x="4123" y="1546"/>
                </a:cxn>
                <a:cxn ang="0">
                  <a:pos x="4157" y="1472"/>
                </a:cxn>
                <a:cxn ang="0">
                  <a:pos x="4154" y="1365"/>
                </a:cxn>
                <a:cxn ang="0">
                  <a:pos x="4151" y="1344"/>
                </a:cxn>
                <a:cxn ang="0">
                  <a:pos x="4166" y="1219"/>
                </a:cxn>
                <a:cxn ang="0">
                  <a:pos x="4202" y="1360"/>
                </a:cxn>
                <a:cxn ang="0">
                  <a:pos x="4239" y="1248"/>
                </a:cxn>
                <a:cxn ang="0">
                  <a:pos x="4345" y="1141"/>
                </a:cxn>
                <a:cxn ang="0">
                  <a:pos x="4451" y="990"/>
                </a:cxn>
                <a:cxn ang="0">
                  <a:pos x="4703" y="945"/>
                </a:cxn>
                <a:cxn ang="0">
                  <a:pos x="4630" y="845"/>
                </a:cxn>
                <a:cxn ang="0">
                  <a:pos x="4748" y="690"/>
                </a:cxn>
                <a:cxn ang="0">
                  <a:pos x="4865" y="626"/>
                </a:cxn>
              </a:cxnLst>
              <a:rect l="0" t="0" r="r" b="b"/>
              <a:pathLst>
                <a:path w="4958" h="2652">
                  <a:moveTo>
                    <a:pt x="4956" y="572"/>
                  </a:moveTo>
                  <a:lnTo>
                    <a:pt x="4946" y="570"/>
                  </a:lnTo>
                  <a:lnTo>
                    <a:pt x="4947" y="567"/>
                  </a:lnTo>
                  <a:lnTo>
                    <a:pt x="4952" y="558"/>
                  </a:lnTo>
                  <a:lnTo>
                    <a:pt x="4951" y="539"/>
                  </a:lnTo>
                  <a:lnTo>
                    <a:pt x="4949" y="533"/>
                  </a:lnTo>
                  <a:lnTo>
                    <a:pt x="4948" y="537"/>
                  </a:lnTo>
                  <a:lnTo>
                    <a:pt x="4940" y="538"/>
                  </a:lnTo>
                  <a:lnTo>
                    <a:pt x="4927" y="536"/>
                  </a:lnTo>
                  <a:lnTo>
                    <a:pt x="4914" y="527"/>
                  </a:lnTo>
                  <a:lnTo>
                    <a:pt x="4909" y="519"/>
                  </a:lnTo>
                  <a:lnTo>
                    <a:pt x="4908" y="512"/>
                  </a:lnTo>
                  <a:lnTo>
                    <a:pt x="4907" y="486"/>
                  </a:lnTo>
                  <a:lnTo>
                    <a:pt x="4884" y="475"/>
                  </a:lnTo>
                  <a:lnTo>
                    <a:pt x="4884" y="386"/>
                  </a:lnTo>
                  <a:lnTo>
                    <a:pt x="4884" y="307"/>
                  </a:lnTo>
                  <a:lnTo>
                    <a:pt x="4843" y="267"/>
                  </a:lnTo>
                  <a:lnTo>
                    <a:pt x="4832" y="266"/>
                  </a:lnTo>
                  <a:lnTo>
                    <a:pt x="4821" y="283"/>
                  </a:lnTo>
                  <a:lnTo>
                    <a:pt x="4794" y="289"/>
                  </a:lnTo>
                  <a:lnTo>
                    <a:pt x="4774" y="282"/>
                  </a:lnTo>
                  <a:lnTo>
                    <a:pt x="4771" y="276"/>
                  </a:lnTo>
                  <a:lnTo>
                    <a:pt x="4766" y="266"/>
                  </a:lnTo>
                  <a:lnTo>
                    <a:pt x="4755" y="256"/>
                  </a:lnTo>
                  <a:lnTo>
                    <a:pt x="4747" y="255"/>
                  </a:lnTo>
                  <a:lnTo>
                    <a:pt x="4737" y="261"/>
                  </a:lnTo>
                  <a:lnTo>
                    <a:pt x="4693" y="331"/>
                  </a:lnTo>
                  <a:lnTo>
                    <a:pt x="4687" y="369"/>
                  </a:lnTo>
                  <a:lnTo>
                    <a:pt x="4678" y="389"/>
                  </a:lnTo>
                  <a:lnTo>
                    <a:pt x="4677" y="399"/>
                  </a:lnTo>
                  <a:lnTo>
                    <a:pt x="4669" y="410"/>
                  </a:lnTo>
                  <a:lnTo>
                    <a:pt x="4665" y="423"/>
                  </a:lnTo>
                  <a:lnTo>
                    <a:pt x="4660" y="478"/>
                  </a:lnTo>
                  <a:lnTo>
                    <a:pt x="4658" y="483"/>
                  </a:lnTo>
                  <a:lnTo>
                    <a:pt x="4647" y="491"/>
                  </a:lnTo>
                  <a:lnTo>
                    <a:pt x="4641" y="497"/>
                  </a:lnTo>
                  <a:lnTo>
                    <a:pt x="4639" y="505"/>
                  </a:lnTo>
                  <a:lnTo>
                    <a:pt x="4642" y="515"/>
                  </a:lnTo>
                  <a:lnTo>
                    <a:pt x="4641" y="518"/>
                  </a:lnTo>
                  <a:lnTo>
                    <a:pt x="4630" y="514"/>
                  </a:lnTo>
                  <a:lnTo>
                    <a:pt x="4628" y="515"/>
                  </a:lnTo>
                  <a:lnTo>
                    <a:pt x="4628" y="525"/>
                  </a:lnTo>
                  <a:lnTo>
                    <a:pt x="4611" y="518"/>
                  </a:lnTo>
                  <a:lnTo>
                    <a:pt x="4598" y="523"/>
                  </a:lnTo>
                  <a:lnTo>
                    <a:pt x="4594" y="526"/>
                  </a:lnTo>
                  <a:lnTo>
                    <a:pt x="4575" y="527"/>
                  </a:lnTo>
                  <a:lnTo>
                    <a:pt x="4569" y="534"/>
                  </a:lnTo>
                  <a:lnTo>
                    <a:pt x="4559" y="558"/>
                  </a:lnTo>
                  <a:lnTo>
                    <a:pt x="4556" y="558"/>
                  </a:lnTo>
                  <a:lnTo>
                    <a:pt x="4403" y="558"/>
                  </a:lnTo>
                  <a:lnTo>
                    <a:pt x="4286" y="558"/>
                  </a:lnTo>
                  <a:lnTo>
                    <a:pt x="4263" y="558"/>
                  </a:lnTo>
                  <a:lnTo>
                    <a:pt x="4237" y="581"/>
                  </a:lnTo>
                  <a:lnTo>
                    <a:pt x="4207" y="599"/>
                  </a:lnTo>
                  <a:lnTo>
                    <a:pt x="4203" y="608"/>
                  </a:lnTo>
                  <a:lnTo>
                    <a:pt x="4202" y="608"/>
                  </a:lnTo>
                  <a:lnTo>
                    <a:pt x="4199" y="618"/>
                  </a:lnTo>
                  <a:lnTo>
                    <a:pt x="4189" y="633"/>
                  </a:lnTo>
                  <a:lnTo>
                    <a:pt x="4157" y="656"/>
                  </a:lnTo>
                  <a:lnTo>
                    <a:pt x="4152" y="662"/>
                  </a:lnTo>
                  <a:lnTo>
                    <a:pt x="4154" y="671"/>
                  </a:lnTo>
                  <a:lnTo>
                    <a:pt x="4165" y="671"/>
                  </a:lnTo>
                  <a:lnTo>
                    <a:pt x="4170" y="677"/>
                  </a:lnTo>
                  <a:lnTo>
                    <a:pt x="4170" y="683"/>
                  </a:lnTo>
                  <a:lnTo>
                    <a:pt x="4164" y="687"/>
                  </a:lnTo>
                  <a:lnTo>
                    <a:pt x="4157" y="685"/>
                  </a:lnTo>
                  <a:lnTo>
                    <a:pt x="4156" y="690"/>
                  </a:lnTo>
                  <a:lnTo>
                    <a:pt x="4157" y="694"/>
                  </a:lnTo>
                  <a:lnTo>
                    <a:pt x="4164" y="704"/>
                  </a:lnTo>
                  <a:lnTo>
                    <a:pt x="4167" y="719"/>
                  </a:lnTo>
                  <a:lnTo>
                    <a:pt x="4164" y="730"/>
                  </a:lnTo>
                  <a:lnTo>
                    <a:pt x="4137" y="734"/>
                  </a:lnTo>
                  <a:lnTo>
                    <a:pt x="4112" y="754"/>
                  </a:lnTo>
                  <a:lnTo>
                    <a:pt x="4099" y="759"/>
                  </a:lnTo>
                  <a:lnTo>
                    <a:pt x="4067" y="760"/>
                  </a:lnTo>
                  <a:lnTo>
                    <a:pt x="4061" y="757"/>
                  </a:lnTo>
                  <a:lnTo>
                    <a:pt x="4044" y="763"/>
                  </a:lnTo>
                  <a:lnTo>
                    <a:pt x="4031" y="753"/>
                  </a:lnTo>
                  <a:lnTo>
                    <a:pt x="4008" y="747"/>
                  </a:lnTo>
                  <a:lnTo>
                    <a:pt x="3998" y="747"/>
                  </a:lnTo>
                  <a:lnTo>
                    <a:pt x="3964" y="751"/>
                  </a:lnTo>
                  <a:lnTo>
                    <a:pt x="3931" y="760"/>
                  </a:lnTo>
                  <a:lnTo>
                    <a:pt x="3917" y="766"/>
                  </a:lnTo>
                  <a:lnTo>
                    <a:pt x="3921" y="782"/>
                  </a:lnTo>
                  <a:lnTo>
                    <a:pt x="3928" y="794"/>
                  </a:lnTo>
                  <a:lnTo>
                    <a:pt x="3933" y="814"/>
                  </a:lnTo>
                  <a:lnTo>
                    <a:pt x="3913" y="832"/>
                  </a:lnTo>
                  <a:lnTo>
                    <a:pt x="3907" y="840"/>
                  </a:lnTo>
                  <a:lnTo>
                    <a:pt x="3902" y="845"/>
                  </a:lnTo>
                  <a:lnTo>
                    <a:pt x="3896" y="846"/>
                  </a:lnTo>
                  <a:lnTo>
                    <a:pt x="3879" y="860"/>
                  </a:lnTo>
                  <a:lnTo>
                    <a:pt x="3853" y="879"/>
                  </a:lnTo>
                  <a:lnTo>
                    <a:pt x="3838" y="888"/>
                  </a:lnTo>
                  <a:lnTo>
                    <a:pt x="3822" y="890"/>
                  </a:lnTo>
                  <a:lnTo>
                    <a:pt x="3809" y="901"/>
                  </a:lnTo>
                  <a:lnTo>
                    <a:pt x="3787" y="912"/>
                  </a:lnTo>
                  <a:lnTo>
                    <a:pt x="3765" y="917"/>
                  </a:lnTo>
                  <a:lnTo>
                    <a:pt x="3734" y="930"/>
                  </a:lnTo>
                  <a:lnTo>
                    <a:pt x="3680" y="963"/>
                  </a:lnTo>
                  <a:lnTo>
                    <a:pt x="3655" y="963"/>
                  </a:lnTo>
                  <a:lnTo>
                    <a:pt x="3625" y="973"/>
                  </a:lnTo>
                  <a:lnTo>
                    <a:pt x="3596" y="969"/>
                  </a:lnTo>
                  <a:lnTo>
                    <a:pt x="3591" y="963"/>
                  </a:lnTo>
                  <a:lnTo>
                    <a:pt x="3580" y="963"/>
                  </a:lnTo>
                  <a:lnTo>
                    <a:pt x="3573" y="961"/>
                  </a:lnTo>
                  <a:lnTo>
                    <a:pt x="3562" y="951"/>
                  </a:lnTo>
                  <a:lnTo>
                    <a:pt x="3538" y="943"/>
                  </a:lnTo>
                  <a:lnTo>
                    <a:pt x="3545" y="932"/>
                  </a:lnTo>
                  <a:lnTo>
                    <a:pt x="3566" y="911"/>
                  </a:lnTo>
                  <a:lnTo>
                    <a:pt x="3567" y="893"/>
                  </a:lnTo>
                  <a:lnTo>
                    <a:pt x="3575" y="875"/>
                  </a:lnTo>
                  <a:lnTo>
                    <a:pt x="3583" y="867"/>
                  </a:lnTo>
                  <a:lnTo>
                    <a:pt x="3583" y="856"/>
                  </a:lnTo>
                  <a:lnTo>
                    <a:pt x="3586" y="847"/>
                  </a:lnTo>
                  <a:lnTo>
                    <a:pt x="3596" y="838"/>
                  </a:lnTo>
                  <a:lnTo>
                    <a:pt x="3615" y="838"/>
                  </a:lnTo>
                  <a:lnTo>
                    <a:pt x="3615" y="838"/>
                  </a:lnTo>
                  <a:lnTo>
                    <a:pt x="3626" y="795"/>
                  </a:lnTo>
                  <a:lnTo>
                    <a:pt x="3627" y="784"/>
                  </a:lnTo>
                  <a:lnTo>
                    <a:pt x="3624" y="787"/>
                  </a:lnTo>
                  <a:lnTo>
                    <a:pt x="3619" y="780"/>
                  </a:lnTo>
                  <a:lnTo>
                    <a:pt x="3615" y="766"/>
                  </a:lnTo>
                  <a:lnTo>
                    <a:pt x="3610" y="733"/>
                  </a:lnTo>
                  <a:lnTo>
                    <a:pt x="3609" y="715"/>
                  </a:lnTo>
                  <a:lnTo>
                    <a:pt x="3603" y="697"/>
                  </a:lnTo>
                  <a:lnTo>
                    <a:pt x="3583" y="667"/>
                  </a:lnTo>
                  <a:lnTo>
                    <a:pt x="3570" y="669"/>
                  </a:lnTo>
                  <a:lnTo>
                    <a:pt x="3544" y="680"/>
                  </a:lnTo>
                  <a:lnTo>
                    <a:pt x="3542" y="682"/>
                  </a:lnTo>
                  <a:lnTo>
                    <a:pt x="3531" y="706"/>
                  </a:lnTo>
                  <a:lnTo>
                    <a:pt x="3519" y="714"/>
                  </a:lnTo>
                  <a:lnTo>
                    <a:pt x="3511" y="718"/>
                  </a:lnTo>
                  <a:lnTo>
                    <a:pt x="3500" y="714"/>
                  </a:lnTo>
                  <a:lnTo>
                    <a:pt x="3496" y="708"/>
                  </a:lnTo>
                  <a:lnTo>
                    <a:pt x="3500" y="693"/>
                  </a:lnTo>
                  <a:lnTo>
                    <a:pt x="3507" y="679"/>
                  </a:lnTo>
                  <a:lnTo>
                    <a:pt x="3529" y="660"/>
                  </a:lnTo>
                  <a:lnTo>
                    <a:pt x="3536" y="646"/>
                  </a:lnTo>
                  <a:lnTo>
                    <a:pt x="3545" y="634"/>
                  </a:lnTo>
                  <a:lnTo>
                    <a:pt x="3549" y="626"/>
                  </a:lnTo>
                  <a:lnTo>
                    <a:pt x="3549" y="609"/>
                  </a:lnTo>
                  <a:lnTo>
                    <a:pt x="3543" y="576"/>
                  </a:lnTo>
                  <a:lnTo>
                    <a:pt x="3537" y="566"/>
                  </a:lnTo>
                  <a:lnTo>
                    <a:pt x="3537" y="554"/>
                  </a:lnTo>
                  <a:lnTo>
                    <a:pt x="3542" y="547"/>
                  </a:lnTo>
                  <a:lnTo>
                    <a:pt x="3544" y="546"/>
                  </a:lnTo>
                  <a:lnTo>
                    <a:pt x="3534" y="525"/>
                  </a:lnTo>
                  <a:lnTo>
                    <a:pt x="3524" y="516"/>
                  </a:lnTo>
                  <a:lnTo>
                    <a:pt x="3500" y="506"/>
                  </a:lnTo>
                  <a:lnTo>
                    <a:pt x="3491" y="498"/>
                  </a:lnTo>
                  <a:lnTo>
                    <a:pt x="3483" y="496"/>
                  </a:lnTo>
                  <a:lnTo>
                    <a:pt x="3463" y="479"/>
                  </a:lnTo>
                  <a:lnTo>
                    <a:pt x="3454" y="476"/>
                  </a:lnTo>
                  <a:lnTo>
                    <a:pt x="3444" y="478"/>
                  </a:lnTo>
                  <a:lnTo>
                    <a:pt x="3441" y="475"/>
                  </a:lnTo>
                  <a:lnTo>
                    <a:pt x="3423" y="469"/>
                  </a:lnTo>
                  <a:lnTo>
                    <a:pt x="3405" y="472"/>
                  </a:lnTo>
                  <a:lnTo>
                    <a:pt x="3397" y="482"/>
                  </a:lnTo>
                  <a:lnTo>
                    <a:pt x="3397" y="489"/>
                  </a:lnTo>
                  <a:lnTo>
                    <a:pt x="3399" y="498"/>
                  </a:lnTo>
                  <a:lnTo>
                    <a:pt x="3407" y="509"/>
                  </a:lnTo>
                  <a:lnTo>
                    <a:pt x="3403" y="514"/>
                  </a:lnTo>
                  <a:lnTo>
                    <a:pt x="3382" y="522"/>
                  </a:lnTo>
                  <a:lnTo>
                    <a:pt x="3368" y="525"/>
                  </a:lnTo>
                  <a:lnTo>
                    <a:pt x="3367" y="547"/>
                  </a:lnTo>
                  <a:lnTo>
                    <a:pt x="3364" y="564"/>
                  </a:lnTo>
                  <a:lnTo>
                    <a:pt x="3357" y="567"/>
                  </a:lnTo>
                  <a:lnTo>
                    <a:pt x="3351" y="576"/>
                  </a:lnTo>
                  <a:lnTo>
                    <a:pt x="3349" y="571"/>
                  </a:lnTo>
                  <a:lnTo>
                    <a:pt x="3347" y="550"/>
                  </a:lnTo>
                  <a:lnTo>
                    <a:pt x="3343" y="543"/>
                  </a:lnTo>
                  <a:lnTo>
                    <a:pt x="3336" y="547"/>
                  </a:lnTo>
                  <a:lnTo>
                    <a:pt x="3327" y="556"/>
                  </a:lnTo>
                  <a:lnTo>
                    <a:pt x="3307" y="569"/>
                  </a:lnTo>
                  <a:lnTo>
                    <a:pt x="3304" y="584"/>
                  </a:lnTo>
                  <a:lnTo>
                    <a:pt x="3295" y="595"/>
                  </a:lnTo>
                  <a:lnTo>
                    <a:pt x="3295" y="610"/>
                  </a:lnTo>
                  <a:lnTo>
                    <a:pt x="3292" y="620"/>
                  </a:lnTo>
                  <a:lnTo>
                    <a:pt x="3290" y="640"/>
                  </a:lnTo>
                  <a:lnTo>
                    <a:pt x="3292" y="647"/>
                  </a:lnTo>
                  <a:lnTo>
                    <a:pt x="3284" y="653"/>
                  </a:lnTo>
                  <a:lnTo>
                    <a:pt x="3280" y="682"/>
                  </a:lnTo>
                  <a:lnTo>
                    <a:pt x="3271" y="716"/>
                  </a:lnTo>
                  <a:lnTo>
                    <a:pt x="3282" y="753"/>
                  </a:lnTo>
                  <a:lnTo>
                    <a:pt x="3292" y="768"/>
                  </a:lnTo>
                  <a:lnTo>
                    <a:pt x="3297" y="782"/>
                  </a:lnTo>
                  <a:lnTo>
                    <a:pt x="3295" y="836"/>
                  </a:lnTo>
                  <a:lnTo>
                    <a:pt x="3279" y="877"/>
                  </a:lnTo>
                  <a:lnTo>
                    <a:pt x="3261" y="909"/>
                  </a:lnTo>
                  <a:lnTo>
                    <a:pt x="3259" y="922"/>
                  </a:lnTo>
                  <a:lnTo>
                    <a:pt x="3237" y="937"/>
                  </a:lnTo>
                  <a:lnTo>
                    <a:pt x="3217" y="950"/>
                  </a:lnTo>
                  <a:lnTo>
                    <a:pt x="3204" y="949"/>
                  </a:lnTo>
                  <a:lnTo>
                    <a:pt x="3193" y="945"/>
                  </a:lnTo>
                  <a:lnTo>
                    <a:pt x="3186" y="941"/>
                  </a:lnTo>
                  <a:lnTo>
                    <a:pt x="3181" y="932"/>
                  </a:lnTo>
                  <a:lnTo>
                    <a:pt x="3175" y="912"/>
                  </a:lnTo>
                  <a:lnTo>
                    <a:pt x="3162" y="877"/>
                  </a:lnTo>
                  <a:lnTo>
                    <a:pt x="3162" y="856"/>
                  </a:lnTo>
                  <a:lnTo>
                    <a:pt x="3163" y="835"/>
                  </a:lnTo>
                  <a:lnTo>
                    <a:pt x="3162" y="822"/>
                  </a:lnTo>
                  <a:lnTo>
                    <a:pt x="3156" y="794"/>
                  </a:lnTo>
                  <a:lnTo>
                    <a:pt x="3155" y="768"/>
                  </a:lnTo>
                  <a:lnTo>
                    <a:pt x="3160" y="747"/>
                  </a:lnTo>
                  <a:lnTo>
                    <a:pt x="3173" y="715"/>
                  </a:lnTo>
                  <a:lnTo>
                    <a:pt x="3174" y="694"/>
                  </a:lnTo>
                  <a:lnTo>
                    <a:pt x="3178" y="678"/>
                  </a:lnTo>
                  <a:lnTo>
                    <a:pt x="3187" y="648"/>
                  </a:lnTo>
                  <a:lnTo>
                    <a:pt x="3187" y="633"/>
                  </a:lnTo>
                  <a:lnTo>
                    <a:pt x="3192" y="613"/>
                  </a:lnTo>
                  <a:lnTo>
                    <a:pt x="3199" y="594"/>
                  </a:lnTo>
                  <a:lnTo>
                    <a:pt x="3214" y="569"/>
                  </a:lnTo>
                  <a:lnTo>
                    <a:pt x="3226" y="539"/>
                  </a:lnTo>
                  <a:lnTo>
                    <a:pt x="3223" y="525"/>
                  </a:lnTo>
                  <a:lnTo>
                    <a:pt x="3201" y="550"/>
                  </a:lnTo>
                  <a:lnTo>
                    <a:pt x="3199" y="563"/>
                  </a:lnTo>
                  <a:lnTo>
                    <a:pt x="3196" y="576"/>
                  </a:lnTo>
                  <a:lnTo>
                    <a:pt x="3185" y="578"/>
                  </a:lnTo>
                  <a:lnTo>
                    <a:pt x="3148" y="611"/>
                  </a:lnTo>
                  <a:lnTo>
                    <a:pt x="3148" y="603"/>
                  </a:lnTo>
                  <a:lnTo>
                    <a:pt x="3160" y="579"/>
                  </a:lnTo>
                  <a:lnTo>
                    <a:pt x="3164" y="571"/>
                  </a:lnTo>
                  <a:lnTo>
                    <a:pt x="3174" y="563"/>
                  </a:lnTo>
                  <a:lnTo>
                    <a:pt x="3185" y="544"/>
                  </a:lnTo>
                  <a:lnTo>
                    <a:pt x="3219" y="484"/>
                  </a:lnTo>
                  <a:lnTo>
                    <a:pt x="3236" y="465"/>
                  </a:lnTo>
                  <a:lnTo>
                    <a:pt x="3240" y="466"/>
                  </a:lnTo>
                  <a:lnTo>
                    <a:pt x="3253" y="461"/>
                  </a:lnTo>
                  <a:lnTo>
                    <a:pt x="3264" y="452"/>
                  </a:lnTo>
                  <a:lnTo>
                    <a:pt x="3263" y="482"/>
                  </a:lnTo>
                  <a:lnTo>
                    <a:pt x="3271" y="481"/>
                  </a:lnTo>
                  <a:lnTo>
                    <a:pt x="3299" y="452"/>
                  </a:lnTo>
                  <a:lnTo>
                    <a:pt x="3320" y="445"/>
                  </a:lnTo>
                  <a:lnTo>
                    <a:pt x="3346" y="442"/>
                  </a:lnTo>
                  <a:lnTo>
                    <a:pt x="3356" y="428"/>
                  </a:lnTo>
                  <a:lnTo>
                    <a:pt x="3374" y="425"/>
                  </a:lnTo>
                  <a:lnTo>
                    <a:pt x="3394" y="430"/>
                  </a:lnTo>
                  <a:lnTo>
                    <a:pt x="3410" y="438"/>
                  </a:lnTo>
                  <a:lnTo>
                    <a:pt x="3414" y="441"/>
                  </a:lnTo>
                  <a:lnTo>
                    <a:pt x="3421" y="450"/>
                  </a:lnTo>
                  <a:lnTo>
                    <a:pt x="3433" y="450"/>
                  </a:lnTo>
                  <a:lnTo>
                    <a:pt x="3435" y="438"/>
                  </a:lnTo>
                  <a:lnTo>
                    <a:pt x="3439" y="432"/>
                  </a:lnTo>
                  <a:lnTo>
                    <a:pt x="3446" y="436"/>
                  </a:lnTo>
                  <a:lnTo>
                    <a:pt x="3453" y="445"/>
                  </a:lnTo>
                  <a:lnTo>
                    <a:pt x="3482" y="437"/>
                  </a:lnTo>
                  <a:lnTo>
                    <a:pt x="3492" y="437"/>
                  </a:lnTo>
                  <a:lnTo>
                    <a:pt x="3493" y="436"/>
                  </a:lnTo>
                  <a:lnTo>
                    <a:pt x="3492" y="432"/>
                  </a:lnTo>
                  <a:lnTo>
                    <a:pt x="3484" y="426"/>
                  </a:lnTo>
                  <a:lnTo>
                    <a:pt x="3478" y="419"/>
                  </a:lnTo>
                  <a:lnTo>
                    <a:pt x="3469" y="412"/>
                  </a:lnTo>
                  <a:lnTo>
                    <a:pt x="3467" y="394"/>
                  </a:lnTo>
                  <a:lnTo>
                    <a:pt x="3464" y="386"/>
                  </a:lnTo>
                  <a:lnTo>
                    <a:pt x="3463" y="380"/>
                  </a:lnTo>
                  <a:lnTo>
                    <a:pt x="3460" y="374"/>
                  </a:lnTo>
                  <a:lnTo>
                    <a:pt x="3446" y="374"/>
                  </a:lnTo>
                  <a:lnTo>
                    <a:pt x="3424" y="376"/>
                  </a:lnTo>
                  <a:lnTo>
                    <a:pt x="3412" y="374"/>
                  </a:lnTo>
                  <a:lnTo>
                    <a:pt x="3399" y="366"/>
                  </a:lnTo>
                  <a:lnTo>
                    <a:pt x="3399" y="350"/>
                  </a:lnTo>
                  <a:lnTo>
                    <a:pt x="3395" y="340"/>
                  </a:lnTo>
                  <a:lnTo>
                    <a:pt x="3381" y="340"/>
                  </a:lnTo>
                  <a:lnTo>
                    <a:pt x="3367" y="348"/>
                  </a:lnTo>
                  <a:lnTo>
                    <a:pt x="3352" y="351"/>
                  </a:lnTo>
                  <a:lnTo>
                    <a:pt x="3305" y="350"/>
                  </a:lnTo>
                  <a:lnTo>
                    <a:pt x="3289" y="359"/>
                  </a:lnTo>
                  <a:lnTo>
                    <a:pt x="3275" y="364"/>
                  </a:lnTo>
                  <a:lnTo>
                    <a:pt x="3265" y="376"/>
                  </a:lnTo>
                  <a:lnTo>
                    <a:pt x="3256" y="380"/>
                  </a:lnTo>
                  <a:lnTo>
                    <a:pt x="3218" y="372"/>
                  </a:lnTo>
                  <a:lnTo>
                    <a:pt x="3204" y="374"/>
                  </a:lnTo>
                  <a:lnTo>
                    <a:pt x="3186" y="357"/>
                  </a:lnTo>
                  <a:lnTo>
                    <a:pt x="3177" y="342"/>
                  </a:lnTo>
                  <a:lnTo>
                    <a:pt x="3148" y="325"/>
                  </a:lnTo>
                  <a:lnTo>
                    <a:pt x="3124" y="330"/>
                  </a:lnTo>
                  <a:lnTo>
                    <a:pt x="3116" y="328"/>
                  </a:lnTo>
                  <a:lnTo>
                    <a:pt x="3104" y="340"/>
                  </a:lnTo>
                  <a:lnTo>
                    <a:pt x="3103" y="334"/>
                  </a:lnTo>
                  <a:lnTo>
                    <a:pt x="3105" y="316"/>
                  </a:lnTo>
                  <a:lnTo>
                    <a:pt x="3112" y="304"/>
                  </a:lnTo>
                  <a:lnTo>
                    <a:pt x="3123" y="299"/>
                  </a:lnTo>
                  <a:lnTo>
                    <a:pt x="3148" y="268"/>
                  </a:lnTo>
                  <a:lnTo>
                    <a:pt x="3163" y="258"/>
                  </a:lnTo>
                  <a:lnTo>
                    <a:pt x="3164" y="250"/>
                  </a:lnTo>
                  <a:lnTo>
                    <a:pt x="3160" y="249"/>
                  </a:lnTo>
                  <a:lnTo>
                    <a:pt x="3143" y="250"/>
                  </a:lnTo>
                  <a:lnTo>
                    <a:pt x="3126" y="256"/>
                  </a:lnTo>
                  <a:lnTo>
                    <a:pt x="3108" y="266"/>
                  </a:lnTo>
                  <a:lnTo>
                    <a:pt x="3084" y="282"/>
                  </a:lnTo>
                  <a:lnTo>
                    <a:pt x="3065" y="303"/>
                  </a:lnTo>
                  <a:lnTo>
                    <a:pt x="3048" y="312"/>
                  </a:lnTo>
                  <a:lnTo>
                    <a:pt x="3031" y="325"/>
                  </a:lnTo>
                  <a:lnTo>
                    <a:pt x="3008" y="331"/>
                  </a:lnTo>
                  <a:lnTo>
                    <a:pt x="2989" y="338"/>
                  </a:lnTo>
                  <a:lnTo>
                    <a:pt x="2958" y="359"/>
                  </a:lnTo>
                  <a:lnTo>
                    <a:pt x="2938" y="361"/>
                  </a:lnTo>
                  <a:lnTo>
                    <a:pt x="2907" y="358"/>
                  </a:lnTo>
                  <a:lnTo>
                    <a:pt x="2900" y="364"/>
                  </a:lnTo>
                  <a:lnTo>
                    <a:pt x="2898" y="360"/>
                  </a:lnTo>
                  <a:lnTo>
                    <a:pt x="2904" y="342"/>
                  </a:lnTo>
                  <a:lnTo>
                    <a:pt x="2903" y="328"/>
                  </a:lnTo>
                  <a:lnTo>
                    <a:pt x="2893" y="319"/>
                  </a:lnTo>
                  <a:lnTo>
                    <a:pt x="2835" y="355"/>
                  </a:lnTo>
                  <a:lnTo>
                    <a:pt x="2815" y="359"/>
                  </a:lnTo>
                  <a:lnTo>
                    <a:pt x="2802" y="358"/>
                  </a:lnTo>
                  <a:lnTo>
                    <a:pt x="2795" y="348"/>
                  </a:lnTo>
                  <a:lnTo>
                    <a:pt x="2806" y="334"/>
                  </a:lnTo>
                  <a:lnTo>
                    <a:pt x="2865" y="282"/>
                  </a:lnTo>
                  <a:lnTo>
                    <a:pt x="2931" y="229"/>
                  </a:lnTo>
                  <a:lnTo>
                    <a:pt x="2962" y="217"/>
                  </a:lnTo>
                  <a:lnTo>
                    <a:pt x="2998" y="185"/>
                  </a:lnTo>
                  <a:lnTo>
                    <a:pt x="2990" y="185"/>
                  </a:lnTo>
                  <a:lnTo>
                    <a:pt x="2968" y="175"/>
                  </a:lnTo>
                  <a:lnTo>
                    <a:pt x="2928" y="174"/>
                  </a:lnTo>
                  <a:lnTo>
                    <a:pt x="2902" y="164"/>
                  </a:lnTo>
                  <a:lnTo>
                    <a:pt x="2886" y="165"/>
                  </a:lnTo>
                  <a:lnTo>
                    <a:pt x="2866" y="175"/>
                  </a:lnTo>
                  <a:lnTo>
                    <a:pt x="2856" y="176"/>
                  </a:lnTo>
                  <a:lnTo>
                    <a:pt x="2837" y="167"/>
                  </a:lnTo>
                  <a:lnTo>
                    <a:pt x="2825" y="152"/>
                  </a:lnTo>
                  <a:lnTo>
                    <a:pt x="2806" y="146"/>
                  </a:lnTo>
                  <a:lnTo>
                    <a:pt x="2795" y="136"/>
                  </a:lnTo>
                  <a:lnTo>
                    <a:pt x="2781" y="132"/>
                  </a:lnTo>
                  <a:lnTo>
                    <a:pt x="2773" y="127"/>
                  </a:lnTo>
                  <a:lnTo>
                    <a:pt x="2764" y="117"/>
                  </a:lnTo>
                  <a:lnTo>
                    <a:pt x="2750" y="107"/>
                  </a:lnTo>
                  <a:lnTo>
                    <a:pt x="2734" y="102"/>
                  </a:lnTo>
                  <a:lnTo>
                    <a:pt x="2694" y="98"/>
                  </a:lnTo>
                  <a:lnTo>
                    <a:pt x="2681" y="106"/>
                  </a:lnTo>
                  <a:lnTo>
                    <a:pt x="2665" y="107"/>
                  </a:lnTo>
                  <a:lnTo>
                    <a:pt x="2653" y="104"/>
                  </a:lnTo>
                  <a:lnTo>
                    <a:pt x="2653" y="102"/>
                  </a:lnTo>
                  <a:lnTo>
                    <a:pt x="2650" y="98"/>
                  </a:lnTo>
                  <a:lnTo>
                    <a:pt x="2630" y="93"/>
                  </a:lnTo>
                  <a:lnTo>
                    <a:pt x="2622" y="88"/>
                  </a:lnTo>
                  <a:lnTo>
                    <a:pt x="2607" y="91"/>
                  </a:lnTo>
                  <a:lnTo>
                    <a:pt x="2600" y="91"/>
                  </a:lnTo>
                  <a:lnTo>
                    <a:pt x="2598" y="88"/>
                  </a:lnTo>
                  <a:lnTo>
                    <a:pt x="2585" y="90"/>
                  </a:lnTo>
                  <a:lnTo>
                    <a:pt x="2572" y="55"/>
                  </a:lnTo>
                  <a:lnTo>
                    <a:pt x="2568" y="53"/>
                  </a:lnTo>
                  <a:lnTo>
                    <a:pt x="2550" y="3"/>
                  </a:lnTo>
                  <a:lnTo>
                    <a:pt x="2538" y="0"/>
                  </a:lnTo>
                  <a:lnTo>
                    <a:pt x="2532" y="0"/>
                  </a:lnTo>
                  <a:lnTo>
                    <a:pt x="2532" y="57"/>
                  </a:lnTo>
                  <a:lnTo>
                    <a:pt x="2439" y="57"/>
                  </a:lnTo>
                  <a:lnTo>
                    <a:pt x="2352" y="57"/>
                  </a:lnTo>
                  <a:lnTo>
                    <a:pt x="2352" y="57"/>
                  </a:lnTo>
                  <a:lnTo>
                    <a:pt x="2335" y="57"/>
                  </a:lnTo>
                  <a:lnTo>
                    <a:pt x="2263" y="57"/>
                  </a:lnTo>
                  <a:lnTo>
                    <a:pt x="2187" y="57"/>
                  </a:lnTo>
                  <a:lnTo>
                    <a:pt x="2103" y="57"/>
                  </a:lnTo>
                  <a:lnTo>
                    <a:pt x="2024" y="57"/>
                  </a:lnTo>
                  <a:lnTo>
                    <a:pt x="1998" y="57"/>
                  </a:lnTo>
                  <a:lnTo>
                    <a:pt x="1769" y="57"/>
                  </a:lnTo>
                  <a:lnTo>
                    <a:pt x="1700" y="56"/>
                  </a:lnTo>
                  <a:lnTo>
                    <a:pt x="1616" y="56"/>
                  </a:lnTo>
                  <a:lnTo>
                    <a:pt x="1537" y="56"/>
                  </a:lnTo>
                  <a:lnTo>
                    <a:pt x="1465" y="56"/>
                  </a:lnTo>
                  <a:lnTo>
                    <a:pt x="1390" y="56"/>
                  </a:lnTo>
                  <a:lnTo>
                    <a:pt x="1307" y="56"/>
                  </a:lnTo>
                  <a:lnTo>
                    <a:pt x="1255" y="56"/>
                  </a:lnTo>
                  <a:lnTo>
                    <a:pt x="1177" y="55"/>
                  </a:lnTo>
                  <a:lnTo>
                    <a:pt x="1094" y="55"/>
                  </a:lnTo>
                  <a:lnTo>
                    <a:pt x="1016" y="55"/>
                  </a:lnTo>
                  <a:lnTo>
                    <a:pt x="907" y="55"/>
                  </a:lnTo>
                  <a:lnTo>
                    <a:pt x="735" y="55"/>
                  </a:lnTo>
                  <a:lnTo>
                    <a:pt x="652" y="55"/>
                  </a:lnTo>
                  <a:lnTo>
                    <a:pt x="570" y="55"/>
                  </a:lnTo>
                  <a:lnTo>
                    <a:pt x="498" y="55"/>
                  </a:lnTo>
                  <a:lnTo>
                    <a:pt x="423" y="55"/>
                  </a:lnTo>
                  <a:lnTo>
                    <a:pt x="340" y="55"/>
                  </a:lnTo>
                  <a:lnTo>
                    <a:pt x="261" y="55"/>
                  </a:lnTo>
                  <a:lnTo>
                    <a:pt x="163" y="55"/>
                  </a:lnTo>
                  <a:lnTo>
                    <a:pt x="168" y="69"/>
                  </a:lnTo>
                  <a:lnTo>
                    <a:pt x="177" y="80"/>
                  </a:lnTo>
                  <a:lnTo>
                    <a:pt x="188" y="80"/>
                  </a:lnTo>
                  <a:lnTo>
                    <a:pt x="202" y="84"/>
                  </a:lnTo>
                  <a:lnTo>
                    <a:pt x="206" y="91"/>
                  </a:lnTo>
                  <a:lnTo>
                    <a:pt x="205" y="93"/>
                  </a:lnTo>
                  <a:lnTo>
                    <a:pt x="198" y="88"/>
                  </a:lnTo>
                  <a:lnTo>
                    <a:pt x="194" y="91"/>
                  </a:lnTo>
                  <a:lnTo>
                    <a:pt x="193" y="106"/>
                  </a:lnTo>
                  <a:lnTo>
                    <a:pt x="186" y="116"/>
                  </a:lnTo>
                  <a:lnTo>
                    <a:pt x="179" y="118"/>
                  </a:lnTo>
                  <a:lnTo>
                    <a:pt x="179" y="121"/>
                  </a:lnTo>
                  <a:lnTo>
                    <a:pt x="189" y="128"/>
                  </a:lnTo>
                  <a:lnTo>
                    <a:pt x="196" y="133"/>
                  </a:lnTo>
                  <a:lnTo>
                    <a:pt x="199" y="137"/>
                  </a:lnTo>
                  <a:lnTo>
                    <a:pt x="207" y="164"/>
                  </a:lnTo>
                  <a:lnTo>
                    <a:pt x="207" y="188"/>
                  </a:lnTo>
                  <a:lnTo>
                    <a:pt x="204" y="209"/>
                  </a:lnTo>
                  <a:lnTo>
                    <a:pt x="203" y="209"/>
                  </a:lnTo>
                  <a:lnTo>
                    <a:pt x="197" y="198"/>
                  </a:lnTo>
                  <a:lnTo>
                    <a:pt x="193" y="197"/>
                  </a:lnTo>
                  <a:lnTo>
                    <a:pt x="185" y="200"/>
                  </a:lnTo>
                  <a:lnTo>
                    <a:pt x="172" y="224"/>
                  </a:lnTo>
                  <a:lnTo>
                    <a:pt x="157" y="236"/>
                  </a:lnTo>
                  <a:lnTo>
                    <a:pt x="153" y="244"/>
                  </a:lnTo>
                  <a:lnTo>
                    <a:pt x="158" y="245"/>
                  </a:lnTo>
                  <a:lnTo>
                    <a:pt x="156" y="255"/>
                  </a:lnTo>
                  <a:lnTo>
                    <a:pt x="144" y="256"/>
                  </a:lnTo>
                  <a:lnTo>
                    <a:pt x="144" y="237"/>
                  </a:lnTo>
                  <a:lnTo>
                    <a:pt x="157" y="205"/>
                  </a:lnTo>
                  <a:lnTo>
                    <a:pt x="162" y="200"/>
                  </a:lnTo>
                  <a:lnTo>
                    <a:pt x="170" y="196"/>
                  </a:lnTo>
                  <a:lnTo>
                    <a:pt x="172" y="191"/>
                  </a:lnTo>
                  <a:lnTo>
                    <a:pt x="175" y="177"/>
                  </a:lnTo>
                  <a:lnTo>
                    <a:pt x="170" y="165"/>
                  </a:lnTo>
                  <a:lnTo>
                    <a:pt x="152" y="167"/>
                  </a:lnTo>
                  <a:lnTo>
                    <a:pt x="131" y="157"/>
                  </a:lnTo>
                  <a:lnTo>
                    <a:pt x="109" y="158"/>
                  </a:lnTo>
                  <a:lnTo>
                    <a:pt x="89" y="154"/>
                  </a:lnTo>
                  <a:lnTo>
                    <a:pt x="74" y="154"/>
                  </a:lnTo>
                  <a:lnTo>
                    <a:pt x="29" y="137"/>
                  </a:lnTo>
                  <a:lnTo>
                    <a:pt x="12" y="128"/>
                  </a:lnTo>
                  <a:lnTo>
                    <a:pt x="6" y="136"/>
                  </a:lnTo>
                  <a:lnTo>
                    <a:pt x="0" y="151"/>
                  </a:lnTo>
                  <a:lnTo>
                    <a:pt x="0" y="166"/>
                  </a:lnTo>
                  <a:lnTo>
                    <a:pt x="2" y="178"/>
                  </a:lnTo>
                  <a:lnTo>
                    <a:pt x="9" y="190"/>
                  </a:lnTo>
                  <a:lnTo>
                    <a:pt x="22" y="207"/>
                  </a:lnTo>
                  <a:lnTo>
                    <a:pt x="32" y="231"/>
                  </a:lnTo>
                  <a:lnTo>
                    <a:pt x="43" y="283"/>
                  </a:lnTo>
                  <a:lnTo>
                    <a:pt x="49" y="304"/>
                  </a:lnTo>
                  <a:lnTo>
                    <a:pt x="51" y="306"/>
                  </a:lnTo>
                  <a:lnTo>
                    <a:pt x="59" y="296"/>
                  </a:lnTo>
                  <a:lnTo>
                    <a:pt x="64" y="303"/>
                  </a:lnTo>
                  <a:lnTo>
                    <a:pt x="62" y="312"/>
                  </a:lnTo>
                  <a:lnTo>
                    <a:pt x="57" y="322"/>
                  </a:lnTo>
                  <a:lnTo>
                    <a:pt x="57" y="332"/>
                  </a:lnTo>
                  <a:lnTo>
                    <a:pt x="60" y="337"/>
                  </a:lnTo>
                  <a:lnTo>
                    <a:pt x="64" y="339"/>
                  </a:lnTo>
                  <a:lnTo>
                    <a:pt x="71" y="338"/>
                  </a:lnTo>
                  <a:lnTo>
                    <a:pt x="72" y="341"/>
                  </a:lnTo>
                  <a:lnTo>
                    <a:pt x="71" y="353"/>
                  </a:lnTo>
                  <a:lnTo>
                    <a:pt x="73" y="371"/>
                  </a:lnTo>
                  <a:lnTo>
                    <a:pt x="71" y="375"/>
                  </a:lnTo>
                  <a:lnTo>
                    <a:pt x="65" y="375"/>
                  </a:lnTo>
                  <a:lnTo>
                    <a:pt x="65" y="358"/>
                  </a:lnTo>
                  <a:lnTo>
                    <a:pt x="59" y="352"/>
                  </a:lnTo>
                  <a:lnTo>
                    <a:pt x="58" y="375"/>
                  </a:lnTo>
                  <a:lnTo>
                    <a:pt x="61" y="386"/>
                  </a:lnTo>
                  <a:lnTo>
                    <a:pt x="71" y="395"/>
                  </a:lnTo>
                  <a:lnTo>
                    <a:pt x="105" y="394"/>
                  </a:lnTo>
                  <a:lnTo>
                    <a:pt x="115" y="403"/>
                  </a:lnTo>
                  <a:lnTo>
                    <a:pt x="125" y="410"/>
                  </a:lnTo>
                  <a:lnTo>
                    <a:pt x="123" y="414"/>
                  </a:lnTo>
                  <a:lnTo>
                    <a:pt x="105" y="407"/>
                  </a:lnTo>
                  <a:lnTo>
                    <a:pt x="75" y="411"/>
                  </a:lnTo>
                  <a:lnTo>
                    <a:pt x="70" y="415"/>
                  </a:lnTo>
                  <a:lnTo>
                    <a:pt x="68" y="423"/>
                  </a:lnTo>
                  <a:lnTo>
                    <a:pt x="67" y="447"/>
                  </a:lnTo>
                  <a:lnTo>
                    <a:pt x="68" y="457"/>
                  </a:lnTo>
                  <a:lnTo>
                    <a:pt x="72" y="463"/>
                  </a:lnTo>
                  <a:lnTo>
                    <a:pt x="69" y="472"/>
                  </a:lnTo>
                  <a:lnTo>
                    <a:pt x="71" y="489"/>
                  </a:lnTo>
                  <a:lnTo>
                    <a:pt x="65" y="503"/>
                  </a:lnTo>
                  <a:lnTo>
                    <a:pt x="63" y="554"/>
                  </a:lnTo>
                  <a:lnTo>
                    <a:pt x="58" y="574"/>
                  </a:lnTo>
                  <a:lnTo>
                    <a:pt x="59" y="641"/>
                  </a:lnTo>
                  <a:lnTo>
                    <a:pt x="54" y="657"/>
                  </a:lnTo>
                  <a:lnTo>
                    <a:pt x="54" y="677"/>
                  </a:lnTo>
                  <a:lnTo>
                    <a:pt x="45" y="716"/>
                  </a:lnTo>
                  <a:lnTo>
                    <a:pt x="44" y="729"/>
                  </a:lnTo>
                  <a:lnTo>
                    <a:pt x="44" y="731"/>
                  </a:lnTo>
                  <a:lnTo>
                    <a:pt x="47" y="731"/>
                  </a:lnTo>
                  <a:lnTo>
                    <a:pt x="49" y="743"/>
                  </a:lnTo>
                  <a:lnTo>
                    <a:pt x="39" y="750"/>
                  </a:lnTo>
                  <a:lnTo>
                    <a:pt x="31" y="765"/>
                  </a:lnTo>
                  <a:lnTo>
                    <a:pt x="22" y="807"/>
                  </a:lnTo>
                  <a:lnTo>
                    <a:pt x="27" y="832"/>
                  </a:lnTo>
                  <a:lnTo>
                    <a:pt x="30" y="871"/>
                  </a:lnTo>
                  <a:lnTo>
                    <a:pt x="42" y="903"/>
                  </a:lnTo>
                  <a:lnTo>
                    <a:pt x="44" y="909"/>
                  </a:lnTo>
                  <a:lnTo>
                    <a:pt x="48" y="925"/>
                  </a:lnTo>
                  <a:lnTo>
                    <a:pt x="60" y="978"/>
                  </a:lnTo>
                  <a:lnTo>
                    <a:pt x="54" y="1013"/>
                  </a:lnTo>
                  <a:lnTo>
                    <a:pt x="54" y="1045"/>
                  </a:lnTo>
                  <a:lnTo>
                    <a:pt x="45" y="1063"/>
                  </a:lnTo>
                  <a:lnTo>
                    <a:pt x="34" y="1077"/>
                  </a:lnTo>
                  <a:lnTo>
                    <a:pt x="33" y="1092"/>
                  </a:lnTo>
                  <a:lnTo>
                    <a:pt x="34" y="1100"/>
                  </a:lnTo>
                  <a:lnTo>
                    <a:pt x="45" y="1109"/>
                  </a:lnTo>
                  <a:lnTo>
                    <a:pt x="84" y="1171"/>
                  </a:lnTo>
                  <a:lnTo>
                    <a:pt x="86" y="1178"/>
                  </a:lnTo>
                  <a:lnTo>
                    <a:pt x="83" y="1188"/>
                  </a:lnTo>
                  <a:lnTo>
                    <a:pt x="83" y="1206"/>
                  </a:lnTo>
                  <a:lnTo>
                    <a:pt x="98" y="1264"/>
                  </a:lnTo>
                  <a:lnTo>
                    <a:pt x="107" y="1275"/>
                  </a:lnTo>
                  <a:lnTo>
                    <a:pt x="120" y="1291"/>
                  </a:lnTo>
                  <a:lnTo>
                    <a:pt x="147" y="1320"/>
                  </a:lnTo>
                  <a:lnTo>
                    <a:pt x="153" y="1331"/>
                  </a:lnTo>
                  <a:lnTo>
                    <a:pt x="152" y="1344"/>
                  </a:lnTo>
                  <a:lnTo>
                    <a:pt x="156" y="1351"/>
                  </a:lnTo>
                  <a:lnTo>
                    <a:pt x="167" y="1360"/>
                  </a:lnTo>
                  <a:lnTo>
                    <a:pt x="177" y="1362"/>
                  </a:lnTo>
                  <a:lnTo>
                    <a:pt x="179" y="1367"/>
                  </a:lnTo>
                  <a:lnTo>
                    <a:pt x="185" y="1368"/>
                  </a:lnTo>
                  <a:lnTo>
                    <a:pt x="191" y="1364"/>
                  </a:lnTo>
                  <a:lnTo>
                    <a:pt x="192" y="1360"/>
                  </a:lnTo>
                  <a:lnTo>
                    <a:pt x="193" y="1338"/>
                  </a:lnTo>
                  <a:lnTo>
                    <a:pt x="215" y="1339"/>
                  </a:lnTo>
                  <a:lnTo>
                    <a:pt x="235" y="1347"/>
                  </a:lnTo>
                  <a:lnTo>
                    <a:pt x="224" y="1353"/>
                  </a:lnTo>
                  <a:lnTo>
                    <a:pt x="214" y="1354"/>
                  </a:lnTo>
                  <a:lnTo>
                    <a:pt x="207" y="1364"/>
                  </a:lnTo>
                  <a:lnTo>
                    <a:pt x="209" y="1373"/>
                  </a:lnTo>
                  <a:lnTo>
                    <a:pt x="225" y="1401"/>
                  </a:lnTo>
                  <a:lnTo>
                    <a:pt x="226" y="1410"/>
                  </a:lnTo>
                  <a:lnTo>
                    <a:pt x="213" y="1400"/>
                  </a:lnTo>
                  <a:lnTo>
                    <a:pt x="204" y="1389"/>
                  </a:lnTo>
                  <a:lnTo>
                    <a:pt x="201" y="1380"/>
                  </a:lnTo>
                  <a:lnTo>
                    <a:pt x="194" y="1379"/>
                  </a:lnTo>
                  <a:lnTo>
                    <a:pt x="192" y="1391"/>
                  </a:lnTo>
                  <a:lnTo>
                    <a:pt x="193" y="1402"/>
                  </a:lnTo>
                  <a:lnTo>
                    <a:pt x="202" y="1420"/>
                  </a:lnTo>
                  <a:lnTo>
                    <a:pt x="208" y="1450"/>
                  </a:lnTo>
                  <a:lnTo>
                    <a:pt x="222" y="1464"/>
                  </a:lnTo>
                  <a:lnTo>
                    <a:pt x="243" y="1467"/>
                  </a:lnTo>
                  <a:lnTo>
                    <a:pt x="251" y="1483"/>
                  </a:lnTo>
                  <a:lnTo>
                    <a:pt x="251" y="1501"/>
                  </a:lnTo>
                  <a:lnTo>
                    <a:pt x="241" y="1509"/>
                  </a:lnTo>
                  <a:lnTo>
                    <a:pt x="243" y="1530"/>
                  </a:lnTo>
                  <a:lnTo>
                    <a:pt x="246" y="1536"/>
                  </a:lnTo>
                  <a:lnTo>
                    <a:pt x="280" y="1574"/>
                  </a:lnTo>
                  <a:lnTo>
                    <a:pt x="299" y="1602"/>
                  </a:lnTo>
                  <a:lnTo>
                    <a:pt x="323" y="1627"/>
                  </a:lnTo>
                  <a:lnTo>
                    <a:pt x="332" y="1631"/>
                  </a:lnTo>
                  <a:lnTo>
                    <a:pt x="335" y="1649"/>
                  </a:lnTo>
                  <a:lnTo>
                    <a:pt x="347" y="1656"/>
                  </a:lnTo>
                  <a:lnTo>
                    <a:pt x="354" y="1667"/>
                  </a:lnTo>
                  <a:lnTo>
                    <a:pt x="356" y="1670"/>
                  </a:lnTo>
                  <a:lnTo>
                    <a:pt x="352" y="1681"/>
                  </a:lnTo>
                  <a:lnTo>
                    <a:pt x="353" y="1694"/>
                  </a:lnTo>
                  <a:lnTo>
                    <a:pt x="358" y="1717"/>
                  </a:lnTo>
                  <a:lnTo>
                    <a:pt x="361" y="1723"/>
                  </a:lnTo>
                  <a:lnTo>
                    <a:pt x="371" y="1726"/>
                  </a:lnTo>
                  <a:lnTo>
                    <a:pt x="401" y="1731"/>
                  </a:lnTo>
                  <a:lnTo>
                    <a:pt x="420" y="1741"/>
                  </a:lnTo>
                  <a:lnTo>
                    <a:pt x="428" y="1736"/>
                  </a:lnTo>
                  <a:lnTo>
                    <a:pt x="438" y="1739"/>
                  </a:lnTo>
                  <a:lnTo>
                    <a:pt x="452" y="1746"/>
                  </a:lnTo>
                  <a:lnTo>
                    <a:pt x="466" y="1752"/>
                  </a:lnTo>
                  <a:lnTo>
                    <a:pt x="473" y="1762"/>
                  </a:lnTo>
                  <a:lnTo>
                    <a:pt x="497" y="1772"/>
                  </a:lnTo>
                  <a:lnTo>
                    <a:pt x="506" y="1776"/>
                  </a:lnTo>
                  <a:lnTo>
                    <a:pt x="513" y="1783"/>
                  </a:lnTo>
                  <a:lnTo>
                    <a:pt x="517" y="1773"/>
                  </a:lnTo>
                  <a:lnTo>
                    <a:pt x="524" y="1773"/>
                  </a:lnTo>
                  <a:lnTo>
                    <a:pt x="531" y="1776"/>
                  </a:lnTo>
                  <a:lnTo>
                    <a:pt x="543" y="1787"/>
                  </a:lnTo>
                  <a:lnTo>
                    <a:pt x="546" y="1804"/>
                  </a:lnTo>
                  <a:lnTo>
                    <a:pt x="548" y="1806"/>
                  </a:lnTo>
                  <a:lnTo>
                    <a:pt x="569" y="1808"/>
                  </a:lnTo>
                  <a:lnTo>
                    <a:pt x="587" y="1820"/>
                  </a:lnTo>
                  <a:lnTo>
                    <a:pt x="599" y="1829"/>
                  </a:lnTo>
                  <a:lnTo>
                    <a:pt x="621" y="1855"/>
                  </a:lnTo>
                  <a:lnTo>
                    <a:pt x="635" y="1867"/>
                  </a:lnTo>
                  <a:lnTo>
                    <a:pt x="643" y="1883"/>
                  </a:lnTo>
                  <a:lnTo>
                    <a:pt x="649" y="1923"/>
                  </a:lnTo>
                  <a:lnTo>
                    <a:pt x="652" y="1934"/>
                  </a:lnTo>
                  <a:lnTo>
                    <a:pt x="845" y="1918"/>
                  </a:lnTo>
                  <a:lnTo>
                    <a:pt x="847" y="1927"/>
                  </a:lnTo>
                  <a:lnTo>
                    <a:pt x="1174" y="2049"/>
                  </a:lnTo>
                  <a:lnTo>
                    <a:pt x="1337" y="2049"/>
                  </a:lnTo>
                  <a:lnTo>
                    <a:pt x="1407" y="2049"/>
                  </a:lnTo>
                  <a:lnTo>
                    <a:pt x="1407" y="2001"/>
                  </a:lnTo>
                  <a:lnTo>
                    <a:pt x="1548" y="2000"/>
                  </a:lnTo>
                  <a:lnTo>
                    <a:pt x="1564" y="2010"/>
                  </a:lnTo>
                  <a:lnTo>
                    <a:pt x="1570" y="2013"/>
                  </a:lnTo>
                  <a:lnTo>
                    <a:pt x="1581" y="2033"/>
                  </a:lnTo>
                  <a:lnTo>
                    <a:pt x="1601" y="2042"/>
                  </a:lnTo>
                  <a:lnTo>
                    <a:pt x="1616" y="2062"/>
                  </a:lnTo>
                  <a:lnTo>
                    <a:pt x="1646" y="2090"/>
                  </a:lnTo>
                  <a:lnTo>
                    <a:pt x="1692" y="2120"/>
                  </a:lnTo>
                  <a:lnTo>
                    <a:pt x="1714" y="2198"/>
                  </a:lnTo>
                  <a:lnTo>
                    <a:pt x="1738" y="2227"/>
                  </a:lnTo>
                  <a:lnTo>
                    <a:pt x="1765" y="2253"/>
                  </a:lnTo>
                  <a:lnTo>
                    <a:pt x="1804" y="2278"/>
                  </a:lnTo>
                  <a:lnTo>
                    <a:pt x="1840" y="2285"/>
                  </a:lnTo>
                  <a:lnTo>
                    <a:pt x="1877" y="2212"/>
                  </a:lnTo>
                  <a:lnTo>
                    <a:pt x="1882" y="2206"/>
                  </a:lnTo>
                  <a:lnTo>
                    <a:pt x="1899" y="2199"/>
                  </a:lnTo>
                  <a:lnTo>
                    <a:pt x="1916" y="2204"/>
                  </a:lnTo>
                  <a:lnTo>
                    <a:pt x="1987" y="2200"/>
                  </a:lnTo>
                  <a:lnTo>
                    <a:pt x="1999" y="2215"/>
                  </a:lnTo>
                  <a:lnTo>
                    <a:pt x="2026" y="2240"/>
                  </a:lnTo>
                  <a:lnTo>
                    <a:pt x="2036" y="2257"/>
                  </a:lnTo>
                  <a:lnTo>
                    <a:pt x="2052" y="2269"/>
                  </a:lnTo>
                  <a:lnTo>
                    <a:pt x="2082" y="2341"/>
                  </a:lnTo>
                  <a:lnTo>
                    <a:pt x="2108" y="2369"/>
                  </a:lnTo>
                  <a:lnTo>
                    <a:pt x="2122" y="2398"/>
                  </a:lnTo>
                  <a:lnTo>
                    <a:pt x="2148" y="2416"/>
                  </a:lnTo>
                  <a:lnTo>
                    <a:pt x="2172" y="2491"/>
                  </a:lnTo>
                  <a:lnTo>
                    <a:pt x="2198" y="2531"/>
                  </a:lnTo>
                  <a:lnTo>
                    <a:pt x="2225" y="2548"/>
                  </a:lnTo>
                  <a:lnTo>
                    <a:pt x="2247" y="2550"/>
                  </a:lnTo>
                  <a:lnTo>
                    <a:pt x="2270" y="2564"/>
                  </a:lnTo>
                  <a:lnTo>
                    <a:pt x="2312" y="2567"/>
                  </a:lnTo>
                  <a:lnTo>
                    <a:pt x="2341" y="2581"/>
                  </a:lnTo>
                  <a:lnTo>
                    <a:pt x="2368" y="2584"/>
                  </a:lnTo>
                  <a:lnTo>
                    <a:pt x="2369" y="2580"/>
                  </a:lnTo>
                  <a:lnTo>
                    <a:pt x="2362" y="2575"/>
                  </a:lnTo>
                  <a:lnTo>
                    <a:pt x="2356" y="2558"/>
                  </a:lnTo>
                  <a:lnTo>
                    <a:pt x="2352" y="2546"/>
                  </a:lnTo>
                  <a:lnTo>
                    <a:pt x="2350" y="2544"/>
                  </a:lnTo>
                  <a:lnTo>
                    <a:pt x="2341" y="2503"/>
                  </a:lnTo>
                  <a:lnTo>
                    <a:pt x="2340" y="2488"/>
                  </a:lnTo>
                  <a:lnTo>
                    <a:pt x="2347" y="2483"/>
                  </a:lnTo>
                  <a:lnTo>
                    <a:pt x="2347" y="2464"/>
                  </a:lnTo>
                  <a:lnTo>
                    <a:pt x="2346" y="2462"/>
                  </a:lnTo>
                  <a:lnTo>
                    <a:pt x="2336" y="2460"/>
                  </a:lnTo>
                  <a:lnTo>
                    <a:pt x="2331" y="2456"/>
                  </a:lnTo>
                  <a:lnTo>
                    <a:pt x="2332" y="2451"/>
                  </a:lnTo>
                  <a:lnTo>
                    <a:pt x="2344" y="2450"/>
                  </a:lnTo>
                  <a:lnTo>
                    <a:pt x="2349" y="2455"/>
                  </a:lnTo>
                  <a:lnTo>
                    <a:pt x="2356" y="2450"/>
                  </a:lnTo>
                  <a:lnTo>
                    <a:pt x="2358" y="2438"/>
                  </a:lnTo>
                  <a:lnTo>
                    <a:pt x="2359" y="2418"/>
                  </a:lnTo>
                  <a:lnTo>
                    <a:pt x="2350" y="2402"/>
                  </a:lnTo>
                  <a:lnTo>
                    <a:pt x="2372" y="2398"/>
                  </a:lnTo>
                  <a:lnTo>
                    <a:pt x="2381" y="2382"/>
                  </a:lnTo>
                  <a:lnTo>
                    <a:pt x="2380" y="2379"/>
                  </a:lnTo>
                  <a:lnTo>
                    <a:pt x="2371" y="2381"/>
                  </a:lnTo>
                  <a:lnTo>
                    <a:pt x="2371" y="2373"/>
                  </a:lnTo>
                  <a:lnTo>
                    <a:pt x="2387" y="2364"/>
                  </a:lnTo>
                  <a:lnTo>
                    <a:pt x="2392" y="2366"/>
                  </a:lnTo>
                  <a:lnTo>
                    <a:pt x="2401" y="2354"/>
                  </a:lnTo>
                  <a:lnTo>
                    <a:pt x="2403" y="2350"/>
                  </a:lnTo>
                  <a:lnTo>
                    <a:pt x="2407" y="2346"/>
                  </a:lnTo>
                  <a:lnTo>
                    <a:pt x="2421" y="2344"/>
                  </a:lnTo>
                  <a:lnTo>
                    <a:pt x="2428" y="2341"/>
                  </a:lnTo>
                  <a:lnTo>
                    <a:pt x="2429" y="2333"/>
                  </a:lnTo>
                  <a:lnTo>
                    <a:pt x="2420" y="2327"/>
                  </a:lnTo>
                  <a:lnTo>
                    <a:pt x="2420" y="2319"/>
                  </a:lnTo>
                  <a:lnTo>
                    <a:pt x="2422" y="2315"/>
                  </a:lnTo>
                  <a:lnTo>
                    <a:pt x="2430" y="2318"/>
                  </a:lnTo>
                  <a:lnTo>
                    <a:pt x="2434" y="2322"/>
                  </a:lnTo>
                  <a:lnTo>
                    <a:pt x="2436" y="2321"/>
                  </a:lnTo>
                  <a:lnTo>
                    <a:pt x="2436" y="2315"/>
                  </a:lnTo>
                  <a:lnTo>
                    <a:pt x="2438" y="2311"/>
                  </a:lnTo>
                  <a:lnTo>
                    <a:pt x="2442" y="2312"/>
                  </a:lnTo>
                  <a:lnTo>
                    <a:pt x="2446" y="2320"/>
                  </a:lnTo>
                  <a:lnTo>
                    <a:pt x="2447" y="2320"/>
                  </a:lnTo>
                  <a:lnTo>
                    <a:pt x="2453" y="2318"/>
                  </a:lnTo>
                  <a:lnTo>
                    <a:pt x="2455" y="2311"/>
                  </a:lnTo>
                  <a:lnTo>
                    <a:pt x="2457" y="2309"/>
                  </a:lnTo>
                  <a:lnTo>
                    <a:pt x="2461" y="2322"/>
                  </a:lnTo>
                  <a:lnTo>
                    <a:pt x="2486" y="2315"/>
                  </a:lnTo>
                  <a:lnTo>
                    <a:pt x="2490" y="2316"/>
                  </a:lnTo>
                  <a:lnTo>
                    <a:pt x="2488" y="2318"/>
                  </a:lnTo>
                  <a:lnTo>
                    <a:pt x="2482" y="2321"/>
                  </a:lnTo>
                  <a:lnTo>
                    <a:pt x="2465" y="2327"/>
                  </a:lnTo>
                  <a:lnTo>
                    <a:pt x="2453" y="2333"/>
                  </a:lnTo>
                  <a:lnTo>
                    <a:pt x="2450" y="2338"/>
                  </a:lnTo>
                  <a:lnTo>
                    <a:pt x="2453" y="2339"/>
                  </a:lnTo>
                  <a:lnTo>
                    <a:pt x="2480" y="2329"/>
                  </a:lnTo>
                  <a:lnTo>
                    <a:pt x="2503" y="2317"/>
                  </a:lnTo>
                  <a:lnTo>
                    <a:pt x="2513" y="2308"/>
                  </a:lnTo>
                  <a:lnTo>
                    <a:pt x="2535" y="2294"/>
                  </a:lnTo>
                  <a:lnTo>
                    <a:pt x="2539" y="2286"/>
                  </a:lnTo>
                  <a:lnTo>
                    <a:pt x="2548" y="2261"/>
                  </a:lnTo>
                  <a:lnTo>
                    <a:pt x="2549" y="2210"/>
                  </a:lnTo>
                  <a:lnTo>
                    <a:pt x="2555" y="2206"/>
                  </a:lnTo>
                  <a:lnTo>
                    <a:pt x="2559" y="2204"/>
                  </a:lnTo>
                  <a:lnTo>
                    <a:pt x="2563" y="2204"/>
                  </a:lnTo>
                  <a:lnTo>
                    <a:pt x="2564" y="2223"/>
                  </a:lnTo>
                  <a:lnTo>
                    <a:pt x="2575" y="2223"/>
                  </a:lnTo>
                  <a:lnTo>
                    <a:pt x="2573" y="2229"/>
                  </a:lnTo>
                  <a:lnTo>
                    <a:pt x="2563" y="2234"/>
                  </a:lnTo>
                  <a:lnTo>
                    <a:pt x="2566" y="2235"/>
                  </a:lnTo>
                  <a:lnTo>
                    <a:pt x="2597" y="2223"/>
                  </a:lnTo>
                  <a:lnTo>
                    <a:pt x="2616" y="2213"/>
                  </a:lnTo>
                  <a:lnTo>
                    <a:pt x="2642" y="2212"/>
                  </a:lnTo>
                  <a:lnTo>
                    <a:pt x="2691" y="2204"/>
                  </a:lnTo>
                  <a:lnTo>
                    <a:pt x="2724" y="2214"/>
                  </a:lnTo>
                  <a:lnTo>
                    <a:pt x="2741" y="2222"/>
                  </a:lnTo>
                  <a:lnTo>
                    <a:pt x="2761" y="2225"/>
                  </a:lnTo>
                  <a:lnTo>
                    <a:pt x="2780" y="2225"/>
                  </a:lnTo>
                  <a:lnTo>
                    <a:pt x="2789" y="2216"/>
                  </a:lnTo>
                  <a:lnTo>
                    <a:pt x="2789" y="2207"/>
                  </a:lnTo>
                  <a:lnTo>
                    <a:pt x="2793" y="2203"/>
                  </a:lnTo>
                  <a:lnTo>
                    <a:pt x="2809" y="2203"/>
                  </a:lnTo>
                  <a:lnTo>
                    <a:pt x="2833" y="2216"/>
                  </a:lnTo>
                  <a:lnTo>
                    <a:pt x="2843" y="2227"/>
                  </a:lnTo>
                  <a:lnTo>
                    <a:pt x="2853" y="2229"/>
                  </a:lnTo>
                  <a:lnTo>
                    <a:pt x="2871" y="2255"/>
                  </a:lnTo>
                  <a:lnTo>
                    <a:pt x="2888" y="2256"/>
                  </a:lnTo>
                  <a:lnTo>
                    <a:pt x="2893" y="2260"/>
                  </a:lnTo>
                  <a:lnTo>
                    <a:pt x="2906" y="2265"/>
                  </a:lnTo>
                  <a:lnTo>
                    <a:pt x="2919" y="2258"/>
                  </a:lnTo>
                  <a:lnTo>
                    <a:pt x="2927" y="2264"/>
                  </a:lnTo>
                  <a:lnTo>
                    <a:pt x="2935" y="2259"/>
                  </a:lnTo>
                  <a:lnTo>
                    <a:pt x="2943" y="2259"/>
                  </a:lnTo>
                  <a:lnTo>
                    <a:pt x="2958" y="2264"/>
                  </a:lnTo>
                  <a:lnTo>
                    <a:pt x="2969" y="2250"/>
                  </a:lnTo>
                  <a:lnTo>
                    <a:pt x="2971" y="2246"/>
                  </a:lnTo>
                  <a:lnTo>
                    <a:pt x="2970" y="2239"/>
                  </a:lnTo>
                  <a:lnTo>
                    <a:pt x="2974" y="2237"/>
                  </a:lnTo>
                  <a:lnTo>
                    <a:pt x="2981" y="2237"/>
                  </a:lnTo>
                  <a:lnTo>
                    <a:pt x="2992" y="2248"/>
                  </a:lnTo>
                  <a:lnTo>
                    <a:pt x="3010" y="2256"/>
                  </a:lnTo>
                  <a:lnTo>
                    <a:pt x="3027" y="2278"/>
                  </a:lnTo>
                  <a:lnTo>
                    <a:pt x="3033" y="2275"/>
                  </a:lnTo>
                  <a:lnTo>
                    <a:pt x="3044" y="2270"/>
                  </a:lnTo>
                  <a:lnTo>
                    <a:pt x="3047" y="2264"/>
                  </a:lnTo>
                  <a:lnTo>
                    <a:pt x="3040" y="2254"/>
                  </a:lnTo>
                  <a:lnTo>
                    <a:pt x="3014" y="2240"/>
                  </a:lnTo>
                  <a:lnTo>
                    <a:pt x="3002" y="2226"/>
                  </a:lnTo>
                  <a:lnTo>
                    <a:pt x="3003" y="2222"/>
                  </a:lnTo>
                  <a:lnTo>
                    <a:pt x="3010" y="2209"/>
                  </a:lnTo>
                  <a:lnTo>
                    <a:pt x="3028" y="2196"/>
                  </a:lnTo>
                  <a:lnTo>
                    <a:pt x="3032" y="2174"/>
                  </a:lnTo>
                  <a:lnTo>
                    <a:pt x="3028" y="2171"/>
                  </a:lnTo>
                  <a:lnTo>
                    <a:pt x="3024" y="2169"/>
                  </a:lnTo>
                  <a:lnTo>
                    <a:pt x="3007" y="2178"/>
                  </a:lnTo>
                  <a:lnTo>
                    <a:pt x="2997" y="2186"/>
                  </a:lnTo>
                  <a:lnTo>
                    <a:pt x="2991" y="2185"/>
                  </a:lnTo>
                  <a:lnTo>
                    <a:pt x="2987" y="2167"/>
                  </a:lnTo>
                  <a:lnTo>
                    <a:pt x="2983" y="2166"/>
                  </a:lnTo>
                  <a:lnTo>
                    <a:pt x="2977" y="2166"/>
                  </a:lnTo>
                  <a:lnTo>
                    <a:pt x="2965" y="2176"/>
                  </a:lnTo>
                  <a:lnTo>
                    <a:pt x="2949" y="2176"/>
                  </a:lnTo>
                  <a:lnTo>
                    <a:pt x="2937" y="2166"/>
                  </a:lnTo>
                  <a:lnTo>
                    <a:pt x="2941" y="2148"/>
                  </a:lnTo>
                  <a:lnTo>
                    <a:pt x="2961" y="2143"/>
                  </a:lnTo>
                  <a:lnTo>
                    <a:pt x="2983" y="2153"/>
                  </a:lnTo>
                  <a:lnTo>
                    <a:pt x="3008" y="2158"/>
                  </a:lnTo>
                  <a:lnTo>
                    <a:pt x="3028" y="2148"/>
                  </a:lnTo>
                  <a:lnTo>
                    <a:pt x="3041" y="2152"/>
                  </a:lnTo>
                  <a:lnTo>
                    <a:pt x="3059" y="2142"/>
                  </a:lnTo>
                  <a:lnTo>
                    <a:pt x="3111" y="2144"/>
                  </a:lnTo>
                  <a:lnTo>
                    <a:pt x="3124" y="2146"/>
                  </a:lnTo>
                  <a:lnTo>
                    <a:pt x="3131" y="2143"/>
                  </a:lnTo>
                  <a:lnTo>
                    <a:pt x="3144" y="2092"/>
                  </a:lnTo>
                  <a:lnTo>
                    <a:pt x="3147" y="2102"/>
                  </a:lnTo>
                  <a:lnTo>
                    <a:pt x="3147" y="2116"/>
                  </a:lnTo>
                  <a:lnTo>
                    <a:pt x="3151" y="2136"/>
                  </a:lnTo>
                  <a:lnTo>
                    <a:pt x="3151" y="2143"/>
                  </a:lnTo>
                  <a:lnTo>
                    <a:pt x="3146" y="2153"/>
                  </a:lnTo>
                  <a:lnTo>
                    <a:pt x="3148" y="2158"/>
                  </a:lnTo>
                  <a:lnTo>
                    <a:pt x="3163" y="2156"/>
                  </a:lnTo>
                  <a:lnTo>
                    <a:pt x="3195" y="2146"/>
                  </a:lnTo>
                  <a:lnTo>
                    <a:pt x="3208" y="2133"/>
                  </a:lnTo>
                  <a:lnTo>
                    <a:pt x="3217" y="2132"/>
                  </a:lnTo>
                  <a:lnTo>
                    <a:pt x="3225" y="2125"/>
                  </a:lnTo>
                  <a:lnTo>
                    <a:pt x="3227" y="2126"/>
                  </a:lnTo>
                  <a:lnTo>
                    <a:pt x="3227" y="2130"/>
                  </a:lnTo>
                  <a:lnTo>
                    <a:pt x="3223" y="2142"/>
                  </a:lnTo>
                  <a:lnTo>
                    <a:pt x="3234" y="2141"/>
                  </a:lnTo>
                  <a:lnTo>
                    <a:pt x="3268" y="2132"/>
                  </a:lnTo>
                  <a:lnTo>
                    <a:pt x="3286" y="2133"/>
                  </a:lnTo>
                  <a:lnTo>
                    <a:pt x="3292" y="2135"/>
                  </a:lnTo>
                  <a:lnTo>
                    <a:pt x="3292" y="2141"/>
                  </a:lnTo>
                  <a:lnTo>
                    <a:pt x="3287" y="2143"/>
                  </a:lnTo>
                  <a:lnTo>
                    <a:pt x="3288" y="2145"/>
                  </a:lnTo>
                  <a:lnTo>
                    <a:pt x="3298" y="2152"/>
                  </a:lnTo>
                  <a:lnTo>
                    <a:pt x="3316" y="2158"/>
                  </a:lnTo>
                  <a:lnTo>
                    <a:pt x="3356" y="2181"/>
                  </a:lnTo>
                  <a:lnTo>
                    <a:pt x="3362" y="2188"/>
                  </a:lnTo>
                  <a:lnTo>
                    <a:pt x="3371" y="2204"/>
                  </a:lnTo>
                  <a:lnTo>
                    <a:pt x="3378" y="2209"/>
                  </a:lnTo>
                  <a:lnTo>
                    <a:pt x="3400" y="2205"/>
                  </a:lnTo>
                  <a:lnTo>
                    <a:pt x="3422" y="2200"/>
                  </a:lnTo>
                  <a:lnTo>
                    <a:pt x="3444" y="2189"/>
                  </a:lnTo>
                  <a:lnTo>
                    <a:pt x="3453" y="2188"/>
                  </a:lnTo>
                  <a:lnTo>
                    <a:pt x="3455" y="2188"/>
                  </a:lnTo>
                  <a:lnTo>
                    <a:pt x="3456" y="2179"/>
                  </a:lnTo>
                  <a:lnTo>
                    <a:pt x="3464" y="2174"/>
                  </a:lnTo>
                  <a:lnTo>
                    <a:pt x="3478" y="2173"/>
                  </a:lnTo>
                  <a:lnTo>
                    <a:pt x="3486" y="2174"/>
                  </a:lnTo>
                  <a:lnTo>
                    <a:pt x="3502" y="2179"/>
                  </a:lnTo>
                  <a:lnTo>
                    <a:pt x="3513" y="2191"/>
                  </a:lnTo>
                  <a:lnTo>
                    <a:pt x="3528" y="2208"/>
                  </a:lnTo>
                  <a:lnTo>
                    <a:pt x="3536" y="2213"/>
                  </a:lnTo>
                  <a:lnTo>
                    <a:pt x="3537" y="2227"/>
                  </a:lnTo>
                  <a:lnTo>
                    <a:pt x="3545" y="2232"/>
                  </a:lnTo>
                  <a:lnTo>
                    <a:pt x="3560" y="2251"/>
                  </a:lnTo>
                  <a:lnTo>
                    <a:pt x="3572" y="2258"/>
                  </a:lnTo>
                  <a:lnTo>
                    <a:pt x="3589" y="2266"/>
                  </a:lnTo>
                  <a:lnTo>
                    <a:pt x="3594" y="2272"/>
                  </a:lnTo>
                  <a:lnTo>
                    <a:pt x="3596" y="2284"/>
                  </a:lnTo>
                  <a:lnTo>
                    <a:pt x="3598" y="2313"/>
                  </a:lnTo>
                  <a:lnTo>
                    <a:pt x="3589" y="2367"/>
                  </a:lnTo>
                  <a:lnTo>
                    <a:pt x="3589" y="2377"/>
                  </a:lnTo>
                  <a:lnTo>
                    <a:pt x="3593" y="2393"/>
                  </a:lnTo>
                  <a:lnTo>
                    <a:pt x="3594" y="2394"/>
                  </a:lnTo>
                  <a:lnTo>
                    <a:pt x="3600" y="2394"/>
                  </a:lnTo>
                  <a:lnTo>
                    <a:pt x="3603" y="2380"/>
                  </a:lnTo>
                  <a:lnTo>
                    <a:pt x="3609" y="2382"/>
                  </a:lnTo>
                  <a:lnTo>
                    <a:pt x="3616" y="2388"/>
                  </a:lnTo>
                  <a:lnTo>
                    <a:pt x="3609" y="2408"/>
                  </a:lnTo>
                  <a:lnTo>
                    <a:pt x="3606" y="2422"/>
                  </a:lnTo>
                  <a:lnTo>
                    <a:pt x="3608" y="2439"/>
                  </a:lnTo>
                  <a:lnTo>
                    <a:pt x="3616" y="2455"/>
                  </a:lnTo>
                  <a:lnTo>
                    <a:pt x="3638" y="2486"/>
                  </a:lnTo>
                  <a:lnTo>
                    <a:pt x="3640" y="2487"/>
                  </a:lnTo>
                  <a:lnTo>
                    <a:pt x="3652" y="2483"/>
                  </a:lnTo>
                  <a:lnTo>
                    <a:pt x="3656" y="2511"/>
                  </a:lnTo>
                  <a:lnTo>
                    <a:pt x="3663" y="2507"/>
                  </a:lnTo>
                  <a:lnTo>
                    <a:pt x="3666" y="2508"/>
                  </a:lnTo>
                  <a:lnTo>
                    <a:pt x="3661" y="2516"/>
                  </a:lnTo>
                  <a:lnTo>
                    <a:pt x="3659" y="2522"/>
                  </a:lnTo>
                  <a:lnTo>
                    <a:pt x="3672" y="2542"/>
                  </a:lnTo>
                  <a:lnTo>
                    <a:pt x="3679" y="2563"/>
                  </a:lnTo>
                  <a:lnTo>
                    <a:pt x="3683" y="2573"/>
                  </a:lnTo>
                  <a:lnTo>
                    <a:pt x="3691" y="2581"/>
                  </a:lnTo>
                  <a:lnTo>
                    <a:pt x="3704" y="2581"/>
                  </a:lnTo>
                  <a:lnTo>
                    <a:pt x="3713" y="2590"/>
                  </a:lnTo>
                  <a:lnTo>
                    <a:pt x="3729" y="2625"/>
                  </a:lnTo>
                  <a:lnTo>
                    <a:pt x="3728" y="2645"/>
                  </a:lnTo>
                  <a:lnTo>
                    <a:pt x="3730" y="2648"/>
                  </a:lnTo>
                  <a:lnTo>
                    <a:pt x="3735" y="2652"/>
                  </a:lnTo>
                  <a:lnTo>
                    <a:pt x="3756" y="2652"/>
                  </a:lnTo>
                  <a:lnTo>
                    <a:pt x="3771" y="2649"/>
                  </a:lnTo>
                  <a:lnTo>
                    <a:pt x="3791" y="2639"/>
                  </a:lnTo>
                  <a:lnTo>
                    <a:pt x="3803" y="2645"/>
                  </a:lnTo>
                  <a:lnTo>
                    <a:pt x="3810" y="2634"/>
                  </a:lnTo>
                  <a:lnTo>
                    <a:pt x="3803" y="2627"/>
                  </a:lnTo>
                  <a:lnTo>
                    <a:pt x="3811" y="2596"/>
                  </a:lnTo>
                  <a:lnTo>
                    <a:pt x="3821" y="2564"/>
                  </a:lnTo>
                  <a:lnTo>
                    <a:pt x="3823" y="2533"/>
                  </a:lnTo>
                  <a:lnTo>
                    <a:pt x="3821" y="2502"/>
                  </a:lnTo>
                  <a:lnTo>
                    <a:pt x="3822" y="2481"/>
                  </a:lnTo>
                  <a:lnTo>
                    <a:pt x="3795" y="2411"/>
                  </a:lnTo>
                  <a:lnTo>
                    <a:pt x="3781" y="2384"/>
                  </a:lnTo>
                  <a:lnTo>
                    <a:pt x="3776" y="2364"/>
                  </a:lnTo>
                  <a:lnTo>
                    <a:pt x="3779" y="2338"/>
                  </a:lnTo>
                  <a:lnTo>
                    <a:pt x="3776" y="2323"/>
                  </a:lnTo>
                  <a:lnTo>
                    <a:pt x="3765" y="2301"/>
                  </a:lnTo>
                  <a:lnTo>
                    <a:pt x="3738" y="2257"/>
                  </a:lnTo>
                  <a:lnTo>
                    <a:pt x="3715" y="2195"/>
                  </a:lnTo>
                  <a:lnTo>
                    <a:pt x="3699" y="2121"/>
                  </a:lnTo>
                  <a:lnTo>
                    <a:pt x="3702" y="2112"/>
                  </a:lnTo>
                  <a:lnTo>
                    <a:pt x="3703" y="2088"/>
                  </a:lnTo>
                  <a:lnTo>
                    <a:pt x="3712" y="2072"/>
                  </a:lnTo>
                  <a:lnTo>
                    <a:pt x="3717" y="2053"/>
                  </a:lnTo>
                  <a:lnTo>
                    <a:pt x="3721" y="2041"/>
                  </a:lnTo>
                  <a:lnTo>
                    <a:pt x="3741" y="1996"/>
                  </a:lnTo>
                  <a:lnTo>
                    <a:pt x="3751" y="1981"/>
                  </a:lnTo>
                  <a:lnTo>
                    <a:pt x="3755" y="1980"/>
                  </a:lnTo>
                  <a:lnTo>
                    <a:pt x="3754" y="1972"/>
                  </a:lnTo>
                  <a:lnTo>
                    <a:pt x="3756" y="1969"/>
                  </a:lnTo>
                  <a:lnTo>
                    <a:pt x="3770" y="1961"/>
                  </a:lnTo>
                  <a:lnTo>
                    <a:pt x="3779" y="1961"/>
                  </a:lnTo>
                  <a:lnTo>
                    <a:pt x="3783" y="1955"/>
                  </a:lnTo>
                  <a:lnTo>
                    <a:pt x="3780" y="1946"/>
                  </a:lnTo>
                  <a:lnTo>
                    <a:pt x="3772" y="1935"/>
                  </a:lnTo>
                  <a:lnTo>
                    <a:pt x="3771" y="1930"/>
                  </a:lnTo>
                  <a:lnTo>
                    <a:pt x="3773" y="1927"/>
                  </a:lnTo>
                  <a:lnTo>
                    <a:pt x="3797" y="1926"/>
                  </a:lnTo>
                  <a:lnTo>
                    <a:pt x="3822" y="1928"/>
                  </a:lnTo>
                  <a:lnTo>
                    <a:pt x="3830" y="1926"/>
                  </a:lnTo>
                  <a:lnTo>
                    <a:pt x="3865" y="1896"/>
                  </a:lnTo>
                  <a:lnTo>
                    <a:pt x="3868" y="1896"/>
                  </a:lnTo>
                  <a:lnTo>
                    <a:pt x="3876" y="1890"/>
                  </a:lnTo>
                  <a:lnTo>
                    <a:pt x="3879" y="1879"/>
                  </a:lnTo>
                  <a:lnTo>
                    <a:pt x="3894" y="1875"/>
                  </a:lnTo>
                  <a:lnTo>
                    <a:pt x="3903" y="1867"/>
                  </a:lnTo>
                  <a:lnTo>
                    <a:pt x="3907" y="1857"/>
                  </a:lnTo>
                  <a:lnTo>
                    <a:pt x="3904" y="1848"/>
                  </a:lnTo>
                  <a:lnTo>
                    <a:pt x="3913" y="1842"/>
                  </a:lnTo>
                  <a:lnTo>
                    <a:pt x="3923" y="1824"/>
                  </a:lnTo>
                  <a:lnTo>
                    <a:pt x="3934" y="1812"/>
                  </a:lnTo>
                  <a:lnTo>
                    <a:pt x="3955" y="1802"/>
                  </a:lnTo>
                  <a:lnTo>
                    <a:pt x="3958" y="1794"/>
                  </a:lnTo>
                  <a:lnTo>
                    <a:pt x="3967" y="1792"/>
                  </a:lnTo>
                  <a:lnTo>
                    <a:pt x="3993" y="1789"/>
                  </a:lnTo>
                  <a:lnTo>
                    <a:pt x="4023" y="1774"/>
                  </a:lnTo>
                  <a:lnTo>
                    <a:pt x="4026" y="1765"/>
                  </a:lnTo>
                  <a:lnTo>
                    <a:pt x="4029" y="1760"/>
                  </a:lnTo>
                  <a:lnTo>
                    <a:pt x="4038" y="1752"/>
                  </a:lnTo>
                  <a:lnTo>
                    <a:pt x="4047" y="1739"/>
                  </a:lnTo>
                  <a:lnTo>
                    <a:pt x="4059" y="1730"/>
                  </a:lnTo>
                  <a:lnTo>
                    <a:pt x="4088" y="1715"/>
                  </a:lnTo>
                  <a:lnTo>
                    <a:pt x="4121" y="1713"/>
                  </a:lnTo>
                  <a:lnTo>
                    <a:pt x="4144" y="1699"/>
                  </a:lnTo>
                  <a:lnTo>
                    <a:pt x="4147" y="1690"/>
                  </a:lnTo>
                  <a:lnTo>
                    <a:pt x="4147" y="1679"/>
                  </a:lnTo>
                  <a:lnTo>
                    <a:pt x="4134" y="1676"/>
                  </a:lnTo>
                  <a:lnTo>
                    <a:pt x="4125" y="1679"/>
                  </a:lnTo>
                  <a:lnTo>
                    <a:pt x="4124" y="1682"/>
                  </a:lnTo>
                  <a:lnTo>
                    <a:pt x="4123" y="1679"/>
                  </a:lnTo>
                  <a:lnTo>
                    <a:pt x="4124" y="1670"/>
                  </a:lnTo>
                  <a:lnTo>
                    <a:pt x="4132" y="1663"/>
                  </a:lnTo>
                  <a:lnTo>
                    <a:pt x="4134" y="1657"/>
                  </a:lnTo>
                  <a:lnTo>
                    <a:pt x="4142" y="1649"/>
                  </a:lnTo>
                  <a:lnTo>
                    <a:pt x="4136" y="1643"/>
                  </a:lnTo>
                  <a:lnTo>
                    <a:pt x="4112" y="1632"/>
                  </a:lnTo>
                  <a:lnTo>
                    <a:pt x="4131" y="1632"/>
                  </a:lnTo>
                  <a:lnTo>
                    <a:pt x="4142" y="1625"/>
                  </a:lnTo>
                  <a:lnTo>
                    <a:pt x="4145" y="1635"/>
                  </a:lnTo>
                  <a:lnTo>
                    <a:pt x="4152" y="1635"/>
                  </a:lnTo>
                  <a:lnTo>
                    <a:pt x="4156" y="1642"/>
                  </a:lnTo>
                  <a:lnTo>
                    <a:pt x="4172" y="1642"/>
                  </a:lnTo>
                  <a:lnTo>
                    <a:pt x="4182" y="1637"/>
                  </a:lnTo>
                  <a:lnTo>
                    <a:pt x="4196" y="1618"/>
                  </a:lnTo>
                  <a:lnTo>
                    <a:pt x="4205" y="1612"/>
                  </a:lnTo>
                  <a:lnTo>
                    <a:pt x="4205" y="1598"/>
                  </a:lnTo>
                  <a:lnTo>
                    <a:pt x="4203" y="1588"/>
                  </a:lnTo>
                  <a:lnTo>
                    <a:pt x="4196" y="1578"/>
                  </a:lnTo>
                  <a:lnTo>
                    <a:pt x="4188" y="1587"/>
                  </a:lnTo>
                  <a:lnTo>
                    <a:pt x="4181" y="1604"/>
                  </a:lnTo>
                  <a:lnTo>
                    <a:pt x="4180" y="1604"/>
                  </a:lnTo>
                  <a:lnTo>
                    <a:pt x="4176" y="1597"/>
                  </a:lnTo>
                  <a:lnTo>
                    <a:pt x="4174" y="1577"/>
                  </a:lnTo>
                  <a:lnTo>
                    <a:pt x="4135" y="1584"/>
                  </a:lnTo>
                  <a:lnTo>
                    <a:pt x="4125" y="1581"/>
                  </a:lnTo>
                  <a:lnTo>
                    <a:pt x="4123" y="1569"/>
                  </a:lnTo>
                  <a:lnTo>
                    <a:pt x="4123" y="1546"/>
                  </a:lnTo>
                  <a:lnTo>
                    <a:pt x="4126" y="1543"/>
                  </a:lnTo>
                  <a:lnTo>
                    <a:pt x="4132" y="1564"/>
                  </a:lnTo>
                  <a:lnTo>
                    <a:pt x="4137" y="1568"/>
                  </a:lnTo>
                  <a:lnTo>
                    <a:pt x="4145" y="1568"/>
                  </a:lnTo>
                  <a:lnTo>
                    <a:pt x="4168" y="1555"/>
                  </a:lnTo>
                  <a:lnTo>
                    <a:pt x="4174" y="1555"/>
                  </a:lnTo>
                  <a:lnTo>
                    <a:pt x="4175" y="1549"/>
                  </a:lnTo>
                  <a:lnTo>
                    <a:pt x="4184" y="1553"/>
                  </a:lnTo>
                  <a:lnTo>
                    <a:pt x="4194" y="1554"/>
                  </a:lnTo>
                  <a:lnTo>
                    <a:pt x="4198" y="1565"/>
                  </a:lnTo>
                  <a:lnTo>
                    <a:pt x="4199" y="1564"/>
                  </a:lnTo>
                  <a:lnTo>
                    <a:pt x="4196" y="1553"/>
                  </a:lnTo>
                  <a:lnTo>
                    <a:pt x="4191" y="1543"/>
                  </a:lnTo>
                  <a:lnTo>
                    <a:pt x="4188" y="1529"/>
                  </a:lnTo>
                  <a:lnTo>
                    <a:pt x="4185" y="1525"/>
                  </a:lnTo>
                  <a:lnTo>
                    <a:pt x="4191" y="1499"/>
                  </a:lnTo>
                  <a:lnTo>
                    <a:pt x="4188" y="1478"/>
                  </a:lnTo>
                  <a:lnTo>
                    <a:pt x="4162" y="1472"/>
                  </a:lnTo>
                  <a:lnTo>
                    <a:pt x="4157" y="1472"/>
                  </a:lnTo>
                  <a:lnTo>
                    <a:pt x="4154" y="1476"/>
                  </a:lnTo>
                  <a:lnTo>
                    <a:pt x="4145" y="1473"/>
                  </a:lnTo>
                  <a:lnTo>
                    <a:pt x="4136" y="1467"/>
                  </a:lnTo>
                  <a:lnTo>
                    <a:pt x="4139" y="1460"/>
                  </a:lnTo>
                  <a:lnTo>
                    <a:pt x="4154" y="1460"/>
                  </a:lnTo>
                  <a:lnTo>
                    <a:pt x="4161" y="1456"/>
                  </a:lnTo>
                  <a:lnTo>
                    <a:pt x="4158" y="1450"/>
                  </a:lnTo>
                  <a:lnTo>
                    <a:pt x="4151" y="1445"/>
                  </a:lnTo>
                  <a:lnTo>
                    <a:pt x="4147" y="1436"/>
                  </a:lnTo>
                  <a:lnTo>
                    <a:pt x="4148" y="1431"/>
                  </a:lnTo>
                  <a:lnTo>
                    <a:pt x="4154" y="1427"/>
                  </a:lnTo>
                  <a:lnTo>
                    <a:pt x="4160" y="1427"/>
                  </a:lnTo>
                  <a:lnTo>
                    <a:pt x="4154" y="1414"/>
                  </a:lnTo>
                  <a:lnTo>
                    <a:pt x="4147" y="1410"/>
                  </a:lnTo>
                  <a:lnTo>
                    <a:pt x="4145" y="1398"/>
                  </a:lnTo>
                  <a:lnTo>
                    <a:pt x="4145" y="1395"/>
                  </a:lnTo>
                  <a:lnTo>
                    <a:pt x="4151" y="1394"/>
                  </a:lnTo>
                  <a:lnTo>
                    <a:pt x="4155" y="1374"/>
                  </a:lnTo>
                  <a:lnTo>
                    <a:pt x="4154" y="1365"/>
                  </a:lnTo>
                  <a:lnTo>
                    <a:pt x="4146" y="1354"/>
                  </a:lnTo>
                  <a:lnTo>
                    <a:pt x="4126" y="1344"/>
                  </a:lnTo>
                  <a:lnTo>
                    <a:pt x="4110" y="1340"/>
                  </a:lnTo>
                  <a:lnTo>
                    <a:pt x="4095" y="1326"/>
                  </a:lnTo>
                  <a:lnTo>
                    <a:pt x="4070" y="1313"/>
                  </a:lnTo>
                  <a:lnTo>
                    <a:pt x="4067" y="1309"/>
                  </a:lnTo>
                  <a:lnTo>
                    <a:pt x="4067" y="1305"/>
                  </a:lnTo>
                  <a:lnTo>
                    <a:pt x="4071" y="1295"/>
                  </a:lnTo>
                  <a:lnTo>
                    <a:pt x="4078" y="1291"/>
                  </a:lnTo>
                  <a:lnTo>
                    <a:pt x="4078" y="1296"/>
                  </a:lnTo>
                  <a:lnTo>
                    <a:pt x="4073" y="1306"/>
                  </a:lnTo>
                  <a:lnTo>
                    <a:pt x="4077" y="1309"/>
                  </a:lnTo>
                  <a:lnTo>
                    <a:pt x="4089" y="1312"/>
                  </a:lnTo>
                  <a:lnTo>
                    <a:pt x="4105" y="1321"/>
                  </a:lnTo>
                  <a:lnTo>
                    <a:pt x="4115" y="1321"/>
                  </a:lnTo>
                  <a:lnTo>
                    <a:pt x="4121" y="1328"/>
                  </a:lnTo>
                  <a:lnTo>
                    <a:pt x="4132" y="1330"/>
                  </a:lnTo>
                  <a:lnTo>
                    <a:pt x="4140" y="1339"/>
                  </a:lnTo>
                  <a:lnTo>
                    <a:pt x="4151" y="1344"/>
                  </a:lnTo>
                  <a:lnTo>
                    <a:pt x="4144" y="1319"/>
                  </a:lnTo>
                  <a:lnTo>
                    <a:pt x="4133" y="1309"/>
                  </a:lnTo>
                  <a:lnTo>
                    <a:pt x="4141" y="1308"/>
                  </a:lnTo>
                  <a:lnTo>
                    <a:pt x="4141" y="1307"/>
                  </a:lnTo>
                  <a:lnTo>
                    <a:pt x="4139" y="1298"/>
                  </a:lnTo>
                  <a:lnTo>
                    <a:pt x="4135" y="1279"/>
                  </a:lnTo>
                  <a:lnTo>
                    <a:pt x="4140" y="1237"/>
                  </a:lnTo>
                  <a:lnTo>
                    <a:pt x="4135" y="1225"/>
                  </a:lnTo>
                  <a:lnTo>
                    <a:pt x="4148" y="1219"/>
                  </a:lnTo>
                  <a:lnTo>
                    <a:pt x="4168" y="1203"/>
                  </a:lnTo>
                  <a:lnTo>
                    <a:pt x="4174" y="1192"/>
                  </a:lnTo>
                  <a:lnTo>
                    <a:pt x="4180" y="1185"/>
                  </a:lnTo>
                  <a:lnTo>
                    <a:pt x="4183" y="1185"/>
                  </a:lnTo>
                  <a:lnTo>
                    <a:pt x="4186" y="1188"/>
                  </a:lnTo>
                  <a:lnTo>
                    <a:pt x="4187" y="1193"/>
                  </a:lnTo>
                  <a:lnTo>
                    <a:pt x="4184" y="1202"/>
                  </a:lnTo>
                  <a:lnTo>
                    <a:pt x="4181" y="1207"/>
                  </a:lnTo>
                  <a:lnTo>
                    <a:pt x="4173" y="1210"/>
                  </a:lnTo>
                  <a:lnTo>
                    <a:pt x="4166" y="1219"/>
                  </a:lnTo>
                  <a:lnTo>
                    <a:pt x="4166" y="1227"/>
                  </a:lnTo>
                  <a:lnTo>
                    <a:pt x="4170" y="1236"/>
                  </a:lnTo>
                  <a:lnTo>
                    <a:pt x="4168" y="1243"/>
                  </a:lnTo>
                  <a:lnTo>
                    <a:pt x="4157" y="1255"/>
                  </a:lnTo>
                  <a:lnTo>
                    <a:pt x="4160" y="1259"/>
                  </a:lnTo>
                  <a:lnTo>
                    <a:pt x="4168" y="1259"/>
                  </a:lnTo>
                  <a:lnTo>
                    <a:pt x="4171" y="1262"/>
                  </a:lnTo>
                  <a:lnTo>
                    <a:pt x="4170" y="1274"/>
                  </a:lnTo>
                  <a:lnTo>
                    <a:pt x="4172" y="1286"/>
                  </a:lnTo>
                  <a:lnTo>
                    <a:pt x="4164" y="1291"/>
                  </a:lnTo>
                  <a:lnTo>
                    <a:pt x="4161" y="1297"/>
                  </a:lnTo>
                  <a:lnTo>
                    <a:pt x="4160" y="1305"/>
                  </a:lnTo>
                  <a:lnTo>
                    <a:pt x="4162" y="1314"/>
                  </a:lnTo>
                  <a:lnTo>
                    <a:pt x="4172" y="1326"/>
                  </a:lnTo>
                  <a:lnTo>
                    <a:pt x="4184" y="1326"/>
                  </a:lnTo>
                  <a:lnTo>
                    <a:pt x="4191" y="1329"/>
                  </a:lnTo>
                  <a:lnTo>
                    <a:pt x="4198" y="1346"/>
                  </a:lnTo>
                  <a:lnTo>
                    <a:pt x="4198" y="1357"/>
                  </a:lnTo>
                  <a:lnTo>
                    <a:pt x="4202" y="1360"/>
                  </a:lnTo>
                  <a:lnTo>
                    <a:pt x="4209" y="1363"/>
                  </a:lnTo>
                  <a:lnTo>
                    <a:pt x="4207" y="1372"/>
                  </a:lnTo>
                  <a:lnTo>
                    <a:pt x="4201" y="1374"/>
                  </a:lnTo>
                  <a:lnTo>
                    <a:pt x="4196" y="1380"/>
                  </a:lnTo>
                  <a:lnTo>
                    <a:pt x="4182" y="1416"/>
                  </a:lnTo>
                  <a:lnTo>
                    <a:pt x="4182" y="1430"/>
                  </a:lnTo>
                  <a:lnTo>
                    <a:pt x="4185" y="1445"/>
                  </a:lnTo>
                  <a:lnTo>
                    <a:pt x="4188" y="1450"/>
                  </a:lnTo>
                  <a:lnTo>
                    <a:pt x="4196" y="1449"/>
                  </a:lnTo>
                  <a:lnTo>
                    <a:pt x="4201" y="1444"/>
                  </a:lnTo>
                  <a:lnTo>
                    <a:pt x="4206" y="1436"/>
                  </a:lnTo>
                  <a:lnTo>
                    <a:pt x="4216" y="1399"/>
                  </a:lnTo>
                  <a:lnTo>
                    <a:pt x="4243" y="1352"/>
                  </a:lnTo>
                  <a:lnTo>
                    <a:pt x="4242" y="1339"/>
                  </a:lnTo>
                  <a:lnTo>
                    <a:pt x="4255" y="1321"/>
                  </a:lnTo>
                  <a:lnTo>
                    <a:pt x="4258" y="1308"/>
                  </a:lnTo>
                  <a:lnTo>
                    <a:pt x="4264" y="1298"/>
                  </a:lnTo>
                  <a:lnTo>
                    <a:pt x="4255" y="1271"/>
                  </a:lnTo>
                  <a:lnTo>
                    <a:pt x="4239" y="1248"/>
                  </a:lnTo>
                  <a:lnTo>
                    <a:pt x="4218" y="1208"/>
                  </a:lnTo>
                  <a:lnTo>
                    <a:pt x="4215" y="1196"/>
                  </a:lnTo>
                  <a:lnTo>
                    <a:pt x="4218" y="1186"/>
                  </a:lnTo>
                  <a:lnTo>
                    <a:pt x="4229" y="1198"/>
                  </a:lnTo>
                  <a:lnTo>
                    <a:pt x="4239" y="1210"/>
                  </a:lnTo>
                  <a:lnTo>
                    <a:pt x="4251" y="1214"/>
                  </a:lnTo>
                  <a:lnTo>
                    <a:pt x="4261" y="1224"/>
                  </a:lnTo>
                  <a:lnTo>
                    <a:pt x="4277" y="1225"/>
                  </a:lnTo>
                  <a:lnTo>
                    <a:pt x="4277" y="1245"/>
                  </a:lnTo>
                  <a:lnTo>
                    <a:pt x="4279" y="1250"/>
                  </a:lnTo>
                  <a:lnTo>
                    <a:pt x="4290" y="1237"/>
                  </a:lnTo>
                  <a:lnTo>
                    <a:pt x="4307" y="1210"/>
                  </a:lnTo>
                  <a:lnTo>
                    <a:pt x="4318" y="1200"/>
                  </a:lnTo>
                  <a:lnTo>
                    <a:pt x="4325" y="1189"/>
                  </a:lnTo>
                  <a:lnTo>
                    <a:pt x="4325" y="1183"/>
                  </a:lnTo>
                  <a:lnTo>
                    <a:pt x="4332" y="1179"/>
                  </a:lnTo>
                  <a:lnTo>
                    <a:pt x="4336" y="1175"/>
                  </a:lnTo>
                  <a:lnTo>
                    <a:pt x="4341" y="1145"/>
                  </a:lnTo>
                  <a:lnTo>
                    <a:pt x="4345" y="1141"/>
                  </a:lnTo>
                  <a:lnTo>
                    <a:pt x="4348" y="1142"/>
                  </a:lnTo>
                  <a:lnTo>
                    <a:pt x="4350" y="1141"/>
                  </a:lnTo>
                  <a:lnTo>
                    <a:pt x="4357" y="1117"/>
                  </a:lnTo>
                  <a:lnTo>
                    <a:pt x="4358" y="1110"/>
                  </a:lnTo>
                  <a:lnTo>
                    <a:pt x="4356" y="1102"/>
                  </a:lnTo>
                  <a:lnTo>
                    <a:pt x="4348" y="1092"/>
                  </a:lnTo>
                  <a:lnTo>
                    <a:pt x="4337" y="1085"/>
                  </a:lnTo>
                  <a:lnTo>
                    <a:pt x="4335" y="1082"/>
                  </a:lnTo>
                  <a:lnTo>
                    <a:pt x="4335" y="1075"/>
                  </a:lnTo>
                  <a:lnTo>
                    <a:pt x="4341" y="1063"/>
                  </a:lnTo>
                  <a:lnTo>
                    <a:pt x="4346" y="1059"/>
                  </a:lnTo>
                  <a:lnTo>
                    <a:pt x="4360" y="1038"/>
                  </a:lnTo>
                  <a:lnTo>
                    <a:pt x="4369" y="1038"/>
                  </a:lnTo>
                  <a:lnTo>
                    <a:pt x="4378" y="1023"/>
                  </a:lnTo>
                  <a:lnTo>
                    <a:pt x="4395" y="1019"/>
                  </a:lnTo>
                  <a:lnTo>
                    <a:pt x="4415" y="1009"/>
                  </a:lnTo>
                  <a:lnTo>
                    <a:pt x="4432" y="1006"/>
                  </a:lnTo>
                  <a:lnTo>
                    <a:pt x="4439" y="996"/>
                  </a:lnTo>
                  <a:lnTo>
                    <a:pt x="4451" y="990"/>
                  </a:lnTo>
                  <a:lnTo>
                    <a:pt x="4473" y="994"/>
                  </a:lnTo>
                  <a:lnTo>
                    <a:pt x="4492" y="990"/>
                  </a:lnTo>
                  <a:lnTo>
                    <a:pt x="4533" y="987"/>
                  </a:lnTo>
                  <a:lnTo>
                    <a:pt x="4562" y="980"/>
                  </a:lnTo>
                  <a:lnTo>
                    <a:pt x="4569" y="977"/>
                  </a:lnTo>
                  <a:lnTo>
                    <a:pt x="4577" y="971"/>
                  </a:lnTo>
                  <a:lnTo>
                    <a:pt x="4586" y="947"/>
                  </a:lnTo>
                  <a:lnTo>
                    <a:pt x="4590" y="943"/>
                  </a:lnTo>
                  <a:lnTo>
                    <a:pt x="4597" y="948"/>
                  </a:lnTo>
                  <a:lnTo>
                    <a:pt x="4599" y="962"/>
                  </a:lnTo>
                  <a:lnTo>
                    <a:pt x="4605" y="963"/>
                  </a:lnTo>
                  <a:lnTo>
                    <a:pt x="4618" y="961"/>
                  </a:lnTo>
                  <a:lnTo>
                    <a:pt x="4639" y="948"/>
                  </a:lnTo>
                  <a:lnTo>
                    <a:pt x="4646" y="949"/>
                  </a:lnTo>
                  <a:lnTo>
                    <a:pt x="4649" y="959"/>
                  </a:lnTo>
                  <a:lnTo>
                    <a:pt x="4657" y="961"/>
                  </a:lnTo>
                  <a:lnTo>
                    <a:pt x="4677" y="953"/>
                  </a:lnTo>
                  <a:lnTo>
                    <a:pt x="4686" y="955"/>
                  </a:lnTo>
                  <a:lnTo>
                    <a:pt x="4703" y="945"/>
                  </a:lnTo>
                  <a:lnTo>
                    <a:pt x="4707" y="940"/>
                  </a:lnTo>
                  <a:lnTo>
                    <a:pt x="4704" y="918"/>
                  </a:lnTo>
                  <a:lnTo>
                    <a:pt x="4702" y="916"/>
                  </a:lnTo>
                  <a:lnTo>
                    <a:pt x="4698" y="916"/>
                  </a:lnTo>
                  <a:lnTo>
                    <a:pt x="4698" y="935"/>
                  </a:lnTo>
                  <a:lnTo>
                    <a:pt x="4696" y="940"/>
                  </a:lnTo>
                  <a:lnTo>
                    <a:pt x="4683" y="943"/>
                  </a:lnTo>
                  <a:lnTo>
                    <a:pt x="4668" y="939"/>
                  </a:lnTo>
                  <a:lnTo>
                    <a:pt x="4652" y="931"/>
                  </a:lnTo>
                  <a:lnTo>
                    <a:pt x="4647" y="914"/>
                  </a:lnTo>
                  <a:lnTo>
                    <a:pt x="4639" y="908"/>
                  </a:lnTo>
                  <a:lnTo>
                    <a:pt x="4637" y="891"/>
                  </a:lnTo>
                  <a:lnTo>
                    <a:pt x="4631" y="884"/>
                  </a:lnTo>
                  <a:lnTo>
                    <a:pt x="4616" y="877"/>
                  </a:lnTo>
                  <a:lnTo>
                    <a:pt x="4615" y="874"/>
                  </a:lnTo>
                  <a:lnTo>
                    <a:pt x="4616" y="866"/>
                  </a:lnTo>
                  <a:lnTo>
                    <a:pt x="4619" y="860"/>
                  </a:lnTo>
                  <a:lnTo>
                    <a:pt x="4625" y="857"/>
                  </a:lnTo>
                  <a:lnTo>
                    <a:pt x="4630" y="845"/>
                  </a:lnTo>
                  <a:lnTo>
                    <a:pt x="4638" y="840"/>
                  </a:lnTo>
                  <a:lnTo>
                    <a:pt x="4629" y="828"/>
                  </a:lnTo>
                  <a:lnTo>
                    <a:pt x="4621" y="808"/>
                  </a:lnTo>
                  <a:lnTo>
                    <a:pt x="4628" y="784"/>
                  </a:lnTo>
                  <a:lnTo>
                    <a:pt x="4651" y="765"/>
                  </a:lnTo>
                  <a:lnTo>
                    <a:pt x="4668" y="737"/>
                  </a:lnTo>
                  <a:lnTo>
                    <a:pt x="4677" y="730"/>
                  </a:lnTo>
                  <a:lnTo>
                    <a:pt x="4680" y="712"/>
                  </a:lnTo>
                  <a:lnTo>
                    <a:pt x="4692" y="700"/>
                  </a:lnTo>
                  <a:lnTo>
                    <a:pt x="4704" y="693"/>
                  </a:lnTo>
                  <a:lnTo>
                    <a:pt x="4711" y="695"/>
                  </a:lnTo>
                  <a:lnTo>
                    <a:pt x="4715" y="706"/>
                  </a:lnTo>
                  <a:lnTo>
                    <a:pt x="4719" y="708"/>
                  </a:lnTo>
                  <a:lnTo>
                    <a:pt x="4724" y="701"/>
                  </a:lnTo>
                  <a:lnTo>
                    <a:pt x="4728" y="685"/>
                  </a:lnTo>
                  <a:lnTo>
                    <a:pt x="4732" y="685"/>
                  </a:lnTo>
                  <a:lnTo>
                    <a:pt x="4737" y="692"/>
                  </a:lnTo>
                  <a:lnTo>
                    <a:pt x="4740" y="692"/>
                  </a:lnTo>
                  <a:lnTo>
                    <a:pt x="4748" y="690"/>
                  </a:lnTo>
                  <a:lnTo>
                    <a:pt x="4753" y="679"/>
                  </a:lnTo>
                  <a:lnTo>
                    <a:pt x="4760" y="673"/>
                  </a:lnTo>
                  <a:lnTo>
                    <a:pt x="4770" y="677"/>
                  </a:lnTo>
                  <a:lnTo>
                    <a:pt x="4773" y="675"/>
                  </a:lnTo>
                  <a:lnTo>
                    <a:pt x="4781" y="661"/>
                  </a:lnTo>
                  <a:lnTo>
                    <a:pt x="4782" y="650"/>
                  </a:lnTo>
                  <a:lnTo>
                    <a:pt x="4787" y="640"/>
                  </a:lnTo>
                  <a:lnTo>
                    <a:pt x="4791" y="623"/>
                  </a:lnTo>
                  <a:lnTo>
                    <a:pt x="4799" y="617"/>
                  </a:lnTo>
                  <a:lnTo>
                    <a:pt x="4804" y="616"/>
                  </a:lnTo>
                  <a:lnTo>
                    <a:pt x="4807" y="617"/>
                  </a:lnTo>
                  <a:lnTo>
                    <a:pt x="4809" y="628"/>
                  </a:lnTo>
                  <a:lnTo>
                    <a:pt x="4812" y="636"/>
                  </a:lnTo>
                  <a:lnTo>
                    <a:pt x="4820" y="638"/>
                  </a:lnTo>
                  <a:lnTo>
                    <a:pt x="4827" y="634"/>
                  </a:lnTo>
                  <a:lnTo>
                    <a:pt x="4842" y="647"/>
                  </a:lnTo>
                  <a:lnTo>
                    <a:pt x="4848" y="643"/>
                  </a:lnTo>
                  <a:lnTo>
                    <a:pt x="4853" y="636"/>
                  </a:lnTo>
                  <a:lnTo>
                    <a:pt x="4865" y="626"/>
                  </a:lnTo>
                  <a:lnTo>
                    <a:pt x="4873" y="626"/>
                  </a:lnTo>
                  <a:lnTo>
                    <a:pt x="4883" y="621"/>
                  </a:lnTo>
                  <a:lnTo>
                    <a:pt x="4887" y="612"/>
                  </a:lnTo>
                  <a:lnTo>
                    <a:pt x="4905" y="610"/>
                  </a:lnTo>
                  <a:lnTo>
                    <a:pt x="4912" y="608"/>
                  </a:lnTo>
                  <a:lnTo>
                    <a:pt x="4918" y="601"/>
                  </a:lnTo>
                  <a:lnTo>
                    <a:pt x="4929" y="600"/>
                  </a:lnTo>
                  <a:lnTo>
                    <a:pt x="4934" y="596"/>
                  </a:lnTo>
                  <a:lnTo>
                    <a:pt x="4947" y="595"/>
                  </a:lnTo>
                  <a:lnTo>
                    <a:pt x="4956" y="587"/>
                  </a:lnTo>
                  <a:lnTo>
                    <a:pt x="4958" y="580"/>
                  </a:lnTo>
                  <a:lnTo>
                    <a:pt x="4956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34" name="Group 28">
              <a:extLst>
                <a:ext uri="{FF2B5EF4-FFF2-40B4-BE49-F238E27FC236}">
                  <a16:creationId xmlns:a16="http://schemas.microsoft.com/office/drawing/2014/main" id="{5AB78D28-7189-BBCA-433A-8EB37AD149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414044" y="207199"/>
              <a:ext cx="3037036" cy="2692257"/>
              <a:chOff x="2016" y="1439"/>
              <a:chExt cx="520" cy="461"/>
            </a:xfrm>
            <a:grpFill/>
          </p:grpSpPr>
          <p:sp>
            <p:nvSpPr>
              <p:cNvPr id="174" name="Freeform 29">
                <a:extLst>
                  <a:ext uri="{FF2B5EF4-FFF2-40B4-BE49-F238E27FC236}">
                    <a16:creationId xmlns:a16="http://schemas.microsoft.com/office/drawing/2014/main" id="{6D83D6DE-6D3D-352B-86D4-5E9A5DD8EFC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87" y="1572"/>
                <a:ext cx="5" cy="6"/>
              </a:xfrm>
              <a:custGeom>
                <a:avLst/>
                <a:gdLst/>
                <a:ahLst/>
                <a:cxnLst>
                  <a:cxn ang="0">
                    <a:pos x="5" y="5"/>
                  </a:cxn>
                  <a:cxn ang="0">
                    <a:pos x="12" y="10"/>
                  </a:cxn>
                  <a:cxn ang="0">
                    <a:pos x="17" y="0"/>
                  </a:cxn>
                  <a:cxn ang="0">
                    <a:pos x="23" y="0"/>
                  </a:cxn>
                  <a:cxn ang="0">
                    <a:pos x="26" y="13"/>
                  </a:cxn>
                  <a:cxn ang="0">
                    <a:pos x="45" y="44"/>
                  </a:cxn>
                  <a:cxn ang="0">
                    <a:pos x="42" y="51"/>
                  </a:cxn>
                  <a:cxn ang="0">
                    <a:pos x="16" y="48"/>
                  </a:cxn>
                  <a:cxn ang="0">
                    <a:pos x="10" y="41"/>
                  </a:cxn>
                  <a:cxn ang="0">
                    <a:pos x="2" y="28"/>
                  </a:cxn>
                  <a:cxn ang="0">
                    <a:pos x="0" y="20"/>
                  </a:cxn>
                  <a:cxn ang="0">
                    <a:pos x="1" y="5"/>
                  </a:cxn>
                  <a:cxn ang="0">
                    <a:pos x="5" y="5"/>
                  </a:cxn>
                </a:cxnLst>
                <a:rect l="0" t="0" r="r" b="b"/>
                <a:pathLst>
                  <a:path w="45" h="51">
                    <a:moveTo>
                      <a:pt x="5" y="5"/>
                    </a:moveTo>
                    <a:lnTo>
                      <a:pt x="12" y="10"/>
                    </a:lnTo>
                    <a:lnTo>
                      <a:pt x="17" y="0"/>
                    </a:lnTo>
                    <a:lnTo>
                      <a:pt x="23" y="0"/>
                    </a:lnTo>
                    <a:lnTo>
                      <a:pt x="26" y="13"/>
                    </a:lnTo>
                    <a:lnTo>
                      <a:pt x="45" y="44"/>
                    </a:lnTo>
                    <a:lnTo>
                      <a:pt x="42" y="51"/>
                    </a:lnTo>
                    <a:lnTo>
                      <a:pt x="16" y="48"/>
                    </a:lnTo>
                    <a:lnTo>
                      <a:pt x="10" y="41"/>
                    </a:lnTo>
                    <a:lnTo>
                      <a:pt x="2" y="28"/>
                    </a:lnTo>
                    <a:lnTo>
                      <a:pt x="0" y="20"/>
                    </a:lnTo>
                    <a:lnTo>
                      <a:pt x="1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5" name="Freeform 30">
                <a:extLst>
                  <a:ext uri="{FF2B5EF4-FFF2-40B4-BE49-F238E27FC236}">
                    <a16:creationId xmlns:a16="http://schemas.microsoft.com/office/drawing/2014/main" id="{91FB49C6-D43D-0AFA-5E9E-6D02ED6F224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86" y="1654"/>
                <a:ext cx="34" cy="18"/>
              </a:xfrm>
              <a:custGeom>
                <a:avLst/>
                <a:gdLst/>
                <a:ahLst/>
                <a:cxnLst>
                  <a:cxn ang="0">
                    <a:pos x="181" y="143"/>
                  </a:cxn>
                  <a:cxn ang="0">
                    <a:pos x="181" y="136"/>
                  </a:cxn>
                  <a:cxn ang="0">
                    <a:pos x="176" y="129"/>
                  </a:cxn>
                  <a:cxn ang="0">
                    <a:pos x="138" y="113"/>
                  </a:cxn>
                  <a:cxn ang="0">
                    <a:pos x="108" y="88"/>
                  </a:cxn>
                  <a:cxn ang="0">
                    <a:pos x="97" y="82"/>
                  </a:cxn>
                  <a:cxn ang="0">
                    <a:pos x="84" y="78"/>
                  </a:cxn>
                  <a:cxn ang="0">
                    <a:pos x="59" y="78"/>
                  </a:cxn>
                  <a:cxn ang="0">
                    <a:pos x="48" y="88"/>
                  </a:cxn>
                  <a:cxn ang="0">
                    <a:pos x="37" y="91"/>
                  </a:cxn>
                  <a:cxn ang="0">
                    <a:pos x="24" y="86"/>
                  </a:cxn>
                  <a:cxn ang="0">
                    <a:pos x="14" y="78"/>
                  </a:cxn>
                  <a:cxn ang="0">
                    <a:pos x="2" y="62"/>
                  </a:cxn>
                  <a:cxn ang="0">
                    <a:pos x="0" y="54"/>
                  </a:cxn>
                  <a:cxn ang="0">
                    <a:pos x="7" y="31"/>
                  </a:cxn>
                  <a:cxn ang="0">
                    <a:pos x="10" y="11"/>
                  </a:cxn>
                  <a:cxn ang="0">
                    <a:pos x="9" y="0"/>
                  </a:cxn>
                  <a:cxn ang="0">
                    <a:pos x="25" y="17"/>
                  </a:cxn>
                  <a:cxn ang="0">
                    <a:pos x="43" y="19"/>
                  </a:cxn>
                  <a:cxn ang="0">
                    <a:pos x="64" y="27"/>
                  </a:cxn>
                  <a:cxn ang="0">
                    <a:pos x="80" y="37"/>
                  </a:cxn>
                  <a:cxn ang="0">
                    <a:pos x="90" y="35"/>
                  </a:cxn>
                  <a:cxn ang="0">
                    <a:pos x="97" y="27"/>
                  </a:cxn>
                  <a:cxn ang="0">
                    <a:pos x="107" y="26"/>
                  </a:cxn>
                  <a:cxn ang="0">
                    <a:pos x="114" y="18"/>
                  </a:cxn>
                  <a:cxn ang="0">
                    <a:pos x="122" y="16"/>
                  </a:cxn>
                  <a:cxn ang="0">
                    <a:pos x="139" y="23"/>
                  </a:cxn>
                  <a:cxn ang="0">
                    <a:pos x="145" y="28"/>
                  </a:cxn>
                  <a:cxn ang="0">
                    <a:pos x="154" y="31"/>
                  </a:cxn>
                  <a:cxn ang="0">
                    <a:pos x="160" y="42"/>
                  </a:cxn>
                  <a:cxn ang="0">
                    <a:pos x="160" y="57"/>
                  </a:cxn>
                  <a:cxn ang="0">
                    <a:pos x="197" y="75"/>
                  </a:cxn>
                  <a:cxn ang="0">
                    <a:pos x="203" y="85"/>
                  </a:cxn>
                  <a:cxn ang="0">
                    <a:pos x="227" y="92"/>
                  </a:cxn>
                  <a:cxn ang="0">
                    <a:pos x="237" y="87"/>
                  </a:cxn>
                  <a:cxn ang="0">
                    <a:pos x="251" y="85"/>
                  </a:cxn>
                  <a:cxn ang="0">
                    <a:pos x="259" y="91"/>
                  </a:cxn>
                  <a:cxn ang="0">
                    <a:pos x="269" y="91"/>
                  </a:cxn>
                  <a:cxn ang="0">
                    <a:pos x="272" y="99"/>
                  </a:cxn>
                  <a:cxn ang="0">
                    <a:pos x="269" y="110"/>
                  </a:cxn>
                  <a:cxn ang="0">
                    <a:pos x="266" y="117"/>
                  </a:cxn>
                  <a:cxn ang="0">
                    <a:pos x="254" y="121"/>
                  </a:cxn>
                  <a:cxn ang="0">
                    <a:pos x="231" y="114"/>
                  </a:cxn>
                  <a:cxn ang="0">
                    <a:pos x="221" y="116"/>
                  </a:cxn>
                  <a:cxn ang="0">
                    <a:pos x="205" y="137"/>
                  </a:cxn>
                  <a:cxn ang="0">
                    <a:pos x="203" y="141"/>
                  </a:cxn>
                  <a:cxn ang="0">
                    <a:pos x="181" y="143"/>
                  </a:cxn>
                </a:cxnLst>
                <a:rect l="0" t="0" r="r" b="b"/>
                <a:pathLst>
                  <a:path w="272" h="143">
                    <a:moveTo>
                      <a:pt x="181" y="143"/>
                    </a:moveTo>
                    <a:lnTo>
                      <a:pt x="181" y="136"/>
                    </a:lnTo>
                    <a:lnTo>
                      <a:pt x="176" y="129"/>
                    </a:lnTo>
                    <a:lnTo>
                      <a:pt x="138" y="113"/>
                    </a:lnTo>
                    <a:lnTo>
                      <a:pt x="108" y="88"/>
                    </a:lnTo>
                    <a:lnTo>
                      <a:pt x="97" y="82"/>
                    </a:lnTo>
                    <a:lnTo>
                      <a:pt x="84" y="78"/>
                    </a:lnTo>
                    <a:lnTo>
                      <a:pt x="59" y="78"/>
                    </a:lnTo>
                    <a:lnTo>
                      <a:pt x="48" y="88"/>
                    </a:lnTo>
                    <a:lnTo>
                      <a:pt x="37" y="91"/>
                    </a:lnTo>
                    <a:lnTo>
                      <a:pt x="24" y="86"/>
                    </a:lnTo>
                    <a:lnTo>
                      <a:pt x="14" y="78"/>
                    </a:lnTo>
                    <a:lnTo>
                      <a:pt x="2" y="62"/>
                    </a:lnTo>
                    <a:lnTo>
                      <a:pt x="0" y="54"/>
                    </a:lnTo>
                    <a:lnTo>
                      <a:pt x="7" y="31"/>
                    </a:lnTo>
                    <a:lnTo>
                      <a:pt x="10" y="11"/>
                    </a:lnTo>
                    <a:lnTo>
                      <a:pt x="9" y="0"/>
                    </a:lnTo>
                    <a:lnTo>
                      <a:pt x="25" y="17"/>
                    </a:lnTo>
                    <a:lnTo>
                      <a:pt x="43" y="19"/>
                    </a:lnTo>
                    <a:lnTo>
                      <a:pt x="64" y="27"/>
                    </a:lnTo>
                    <a:lnTo>
                      <a:pt x="80" y="37"/>
                    </a:lnTo>
                    <a:lnTo>
                      <a:pt x="90" y="35"/>
                    </a:lnTo>
                    <a:lnTo>
                      <a:pt x="97" y="27"/>
                    </a:lnTo>
                    <a:lnTo>
                      <a:pt x="107" y="26"/>
                    </a:lnTo>
                    <a:lnTo>
                      <a:pt x="114" y="18"/>
                    </a:lnTo>
                    <a:lnTo>
                      <a:pt x="122" y="16"/>
                    </a:lnTo>
                    <a:lnTo>
                      <a:pt x="139" y="23"/>
                    </a:lnTo>
                    <a:lnTo>
                      <a:pt x="145" y="28"/>
                    </a:lnTo>
                    <a:lnTo>
                      <a:pt x="154" y="31"/>
                    </a:lnTo>
                    <a:lnTo>
                      <a:pt x="160" y="42"/>
                    </a:lnTo>
                    <a:lnTo>
                      <a:pt x="160" y="57"/>
                    </a:lnTo>
                    <a:lnTo>
                      <a:pt x="197" y="75"/>
                    </a:lnTo>
                    <a:lnTo>
                      <a:pt x="203" y="85"/>
                    </a:lnTo>
                    <a:lnTo>
                      <a:pt x="227" y="92"/>
                    </a:lnTo>
                    <a:lnTo>
                      <a:pt x="237" y="87"/>
                    </a:lnTo>
                    <a:lnTo>
                      <a:pt x="251" y="85"/>
                    </a:lnTo>
                    <a:lnTo>
                      <a:pt x="259" y="91"/>
                    </a:lnTo>
                    <a:lnTo>
                      <a:pt x="269" y="91"/>
                    </a:lnTo>
                    <a:lnTo>
                      <a:pt x="272" y="99"/>
                    </a:lnTo>
                    <a:lnTo>
                      <a:pt x="269" y="110"/>
                    </a:lnTo>
                    <a:lnTo>
                      <a:pt x="266" y="117"/>
                    </a:lnTo>
                    <a:lnTo>
                      <a:pt x="254" y="121"/>
                    </a:lnTo>
                    <a:lnTo>
                      <a:pt x="231" y="114"/>
                    </a:lnTo>
                    <a:lnTo>
                      <a:pt x="221" y="116"/>
                    </a:lnTo>
                    <a:lnTo>
                      <a:pt x="205" y="137"/>
                    </a:lnTo>
                    <a:lnTo>
                      <a:pt x="203" y="141"/>
                    </a:lnTo>
                    <a:lnTo>
                      <a:pt x="181" y="14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6" name="Freeform 31">
                <a:extLst>
                  <a:ext uri="{FF2B5EF4-FFF2-40B4-BE49-F238E27FC236}">
                    <a16:creationId xmlns:a16="http://schemas.microsoft.com/office/drawing/2014/main" id="{771A89FF-7EAE-7A6B-4FB1-57D87153758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16" y="1895"/>
                <a:ext cx="7" cy="5"/>
              </a:xfrm>
              <a:custGeom>
                <a:avLst/>
                <a:gdLst/>
                <a:ahLst/>
                <a:cxnLst>
                  <a:cxn ang="0">
                    <a:pos x="2" y="4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9" y="0"/>
                  </a:cxn>
                  <a:cxn ang="0">
                    <a:pos x="27" y="3"/>
                  </a:cxn>
                  <a:cxn ang="0">
                    <a:pos x="32" y="10"/>
                  </a:cxn>
                  <a:cxn ang="0">
                    <a:pos x="52" y="12"/>
                  </a:cxn>
                  <a:cxn ang="0">
                    <a:pos x="49" y="18"/>
                  </a:cxn>
                  <a:cxn ang="0">
                    <a:pos x="42" y="22"/>
                  </a:cxn>
                  <a:cxn ang="0">
                    <a:pos x="41" y="36"/>
                  </a:cxn>
                  <a:cxn ang="0">
                    <a:pos x="34" y="44"/>
                  </a:cxn>
                  <a:cxn ang="0">
                    <a:pos x="18" y="37"/>
                  </a:cxn>
                  <a:cxn ang="0">
                    <a:pos x="22" y="24"/>
                  </a:cxn>
                  <a:cxn ang="0">
                    <a:pos x="13" y="14"/>
                  </a:cxn>
                  <a:cxn ang="0">
                    <a:pos x="2" y="10"/>
                  </a:cxn>
                  <a:cxn ang="0">
                    <a:pos x="2" y="4"/>
                  </a:cxn>
                </a:cxnLst>
                <a:rect l="0" t="0" r="r" b="b"/>
                <a:pathLst>
                  <a:path w="52" h="44">
                    <a:moveTo>
                      <a:pt x="2" y="4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19" y="0"/>
                    </a:lnTo>
                    <a:lnTo>
                      <a:pt x="27" y="3"/>
                    </a:lnTo>
                    <a:lnTo>
                      <a:pt x="32" y="10"/>
                    </a:lnTo>
                    <a:lnTo>
                      <a:pt x="52" y="12"/>
                    </a:lnTo>
                    <a:lnTo>
                      <a:pt x="49" y="18"/>
                    </a:lnTo>
                    <a:lnTo>
                      <a:pt x="42" y="22"/>
                    </a:lnTo>
                    <a:lnTo>
                      <a:pt x="41" y="36"/>
                    </a:lnTo>
                    <a:lnTo>
                      <a:pt x="34" y="44"/>
                    </a:lnTo>
                    <a:lnTo>
                      <a:pt x="18" y="37"/>
                    </a:lnTo>
                    <a:lnTo>
                      <a:pt x="22" y="24"/>
                    </a:lnTo>
                    <a:lnTo>
                      <a:pt x="13" y="14"/>
                    </a:lnTo>
                    <a:lnTo>
                      <a:pt x="2" y="1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7" name="Freeform 32">
                <a:extLst>
                  <a:ext uri="{FF2B5EF4-FFF2-40B4-BE49-F238E27FC236}">
                    <a16:creationId xmlns:a16="http://schemas.microsoft.com/office/drawing/2014/main" id="{DE5B0D3D-2121-E7BE-F6FF-8F0E49B523C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23" y="1895"/>
                <a:ext cx="6" cy="5"/>
              </a:xfrm>
              <a:custGeom>
                <a:avLst/>
                <a:gdLst/>
                <a:ahLst/>
                <a:cxnLst>
                  <a:cxn ang="0">
                    <a:pos x="0" y="34"/>
                  </a:cxn>
                  <a:cxn ang="0">
                    <a:pos x="2" y="30"/>
                  </a:cxn>
                  <a:cxn ang="0">
                    <a:pos x="10" y="25"/>
                  </a:cxn>
                  <a:cxn ang="0">
                    <a:pos x="33" y="18"/>
                  </a:cxn>
                  <a:cxn ang="0">
                    <a:pos x="41" y="0"/>
                  </a:cxn>
                  <a:cxn ang="0">
                    <a:pos x="50" y="4"/>
                  </a:cxn>
                  <a:cxn ang="0">
                    <a:pos x="49" y="10"/>
                  </a:cxn>
                  <a:cxn ang="0">
                    <a:pos x="40" y="27"/>
                  </a:cxn>
                  <a:cxn ang="0">
                    <a:pos x="0" y="34"/>
                  </a:cxn>
                </a:cxnLst>
                <a:rect l="0" t="0" r="r" b="b"/>
                <a:pathLst>
                  <a:path w="50" h="34">
                    <a:moveTo>
                      <a:pt x="0" y="34"/>
                    </a:moveTo>
                    <a:lnTo>
                      <a:pt x="2" y="30"/>
                    </a:lnTo>
                    <a:lnTo>
                      <a:pt x="10" y="25"/>
                    </a:lnTo>
                    <a:lnTo>
                      <a:pt x="33" y="18"/>
                    </a:lnTo>
                    <a:lnTo>
                      <a:pt x="41" y="0"/>
                    </a:lnTo>
                    <a:lnTo>
                      <a:pt x="50" y="4"/>
                    </a:lnTo>
                    <a:lnTo>
                      <a:pt x="49" y="10"/>
                    </a:lnTo>
                    <a:lnTo>
                      <a:pt x="40" y="27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8" name="Freeform 33">
                <a:extLst>
                  <a:ext uri="{FF2B5EF4-FFF2-40B4-BE49-F238E27FC236}">
                    <a16:creationId xmlns:a16="http://schemas.microsoft.com/office/drawing/2014/main" id="{CA3229B3-0479-F9B5-E2FD-1BFDCA93D96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31" y="1894"/>
                <a:ext cx="6" cy="6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10" y="24"/>
                  </a:cxn>
                  <a:cxn ang="0">
                    <a:pos x="10" y="16"/>
                  </a:cxn>
                  <a:cxn ang="0">
                    <a:pos x="6" y="8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5" y="14"/>
                  </a:cxn>
                  <a:cxn ang="0">
                    <a:pos x="23" y="20"/>
                  </a:cxn>
                  <a:cxn ang="0">
                    <a:pos x="30" y="22"/>
                  </a:cxn>
                  <a:cxn ang="0">
                    <a:pos x="44" y="20"/>
                  </a:cxn>
                  <a:cxn ang="0">
                    <a:pos x="46" y="32"/>
                  </a:cxn>
                  <a:cxn ang="0">
                    <a:pos x="29" y="39"/>
                  </a:cxn>
                  <a:cxn ang="0">
                    <a:pos x="20" y="43"/>
                  </a:cxn>
                  <a:cxn ang="0">
                    <a:pos x="15" y="49"/>
                  </a:cxn>
                  <a:cxn ang="0">
                    <a:pos x="9" y="51"/>
                  </a:cxn>
                  <a:cxn ang="0">
                    <a:pos x="6" y="42"/>
                  </a:cxn>
                  <a:cxn ang="0">
                    <a:pos x="2" y="41"/>
                  </a:cxn>
                  <a:cxn ang="0">
                    <a:pos x="0" y="28"/>
                  </a:cxn>
                </a:cxnLst>
                <a:rect l="0" t="0" r="r" b="b"/>
                <a:pathLst>
                  <a:path w="46" h="51">
                    <a:moveTo>
                      <a:pt x="0" y="28"/>
                    </a:moveTo>
                    <a:lnTo>
                      <a:pt x="10" y="24"/>
                    </a:lnTo>
                    <a:lnTo>
                      <a:pt x="10" y="16"/>
                    </a:lnTo>
                    <a:lnTo>
                      <a:pt x="6" y="8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5" y="14"/>
                    </a:lnTo>
                    <a:lnTo>
                      <a:pt x="23" y="20"/>
                    </a:lnTo>
                    <a:lnTo>
                      <a:pt x="30" y="22"/>
                    </a:lnTo>
                    <a:lnTo>
                      <a:pt x="44" y="20"/>
                    </a:lnTo>
                    <a:lnTo>
                      <a:pt x="46" y="32"/>
                    </a:lnTo>
                    <a:lnTo>
                      <a:pt x="29" y="39"/>
                    </a:lnTo>
                    <a:lnTo>
                      <a:pt x="20" y="43"/>
                    </a:lnTo>
                    <a:lnTo>
                      <a:pt x="15" y="49"/>
                    </a:lnTo>
                    <a:lnTo>
                      <a:pt x="9" y="51"/>
                    </a:lnTo>
                    <a:lnTo>
                      <a:pt x="6" y="42"/>
                    </a:lnTo>
                    <a:lnTo>
                      <a:pt x="2" y="41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9" name="Freeform 34">
                <a:extLst>
                  <a:ext uri="{FF2B5EF4-FFF2-40B4-BE49-F238E27FC236}">
                    <a16:creationId xmlns:a16="http://schemas.microsoft.com/office/drawing/2014/main" id="{7896E7E8-2E5C-7050-456C-6D121BD67B6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55" y="1887"/>
                <a:ext cx="7" cy="6"/>
              </a:xfrm>
              <a:custGeom>
                <a:avLst/>
                <a:gdLst/>
                <a:ahLst/>
                <a:cxnLst>
                  <a:cxn ang="0">
                    <a:pos x="31" y="7"/>
                  </a:cxn>
                  <a:cxn ang="0">
                    <a:pos x="28" y="7"/>
                  </a:cxn>
                  <a:cxn ang="0">
                    <a:pos x="39" y="0"/>
                  </a:cxn>
                  <a:cxn ang="0">
                    <a:pos x="50" y="7"/>
                  </a:cxn>
                  <a:cxn ang="0">
                    <a:pos x="54" y="10"/>
                  </a:cxn>
                  <a:cxn ang="0">
                    <a:pos x="54" y="22"/>
                  </a:cxn>
                  <a:cxn ang="0">
                    <a:pos x="44" y="25"/>
                  </a:cxn>
                  <a:cxn ang="0">
                    <a:pos x="40" y="41"/>
                  </a:cxn>
                  <a:cxn ang="0">
                    <a:pos x="33" y="48"/>
                  </a:cxn>
                  <a:cxn ang="0">
                    <a:pos x="26" y="44"/>
                  </a:cxn>
                  <a:cxn ang="0">
                    <a:pos x="21" y="51"/>
                  </a:cxn>
                  <a:cxn ang="0">
                    <a:pos x="9" y="52"/>
                  </a:cxn>
                  <a:cxn ang="0">
                    <a:pos x="0" y="48"/>
                  </a:cxn>
                  <a:cxn ang="0">
                    <a:pos x="0" y="44"/>
                  </a:cxn>
                  <a:cxn ang="0">
                    <a:pos x="7" y="39"/>
                  </a:cxn>
                  <a:cxn ang="0">
                    <a:pos x="29" y="25"/>
                  </a:cxn>
                  <a:cxn ang="0">
                    <a:pos x="31" y="19"/>
                  </a:cxn>
                  <a:cxn ang="0">
                    <a:pos x="31" y="7"/>
                  </a:cxn>
                </a:cxnLst>
                <a:rect l="0" t="0" r="r" b="b"/>
                <a:pathLst>
                  <a:path w="54" h="52">
                    <a:moveTo>
                      <a:pt x="31" y="7"/>
                    </a:moveTo>
                    <a:lnTo>
                      <a:pt x="28" y="7"/>
                    </a:lnTo>
                    <a:lnTo>
                      <a:pt x="39" y="0"/>
                    </a:lnTo>
                    <a:lnTo>
                      <a:pt x="50" y="7"/>
                    </a:lnTo>
                    <a:lnTo>
                      <a:pt x="54" y="10"/>
                    </a:lnTo>
                    <a:lnTo>
                      <a:pt x="54" y="22"/>
                    </a:lnTo>
                    <a:lnTo>
                      <a:pt x="44" y="25"/>
                    </a:lnTo>
                    <a:lnTo>
                      <a:pt x="40" y="41"/>
                    </a:lnTo>
                    <a:lnTo>
                      <a:pt x="33" y="48"/>
                    </a:lnTo>
                    <a:lnTo>
                      <a:pt x="26" y="44"/>
                    </a:lnTo>
                    <a:lnTo>
                      <a:pt x="21" y="51"/>
                    </a:lnTo>
                    <a:lnTo>
                      <a:pt x="9" y="52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7" y="39"/>
                    </a:lnTo>
                    <a:lnTo>
                      <a:pt x="29" y="25"/>
                    </a:lnTo>
                    <a:lnTo>
                      <a:pt x="31" y="19"/>
                    </a:lnTo>
                    <a:lnTo>
                      <a:pt x="31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Freeform 35">
                <a:extLst>
                  <a:ext uri="{FF2B5EF4-FFF2-40B4-BE49-F238E27FC236}">
                    <a16:creationId xmlns:a16="http://schemas.microsoft.com/office/drawing/2014/main" id="{AF479B95-49D8-9827-8EA4-499FE6E606B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62" y="1891"/>
                <a:ext cx="10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0"/>
                  </a:cxn>
                  <a:cxn ang="0">
                    <a:pos x="52" y="5"/>
                  </a:cxn>
                  <a:cxn ang="0">
                    <a:pos x="68" y="3"/>
                  </a:cxn>
                  <a:cxn ang="0">
                    <a:pos x="78" y="5"/>
                  </a:cxn>
                  <a:cxn ang="0">
                    <a:pos x="80" y="10"/>
                  </a:cxn>
                  <a:cxn ang="0">
                    <a:pos x="70" y="13"/>
                  </a:cxn>
                  <a:cxn ang="0">
                    <a:pos x="33" y="15"/>
                  </a:cxn>
                  <a:cxn ang="0">
                    <a:pos x="13" y="12"/>
                  </a:cxn>
                  <a:cxn ang="0">
                    <a:pos x="0" y="0"/>
                  </a:cxn>
                </a:cxnLst>
                <a:rect l="0" t="0" r="r" b="b"/>
                <a:pathLst>
                  <a:path w="80" h="15">
                    <a:moveTo>
                      <a:pt x="0" y="0"/>
                    </a:moveTo>
                    <a:lnTo>
                      <a:pt x="33" y="0"/>
                    </a:lnTo>
                    <a:lnTo>
                      <a:pt x="52" y="5"/>
                    </a:lnTo>
                    <a:lnTo>
                      <a:pt x="68" y="3"/>
                    </a:lnTo>
                    <a:lnTo>
                      <a:pt x="78" y="5"/>
                    </a:lnTo>
                    <a:lnTo>
                      <a:pt x="80" y="10"/>
                    </a:lnTo>
                    <a:lnTo>
                      <a:pt x="70" y="13"/>
                    </a:lnTo>
                    <a:lnTo>
                      <a:pt x="33" y="15"/>
                    </a:lnTo>
                    <a:lnTo>
                      <a:pt x="13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1" name="Freeform 36">
                <a:extLst>
                  <a:ext uri="{FF2B5EF4-FFF2-40B4-BE49-F238E27FC236}">
                    <a16:creationId xmlns:a16="http://schemas.microsoft.com/office/drawing/2014/main" id="{9CBA6BB8-75B5-F6CD-ED1C-423B07A7CCE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77" y="1887"/>
                <a:ext cx="3" cy="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5" y="6"/>
                  </a:cxn>
                  <a:cxn ang="0">
                    <a:pos x="24" y="6"/>
                  </a:cxn>
                  <a:cxn ang="0">
                    <a:pos x="25" y="12"/>
                  </a:cxn>
                  <a:cxn ang="0">
                    <a:pos x="13" y="20"/>
                  </a:cxn>
                  <a:cxn ang="0">
                    <a:pos x="0" y="20"/>
                  </a:cxn>
                  <a:cxn ang="0">
                    <a:pos x="0" y="8"/>
                  </a:cxn>
                  <a:cxn ang="0">
                    <a:pos x="6" y="0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25" h="20">
                    <a:moveTo>
                      <a:pt x="6" y="0"/>
                    </a:moveTo>
                    <a:lnTo>
                      <a:pt x="15" y="6"/>
                    </a:lnTo>
                    <a:lnTo>
                      <a:pt x="24" y="6"/>
                    </a:lnTo>
                    <a:lnTo>
                      <a:pt x="25" y="12"/>
                    </a:lnTo>
                    <a:lnTo>
                      <a:pt x="13" y="20"/>
                    </a:lnTo>
                    <a:lnTo>
                      <a:pt x="0" y="20"/>
                    </a:lnTo>
                    <a:lnTo>
                      <a:pt x="0" y="8"/>
                    </a:lnTo>
                    <a:lnTo>
                      <a:pt x="6" y="0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2" name="Freeform 37">
                <a:extLst>
                  <a:ext uri="{FF2B5EF4-FFF2-40B4-BE49-F238E27FC236}">
                    <a16:creationId xmlns:a16="http://schemas.microsoft.com/office/drawing/2014/main" id="{B5796031-9BE0-B62A-83A7-240CE6E7AF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14" y="1866"/>
                <a:ext cx="13" cy="14"/>
              </a:xfrm>
              <a:custGeom>
                <a:avLst/>
                <a:gdLst/>
                <a:ahLst/>
                <a:cxnLst>
                  <a:cxn ang="0">
                    <a:pos x="0" y="110"/>
                  </a:cxn>
                  <a:cxn ang="0">
                    <a:pos x="1" y="99"/>
                  </a:cxn>
                  <a:cxn ang="0">
                    <a:pos x="12" y="88"/>
                  </a:cxn>
                  <a:cxn ang="0">
                    <a:pos x="19" y="71"/>
                  </a:cxn>
                  <a:cxn ang="0">
                    <a:pos x="35" y="40"/>
                  </a:cxn>
                  <a:cxn ang="0">
                    <a:pos x="45" y="35"/>
                  </a:cxn>
                  <a:cxn ang="0">
                    <a:pos x="63" y="32"/>
                  </a:cxn>
                  <a:cxn ang="0">
                    <a:pos x="68" y="12"/>
                  </a:cxn>
                  <a:cxn ang="0">
                    <a:pos x="96" y="0"/>
                  </a:cxn>
                  <a:cxn ang="0">
                    <a:pos x="105" y="5"/>
                  </a:cxn>
                  <a:cxn ang="0">
                    <a:pos x="107" y="16"/>
                  </a:cxn>
                  <a:cxn ang="0">
                    <a:pos x="104" y="28"/>
                  </a:cxn>
                  <a:cxn ang="0">
                    <a:pos x="76" y="41"/>
                  </a:cxn>
                  <a:cxn ang="0">
                    <a:pos x="20" y="102"/>
                  </a:cxn>
                  <a:cxn ang="0">
                    <a:pos x="13" y="104"/>
                  </a:cxn>
                  <a:cxn ang="0">
                    <a:pos x="2" y="111"/>
                  </a:cxn>
                  <a:cxn ang="0">
                    <a:pos x="0" y="110"/>
                  </a:cxn>
                </a:cxnLst>
                <a:rect l="0" t="0" r="r" b="b"/>
                <a:pathLst>
                  <a:path w="107" h="111">
                    <a:moveTo>
                      <a:pt x="0" y="110"/>
                    </a:moveTo>
                    <a:lnTo>
                      <a:pt x="1" y="99"/>
                    </a:lnTo>
                    <a:lnTo>
                      <a:pt x="12" y="88"/>
                    </a:lnTo>
                    <a:lnTo>
                      <a:pt x="19" y="71"/>
                    </a:lnTo>
                    <a:lnTo>
                      <a:pt x="35" y="40"/>
                    </a:lnTo>
                    <a:lnTo>
                      <a:pt x="45" y="35"/>
                    </a:lnTo>
                    <a:lnTo>
                      <a:pt x="63" y="32"/>
                    </a:lnTo>
                    <a:lnTo>
                      <a:pt x="68" y="12"/>
                    </a:lnTo>
                    <a:lnTo>
                      <a:pt x="96" y="0"/>
                    </a:lnTo>
                    <a:lnTo>
                      <a:pt x="105" y="5"/>
                    </a:lnTo>
                    <a:lnTo>
                      <a:pt x="107" y="16"/>
                    </a:lnTo>
                    <a:lnTo>
                      <a:pt x="104" y="28"/>
                    </a:lnTo>
                    <a:lnTo>
                      <a:pt x="76" y="41"/>
                    </a:lnTo>
                    <a:lnTo>
                      <a:pt x="20" y="102"/>
                    </a:lnTo>
                    <a:lnTo>
                      <a:pt x="13" y="104"/>
                    </a:lnTo>
                    <a:lnTo>
                      <a:pt x="2" y="111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3" name="Freeform 38">
                <a:extLst>
                  <a:ext uri="{FF2B5EF4-FFF2-40B4-BE49-F238E27FC236}">
                    <a16:creationId xmlns:a16="http://schemas.microsoft.com/office/drawing/2014/main" id="{DC4FCD33-3275-0EDE-A2C2-8369D21BFE7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29" y="1858"/>
                <a:ext cx="15" cy="13"/>
              </a:xfrm>
              <a:custGeom>
                <a:avLst/>
                <a:gdLst/>
                <a:ahLst/>
                <a:cxnLst>
                  <a:cxn ang="0">
                    <a:pos x="6" y="102"/>
                  </a:cxn>
                  <a:cxn ang="0">
                    <a:pos x="0" y="94"/>
                  </a:cxn>
                  <a:cxn ang="0">
                    <a:pos x="0" y="93"/>
                  </a:cxn>
                  <a:cxn ang="0">
                    <a:pos x="36" y="82"/>
                  </a:cxn>
                  <a:cxn ang="0">
                    <a:pos x="48" y="72"/>
                  </a:cxn>
                  <a:cxn ang="0">
                    <a:pos x="52" y="57"/>
                  </a:cxn>
                  <a:cxn ang="0">
                    <a:pos x="61" y="43"/>
                  </a:cxn>
                  <a:cxn ang="0">
                    <a:pos x="71" y="50"/>
                  </a:cxn>
                  <a:cxn ang="0">
                    <a:pos x="77" y="42"/>
                  </a:cxn>
                  <a:cxn ang="0">
                    <a:pos x="74" y="34"/>
                  </a:cxn>
                  <a:cxn ang="0">
                    <a:pos x="63" y="34"/>
                  </a:cxn>
                  <a:cxn ang="0">
                    <a:pos x="54" y="21"/>
                  </a:cxn>
                  <a:cxn ang="0">
                    <a:pos x="56" y="11"/>
                  </a:cxn>
                  <a:cxn ang="0">
                    <a:pos x="67" y="4"/>
                  </a:cxn>
                  <a:cxn ang="0">
                    <a:pos x="81" y="2"/>
                  </a:cxn>
                  <a:cxn ang="0">
                    <a:pos x="91" y="9"/>
                  </a:cxn>
                  <a:cxn ang="0">
                    <a:pos x="96" y="20"/>
                  </a:cxn>
                  <a:cxn ang="0">
                    <a:pos x="112" y="0"/>
                  </a:cxn>
                  <a:cxn ang="0">
                    <a:pos x="117" y="1"/>
                  </a:cxn>
                  <a:cxn ang="0">
                    <a:pos x="123" y="9"/>
                  </a:cxn>
                  <a:cxn ang="0">
                    <a:pos x="118" y="21"/>
                  </a:cxn>
                  <a:cxn ang="0">
                    <a:pos x="106" y="32"/>
                  </a:cxn>
                  <a:cxn ang="0">
                    <a:pos x="103" y="43"/>
                  </a:cxn>
                  <a:cxn ang="0">
                    <a:pos x="112" y="36"/>
                  </a:cxn>
                  <a:cxn ang="0">
                    <a:pos x="113" y="49"/>
                  </a:cxn>
                  <a:cxn ang="0">
                    <a:pos x="105" y="57"/>
                  </a:cxn>
                  <a:cxn ang="0">
                    <a:pos x="85" y="66"/>
                  </a:cxn>
                  <a:cxn ang="0">
                    <a:pos x="80" y="77"/>
                  </a:cxn>
                  <a:cxn ang="0">
                    <a:pos x="66" y="80"/>
                  </a:cxn>
                  <a:cxn ang="0">
                    <a:pos x="54" y="86"/>
                  </a:cxn>
                  <a:cxn ang="0">
                    <a:pos x="42" y="97"/>
                  </a:cxn>
                  <a:cxn ang="0">
                    <a:pos x="6" y="102"/>
                  </a:cxn>
                </a:cxnLst>
                <a:rect l="0" t="0" r="r" b="b"/>
                <a:pathLst>
                  <a:path w="123" h="102">
                    <a:moveTo>
                      <a:pt x="6" y="102"/>
                    </a:moveTo>
                    <a:lnTo>
                      <a:pt x="0" y="94"/>
                    </a:lnTo>
                    <a:lnTo>
                      <a:pt x="0" y="93"/>
                    </a:lnTo>
                    <a:lnTo>
                      <a:pt x="36" y="82"/>
                    </a:lnTo>
                    <a:lnTo>
                      <a:pt x="48" y="72"/>
                    </a:lnTo>
                    <a:lnTo>
                      <a:pt x="52" y="57"/>
                    </a:lnTo>
                    <a:lnTo>
                      <a:pt x="61" y="43"/>
                    </a:lnTo>
                    <a:lnTo>
                      <a:pt x="71" y="50"/>
                    </a:lnTo>
                    <a:lnTo>
                      <a:pt x="77" y="42"/>
                    </a:lnTo>
                    <a:lnTo>
                      <a:pt x="74" y="34"/>
                    </a:lnTo>
                    <a:lnTo>
                      <a:pt x="63" y="34"/>
                    </a:lnTo>
                    <a:lnTo>
                      <a:pt x="54" y="21"/>
                    </a:lnTo>
                    <a:lnTo>
                      <a:pt x="56" y="11"/>
                    </a:lnTo>
                    <a:lnTo>
                      <a:pt x="67" y="4"/>
                    </a:lnTo>
                    <a:lnTo>
                      <a:pt x="81" y="2"/>
                    </a:lnTo>
                    <a:lnTo>
                      <a:pt x="91" y="9"/>
                    </a:lnTo>
                    <a:lnTo>
                      <a:pt x="96" y="20"/>
                    </a:lnTo>
                    <a:lnTo>
                      <a:pt x="112" y="0"/>
                    </a:lnTo>
                    <a:lnTo>
                      <a:pt x="117" y="1"/>
                    </a:lnTo>
                    <a:lnTo>
                      <a:pt x="123" y="9"/>
                    </a:lnTo>
                    <a:lnTo>
                      <a:pt x="118" y="21"/>
                    </a:lnTo>
                    <a:lnTo>
                      <a:pt x="106" y="32"/>
                    </a:lnTo>
                    <a:lnTo>
                      <a:pt x="103" y="43"/>
                    </a:lnTo>
                    <a:lnTo>
                      <a:pt x="112" y="36"/>
                    </a:lnTo>
                    <a:lnTo>
                      <a:pt x="113" y="49"/>
                    </a:lnTo>
                    <a:lnTo>
                      <a:pt x="105" y="57"/>
                    </a:lnTo>
                    <a:lnTo>
                      <a:pt x="85" y="66"/>
                    </a:lnTo>
                    <a:lnTo>
                      <a:pt x="80" y="77"/>
                    </a:lnTo>
                    <a:lnTo>
                      <a:pt x="66" y="80"/>
                    </a:lnTo>
                    <a:lnTo>
                      <a:pt x="54" y="86"/>
                    </a:lnTo>
                    <a:lnTo>
                      <a:pt x="42" y="97"/>
                    </a:lnTo>
                    <a:lnTo>
                      <a:pt x="6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Freeform 39">
                <a:extLst>
                  <a:ext uri="{FF2B5EF4-FFF2-40B4-BE49-F238E27FC236}">
                    <a16:creationId xmlns:a16="http://schemas.microsoft.com/office/drawing/2014/main" id="{D79527BE-B09F-60BA-9B66-B1CBBC9F737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47" y="1853"/>
                <a:ext cx="4" cy="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6"/>
                  </a:cxn>
                  <a:cxn ang="0">
                    <a:pos x="22" y="7"/>
                  </a:cxn>
                  <a:cxn ang="0">
                    <a:pos x="29" y="21"/>
                  </a:cxn>
                  <a:cxn ang="0">
                    <a:pos x="19" y="31"/>
                  </a:cxn>
                  <a:cxn ang="0">
                    <a:pos x="2" y="28"/>
                  </a:cxn>
                  <a:cxn ang="0">
                    <a:pos x="0" y="18"/>
                  </a:cxn>
                  <a:cxn ang="0">
                    <a:pos x="1" y="6"/>
                  </a:cxn>
                  <a:cxn ang="0">
                    <a:pos x="9" y="0"/>
                  </a:cxn>
                </a:cxnLst>
                <a:rect l="0" t="0" r="r" b="b"/>
                <a:pathLst>
                  <a:path w="29" h="31">
                    <a:moveTo>
                      <a:pt x="9" y="0"/>
                    </a:moveTo>
                    <a:lnTo>
                      <a:pt x="14" y="6"/>
                    </a:lnTo>
                    <a:lnTo>
                      <a:pt x="22" y="7"/>
                    </a:lnTo>
                    <a:lnTo>
                      <a:pt x="29" y="21"/>
                    </a:lnTo>
                    <a:lnTo>
                      <a:pt x="19" y="31"/>
                    </a:lnTo>
                    <a:lnTo>
                      <a:pt x="2" y="28"/>
                    </a:lnTo>
                    <a:lnTo>
                      <a:pt x="0" y="18"/>
                    </a:lnTo>
                    <a:lnTo>
                      <a:pt x="1" y="6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5" name="Freeform 40">
                <a:extLst>
                  <a:ext uri="{FF2B5EF4-FFF2-40B4-BE49-F238E27FC236}">
                    <a16:creationId xmlns:a16="http://schemas.microsoft.com/office/drawing/2014/main" id="{8FB31E97-9019-7467-5840-7BE6D9B47A8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60" y="1838"/>
                <a:ext cx="19" cy="13"/>
              </a:xfrm>
              <a:custGeom>
                <a:avLst/>
                <a:gdLst/>
                <a:ahLst/>
                <a:cxnLst>
                  <a:cxn ang="0">
                    <a:pos x="0" y="69"/>
                  </a:cxn>
                  <a:cxn ang="0">
                    <a:pos x="12" y="60"/>
                  </a:cxn>
                  <a:cxn ang="0">
                    <a:pos x="31" y="40"/>
                  </a:cxn>
                  <a:cxn ang="0">
                    <a:pos x="38" y="19"/>
                  </a:cxn>
                  <a:cxn ang="0">
                    <a:pos x="62" y="20"/>
                  </a:cxn>
                  <a:cxn ang="0">
                    <a:pos x="78" y="17"/>
                  </a:cxn>
                  <a:cxn ang="0">
                    <a:pos x="106" y="0"/>
                  </a:cxn>
                  <a:cxn ang="0">
                    <a:pos x="118" y="2"/>
                  </a:cxn>
                  <a:cxn ang="0">
                    <a:pos x="127" y="35"/>
                  </a:cxn>
                  <a:cxn ang="0">
                    <a:pos x="139" y="46"/>
                  </a:cxn>
                  <a:cxn ang="0">
                    <a:pos x="146" y="46"/>
                  </a:cxn>
                  <a:cxn ang="0">
                    <a:pos x="149" y="49"/>
                  </a:cxn>
                  <a:cxn ang="0">
                    <a:pos x="151" y="56"/>
                  </a:cxn>
                  <a:cxn ang="0">
                    <a:pos x="148" y="59"/>
                  </a:cxn>
                  <a:cxn ang="0">
                    <a:pos x="136" y="53"/>
                  </a:cxn>
                  <a:cxn ang="0">
                    <a:pos x="126" y="63"/>
                  </a:cxn>
                  <a:cxn ang="0">
                    <a:pos x="107" y="68"/>
                  </a:cxn>
                  <a:cxn ang="0">
                    <a:pos x="69" y="68"/>
                  </a:cxn>
                  <a:cxn ang="0">
                    <a:pos x="30" y="107"/>
                  </a:cxn>
                  <a:cxn ang="0">
                    <a:pos x="10" y="92"/>
                  </a:cxn>
                  <a:cxn ang="0">
                    <a:pos x="0" y="69"/>
                  </a:cxn>
                </a:cxnLst>
                <a:rect l="0" t="0" r="r" b="b"/>
                <a:pathLst>
                  <a:path w="151" h="107">
                    <a:moveTo>
                      <a:pt x="0" y="69"/>
                    </a:moveTo>
                    <a:lnTo>
                      <a:pt x="12" y="60"/>
                    </a:lnTo>
                    <a:lnTo>
                      <a:pt x="31" y="40"/>
                    </a:lnTo>
                    <a:lnTo>
                      <a:pt x="38" y="19"/>
                    </a:lnTo>
                    <a:lnTo>
                      <a:pt x="62" y="20"/>
                    </a:lnTo>
                    <a:lnTo>
                      <a:pt x="78" y="17"/>
                    </a:lnTo>
                    <a:lnTo>
                      <a:pt x="106" y="0"/>
                    </a:lnTo>
                    <a:lnTo>
                      <a:pt x="118" y="2"/>
                    </a:lnTo>
                    <a:lnTo>
                      <a:pt x="127" y="35"/>
                    </a:lnTo>
                    <a:lnTo>
                      <a:pt x="139" y="46"/>
                    </a:lnTo>
                    <a:lnTo>
                      <a:pt x="146" y="46"/>
                    </a:lnTo>
                    <a:lnTo>
                      <a:pt x="149" y="49"/>
                    </a:lnTo>
                    <a:lnTo>
                      <a:pt x="151" y="56"/>
                    </a:lnTo>
                    <a:lnTo>
                      <a:pt x="148" y="59"/>
                    </a:lnTo>
                    <a:lnTo>
                      <a:pt x="136" y="53"/>
                    </a:lnTo>
                    <a:lnTo>
                      <a:pt x="126" y="63"/>
                    </a:lnTo>
                    <a:lnTo>
                      <a:pt x="107" y="68"/>
                    </a:lnTo>
                    <a:lnTo>
                      <a:pt x="69" y="68"/>
                    </a:lnTo>
                    <a:lnTo>
                      <a:pt x="30" y="107"/>
                    </a:lnTo>
                    <a:lnTo>
                      <a:pt x="10" y="92"/>
                    </a:lnTo>
                    <a:lnTo>
                      <a:pt x="0" y="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6" name="Freeform 41">
                <a:extLst>
                  <a:ext uri="{FF2B5EF4-FFF2-40B4-BE49-F238E27FC236}">
                    <a16:creationId xmlns:a16="http://schemas.microsoft.com/office/drawing/2014/main" id="{62562A9A-FE21-EAB9-119C-A53BEB70A06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83" y="1849"/>
                <a:ext cx="2" cy="2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8" y="0"/>
                  </a:cxn>
                  <a:cxn ang="0">
                    <a:pos x="14" y="3"/>
                  </a:cxn>
                  <a:cxn ang="0">
                    <a:pos x="16" y="10"/>
                  </a:cxn>
                  <a:cxn ang="0">
                    <a:pos x="16" y="12"/>
                  </a:cxn>
                  <a:cxn ang="0">
                    <a:pos x="5" y="15"/>
                  </a:cxn>
                  <a:cxn ang="0">
                    <a:pos x="0" y="3"/>
                  </a:cxn>
                </a:cxnLst>
                <a:rect l="0" t="0" r="r" b="b"/>
                <a:pathLst>
                  <a:path w="16" h="15">
                    <a:moveTo>
                      <a:pt x="0" y="3"/>
                    </a:moveTo>
                    <a:lnTo>
                      <a:pt x="8" y="0"/>
                    </a:lnTo>
                    <a:lnTo>
                      <a:pt x="14" y="3"/>
                    </a:lnTo>
                    <a:lnTo>
                      <a:pt x="16" y="10"/>
                    </a:lnTo>
                    <a:lnTo>
                      <a:pt x="16" y="12"/>
                    </a:lnTo>
                    <a:lnTo>
                      <a:pt x="5" y="1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7" name="Freeform 42">
                <a:extLst>
                  <a:ext uri="{FF2B5EF4-FFF2-40B4-BE49-F238E27FC236}">
                    <a16:creationId xmlns:a16="http://schemas.microsoft.com/office/drawing/2014/main" id="{94B6EE39-04D6-F8FA-5CD9-A22D52D28AC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04" y="1832"/>
                <a:ext cx="3" cy="4"/>
              </a:xfrm>
              <a:custGeom>
                <a:avLst/>
                <a:gdLst/>
                <a:ahLst/>
                <a:cxnLst>
                  <a:cxn ang="0">
                    <a:pos x="16" y="13"/>
                  </a:cxn>
                  <a:cxn ang="0">
                    <a:pos x="9" y="1"/>
                  </a:cxn>
                  <a:cxn ang="0">
                    <a:pos x="10" y="13"/>
                  </a:cxn>
                  <a:cxn ang="0">
                    <a:pos x="14" y="13"/>
                  </a:cxn>
                  <a:cxn ang="0">
                    <a:pos x="17" y="6"/>
                  </a:cxn>
                  <a:cxn ang="0">
                    <a:pos x="20" y="0"/>
                  </a:cxn>
                  <a:cxn ang="0">
                    <a:pos x="23" y="7"/>
                  </a:cxn>
                  <a:cxn ang="0">
                    <a:pos x="23" y="20"/>
                  </a:cxn>
                  <a:cxn ang="0">
                    <a:pos x="26" y="28"/>
                  </a:cxn>
                  <a:cxn ang="0">
                    <a:pos x="23" y="37"/>
                  </a:cxn>
                  <a:cxn ang="0">
                    <a:pos x="14" y="32"/>
                  </a:cxn>
                  <a:cxn ang="0">
                    <a:pos x="5" y="36"/>
                  </a:cxn>
                  <a:cxn ang="0">
                    <a:pos x="0" y="6"/>
                  </a:cxn>
                  <a:cxn ang="0">
                    <a:pos x="5" y="3"/>
                  </a:cxn>
                  <a:cxn ang="0">
                    <a:pos x="6" y="13"/>
                  </a:cxn>
                  <a:cxn ang="0">
                    <a:pos x="10" y="15"/>
                  </a:cxn>
                  <a:cxn ang="0">
                    <a:pos x="16" y="13"/>
                  </a:cxn>
                </a:cxnLst>
                <a:rect l="0" t="0" r="r" b="b"/>
                <a:pathLst>
                  <a:path w="26" h="37">
                    <a:moveTo>
                      <a:pt x="16" y="13"/>
                    </a:moveTo>
                    <a:lnTo>
                      <a:pt x="9" y="1"/>
                    </a:lnTo>
                    <a:lnTo>
                      <a:pt x="10" y="13"/>
                    </a:lnTo>
                    <a:lnTo>
                      <a:pt x="14" y="13"/>
                    </a:lnTo>
                    <a:lnTo>
                      <a:pt x="17" y="6"/>
                    </a:lnTo>
                    <a:lnTo>
                      <a:pt x="20" y="0"/>
                    </a:lnTo>
                    <a:lnTo>
                      <a:pt x="23" y="7"/>
                    </a:lnTo>
                    <a:lnTo>
                      <a:pt x="23" y="20"/>
                    </a:lnTo>
                    <a:lnTo>
                      <a:pt x="26" y="28"/>
                    </a:lnTo>
                    <a:lnTo>
                      <a:pt x="23" y="37"/>
                    </a:lnTo>
                    <a:lnTo>
                      <a:pt x="14" y="32"/>
                    </a:lnTo>
                    <a:lnTo>
                      <a:pt x="5" y="36"/>
                    </a:lnTo>
                    <a:lnTo>
                      <a:pt x="0" y="6"/>
                    </a:lnTo>
                    <a:lnTo>
                      <a:pt x="5" y="3"/>
                    </a:lnTo>
                    <a:lnTo>
                      <a:pt x="6" y="13"/>
                    </a:lnTo>
                    <a:lnTo>
                      <a:pt x="10" y="15"/>
                    </a:lnTo>
                    <a:lnTo>
                      <a:pt x="16" y="1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8" name="Freeform 43">
                <a:extLst>
                  <a:ext uri="{FF2B5EF4-FFF2-40B4-BE49-F238E27FC236}">
                    <a16:creationId xmlns:a16="http://schemas.microsoft.com/office/drawing/2014/main" id="{76CBF752-320A-79BA-CBF1-D90EC55D651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29" y="1814"/>
                <a:ext cx="2" cy="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0" y="6"/>
                  </a:cxn>
                  <a:cxn ang="0">
                    <a:pos x="2" y="4"/>
                  </a:cxn>
                  <a:cxn ang="0">
                    <a:pos x="13" y="3"/>
                  </a:cxn>
                  <a:cxn ang="0">
                    <a:pos x="20" y="10"/>
                  </a:cxn>
                  <a:cxn ang="0">
                    <a:pos x="16" y="15"/>
                  </a:cxn>
                  <a:cxn ang="0">
                    <a:pos x="20" y="20"/>
                  </a:cxn>
                  <a:cxn ang="0">
                    <a:pos x="9" y="51"/>
                  </a:cxn>
                  <a:cxn ang="0">
                    <a:pos x="6" y="44"/>
                  </a:cxn>
                  <a:cxn ang="0">
                    <a:pos x="6" y="13"/>
                  </a:cxn>
                  <a:cxn ang="0">
                    <a:pos x="5" y="9"/>
                  </a:cxn>
                  <a:cxn ang="0">
                    <a:pos x="6" y="0"/>
                  </a:cxn>
                </a:cxnLst>
                <a:rect l="0" t="0" r="r" b="b"/>
                <a:pathLst>
                  <a:path w="20" h="51">
                    <a:moveTo>
                      <a:pt x="6" y="0"/>
                    </a:moveTo>
                    <a:lnTo>
                      <a:pt x="0" y="6"/>
                    </a:lnTo>
                    <a:lnTo>
                      <a:pt x="2" y="4"/>
                    </a:lnTo>
                    <a:lnTo>
                      <a:pt x="13" y="3"/>
                    </a:lnTo>
                    <a:lnTo>
                      <a:pt x="20" y="10"/>
                    </a:lnTo>
                    <a:lnTo>
                      <a:pt x="16" y="15"/>
                    </a:lnTo>
                    <a:lnTo>
                      <a:pt x="20" y="20"/>
                    </a:lnTo>
                    <a:lnTo>
                      <a:pt x="9" y="51"/>
                    </a:lnTo>
                    <a:lnTo>
                      <a:pt x="6" y="44"/>
                    </a:lnTo>
                    <a:lnTo>
                      <a:pt x="6" y="13"/>
                    </a:lnTo>
                    <a:lnTo>
                      <a:pt x="5" y="9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9" name="Freeform 44">
                <a:extLst>
                  <a:ext uri="{FF2B5EF4-FFF2-40B4-BE49-F238E27FC236}">
                    <a16:creationId xmlns:a16="http://schemas.microsoft.com/office/drawing/2014/main" id="{487356B2-E794-5FAE-1BFE-5458D3BAF96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70" y="1809"/>
                <a:ext cx="2" cy="4"/>
              </a:xfrm>
              <a:custGeom>
                <a:avLst/>
                <a:gdLst/>
                <a:ahLst/>
                <a:cxnLst>
                  <a:cxn ang="0">
                    <a:pos x="2" y="8"/>
                  </a:cxn>
                  <a:cxn ang="0">
                    <a:pos x="14" y="0"/>
                  </a:cxn>
                  <a:cxn ang="0">
                    <a:pos x="17" y="3"/>
                  </a:cxn>
                  <a:cxn ang="0">
                    <a:pos x="17" y="12"/>
                  </a:cxn>
                  <a:cxn ang="0">
                    <a:pos x="7" y="30"/>
                  </a:cxn>
                  <a:cxn ang="0">
                    <a:pos x="1" y="29"/>
                  </a:cxn>
                  <a:cxn ang="0">
                    <a:pos x="0" y="19"/>
                  </a:cxn>
                  <a:cxn ang="0">
                    <a:pos x="2" y="8"/>
                  </a:cxn>
                </a:cxnLst>
                <a:rect l="0" t="0" r="r" b="b"/>
                <a:pathLst>
                  <a:path w="17" h="30">
                    <a:moveTo>
                      <a:pt x="2" y="8"/>
                    </a:moveTo>
                    <a:lnTo>
                      <a:pt x="14" y="0"/>
                    </a:lnTo>
                    <a:lnTo>
                      <a:pt x="17" y="3"/>
                    </a:lnTo>
                    <a:lnTo>
                      <a:pt x="17" y="12"/>
                    </a:lnTo>
                    <a:lnTo>
                      <a:pt x="7" y="30"/>
                    </a:lnTo>
                    <a:lnTo>
                      <a:pt x="1" y="29"/>
                    </a:lnTo>
                    <a:lnTo>
                      <a:pt x="0" y="19"/>
                    </a:lnTo>
                    <a:lnTo>
                      <a:pt x="2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0" name="Freeform 45">
                <a:extLst>
                  <a:ext uri="{FF2B5EF4-FFF2-40B4-BE49-F238E27FC236}">
                    <a16:creationId xmlns:a16="http://schemas.microsoft.com/office/drawing/2014/main" id="{049801CF-9A81-7C62-4460-C8FA6877C30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74" y="1809"/>
                <a:ext cx="2" cy="1"/>
              </a:xfrm>
              <a:custGeom>
                <a:avLst/>
                <a:gdLst/>
                <a:ahLst/>
                <a:cxnLst>
                  <a:cxn ang="0">
                    <a:pos x="11" y="13"/>
                  </a:cxn>
                  <a:cxn ang="0">
                    <a:pos x="0" y="12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5" y="2"/>
                  </a:cxn>
                  <a:cxn ang="0">
                    <a:pos x="15" y="10"/>
                  </a:cxn>
                  <a:cxn ang="0">
                    <a:pos x="11" y="13"/>
                  </a:cxn>
                </a:cxnLst>
                <a:rect l="0" t="0" r="r" b="b"/>
                <a:pathLst>
                  <a:path w="15" h="13">
                    <a:moveTo>
                      <a:pt x="11" y="13"/>
                    </a:moveTo>
                    <a:lnTo>
                      <a:pt x="0" y="12"/>
                    </a:lnTo>
                    <a:lnTo>
                      <a:pt x="1" y="7"/>
                    </a:lnTo>
                    <a:lnTo>
                      <a:pt x="11" y="0"/>
                    </a:lnTo>
                    <a:lnTo>
                      <a:pt x="15" y="2"/>
                    </a:lnTo>
                    <a:lnTo>
                      <a:pt x="15" y="10"/>
                    </a:lnTo>
                    <a:lnTo>
                      <a:pt x="11" y="1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1" name="Freeform 46">
                <a:extLst>
                  <a:ext uri="{FF2B5EF4-FFF2-40B4-BE49-F238E27FC236}">
                    <a16:creationId xmlns:a16="http://schemas.microsoft.com/office/drawing/2014/main" id="{DBD70356-7388-C6F9-4583-7542A340243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85" y="1797"/>
                <a:ext cx="5" cy="4"/>
              </a:xfrm>
              <a:custGeom>
                <a:avLst/>
                <a:gdLst/>
                <a:ahLst/>
                <a:cxnLst>
                  <a:cxn ang="0">
                    <a:pos x="21" y="15"/>
                  </a:cxn>
                  <a:cxn ang="0">
                    <a:pos x="8" y="30"/>
                  </a:cxn>
                  <a:cxn ang="0">
                    <a:pos x="0" y="16"/>
                  </a:cxn>
                  <a:cxn ang="0">
                    <a:pos x="8" y="4"/>
                  </a:cxn>
                  <a:cxn ang="0">
                    <a:pos x="16" y="0"/>
                  </a:cxn>
                  <a:cxn ang="0">
                    <a:pos x="20" y="3"/>
                  </a:cxn>
                  <a:cxn ang="0">
                    <a:pos x="41" y="2"/>
                  </a:cxn>
                  <a:cxn ang="0">
                    <a:pos x="41" y="5"/>
                  </a:cxn>
                  <a:cxn ang="0">
                    <a:pos x="21" y="15"/>
                  </a:cxn>
                </a:cxnLst>
                <a:rect l="0" t="0" r="r" b="b"/>
                <a:pathLst>
                  <a:path w="41" h="30">
                    <a:moveTo>
                      <a:pt x="21" y="15"/>
                    </a:moveTo>
                    <a:lnTo>
                      <a:pt x="8" y="30"/>
                    </a:lnTo>
                    <a:lnTo>
                      <a:pt x="0" y="16"/>
                    </a:lnTo>
                    <a:lnTo>
                      <a:pt x="8" y="4"/>
                    </a:lnTo>
                    <a:lnTo>
                      <a:pt x="16" y="0"/>
                    </a:lnTo>
                    <a:lnTo>
                      <a:pt x="20" y="3"/>
                    </a:lnTo>
                    <a:lnTo>
                      <a:pt x="41" y="2"/>
                    </a:lnTo>
                    <a:lnTo>
                      <a:pt x="41" y="5"/>
                    </a:lnTo>
                    <a:lnTo>
                      <a:pt x="21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2" name="Freeform 47">
                <a:extLst>
                  <a:ext uri="{FF2B5EF4-FFF2-40B4-BE49-F238E27FC236}">
                    <a16:creationId xmlns:a16="http://schemas.microsoft.com/office/drawing/2014/main" id="{F9047124-B109-0697-5706-D16DEFDF7B7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69" y="1783"/>
                <a:ext cx="28" cy="23"/>
              </a:xfrm>
              <a:custGeom>
                <a:avLst/>
                <a:gdLst/>
                <a:ahLst/>
                <a:cxnLst>
                  <a:cxn ang="0">
                    <a:pos x="0" y="94"/>
                  </a:cxn>
                  <a:cxn ang="0">
                    <a:pos x="13" y="89"/>
                  </a:cxn>
                  <a:cxn ang="0">
                    <a:pos x="33" y="53"/>
                  </a:cxn>
                  <a:cxn ang="0">
                    <a:pos x="46" y="49"/>
                  </a:cxn>
                  <a:cxn ang="0">
                    <a:pos x="71" y="48"/>
                  </a:cxn>
                  <a:cxn ang="0">
                    <a:pos x="70" y="63"/>
                  </a:cxn>
                  <a:cxn ang="0">
                    <a:pos x="77" y="82"/>
                  </a:cxn>
                  <a:cxn ang="0">
                    <a:pos x="91" y="69"/>
                  </a:cxn>
                  <a:cxn ang="0">
                    <a:pos x="90" y="55"/>
                  </a:cxn>
                  <a:cxn ang="0">
                    <a:pos x="80" y="26"/>
                  </a:cxn>
                  <a:cxn ang="0">
                    <a:pos x="83" y="10"/>
                  </a:cxn>
                  <a:cxn ang="0">
                    <a:pos x="104" y="24"/>
                  </a:cxn>
                  <a:cxn ang="0">
                    <a:pos x="111" y="42"/>
                  </a:cxn>
                  <a:cxn ang="0">
                    <a:pos x="126" y="20"/>
                  </a:cxn>
                  <a:cxn ang="0">
                    <a:pos x="147" y="17"/>
                  </a:cxn>
                  <a:cxn ang="0">
                    <a:pos x="142" y="0"/>
                  </a:cxn>
                  <a:cxn ang="0">
                    <a:pos x="155" y="2"/>
                  </a:cxn>
                  <a:cxn ang="0">
                    <a:pos x="165" y="25"/>
                  </a:cxn>
                  <a:cxn ang="0">
                    <a:pos x="184" y="9"/>
                  </a:cxn>
                  <a:cxn ang="0">
                    <a:pos x="199" y="14"/>
                  </a:cxn>
                  <a:cxn ang="0">
                    <a:pos x="196" y="38"/>
                  </a:cxn>
                  <a:cxn ang="0">
                    <a:pos x="199" y="47"/>
                  </a:cxn>
                  <a:cxn ang="0">
                    <a:pos x="228" y="56"/>
                  </a:cxn>
                  <a:cxn ang="0">
                    <a:pos x="203" y="78"/>
                  </a:cxn>
                  <a:cxn ang="0">
                    <a:pos x="164" y="65"/>
                  </a:cxn>
                  <a:cxn ang="0">
                    <a:pos x="186" y="83"/>
                  </a:cxn>
                  <a:cxn ang="0">
                    <a:pos x="191" y="103"/>
                  </a:cxn>
                  <a:cxn ang="0">
                    <a:pos x="175" y="89"/>
                  </a:cxn>
                  <a:cxn ang="0">
                    <a:pos x="162" y="98"/>
                  </a:cxn>
                  <a:cxn ang="0">
                    <a:pos x="150" y="102"/>
                  </a:cxn>
                  <a:cxn ang="0">
                    <a:pos x="149" y="109"/>
                  </a:cxn>
                  <a:cxn ang="0">
                    <a:pos x="116" y="135"/>
                  </a:cxn>
                  <a:cxn ang="0">
                    <a:pos x="102" y="143"/>
                  </a:cxn>
                  <a:cxn ang="0">
                    <a:pos x="105" y="161"/>
                  </a:cxn>
                  <a:cxn ang="0">
                    <a:pos x="68" y="186"/>
                  </a:cxn>
                  <a:cxn ang="0">
                    <a:pos x="83" y="159"/>
                  </a:cxn>
                  <a:cxn ang="0">
                    <a:pos x="70" y="148"/>
                  </a:cxn>
                  <a:cxn ang="0">
                    <a:pos x="71" y="131"/>
                  </a:cxn>
                  <a:cxn ang="0">
                    <a:pos x="49" y="122"/>
                  </a:cxn>
                  <a:cxn ang="0">
                    <a:pos x="47" y="130"/>
                  </a:cxn>
                  <a:cxn ang="0">
                    <a:pos x="58" y="161"/>
                  </a:cxn>
                  <a:cxn ang="0">
                    <a:pos x="32" y="155"/>
                  </a:cxn>
                  <a:cxn ang="0">
                    <a:pos x="27" y="124"/>
                  </a:cxn>
                  <a:cxn ang="0">
                    <a:pos x="11" y="104"/>
                  </a:cxn>
                </a:cxnLst>
                <a:rect l="0" t="0" r="r" b="b"/>
                <a:pathLst>
                  <a:path w="228" h="186">
                    <a:moveTo>
                      <a:pt x="6" y="94"/>
                    </a:moveTo>
                    <a:lnTo>
                      <a:pt x="0" y="94"/>
                    </a:lnTo>
                    <a:lnTo>
                      <a:pt x="0" y="90"/>
                    </a:lnTo>
                    <a:lnTo>
                      <a:pt x="13" y="89"/>
                    </a:lnTo>
                    <a:lnTo>
                      <a:pt x="15" y="76"/>
                    </a:lnTo>
                    <a:lnTo>
                      <a:pt x="33" y="53"/>
                    </a:lnTo>
                    <a:lnTo>
                      <a:pt x="39" y="55"/>
                    </a:lnTo>
                    <a:lnTo>
                      <a:pt x="46" y="49"/>
                    </a:lnTo>
                    <a:lnTo>
                      <a:pt x="62" y="47"/>
                    </a:lnTo>
                    <a:lnTo>
                      <a:pt x="71" y="48"/>
                    </a:lnTo>
                    <a:lnTo>
                      <a:pt x="62" y="61"/>
                    </a:lnTo>
                    <a:lnTo>
                      <a:pt x="70" y="63"/>
                    </a:lnTo>
                    <a:lnTo>
                      <a:pt x="73" y="71"/>
                    </a:lnTo>
                    <a:lnTo>
                      <a:pt x="77" y="82"/>
                    </a:lnTo>
                    <a:lnTo>
                      <a:pt x="89" y="86"/>
                    </a:lnTo>
                    <a:lnTo>
                      <a:pt x="91" y="69"/>
                    </a:lnTo>
                    <a:lnTo>
                      <a:pt x="94" y="63"/>
                    </a:lnTo>
                    <a:lnTo>
                      <a:pt x="90" y="55"/>
                    </a:lnTo>
                    <a:lnTo>
                      <a:pt x="98" y="52"/>
                    </a:lnTo>
                    <a:lnTo>
                      <a:pt x="80" y="26"/>
                    </a:lnTo>
                    <a:lnTo>
                      <a:pt x="78" y="16"/>
                    </a:lnTo>
                    <a:lnTo>
                      <a:pt x="83" y="10"/>
                    </a:lnTo>
                    <a:lnTo>
                      <a:pt x="97" y="8"/>
                    </a:lnTo>
                    <a:lnTo>
                      <a:pt x="104" y="24"/>
                    </a:lnTo>
                    <a:lnTo>
                      <a:pt x="106" y="40"/>
                    </a:lnTo>
                    <a:lnTo>
                      <a:pt x="111" y="42"/>
                    </a:lnTo>
                    <a:lnTo>
                      <a:pt x="119" y="27"/>
                    </a:lnTo>
                    <a:lnTo>
                      <a:pt x="126" y="20"/>
                    </a:lnTo>
                    <a:lnTo>
                      <a:pt x="142" y="24"/>
                    </a:lnTo>
                    <a:lnTo>
                      <a:pt x="147" y="17"/>
                    </a:lnTo>
                    <a:lnTo>
                      <a:pt x="149" y="10"/>
                    </a:lnTo>
                    <a:lnTo>
                      <a:pt x="142" y="0"/>
                    </a:lnTo>
                    <a:lnTo>
                      <a:pt x="150" y="5"/>
                    </a:lnTo>
                    <a:lnTo>
                      <a:pt x="155" y="2"/>
                    </a:lnTo>
                    <a:lnTo>
                      <a:pt x="165" y="5"/>
                    </a:lnTo>
                    <a:lnTo>
                      <a:pt x="165" y="25"/>
                    </a:lnTo>
                    <a:lnTo>
                      <a:pt x="171" y="30"/>
                    </a:lnTo>
                    <a:lnTo>
                      <a:pt x="184" y="9"/>
                    </a:lnTo>
                    <a:lnTo>
                      <a:pt x="197" y="6"/>
                    </a:lnTo>
                    <a:lnTo>
                      <a:pt x="199" y="14"/>
                    </a:lnTo>
                    <a:lnTo>
                      <a:pt x="198" y="34"/>
                    </a:lnTo>
                    <a:lnTo>
                      <a:pt x="196" y="38"/>
                    </a:lnTo>
                    <a:lnTo>
                      <a:pt x="196" y="47"/>
                    </a:lnTo>
                    <a:lnTo>
                      <a:pt x="199" y="47"/>
                    </a:lnTo>
                    <a:lnTo>
                      <a:pt x="199" y="56"/>
                    </a:lnTo>
                    <a:lnTo>
                      <a:pt x="228" y="56"/>
                    </a:lnTo>
                    <a:lnTo>
                      <a:pt x="216" y="78"/>
                    </a:lnTo>
                    <a:lnTo>
                      <a:pt x="203" y="78"/>
                    </a:lnTo>
                    <a:lnTo>
                      <a:pt x="174" y="63"/>
                    </a:lnTo>
                    <a:lnTo>
                      <a:pt x="164" y="65"/>
                    </a:lnTo>
                    <a:lnTo>
                      <a:pt x="160" y="78"/>
                    </a:lnTo>
                    <a:lnTo>
                      <a:pt x="186" y="83"/>
                    </a:lnTo>
                    <a:lnTo>
                      <a:pt x="191" y="90"/>
                    </a:lnTo>
                    <a:lnTo>
                      <a:pt x="191" y="103"/>
                    </a:lnTo>
                    <a:lnTo>
                      <a:pt x="176" y="101"/>
                    </a:lnTo>
                    <a:lnTo>
                      <a:pt x="175" y="89"/>
                    </a:lnTo>
                    <a:lnTo>
                      <a:pt x="170" y="90"/>
                    </a:lnTo>
                    <a:lnTo>
                      <a:pt x="162" y="98"/>
                    </a:lnTo>
                    <a:lnTo>
                      <a:pt x="147" y="102"/>
                    </a:lnTo>
                    <a:lnTo>
                      <a:pt x="150" y="102"/>
                    </a:lnTo>
                    <a:lnTo>
                      <a:pt x="156" y="110"/>
                    </a:lnTo>
                    <a:lnTo>
                      <a:pt x="149" y="109"/>
                    </a:lnTo>
                    <a:lnTo>
                      <a:pt x="131" y="115"/>
                    </a:lnTo>
                    <a:lnTo>
                      <a:pt x="116" y="135"/>
                    </a:lnTo>
                    <a:lnTo>
                      <a:pt x="105" y="138"/>
                    </a:lnTo>
                    <a:lnTo>
                      <a:pt x="102" y="143"/>
                    </a:lnTo>
                    <a:lnTo>
                      <a:pt x="105" y="150"/>
                    </a:lnTo>
                    <a:lnTo>
                      <a:pt x="105" y="161"/>
                    </a:lnTo>
                    <a:lnTo>
                      <a:pt x="98" y="172"/>
                    </a:lnTo>
                    <a:lnTo>
                      <a:pt x="68" y="186"/>
                    </a:lnTo>
                    <a:lnTo>
                      <a:pt x="74" y="170"/>
                    </a:lnTo>
                    <a:lnTo>
                      <a:pt x="83" y="159"/>
                    </a:lnTo>
                    <a:lnTo>
                      <a:pt x="83" y="152"/>
                    </a:lnTo>
                    <a:lnTo>
                      <a:pt x="70" y="148"/>
                    </a:lnTo>
                    <a:lnTo>
                      <a:pt x="69" y="139"/>
                    </a:lnTo>
                    <a:lnTo>
                      <a:pt x="71" y="131"/>
                    </a:lnTo>
                    <a:lnTo>
                      <a:pt x="61" y="125"/>
                    </a:lnTo>
                    <a:lnTo>
                      <a:pt x="49" y="122"/>
                    </a:lnTo>
                    <a:lnTo>
                      <a:pt x="43" y="127"/>
                    </a:lnTo>
                    <a:lnTo>
                      <a:pt x="47" y="130"/>
                    </a:lnTo>
                    <a:lnTo>
                      <a:pt x="57" y="132"/>
                    </a:lnTo>
                    <a:lnTo>
                      <a:pt x="58" y="161"/>
                    </a:lnTo>
                    <a:lnTo>
                      <a:pt x="48" y="169"/>
                    </a:lnTo>
                    <a:lnTo>
                      <a:pt x="32" y="155"/>
                    </a:lnTo>
                    <a:lnTo>
                      <a:pt x="29" y="141"/>
                    </a:lnTo>
                    <a:lnTo>
                      <a:pt x="27" y="124"/>
                    </a:lnTo>
                    <a:lnTo>
                      <a:pt x="21" y="110"/>
                    </a:lnTo>
                    <a:lnTo>
                      <a:pt x="11" y="104"/>
                    </a:lnTo>
                    <a:lnTo>
                      <a:pt x="6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3" name="Freeform 48">
                <a:extLst>
                  <a:ext uri="{FF2B5EF4-FFF2-40B4-BE49-F238E27FC236}">
                    <a16:creationId xmlns:a16="http://schemas.microsoft.com/office/drawing/2014/main" id="{B0EDF1B9-471B-2994-EB11-7C72730B19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84" y="1779"/>
                <a:ext cx="4" cy="2"/>
              </a:xfrm>
              <a:custGeom>
                <a:avLst/>
                <a:gdLst/>
                <a:ahLst/>
                <a:cxnLst>
                  <a:cxn ang="0">
                    <a:pos x="1" y="8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10" y="0"/>
                  </a:cxn>
                  <a:cxn ang="0">
                    <a:pos x="18" y="2"/>
                  </a:cxn>
                  <a:cxn ang="0">
                    <a:pos x="25" y="5"/>
                  </a:cxn>
                  <a:cxn ang="0">
                    <a:pos x="33" y="19"/>
                  </a:cxn>
                  <a:cxn ang="0">
                    <a:pos x="15" y="9"/>
                  </a:cxn>
                  <a:cxn ang="0">
                    <a:pos x="3" y="11"/>
                  </a:cxn>
                  <a:cxn ang="0">
                    <a:pos x="1" y="8"/>
                  </a:cxn>
                </a:cxnLst>
                <a:rect l="0" t="0" r="r" b="b"/>
                <a:pathLst>
                  <a:path w="33" h="19">
                    <a:moveTo>
                      <a:pt x="1" y="8"/>
                    </a:moveTo>
                    <a:lnTo>
                      <a:pt x="0" y="8"/>
                    </a:lnTo>
                    <a:lnTo>
                      <a:pt x="4" y="2"/>
                    </a:lnTo>
                    <a:lnTo>
                      <a:pt x="10" y="0"/>
                    </a:lnTo>
                    <a:lnTo>
                      <a:pt x="18" y="2"/>
                    </a:lnTo>
                    <a:lnTo>
                      <a:pt x="25" y="5"/>
                    </a:lnTo>
                    <a:lnTo>
                      <a:pt x="33" y="19"/>
                    </a:lnTo>
                    <a:lnTo>
                      <a:pt x="15" y="9"/>
                    </a:lnTo>
                    <a:lnTo>
                      <a:pt x="3" y="11"/>
                    </a:lnTo>
                    <a:lnTo>
                      <a:pt x="1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4" name="Freeform 49">
                <a:extLst>
                  <a:ext uri="{FF2B5EF4-FFF2-40B4-BE49-F238E27FC236}">
                    <a16:creationId xmlns:a16="http://schemas.microsoft.com/office/drawing/2014/main" id="{DB438AB1-B1D1-2BFD-7853-4EB3FCC3262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87" y="1772"/>
                <a:ext cx="11" cy="8"/>
              </a:xfrm>
              <a:custGeom>
                <a:avLst/>
                <a:gdLst/>
                <a:ahLst/>
                <a:cxnLst>
                  <a:cxn ang="0">
                    <a:pos x="38" y="31"/>
                  </a:cxn>
                  <a:cxn ang="0">
                    <a:pos x="39" y="30"/>
                  </a:cxn>
                  <a:cxn ang="0">
                    <a:pos x="39" y="27"/>
                  </a:cxn>
                  <a:cxn ang="0">
                    <a:pos x="29" y="27"/>
                  </a:cxn>
                  <a:cxn ang="0">
                    <a:pos x="21" y="20"/>
                  </a:cxn>
                  <a:cxn ang="0">
                    <a:pos x="28" y="18"/>
                  </a:cxn>
                  <a:cxn ang="0">
                    <a:pos x="30" y="11"/>
                  </a:cxn>
                  <a:cxn ang="0">
                    <a:pos x="34" y="6"/>
                  </a:cxn>
                  <a:cxn ang="0">
                    <a:pos x="46" y="0"/>
                  </a:cxn>
                  <a:cxn ang="0">
                    <a:pos x="72" y="1"/>
                  </a:cxn>
                  <a:cxn ang="0">
                    <a:pos x="72" y="9"/>
                  </a:cxn>
                  <a:cxn ang="0">
                    <a:pos x="63" y="13"/>
                  </a:cxn>
                  <a:cxn ang="0">
                    <a:pos x="65" y="20"/>
                  </a:cxn>
                  <a:cxn ang="0">
                    <a:pos x="77" y="18"/>
                  </a:cxn>
                  <a:cxn ang="0">
                    <a:pos x="84" y="11"/>
                  </a:cxn>
                  <a:cxn ang="0">
                    <a:pos x="84" y="32"/>
                  </a:cxn>
                  <a:cxn ang="0">
                    <a:pos x="91" y="28"/>
                  </a:cxn>
                  <a:cxn ang="0">
                    <a:pos x="93" y="41"/>
                  </a:cxn>
                  <a:cxn ang="0">
                    <a:pos x="79" y="41"/>
                  </a:cxn>
                  <a:cxn ang="0">
                    <a:pos x="72" y="52"/>
                  </a:cxn>
                  <a:cxn ang="0">
                    <a:pos x="58" y="54"/>
                  </a:cxn>
                  <a:cxn ang="0">
                    <a:pos x="50" y="50"/>
                  </a:cxn>
                  <a:cxn ang="0">
                    <a:pos x="43" y="59"/>
                  </a:cxn>
                  <a:cxn ang="0">
                    <a:pos x="32" y="62"/>
                  </a:cxn>
                  <a:cxn ang="0">
                    <a:pos x="31" y="65"/>
                  </a:cxn>
                  <a:cxn ang="0">
                    <a:pos x="28" y="68"/>
                  </a:cxn>
                  <a:cxn ang="0">
                    <a:pos x="22" y="67"/>
                  </a:cxn>
                  <a:cxn ang="0">
                    <a:pos x="12" y="49"/>
                  </a:cxn>
                  <a:cxn ang="0">
                    <a:pos x="0" y="43"/>
                  </a:cxn>
                  <a:cxn ang="0">
                    <a:pos x="7" y="43"/>
                  </a:cxn>
                  <a:cxn ang="0">
                    <a:pos x="9" y="33"/>
                  </a:cxn>
                  <a:cxn ang="0">
                    <a:pos x="12" y="29"/>
                  </a:cxn>
                  <a:cxn ang="0">
                    <a:pos x="28" y="32"/>
                  </a:cxn>
                  <a:cxn ang="0">
                    <a:pos x="38" y="31"/>
                  </a:cxn>
                </a:cxnLst>
                <a:rect l="0" t="0" r="r" b="b"/>
                <a:pathLst>
                  <a:path w="93" h="68">
                    <a:moveTo>
                      <a:pt x="38" y="31"/>
                    </a:moveTo>
                    <a:lnTo>
                      <a:pt x="39" y="30"/>
                    </a:lnTo>
                    <a:lnTo>
                      <a:pt x="39" y="27"/>
                    </a:lnTo>
                    <a:lnTo>
                      <a:pt x="29" y="27"/>
                    </a:lnTo>
                    <a:lnTo>
                      <a:pt x="21" y="20"/>
                    </a:lnTo>
                    <a:lnTo>
                      <a:pt x="28" y="18"/>
                    </a:lnTo>
                    <a:lnTo>
                      <a:pt x="30" y="11"/>
                    </a:lnTo>
                    <a:lnTo>
                      <a:pt x="34" y="6"/>
                    </a:lnTo>
                    <a:lnTo>
                      <a:pt x="46" y="0"/>
                    </a:lnTo>
                    <a:lnTo>
                      <a:pt x="72" y="1"/>
                    </a:lnTo>
                    <a:lnTo>
                      <a:pt x="72" y="9"/>
                    </a:lnTo>
                    <a:lnTo>
                      <a:pt x="63" y="13"/>
                    </a:lnTo>
                    <a:lnTo>
                      <a:pt x="65" y="20"/>
                    </a:lnTo>
                    <a:lnTo>
                      <a:pt x="77" y="18"/>
                    </a:lnTo>
                    <a:lnTo>
                      <a:pt x="84" y="11"/>
                    </a:lnTo>
                    <a:lnTo>
                      <a:pt x="84" y="32"/>
                    </a:lnTo>
                    <a:lnTo>
                      <a:pt x="91" y="28"/>
                    </a:lnTo>
                    <a:lnTo>
                      <a:pt x="93" y="41"/>
                    </a:lnTo>
                    <a:lnTo>
                      <a:pt x="79" y="41"/>
                    </a:lnTo>
                    <a:lnTo>
                      <a:pt x="72" y="52"/>
                    </a:lnTo>
                    <a:lnTo>
                      <a:pt x="58" y="54"/>
                    </a:lnTo>
                    <a:lnTo>
                      <a:pt x="50" y="50"/>
                    </a:lnTo>
                    <a:lnTo>
                      <a:pt x="43" y="59"/>
                    </a:lnTo>
                    <a:lnTo>
                      <a:pt x="32" y="62"/>
                    </a:lnTo>
                    <a:lnTo>
                      <a:pt x="31" y="65"/>
                    </a:lnTo>
                    <a:lnTo>
                      <a:pt x="28" y="68"/>
                    </a:lnTo>
                    <a:lnTo>
                      <a:pt x="22" y="67"/>
                    </a:lnTo>
                    <a:lnTo>
                      <a:pt x="12" y="49"/>
                    </a:lnTo>
                    <a:lnTo>
                      <a:pt x="0" y="43"/>
                    </a:lnTo>
                    <a:lnTo>
                      <a:pt x="7" y="43"/>
                    </a:lnTo>
                    <a:lnTo>
                      <a:pt x="9" y="33"/>
                    </a:lnTo>
                    <a:lnTo>
                      <a:pt x="12" y="29"/>
                    </a:lnTo>
                    <a:lnTo>
                      <a:pt x="28" y="32"/>
                    </a:lnTo>
                    <a:lnTo>
                      <a:pt x="38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5" name="Freeform 50">
                <a:extLst>
                  <a:ext uri="{FF2B5EF4-FFF2-40B4-BE49-F238E27FC236}">
                    <a16:creationId xmlns:a16="http://schemas.microsoft.com/office/drawing/2014/main" id="{794A71EA-9E24-8558-951E-31779C92684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93" y="1769"/>
                <a:ext cx="2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7"/>
                  </a:cxn>
                  <a:cxn ang="0">
                    <a:pos x="11" y="3"/>
                  </a:cxn>
                  <a:cxn ang="0">
                    <a:pos x="20" y="5"/>
                  </a:cxn>
                  <a:cxn ang="0">
                    <a:pos x="18" y="15"/>
                  </a:cxn>
                  <a:cxn ang="0">
                    <a:pos x="16" y="19"/>
                  </a:cxn>
                  <a:cxn ang="0">
                    <a:pos x="8" y="19"/>
                  </a:cxn>
                  <a:cxn ang="0">
                    <a:pos x="2" y="14"/>
                  </a:cxn>
                  <a:cxn ang="0">
                    <a:pos x="0" y="0"/>
                  </a:cxn>
                </a:cxnLst>
                <a:rect l="0" t="0" r="r" b="b"/>
                <a:pathLst>
                  <a:path w="20" h="19">
                    <a:moveTo>
                      <a:pt x="0" y="0"/>
                    </a:moveTo>
                    <a:lnTo>
                      <a:pt x="4" y="7"/>
                    </a:lnTo>
                    <a:lnTo>
                      <a:pt x="11" y="3"/>
                    </a:lnTo>
                    <a:lnTo>
                      <a:pt x="20" y="5"/>
                    </a:lnTo>
                    <a:lnTo>
                      <a:pt x="18" y="15"/>
                    </a:lnTo>
                    <a:lnTo>
                      <a:pt x="16" y="19"/>
                    </a:lnTo>
                    <a:lnTo>
                      <a:pt x="8" y="19"/>
                    </a:lnTo>
                    <a:lnTo>
                      <a:pt x="2" y="1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6" name="Freeform 51">
                <a:extLst>
                  <a:ext uri="{FF2B5EF4-FFF2-40B4-BE49-F238E27FC236}">
                    <a16:creationId xmlns:a16="http://schemas.microsoft.com/office/drawing/2014/main" id="{5213D77C-4BE6-FCCF-F210-65730DE4F50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43" y="1732"/>
                <a:ext cx="10" cy="12"/>
              </a:xfrm>
              <a:custGeom>
                <a:avLst/>
                <a:gdLst/>
                <a:ahLst/>
                <a:cxnLst>
                  <a:cxn ang="0">
                    <a:pos x="15" y="65"/>
                  </a:cxn>
                  <a:cxn ang="0">
                    <a:pos x="16" y="60"/>
                  </a:cxn>
                  <a:cxn ang="0">
                    <a:pos x="37" y="45"/>
                  </a:cxn>
                  <a:cxn ang="0">
                    <a:pos x="44" y="34"/>
                  </a:cxn>
                  <a:cxn ang="0">
                    <a:pos x="57" y="19"/>
                  </a:cxn>
                  <a:cxn ang="0">
                    <a:pos x="62" y="0"/>
                  </a:cxn>
                  <a:cxn ang="0">
                    <a:pos x="68" y="7"/>
                  </a:cxn>
                  <a:cxn ang="0">
                    <a:pos x="67" y="14"/>
                  </a:cxn>
                  <a:cxn ang="0">
                    <a:pos x="77" y="12"/>
                  </a:cxn>
                  <a:cxn ang="0">
                    <a:pos x="79" y="17"/>
                  </a:cxn>
                  <a:cxn ang="0">
                    <a:pos x="44" y="57"/>
                  </a:cxn>
                  <a:cxn ang="0">
                    <a:pos x="42" y="75"/>
                  </a:cxn>
                  <a:cxn ang="0">
                    <a:pos x="35" y="79"/>
                  </a:cxn>
                  <a:cxn ang="0">
                    <a:pos x="33" y="88"/>
                  </a:cxn>
                  <a:cxn ang="0">
                    <a:pos x="6" y="103"/>
                  </a:cxn>
                  <a:cxn ang="0">
                    <a:pos x="0" y="99"/>
                  </a:cxn>
                  <a:cxn ang="0">
                    <a:pos x="2" y="85"/>
                  </a:cxn>
                  <a:cxn ang="0">
                    <a:pos x="5" y="76"/>
                  </a:cxn>
                  <a:cxn ang="0">
                    <a:pos x="13" y="72"/>
                  </a:cxn>
                  <a:cxn ang="0">
                    <a:pos x="15" y="65"/>
                  </a:cxn>
                </a:cxnLst>
                <a:rect l="0" t="0" r="r" b="b"/>
                <a:pathLst>
                  <a:path w="79" h="103">
                    <a:moveTo>
                      <a:pt x="15" y="65"/>
                    </a:moveTo>
                    <a:lnTo>
                      <a:pt x="16" y="60"/>
                    </a:lnTo>
                    <a:lnTo>
                      <a:pt x="37" y="45"/>
                    </a:lnTo>
                    <a:lnTo>
                      <a:pt x="44" y="34"/>
                    </a:lnTo>
                    <a:lnTo>
                      <a:pt x="57" y="19"/>
                    </a:lnTo>
                    <a:lnTo>
                      <a:pt x="62" y="0"/>
                    </a:lnTo>
                    <a:lnTo>
                      <a:pt x="68" y="7"/>
                    </a:lnTo>
                    <a:lnTo>
                      <a:pt x="67" y="14"/>
                    </a:lnTo>
                    <a:lnTo>
                      <a:pt x="77" y="12"/>
                    </a:lnTo>
                    <a:lnTo>
                      <a:pt x="79" y="17"/>
                    </a:lnTo>
                    <a:lnTo>
                      <a:pt x="44" y="57"/>
                    </a:lnTo>
                    <a:lnTo>
                      <a:pt x="42" y="75"/>
                    </a:lnTo>
                    <a:lnTo>
                      <a:pt x="35" y="79"/>
                    </a:lnTo>
                    <a:lnTo>
                      <a:pt x="33" y="88"/>
                    </a:lnTo>
                    <a:lnTo>
                      <a:pt x="6" y="103"/>
                    </a:lnTo>
                    <a:lnTo>
                      <a:pt x="0" y="99"/>
                    </a:lnTo>
                    <a:lnTo>
                      <a:pt x="2" y="85"/>
                    </a:lnTo>
                    <a:lnTo>
                      <a:pt x="5" y="76"/>
                    </a:lnTo>
                    <a:lnTo>
                      <a:pt x="13" y="72"/>
                    </a:lnTo>
                    <a:lnTo>
                      <a:pt x="15" y="6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7" name="Freeform 52">
                <a:extLst>
                  <a:ext uri="{FF2B5EF4-FFF2-40B4-BE49-F238E27FC236}">
                    <a16:creationId xmlns:a16="http://schemas.microsoft.com/office/drawing/2014/main" id="{C0B3D7C9-2617-604F-A592-08035B97AC4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55" y="1729"/>
                <a:ext cx="7" cy="5"/>
              </a:xfrm>
              <a:custGeom>
                <a:avLst/>
                <a:gdLst/>
                <a:ahLst/>
                <a:cxnLst>
                  <a:cxn ang="0">
                    <a:pos x="5" y="22"/>
                  </a:cxn>
                  <a:cxn ang="0">
                    <a:pos x="0" y="26"/>
                  </a:cxn>
                  <a:cxn ang="0">
                    <a:pos x="2" y="23"/>
                  </a:cxn>
                  <a:cxn ang="0">
                    <a:pos x="4" y="12"/>
                  </a:cxn>
                  <a:cxn ang="0">
                    <a:pos x="7" y="4"/>
                  </a:cxn>
                  <a:cxn ang="0">
                    <a:pos x="15" y="0"/>
                  </a:cxn>
                  <a:cxn ang="0">
                    <a:pos x="21" y="5"/>
                  </a:cxn>
                  <a:cxn ang="0">
                    <a:pos x="26" y="3"/>
                  </a:cxn>
                  <a:cxn ang="0">
                    <a:pos x="30" y="12"/>
                  </a:cxn>
                  <a:cxn ang="0">
                    <a:pos x="47" y="12"/>
                  </a:cxn>
                  <a:cxn ang="0">
                    <a:pos x="51" y="15"/>
                  </a:cxn>
                  <a:cxn ang="0">
                    <a:pos x="50" y="22"/>
                  </a:cxn>
                  <a:cxn ang="0">
                    <a:pos x="17" y="36"/>
                  </a:cxn>
                  <a:cxn ang="0">
                    <a:pos x="18" y="27"/>
                  </a:cxn>
                  <a:cxn ang="0">
                    <a:pos x="11" y="25"/>
                  </a:cxn>
                  <a:cxn ang="0">
                    <a:pos x="7" y="26"/>
                  </a:cxn>
                  <a:cxn ang="0">
                    <a:pos x="5" y="22"/>
                  </a:cxn>
                </a:cxnLst>
                <a:rect l="0" t="0" r="r" b="b"/>
                <a:pathLst>
                  <a:path w="51" h="36">
                    <a:moveTo>
                      <a:pt x="5" y="22"/>
                    </a:moveTo>
                    <a:lnTo>
                      <a:pt x="0" y="26"/>
                    </a:lnTo>
                    <a:lnTo>
                      <a:pt x="2" y="23"/>
                    </a:lnTo>
                    <a:lnTo>
                      <a:pt x="4" y="12"/>
                    </a:lnTo>
                    <a:lnTo>
                      <a:pt x="7" y="4"/>
                    </a:lnTo>
                    <a:lnTo>
                      <a:pt x="15" y="0"/>
                    </a:lnTo>
                    <a:lnTo>
                      <a:pt x="21" y="5"/>
                    </a:lnTo>
                    <a:lnTo>
                      <a:pt x="26" y="3"/>
                    </a:lnTo>
                    <a:lnTo>
                      <a:pt x="30" y="12"/>
                    </a:lnTo>
                    <a:lnTo>
                      <a:pt x="47" y="12"/>
                    </a:lnTo>
                    <a:lnTo>
                      <a:pt x="51" y="15"/>
                    </a:lnTo>
                    <a:lnTo>
                      <a:pt x="50" y="22"/>
                    </a:lnTo>
                    <a:lnTo>
                      <a:pt x="17" y="36"/>
                    </a:lnTo>
                    <a:lnTo>
                      <a:pt x="18" y="27"/>
                    </a:lnTo>
                    <a:lnTo>
                      <a:pt x="11" y="25"/>
                    </a:lnTo>
                    <a:lnTo>
                      <a:pt x="7" y="26"/>
                    </a:lnTo>
                    <a:lnTo>
                      <a:pt x="5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8" name="Freeform 53">
                <a:extLst>
                  <a:ext uri="{FF2B5EF4-FFF2-40B4-BE49-F238E27FC236}">
                    <a16:creationId xmlns:a16="http://schemas.microsoft.com/office/drawing/2014/main" id="{04473454-F837-761A-72D2-13196E89A58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201" y="1764"/>
                <a:ext cx="4" cy="6"/>
              </a:xfrm>
              <a:custGeom>
                <a:avLst/>
                <a:gdLst/>
                <a:ahLst/>
                <a:cxnLst>
                  <a:cxn ang="0">
                    <a:pos x="29" y="2"/>
                  </a:cxn>
                  <a:cxn ang="0">
                    <a:pos x="30" y="0"/>
                  </a:cxn>
                  <a:cxn ang="0">
                    <a:pos x="29" y="13"/>
                  </a:cxn>
                  <a:cxn ang="0">
                    <a:pos x="16" y="40"/>
                  </a:cxn>
                  <a:cxn ang="0">
                    <a:pos x="8" y="43"/>
                  </a:cxn>
                  <a:cxn ang="0">
                    <a:pos x="1" y="41"/>
                  </a:cxn>
                  <a:cxn ang="0">
                    <a:pos x="0" y="27"/>
                  </a:cxn>
                  <a:cxn ang="0">
                    <a:pos x="2" y="20"/>
                  </a:cxn>
                  <a:cxn ang="0">
                    <a:pos x="11" y="17"/>
                  </a:cxn>
                  <a:cxn ang="0">
                    <a:pos x="29" y="2"/>
                  </a:cxn>
                </a:cxnLst>
                <a:rect l="0" t="0" r="r" b="b"/>
                <a:pathLst>
                  <a:path w="30" h="43">
                    <a:moveTo>
                      <a:pt x="29" y="2"/>
                    </a:moveTo>
                    <a:lnTo>
                      <a:pt x="30" y="0"/>
                    </a:lnTo>
                    <a:lnTo>
                      <a:pt x="29" y="13"/>
                    </a:lnTo>
                    <a:lnTo>
                      <a:pt x="16" y="40"/>
                    </a:lnTo>
                    <a:lnTo>
                      <a:pt x="8" y="43"/>
                    </a:lnTo>
                    <a:lnTo>
                      <a:pt x="1" y="41"/>
                    </a:lnTo>
                    <a:lnTo>
                      <a:pt x="0" y="27"/>
                    </a:lnTo>
                    <a:lnTo>
                      <a:pt x="2" y="20"/>
                    </a:lnTo>
                    <a:lnTo>
                      <a:pt x="11" y="17"/>
                    </a:lnTo>
                    <a:lnTo>
                      <a:pt x="29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9" name="Freeform 54">
                <a:extLst>
                  <a:ext uri="{FF2B5EF4-FFF2-40B4-BE49-F238E27FC236}">
                    <a16:creationId xmlns:a16="http://schemas.microsoft.com/office/drawing/2014/main" id="{A53BCECE-8F6D-797D-01C7-6F30DE7A089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33" y="1732"/>
                <a:ext cx="20" cy="12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26" y="25"/>
                  </a:cxn>
                  <a:cxn ang="0">
                    <a:pos x="58" y="21"/>
                  </a:cxn>
                  <a:cxn ang="0">
                    <a:pos x="89" y="0"/>
                  </a:cxn>
                  <a:cxn ang="0">
                    <a:pos x="109" y="0"/>
                  </a:cxn>
                  <a:cxn ang="0">
                    <a:pos x="120" y="7"/>
                  </a:cxn>
                  <a:cxn ang="0">
                    <a:pos x="147" y="11"/>
                  </a:cxn>
                  <a:cxn ang="0">
                    <a:pos x="158" y="15"/>
                  </a:cxn>
                  <a:cxn ang="0">
                    <a:pos x="156" y="53"/>
                  </a:cxn>
                  <a:cxn ang="0">
                    <a:pos x="162" y="51"/>
                  </a:cxn>
                  <a:cxn ang="0">
                    <a:pos x="164" y="61"/>
                  </a:cxn>
                  <a:cxn ang="0">
                    <a:pos x="156" y="72"/>
                  </a:cxn>
                  <a:cxn ang="0">
                    <a:pos x="143" y="69"/>
                  </a:cxn>
                  <a:cxn ang="0">
                    <a:pos x="138" y="77"/>
                  </a:cxn>
                  <a:cxn ang="0">
                    <a:pos x="128" y="79"/>
                  </a:cxn>
                  <a:cxn ang="0">
                    <a:pos x="118" y="89"/>
                  </a:cxn>
                  <a:cxn ang="0">
                    <a:pos x="115" y="101"/>
                  </a:cxn>
                  <a:cxn ang="0">
                    <a:pos x="69" y="85"/>
                  </a:cxn>
                  <a:cxn ang="0">
                    <a:pos x="50" y="71"/>
                  </a:cxn>
                  <a:cxn ang="0">
                    <a:pos x="38" y="72"/>
                  </a:cxn>
                  <a:cxn ang="0">
                    <a:pos x="31" y="67"/>
                  </a:cxn>
                  <a:cxn ang="0">
                    <a:pos x="7" y="47"/>
                  </a:cxn>
                  <a:cxn ang="0">
                    <a:pos x="6" y="35"/>
                  </a:cxn>
                  <a:cxn ang="0">
                    <a:pos x="0" y="30"/>
                  </a:cxn>
                  <a:cxn ang="0">
                    <a:pos x="0" y="23"/>
                  </a:cxn>
                </a:cxnLst>
                <a:rect l="0" t="0" r="r" b="b"/>
                <a:pathLst>
                  <a:path w="164" h="101">
                    <a:moveTo>
                      <a:pt x="0" y="23"/>
                    </a:moveTo>
                    <a:lnTo>
                      <a:pt x="26" y="25"/>
                    </a:lnTo>
                    <a:lnTo>
                      <a:pt x="58" y="21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120" y="7"/>
                    </a:lnTo>
                    <a:lnTo>
                      <a:pt x="147" y="11"/>
                    </a:lnTo>
                    <a:lnTo>
                      <a:pt x="158" y="15"/>
                    </a:lnTo>
                    <a:lnTo>
                      <a:pt x="156" y="53"/>
                    </a:lnTo>
                    <a:lnTo>
                      <a:pt x="162" y="51"/>
                    </a:lnTo>
                    <a:lnTo>
                      <a:pt x="164" y="61"/>
                    </a:lnTo>
                    <a:lnTo>
                      <a:pt x="156" y="72"/>
                    </a:lnTo>
                    <a:lnTo>
                      <a:pt x="143" y="69"/>
                    </a:lnTo>
                    <a:lnTo>
                      <a:pt x="138" y="77"/>
                    </a:lnTo>
                    <a:lnTo>
                      <a:pt x="128" y="79"/>
                    </a:lnTo>
                    <a:lnTo>
                      <a:pt x="118" y="89"/>
                    </a:lnTo>
                    <a:lnTo>
                      <a:pt x="115" y="101"/>
                    </a:lnTo>
                    <a:lnTo>
                      <a:pt x="69" y="85"/>
                    </a:lnTo>
                    <a:lnTo>
                      <a:pt x="50" y="71"/>
                    </a:lnTo>
                    <a:lnTo>
                      <a:pt x="38" y="72"/>
                    </a:lnTo>
                    <a:lnTo>
                      <a:pt x="31" y="67"/>
                    </a:lnTo>
                    <a:lnTo>
                      <a:pt x="7" y="47"/>
                    </a:lnTo>
                    <a:lnTo>
                      <a:pt x="6" y="35"/>
                    </a:lnTo>
                    <a:lnTo>
                      <a:pt x="0" y="3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0" name="Freeform 55">
                <a:extLst>
                  <a:ext uri="{FF2B5EF4-FFF2-40B4-BE49-F238E27FC236}">
                    <a16:creationId xmlns:a16="http://schemas.microsoft.com/office/drawing/2014/main" id="{8A3B98CE-0656-E2A4-8E0B-ACEF93C6716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56" y="1721"/>
                <a:ext cx="12" cy="11"/>
              </a:xfrm>
              <a:custGeom>
                <a:avLst/>
                <a:gdLst/>
                <a:ahLst/>
                <a:cxnLst>
                  <a:cxn ang="0">
                    <a:pos x="0" y="34"/>
                  </a:cxn>
                  <a:cxn ang="0">
                    <a:pos x="1" y="27"/>
                  </a:cxn>
                  <a:cxn ang="0">
                    <a:pos x="28" y="10"/>
                  </a:cxn>
                  <a:cxn ang="0">
                    <a:pos x="32" y="0"/>
                  </a:cxn>
                  <a:cxn ang="0">
                    <a:pos x="83" y="17"/>
                  </a:cxn>
                  <a:cxn ang="0">
                    <a:pos x="91" y="32"/>
                  </a:cxn>
                  <a:cxn ang="0">
                    <a:pos x="91" y="42"/>
                  </a:cxn>
                  <a:cxn ang="0">
                    <a:pos x="54" y="84"/>
                  </a:cxn>
                  <a:cxn ang="0">
                    <a:pos x="45" y="70"/>
                  </a:cxn>
                  <a:cxn ang="0">
                    <a:pos x="38" y="47"/>
                  </a:cxn>
                  <a:cxn ang="0">
                    <a:pos x="15" y="36"/>
                  </a:cxn>
                  <a:cxn ang="0">
                    <a:pos x="0" y="34"/>
                  </a:cxn>
                </a:cxnLst>
                <a:rect l="0" t="0" r="r" b="b"/>
                <a:pathLst>
                  <a:path w="91" h="84">
                    <a:moveTo>
                      <a:pt x="0" y="34"/>
                    </a:moveTo>
                    <a:lnTo>
                      <a:pt x="1" y="27"/>
                    </a:lnTo>
                    <a:lnTo>
                      <a:pt x="28" y="10"/>
                    </a:lnTo>
                    <a:lnTo>
                      <a:pt x="32" y="0"/>
                    </a:lnTo>
                    <a:lnTo>
                      <a:pt x="83" y="17"/>
                    </a:lnTo>
                    <a:lnTo>
                      <a:pt x="91" y="32"/>
                    </a:lnTo>
                    <a:lnTo>
                      <a:pt x="91" y="42"/>
                    </a:lnTo>
                    <a:lnTo>
                      <a:pt x="54" y="84"/>
                    </a:lnTo>
                    <a:lnTo>
                      <a:pt x="45" y="70"/>
                    </a:lnTo>
                    <a:lnTo>
                      <a:pt x="38" y="47"/>
                    </a:lnTo>
                    <a:lnTo>
                      <a:pt x="15" y="36"/>
                    </a:lnTo>
                    <a:lnTo>
                      <a:pt x="0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1" name="Freeform 56">
                <a:extLst>
                  <a:ext uri="{FF2B5EF4-FFF2-40B4-BE49-F238E27FC236}">
                    <a16:creationId xmlns:a16="http://schemas.microsoft.com/office/drawing/2014/main" id="{C8F7D05D-CD5D-A5C8-BBB1-11F3091347A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075" y="1728"/>
                <a:ext cx="4" cy="4"/>
              </a:xfrm>
              <a:custGeom>
                <a:avLst/>
                <a:gdLst/>
                <a:ahLst/>
                <a:cxnLst>
                  <a:cxn ang="0">
                    <a:pos x="6" y="1"/>
                  </a:cxn>
                  <a:cxn ang="0">
                    <a:pos x="8" y="0"/>
                  </a:cxn>
                  <a:cxn ang="0">
                    <a:pos x="7" y="9"/>
                  </a:cxn>
                  <a:cxn ang="0">
                    <a:pos x="12" y="13"/>
                  </a:cxn>
                  <a:cxn ang="0">
                    <a:pos x="26" y="26"/>
                  </a:cxn>
                  <a:cxn ang="0">
                    <a:pos x="34" y="26"/>
                  </a:cxn>
                  <a:cxn ang="0">
                    <a:pos x="39" y="31"/>
                  </a:cxn>
                  <a:cxn ang="0">
                    <a:pos x="27" y="32"/>
                  </a:cxn>
                  <a:cxn ang="0">
                    <a:pos x="12" y="20"/>
                  </a:cxn>
                  <a:cxn ang="0">
                    <a:pos x="0" y="6"/>
                  </a:cxn>
                  <a:cxn ang="0">
                    <a:pos x="6" y="1"/>
                  </a:cxn>
                </a:cxnLst>
                <a:rect l="0" t="0" r="r" b="b"/>
                <a:pathLst>
                  <a:path w="39" h="32">
                    <a:moveTo>
                      <a:pt x="6" y="1"/>
                    </a:moveTo>
                    <a:lnTo>
                      <a:pt x="8" y="0"/>
                    </a:lnTo>
                    <a:lnTo>
                      <a:pt x="7" y="9"/>
                    </a:lnTo>
                    <a:lnTo>
                      <a:pt x="12" y="13"/>
                    </a:lnTo>
                    <a:lnTo>
                      <a:pt x="26" y="26"/>
                    </a:lnTo>
                    <a:lnTo>
                      <a:pt x="34" y="26"/>
                    </a:lnTo>
                    <a:lnTo>
                      <a:pt x="39" y="31"/>
                    </a:lnTo>
                    <a:lnTo>
                      <a:pt x="27" y="32"/>
                    </a:lnTo>
                    <a:lnTo>
                      <a:pt x="12" y="20"/>
                    </a:lnTo>
                    <a:lnTo>
                      <a:pt x="0" y="6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2" name="Freeform 57">
                <a:extLst>
                  <a:ext uri="{FF2B5EF4-FFF2-40B4-BE49-F238E27FC236}">
                    <a16:creationId xmlns:a16="http://schemas.microsoft.com/office/drawing/2014/main" id="{5AAF379D-8BA7-CA1E-141B-BCA9E096DA4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01" y="1797"/>
                <a:ext cx="1" cy="1"/>
              </a:xfrm>
              <a:custGeom>
                <a:avLst/>
                <a:gdLst/>
                <a:ahLst/>
                <a:cxnLst>
                  <a:cxn ang="0">
                    <a:pos x="1" y="5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10" y="1"/>
                  </a:cxn>
                  <a:cxn ang="0">
                    <a:pos x="13" y="8"/>
                  </a:cxn>
                  <a:cxn ang="0">
                    <a:pos x="2" y="8"/>
                  </a:cxn>
                  <a:cxn ang="0">
                    <a:pos x="1" y="5"/>
                  </a:cxn>
                </a:cxnLst>
                <a:rect l="0" t="0" r="r" b="b"/>
                <a:pathLst>
                  <a:path w="13" h="8">
                    <a:moveTo>
                      <a:pt x="1" y="5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10" y="1"/>
                    </a:lnTo>
                    <a:lnTo>
                      <a:pt x="13" y="8"/>
                    </a:lnTo>
                    <a:lnTo>
                      <a:pt x="2" y="8"/>
                    </a:lnTo>
                    <a:lnTo>
                      <a:pt x="1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3" name="Freeform 58">
                <a:extLst>
                  <a:ext uri="{FF2B5EF4-FFF2-40B4-BE49-F238E27FC236}">
                    <a16:creationId xmlns:a16="http://schemas.microsoft.com/office/drawing/2014/main" id="{3E633131-47B8-C117-E90E-2E8C4483065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08" y="1809"/>
                <a:ext cx="2" cy="1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0" y="9"/>
                  </a:cxn>
                  <a:cxn ang="0">
                    <a:pos x="18" y="5"/>
                  </a:cxn>
                  <a:cxn ang="0">
                    <a:pos x="17" y="14"/>
                  </a:cxn>
                  <a:cxn ang="0">
                    <a:pos x="11" y="16"/>
                  </a:cxn>
                  <a:cxn ang="0">
                    <a:pos x="2" y="0"/>
                  </a:cxn>
                  <a:cxn ang="0">
                    <a:pos x="11" y="16"/>
                  </a:cxn>
                  <a:cxn ang="0">
                    <a:pos x="2" y="0"/>
                  </a:cxn>
                </a:cxnLst>
                <a:rect l="0" t="0" r="r" b="b"/>
                <a:pathLst>
                  <a:path w="18" h="16">
                    <a:moveTo>
                      <a:pt x="2" y="0"/>
                    </a:moveTo>
                    <a:lnTo>
                      <a:pt x="0" y="5"/>
                    </a:lnTo>
                    <a:lnTo>
                      <a:pt x="10" y="9"/>
                    </a:lnTo>
                    <a:lnTo>
                      <a:pt x="18" y="5"/>
                    </a:lnTo>
                    <a:lnTo>
                      <a:pt x="17" y="14"/>
                    </a:lnTo>
                    <a:lnTo>
                      <a:pt x="11" y="16"/>
                    </a:lnTo>
                    <a:lnTo>
                      <a:pt x="2" y="0"/>
                    </a:lnTo>
                    <a:lnTo>
                      <a:pt x="11" y="1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4" name="Freeform 59">
                <a:extLst>
                  <a:ext uri="{FF2B5EF4-FFF2-40B4-BE49-F238E27FC236}">
                    <a16:creationId xmlns:a16="http://schemas.microsoft.com/office/drawing/2014/main" id="{36181C9C-5FF1-D1EB-61DB-8420A93B725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61" y="1671"/>
                <a:ext cx="8" cy="9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63" y="14"/>
                  </a:cxn>
                  <a:cxn ang="0">
                    <a:pos x="57" y="29"/>
                  </a:cxn>
                  <a:cxn ang="0">
                    <a:pos x="56" y="42"/>
                  </a:cxn>
                  <a:cxn ang="0">
                    <a:pos x="51" y="52"/>
                  </a:cxn>
                  <a:cxn ang="0">
                    <a:pos x="19" y="49"/>
                  </a:cxn>
                  <a:cxn ang="0">
                    <a:pos x="5" y="66"/>
                  </a:cxn>
                  <a:cxn ang="0">
                    <a:pos x="0" y="60"/>
                  </a:cxn>
                  <a:cxn ang="0">
                    <a:pos x="0" y="32"/>
                  </a:cxn>
                  <a:cxn ang="0">
                    <a:pos x="36" y="0"/>
                  </a:cxn>
                  <a:cxn ang="0">
                    <a:pos x="55" y="10"/>
                  </a:cxn>
                </a:cxnLst>
                <a:rect l="0" t="0" r="r" b="b"/>
                <a:pathLst>
                  <a:path w="63" h="66">
                    <a:moveTo>
                      <a:pt x="55" y="10"/>
                    </a:moveTo>
                    <a:lnTo>
                      <a:pt x="63" y="14"/>
                    </a:lnTo>
                    <a:lnTo>
                      <a:pt x="57" y="29"/>
                    </a:lnTo>
                    <a:lnTo>
                      <a:pt x="56" y="42"/>
                    </a:lnTo>
                    <a:lnTo>
                      <a:pt x="51" y="52"/>
                    </a:lnTo>
                    <a:lnTo>
                      <a:pt x="19" y="49"/>
                    </a:lnTo>
                    <a:lnTo>
                      <a:pt x="5" y="66"/>
                    </a:lnTo>
                    <a:lnTo>
                      <a:pt x="0" y="60"/>
                    </a:lnTo>
                    <a:lnTo>
                      <a:pt x="0" y="32"/>
                    </a:lnTo>
                    <a:lnTo>
                      <a:pt x="36" y="0"/>
                    </a:lnTo>
                    <a:lnTo>
                      <a:pt x="55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5" name="Freeform 60">
                <a:extLst>
                  <a:ext uri="{FF2B5EF4-FFF2-40B4-BE49-F238E27FC236}">
                    <a16:creationId xmlns:a16="http://schemas.microsoft.com/office/drawing/2014/main" id="{7096DEC8-21A5-7392-9CAB-7AB050D8030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127" y="1439"/>
                <a:ext cx="320" cy="403"/>
              </a:xfrm>
              <a:custGeom>
                <a:avLst/>
                <a:gdLst/>
                <a:ahLst/>
                <a:cxnLst>
                  <a:cxn ang="0">
                    <a:pos x="2235" y="380"/>
                  </a:cxn>
                  <a:cxn ang="0">
                    <a:pos x="1960" y="351"/>
                  </a:cxn>
                  <a:cxn ang="0">
                    <a:pos x="1529" y="240"/>
                  </a:cxn>
                  <a:cxn ang="0">
                    <a:pos x="1323" y="149"/>
                  </a:cxn>
                  <a:cxn ang="0">
                    <a:pos x="1111" y="65"/>
                  </a:cxn>
                  <a:cxn ang="0">
                    <a:pos x="1052" y="102"/>
                  </a:cxn>
                  <a:cxn ang="0">
                    <a:pos x="942" y="53"/>
                  </a:cxn>
                  <a:cxn ang="0">
                    <a:pos x="729" y="139"/>
                  </a:cxn>
                  <a:cxn ang="0">
                    <a:pos x="689" y="248"/>
                  </a:cxn>
                  <a:cxn ang="0">
                    <a:pos x="551" y="366"/>
                  </a:cxn>
                  <a:cxn ang="0">
                    <a:pos x="422" y="507"/>
                  </a:cxn>
                  <a:cxn ang="0">
                    <a:pos x="159" y="720"/>
                  </a:cxn>
                  <a:cxn ang="0">
                    <a:pos x="365" y="953"/>
                  </a:cxn>
                  <a:cxn ang="0">
                    <a:pos x="499" y="1051"/>
                  </a:cxn>
                  <a:cxn ang="0">
                    <a:pos x="683" y="1124"/>
                  </a:cxn>
                  <a:cxn ang="0">
                    <a:pos x="613" y="1173"/>
                  </a:cxn>
                  <a:cxn ang="0">
                    <a:pos x="616" y="1222"/>
                  </a:cxn>
                  <a:cxn ang="0">
                    <a:pos x="452" y="1248"/>
                  </a:cxn>
                  <a:cxn ang="0">
                    <a:pos x="250" y="1174"/>
                  </a:cxn>
                  <a:cxn ang="0">
                    <a:pos x="55" y="1299"/>
                  </a:cxn>
                  <a:cxn ang="0">
                    <a:pos x="110" y="1421"/>
                  </a:cxn>
                  <a:cxn ang="0">
                    <a:pos x="422" y="1568"/>
                  </a:cxn>
                  <a:cxn ang="0">
                    <a:pos x="634" y="1520"/>
                  </a:cxn>
                  <a:cxn ang="0">
                    <a:pos x="617" y="1747"/>
                  </a:cxn>
                  <a:cxn ang="0">
                    <a:pos x="400" y="1847"/>
                  </a:cxn>
                  <a:cxn ang="0">
                    <a:pos x="198" y="2046"/>
                  </a:cxn>
                  <a:cxn ang="0">
                    <a:pos x="242" y="2128"/>
                  </a:cxn>
                  <a:cxn ang="0">
                    <a:pos x="302" y="2226"/>
                  </a:cxn>
                  <a:cxn ang="0">
                    <a:pos x="348" y="2405"/>
                  </a:cxn>
                  <a:cxn ang="0">
                    <a:pos x="489" y="2378"/>
                  </a:cxn>
                  <a:cxn ang="0">
                    <a:pos x="546" y="2482"/>
                  </a:cxn>
                  <a:cxn ang="0">
                    <a:pos x="539" y="2637"/>
                  </a:cxn>
                  <a:cxn ang="0">
                    <a:pos x="722" y="2588"/>
                  </a:cxn>
                  <a:cxn ang="0">
                    <a:pos x="857" y="2630"/>
                  </a:cxn>
                  <a:cxn ang="0">
                    <a:pos x="859" y="2843"/>
                  </a:cxn>
                  <a:cxn ang="0">
                    <a:pos x="648" y="3039"/>
                  </a:cxn>
                  <a:cxn ang="0">
                    <a:pos x="509" y="3083"/>
                  </a:cxn>
                  <a:cxn ang="0">
                    <a:pos x="412" y="3218"/>
                  </a:cxn>
                  <a:cxn ang="0">
                    <a:pos x="524" y="3165"/>
                  </a:cxn>
                  <a:cxn ang="0">
                    <a:pos x="677" y="3093"/>
                  </a:cxn>
                  <a:cxn ang="0">
                    <a:pos x="806" y="3016"/>
                  </a:cxn>
                  <a:cxn ang="0">
                    <a:pos x="902" y="2931"/>
                  </a:cxn>
                  <a:cxn ang="0">
                    <a:pos x="1032" y="2802"/>
                  </a:cxn>
                  <a:cxn ang="0">
                    <a:pos x="1200" y="2674"/>
                  </a:cxn>
                  <a:cxn ang="0">
                    <a:pos x="1229" y="2495"/>
                  </a:cxn>
                  <a:cxn ang="0">
                    <a:pos x="1295" y="2351"/>
                  </a:cxn>
                  <a:cxn ang="0">
                    <a:pos x="1539" y="2018"/>
                  </a:cxn>
                  <a:cxn ang="0">
                    <a:pos x="1632" y="2250"/>
                  </a:cxn>
                  <a:cxn ang="0">
                    <a:pos x="1396" y="2456"/>
                  </a:cxn>
                  <a:cxn ang="0">
                    <a:pos x="1396" y="2535"/>
                  </a:cxn>
                  <a:cxn ang="0">
                    <a:pos x="1567" y="2429"/>
                  </a:cxn>
                  <a:cxn ang="0">
                    <a:pos x="1704" y="2364"/>
                  </a:cxn>
                  <a:cxn ang="0">
                    <a:pos x="1670" y="2269"/>
                  </a:cxn>
                  <a:cxn ang="0">
                    <a:pos x="1746" y="2200"/>
                  </a:cxn>
                  <a:cxn ang="0">
                    <a:pos x="1829" y="2279"/>
                  </a:cxn>
                  <a:cxn ang="0">
                    <a:pos x="1978" y="2321"/>
                  </a:cxn>
                  <a:cxn ang="0">
                    <a:pos x="2166" y="2394"/>
                  </a:cxn>
                  <a:cxn ang="0">
                    <a:pos x="2464" y="2413"/>
                  </a:cxn>
                  <a:cxn ang="0">
                    <a:pos x="2450" y="2458"/>
                  </a:cxn>
                  <a:cxn ang="0">
                    <a:pos x="2549" y="2506"/>
                  </a:cxn>
                </a:cxnLst>
                <a:rect l="0" t="0" r="r" b="b"/>
                <a:pathLst>
                  <a:path w="2565" h="3218">
                    <a:moveTo>
                      <a:pt x="2328" y="2298"/>
                    </a:moveTo>
                    <a:lnTo>
                      <a:pt x="2328" y="2125"/>
                    </a:lnTo>
                    <a:lnTo>
                      <a:pt x="2328" y="1958"/>
                    </a:lnTo>
                    <a:lnTo>
                      <a:pt x="2328" y="1801"/>
                    </a:lnTo>
                    <a:lnTo>
                      <a:pt x="2328" y="1629"/>
                    </a:lnTo>
                    <a:lnTo>
                      <a:pt x="2328" y="1434"/>
                    </a:lnTo>
                    <a:lnTo>
                      <a:pt x="2328" y="1244"/>
                    </a:lnTo>
                    <a:lnTo>
                      <a:pt x="2328" y="1063"/>
                    </a:lnTo>
                    <a:lnTo>
                      <a:pt x="2328" y="866"/>
                    </a:lnTo>
                    <a:lnTo>
                      <a:pt x="2328" y="640"/>
                    </a:lnTo>
                    <a:lnTo>
                      <a:pt x="2328" y="418"/>
                    </a:lnTo>
                    <a:lnTo>
                      <a:pt x="2323" y="412"/>
                    </a:lnTo>
                    <a:lnTo>
                      <a:pt x="2311" y="413"/>
                    </a:lnTo>
                    <a:lnTo>
                      <a:pt x="2310" y="423"/>
                    </a:lnTo>
                    <a:lnTo>
                      <a:pt x="2303" y="438"/>
                    </a:lnTo>
                    <a:lnTo>
                      <a:pt x="2297" y="434"/>
                    </a:lnTo>
                    <a:lnTo>
                      <a:pt x="2280" y="406"/>
                    </a:lnTo>
                    <a:lnTo>
                      <a:pt x="2238" y="390"/>
                    </a:lnTo>
                    <a:lnTo>
                      <a:pt x="2235" y="380"/>
                    </a:lnTo>
                    <a:lnTo>
                      <a:pt x="2205" y="365"/>
                    </a:lnTo>
                    <a:lnTo>
                      <a:pt x="2205" y="359"/>
                    </a:lnTo>
                    <a:lnTo>
                      <a:pt x="2196" y="346"/>
                    </a:lnTo>
                    <a:lnTo>
                      <a:pt x="2138" y="317"/>
                    </a:lnTo>
                    <a:lnTo>
                      <a:pt x="2132" y="322"/>
                    </a:lnTo>
                    <a:lnTo>
                      <a:pt x="2122" y="323"/>
                    </a:lnTo>
                    <a:lnTo>
                      <a:pt x="2114" y="319"/>
                    </a:lnTo>
                    <a:lnTo>
                      <a:pt x="2116" y="335"/>
                    </a:lnTo>
                    <a:lnTo>
                      <a:pt x="2112" y="345"/>
                    </a:lnTo>
                    <a:lnTo>
                      <a:pt x="2101" y="328"/>
                    </a:lnTo>
                    <a:lnTo>
                      <a:pt x="2091" y="322"/>
                    </a:lnTo>
                    <a:lnTo>
                      <a:pt x="2083" y="328"/>
                    </a:lnTo>
                    <a:lnTo>
                      <a:pt x="2041" y="335"/>
                    </a:lnTo>
                    <a:lnTo>
                      <a:pt x="2039" y="341"/>
                    </a:lnTo>
                    <a:lnTo>
                      <a:pt x="2020" y="352"/>
                    </a:lnTo>
                    <a:lnTo>
                      <a:pt x="2003" y="352"/>
                    </a:lnTo>
                    <a:lnTo>
                      <a:pt x="1993" y="342"/>
                    </a:lnTo>
                    <a:lnTo>
                      <a:pt x="1990" y="352"/>
                    </a:lnTo>
                    <a:lnTo>
                      <a:pt x="1960" y="351"/>
                    </a:lnTo>
                    <a:lnTo>
                      <a:pt x="1959" y="346"/>
                    </a:lnTo>
                    <a:lnTo>
                      <a:pt x="1961" y="336"/>
                    </a:lnTo>
                    <a:lnTo>
                      <a:pt x="1929" y="332"/>
                    </a:lnTo>
                    <a:lnTo>
                      <a:pt x="1914" y="315"/>
                    </a:lnTo>
                    <a:lnTo>
                      <a:pt x="1897" y="305"/>
                    </a:lnTo>
                    <a:lnTo>
                      <a:pt x="1845" y="304"/>
                    </a:lnTo>
                    <a:lnTo>
                      <a:pt x="1815" y="311"/>
                    </a:lnTo>
                    <a:lnTo>
                      <a:pt x="1765" y="288"/>
                    </a:lnTo>
                    <a:lnTo>
                      <a:pt x="1746" y="284"/>
                    </a:lnTo>
                    <a:lnTo>
                      <a:pt x="1733" y="271"/>
                    </a:lnTo>
                    <a:lnTo>
                      <a:pt x="1708" y="262"/>
                    </a:lnTo>
                    <a:lnTo>
                      <a:pt x="1681" y="261"/>
                    </a:lnTo>
                    <a:lnTo>
                      <a:pt x="1679" y="246"/>
                    </a:lnTo>
                    <a:lnTo>
                      <a:pt x="1650" y="240"/>
                    </a:lnTo>
                    <a:lnTo>
                      <a:pt x="1616" y="224"/>
                    </a:lnTo>
                    <a:lnTo>
                      <a:pt x="1581" y="225"/>
                    </a:lnTo>
                    <a:lnTo>
                      <a:pt x="1568" y="235"/>
                    </a:lnTo>
                    <a:lnTo>
                      <a:pt x="1527" y="248"/>
                    </a:lnTo>
                    <a:lnTo>
                      <a:pt x="1529" y="240"/>
                    </a:lnTo>
                    <a:lnTo>
                      <a:pt x="1541" y="237"/>
                    </a:lnTo>
                    <a:lnTo>
                      <a:pt x="1538" y="226"/>
                    </a:lnTo>
                    <a:lnTo>
                      <a:pt x="1528" y="222"/>
                    </a:lnTo>
                    <a:lnTo>
                      <a:pt x="1513" y="220"/>
                    </a:lnTo>
                    <a:lnTo>
                      <a:pt x="1455" y="238"/>
                    </a:lnTo>
                    <a:lnTo>
                      <a:pt x="1409" y="232"/>
                    </a:lnTo>
                    <a:lnTo>
                      <a:pt x="1421" y="219"/>
                    </a:lnTo>
                    <a:lnTo>
                      <a:pt x="1423" y="209"/>
                    </a:lnTo>
                    <a:lnTo>
                      <a:pt x="1365" y="209"/>
                    </a:lnTo>
                    <a:lnTo>
                      <a:pt x="1355" y="202"/>
                    </a:lnTo>
                    <a:lnTo>
                      <a:pt x="1389" y="200"/>
                    </a:lnTo>
                    <a:lnTo>
                      <a:pt x="1381" y="190"/>
                    </a:lnTo>
                    <a:lnTo>
                      <a:pt x="1367" y="189"/>
                    </a:lnTo>
                    <a:lnTo>
                      <a:pt x="1363" y="180"/>
                    </a:lnTo>
                    <a:lnTo>
                      <a:pt x="1373" y="156"/>
                    </a:lnTo>
                    <a:lnTo>
                      <a:pt x="1374" y="137"/>
                    </a:lnTo>
                    <a:lnTo>
                      <a:pt x="1344" y="126"/>
                    </a:lnTo>
                    <a:lnTo>
                      <a:pt x="1320" y="125"/>
                    </a:lnTo>
                    <a:lnTo>
                      <a:pt x="1323" y="149"/>
                    </a:lnTo>
                    <a:lnTo>
                      <a:pt x="1319" y="143"/>
                    </a:lnTo>
                    <a:lnTo>
                      <a:pt x="1308" y="149"/>
                    </a:lnTo>
                    <a:lnTo>
                      <a:pt x="1303" y="127"/>
                    </a:lnTo>
                    <a:lnTo>
                      <a:pt x="1293" y="109"/>
                    </a:lnTo>
                    <a:lnTo>
                      <a:pt x="1279" y="108"/>
                    </a:lnTo>
                    <a:lnTo>
                      <a:pt x="1265" y="112"/>
                    </a:lnTo>
                    <a:lnTo>
                      <a:pt x="1236" y="132"/>
                    </a:lnTo>
                    <a:lnTo>
                      <a:pt x="1229" y="117"/>
                    </a:lnTo>
                    <a:lnTo>
                      <a:pt x="1218" y="125"/>
                    </a:lnTo>
                    <a:lnTo>
                      <a:pt x="1207" y="143"/>
                    </a:lnTo>
                    <a:lnTo>
                      <a:pt x="1195" y="143"/>
                    </a:lnTo>
                    <a:lnTo>
                      <a:pt x="1186" y="133"/>
                    </a:lnTo>
                    <a:lnTo>
                      <a:pt x="1169" y="130"/>
                    </a:lnTo>
                    <a:lnTo>
                      <a:pt x="1158" y="123"/>
                    </a:lnTo>
                    <a:lnTo>
                      <a:pt x="1166" y="111"/>
                    </a:lnTo>
                    <a:lnTo>
                      <a:pt x="1148" y="72"/>
                    </a:lnTo>
                    <a:lnTo>
                      <a:pt x="1121" y="62"/>
                    </a:lnTo>
                    <a:lnTo>
                      <a:pt x="1122" y="75"/>
                    </a:lnTo>
                    <a:lnTo>
                      <a:pt x="1111" y="65"/>
                    </a:lnTo>
                    <a:lnTo>
                      <a:pt x="1113" y="82"/>
                    </a:lnTo>
                    <a:lnTo>
                      <a:pt x="1101" y="81"/>
                    </a:lnTo>
                    <a:lnTo>
                      <a:pt x="1091" y="92"/>
                    </a:lnTo>
                    <a:lnTo>
                      <a:pt x="1089" y="114"/>
                    </a:lnTo>
                    <a:lnTo>
                      <a:pt x="1102" y="133"/>
                    </a:lnTo>
                    <a:lnTo>
                      <a:pt x="1101" y="144"/>
                    </a:lnTo>
                    <a:lnTo>
                      <a:pt x="1104" y="163"/>
                    </a:lnTo>
                    <a:lnTo>
                      <a:pt x="1089" y="163"/>
                    </a:lnTo>
                    <a:lnTo>
                      <a:pt x="1087" y="148"/>
                    </a:lnTo>
                    <a:lnTo>
                      <a:pt x="1077" y="136"/>
                    </a:lnTo>
                    <a:lnTo>
                      <a:pt x="1069" y="149"/>
                    </a:lnTo>
                    <a:lnTo>
                      <a:pt x="1061" y="130"/>
                    </a:lnTo>
                    <a:lnTo>
                      <a:pt x="1058" y="152"/>
                    </a:lnTo>
                    <a:lnTo>
                      <a:pt x="1029" y="130"/>
                    </a:lnTo>
                    <a:lnTo>
                      <a:pt x="1015" y="129"/>
                    </a:lnTo>
                    <a:lnTo>
                      <a:pt x="1012" y="134"/>
                    </a:lnTo>
                    <a:lnTo>
                      <a:pt x="1023" y="104"/>
                    </a:lnTo>
                    <a:lnTo>
                      <a:pt x="1033" y="111"/>
                    </a:lnTo>
                    <a:lnTo>
                      <a:pt x="1052" y="102"/>
                    </a:lnTo>
                    <a:lnTo>
                      <a:pt x="1079" y="77"/>
                    </a:lnTo>
                    <a:lnTo>
                      <a:pt x="1081" y="66"/>
                    </a:lnTo>
                    <a:lnTo>
                      <a:pt x="1079" y="53"/>
                    </a:lnTo>
                    <a:lnTo>
                      <a:pt x="1065" y="42"/>
                    </a:lnTo>
                    <a:lnTo>
                      <a:pt x="1035" y="47"/>
                    </a:lnTo>
                    <a:lnTo>
                      <a:pt x="1033" y="43"/>
                    </a:lnTo>
                    <a:lnTo>
                      <a:pt x="1031" y="26"/>
                    </a:lnTo>
                    <a:lnTo>
                      <a:pt x="1018" y="19"/>
                    </a:lnTo>
                    <a:lnTo>
                      <a:pt x="1007" y="23"/>
                    </a:lnTo>
                    <a:lnTo>
                      <a:pt x="994" y="15"/>
                    </a:lnTo>
                    <a:lnTo>
                      <a:pt x="981" y="0"/>
                    </a:lnTo>
                    <a:lnTo>
                      <a:pt x="972" y="6"/>
                    </a:lnTo>
                    <a:lnTo>
                      <a:pt x="970" y="16"/>
                    </a:lnTo>
                    <a:lnTo>
                      <a:pt x="960" y="27"/>
                    </a:lnTo>
                    <a:lnTo>
                      <a:pt x="958" y="39"/>
                    </a:lnTo>
                    <a:lnTo>
                      <a:pt x="953" y="36"/>
                    </a:lnTo>
                    <a:lnTo>
                      <a:pt x="957" y="53"/>
                    </a:lnTo>
                    <a:lnTo>
                      <a:pt x="951" y="58"/>
                    </a:lnTo>
                    <a:lnTo>
                      <a:pt x="942" y="53"/>
                    </a:lnTo>
                    <a:lnTo>
                      <a:pt x="937" y="56"/>
                    </a:lnTo>
                    <a:lnTo>
                      <a:pt x="935" y="65"/>
                    </a:lnTo>
                    <a:lnTo>
                      <a:pt x="925" y="75"/>
                    </a:lnTo>
                    <a:lnTo>
                      <a:pt x="915" y="96"/>
                    </a:lnTo>
                    <a:lnTo>
                      <a:pt x="873" y="135"/>
                    </a:lnTo>
                    <a:lnTo>
                      <a:pt x="838" y="135"/>
                    </a:lnTo>
                    <a:lnTo>
                      <a:pt x="840" y="143"/>
                    </a:lnTo>
                    <a:lnTo>
                      <a:pt x="801" y="150"/>
                    </a:lnTo>
                    <a:lnTo>
                      <a:pt x="768" y="143"/>
                    </a:lnTo>
                    <a:lnTo>
                      <a:pt x="775" y="150"/>
                    </a:lnTo>
                    <a:lnTo>
                      <a:pt x="761" y="159"/>
                    </a:lnTo>
                    <a:lnTo>
                      <a:pt x="765" y="178"/>
                    </a:lnTo>
                    <a:lnTo>
                      <a:pt x="739" y="161"/>
                    </a:lnTo>
                    <a:lnTo>
                      <a:pt x="752" y="146"/>
                    </a:lnTo>
                    <a:lnTo>
                      <a:pt x="755" y="133"/>
                    </a:lnTo>
                    <a:lnTo>
                      <a:pt x="776" y="124"/>
                    </a:lnTo>
                    <a:lnTo>
                      <a:pt x="782" y="116"/>
                    </a:lnTo>
                    <a:lnTo>
                      <a:pt x="749" y="128"/>
                    </a:lnTo>
                    <a:lnTo>
                      <a:pt x="729" y="139"/>
                    </a:lnTo>
                    <a:lnTo>
                      <a:pt x="708" y="158"/>
                    </a:lnTo>
                    <a:lnTo>
                      <a:pt x="701" y="171"/>
                    </a:lnTo>
                    <a:lnTo>
                      <a:pt x="701" y="178"/>
                    </a:lnTo>
                    <a:lnTo>
                      <a:pt x="689" y="183"/>
                    </a:lnTo>
                    <a:lnTo>
                      <a:pt x="695" y="190"/>
                    </a:lnTo>
                    <a:lnTo>
                      <a:pt x="706" y="195"/>
                    </a:lnTo>
                    <a:lnTo>
                      <a:pt x="714" y="215"/>
                    </a:lnTo>
                    <a:lnTo>
                      <a:pt x="728" y="222"/>
                    </a:lnTo>
                    <a:lnTo>
                      <a:pt x="742" y="219"/>
                    </a:lnTo>
                    <a:lnTo>
                      <a:pt x="722" y="228"/>
                    </a:lnTo>
                    <a:lnTo>
                      <a:pt x="709" y="227"/>
                    </a:lnTo>
                    <a:lnTo>
                      <a:pt x="704" y="243"/>
                    </a:lnTo>
                    <a:lnTo>
                      <a:pt x="709" y="256"/>
                    </a:lnTo>
                    <a:lnTo>
                      <a:pt x="708" y="274"/>
                    </a:lnTo>
                    <a:lnTo>
                      <a:pt x="701" y="286"/>
                    </a:lnTo>
                    <a:lnTo>
                      <a:pt x="693" y="276"/>
                    </a:lnTo>
                    <a:lnTo>
                      <a:pt x="692" y="256"/>
                    </a:lnTo>
                    <a:lnTo>
                      <a:pt x="679" y="264"/>
                    </a:lnTo>
                    <a:lnTo>
                      <a:pt x="689" y="248"/>
                    </a:lnTo>
                    <a:lnTo>
                      <a:pt x="687" y="230"/>
                    </a:lnTo>
                    <a:lnTo>
                      <a:pt x="695" y="219"/>
                    </a:lnTo>
                    <a:lnTo>
                      <a:pt x="693" y="207"/>
                    </a:lnTo>
                    <a:lnTo>
                      <a:pt x="678" y="200"/>
                    </a:lnTo>
                    <a:lnTo>
                      <a:pt x="636" y="232"/>
                    </a:lnTo>
                    <a:lnTo>
                      <a:pt x="634" y="239"/>
                    </a:lnTo>
                    <a:lnTo>
                      <a:pt x="653" y="229"/>
                    </a:lnTo>
                    <a:lnTo>
                      <a:pt x="639" y="246"/>
                    </a:lnTo>
                    <a:lnTo>
                      <a:pt x="572" y="289"/>
                    </a:lnTo>
                    <a:lnTo>
                      <a:pt x="545" y="294"/>
                    </a:lnTo>
                    <a:lnTo>
                      <a:pt x="528" y="314"/>
                    </a:lnTo>
                    <a:lnTo>
                      <a:pt x="534" y="300"/>
                    </a:lnTo>
                    <a:lnTo>
                      <a:pt x="535" y="287"/>
                    </a:lnTo>
                    <a:lnTo>
                      <a:pt x="544" y="279"/>
                    </a:lnTo>
                    <a:lnTo>
                      <a:pt x="527" y="276"/>
                    </a:lnTo>
                    <a:lnTo>
                      <a:pt x="509" y="314"/>
                    </a:lnTo>
                    <a:lnTo>
                      <a:pt x="506" y="332"/>
                    </a:lnTo>
                    <a:lnTo>
                      <a:pt x="535" y="359"/>
                    </a:lnTo>
                    <a:lnTo>
                      <a:pt x="551" y="366"/>
                    </a:lnTo>
                    <a:lnTo>
                      <a:pt x="553" y="376"/>
                    </a:lnTo>
                    <a:lnTo>
                      <a:pt x="508" y="353"/>
                    </a:lnTo>
                    <a:lnTo>
                      <a:pt x="502" y="343"/>
                    </a:lnTo>
                    <a:lnTo>
                      <a:pt x="487" y="341"/>
                    </a:lnTo>
                    <a:lnTo>
                      <a:pt x="481" y="355"/>
                    </a:lnTo>
                    <a:lnTo>
                      <a:pt x="446" y="397"/>
                    </a:lnTo>
                    <a:lnTo>
                      <a:pt x="462" y="405"/>
                    </a:lnTo>
                    <a:lnTo>
                      <a:pt x="498" y="407"/>
                    </a:lnTo>
                    <a:lnTo>
                      <a:pt x="493" y="411"/>
                    </a:lnTo>
                    <a:lnTo>
                      <a:pt x="450" y="411"/>
                    </a:lnTo>
                    <a:lnTo>
                      <a:pt x="438" y="415"/>
                    </a:lnTo>
                    <a:lnTo>
                      <a:pt x="437" y="421"/>
                    </a:lnTo>
                    <a:lnTo>
                      <a:pt x="455" y="443"/>
                    </a:lnTo>
                    <a:lnTo>
                      <a:pt x="473" y="454"/>
                    </a:lnTo>
                    <a:lnTo>
                      <a:pt x="467" y="461"/>
                    </a:lnTo>
                    <a:lnTo>
                      <a:pt x="437" y="437"/>
                    </a:lnTo>
                    <a:lnTo>
                      <a:pt x="438" y="452"/>
                    </a:lnTo>
                    <a:lnTo>
                      <a:pt x="426" y="500"/>
                    </a:lnTo>
                    <a:lnTo>
                      <a:pt x="422" y="507"/>
                    </a:lnTo>
                    <a:lnTo>
                      <a:pt x="421" y="480"/>
                    </a:lnTo>
                    <a:lnTo>
                      <a:pt x="412" y="520"/>
                    </a:lnTo>
                    <a:lnTo>
                      <a:pt x="392" y="558"/>
                    </a:lnTo>
                    <a:lnTo>
                      <a:pt x="353" y="595"/>
                    </a:lnTo>
                    <a:lnTo>
                      <a:pt x="296" y="609"/>
                    </a:lnTo>
                    <a:lnTo>
                      <a:pt x="241" y="616"/>
                    </a:lnTo>
                    <a:lnTo>
                      <a:pt x="198" y="631"/>
                    </a:lnTo>
                    <a:lnTo>
                      <a:pt x="182" y="628"/>
                    </a:lnTo>
                    <a:lnTo>
                      <a:pt x="195" y="622"/>
                    </a:lnTo>
                    <a:lnTo>
                      <a:pt x="194" y="617"/>
                    </a:lnTo>
                    <a:lnTo>
                      <a:pt x="159" y="620"/>
                    </a:lnTo>
                    <a:lnTo>
                      <a:pt x="159" y="622"/>
                    </a:lnTo>
                    <a:lnTo>
                      <a:pt x="161" y="631"/>
                    </a:lnTo>
                    <a:lnTo>
                      <a:pt x="157" y="657"/>
                    </a:lnTo>
                    <a:lnTo>
                      <a:pt x="157" y="682"/>
                    </a:lnTo>
                    <a:lnTo>
                      <a:pt x="154" y="712"/>
                    </a:lnTo>
                    <a:lnTo>
                      <a:pt x="161" y="713"/>
                    </a:lnTo>
                    <a:lnTo>
                      <a:pt x="168" y="710"/>
                    </a:lnTo>
                    <a:lnTo>
                      <a:pt x="159" y="720"/>
                    </a:lnTo>
                    <a:lnTo>
                      <a:pt x="138" y="730"/>
                    </a:lnTo>
                    <a:lnTo>
                      <a:pt x="132" y="741"/>
                    </a:lnTo>
                    <a:lnTo>
                      <a:pt x="122" y="740"/>
                    </a:lnTo>
                    <a:lnTo>
                      <a:pt x="134" y="730"/>
                    </a:lnTo>
                    <a:lnTo>
                      <a:pt x="139" y="715"/>
                    </a:lnTo>
                    <a:lnTo>
                      <a:pt x="134" y="719"/>
                    </a:lnTo>
                    <a:lnTo>
                      <a:pt x="111" y="734"/>
                    </a:lnTo>
                    <a:lnTo>
                      <a:pt x="107" y="744"/>
                    </a:lnTo>
                    <a:lnTo>
                      <a:pt x="159" y="766"/>
                    </a:lnTo>
                    <a:lnTo>
                      <a:pt x="175" y="784"/>
                    </a:lnTo>
                    <a:lnTo>
                      <a:pt x="185" y="801"/>
                    </a:lnTo>
                    <a:lnTo>
                      <a:pt x="218" y="822"/>
                    </a:lnTo>
                    <a:lnTo>
                      <a:pt x="238" y="827"/>
                    </a:lnTo>
                    <a:lnTo>
                      <a:pt x="286" y="871"/>
                    </a:lnTo>
                    <a:lnTo>
                      <a:pt x="322" y="897"/>
                    </a:lnTo>
                    <a:lnTo>
                      <a:pt x="345" y="920"/>
                    </a:lnTo>
                    <a:lnTo>
                      <a:pt x="345" y="928"/>
                    </a:lnTo>
                    <a:lnTo>
                      <a:pt x="360" y="940"/>
                    </a:lnTo>
                    <a:lnTo>
                      <a:pt x="365" y="953"/>
                    </a:lnTo>
                    <a:lnTo>
                      <a:pt x="370" y="974"/>
                    </a:lnTo>
                    <a:lnTo>
                      <a:pt x="376" y="983"/>
                    </a:lnTo>
                    <a:lnTo>
                      <a:pt x="373" y="985"/>
                    </a:lnTo>
                    <a:lnTo>
                      <a:pt x="375" y="1004"/>
                    </a:lnTo>
                    <a:lnTo>
                      <a:pt x="382" y="1030"/>
                    </a:lnTo>
                    <a:lnTo>
                      <a:pt x="405" y="1034"/>
                    </a:lnTo>
                    <a:lnTo>
                      <a:pt x="419" y="1044"/>
                    </a:lnTo>
                    <a:lnTo>
                      <a:pt x="455" y="1060"/>
                    </a:lnTo>
                    <a:lnTo>
                      <a:pt x="451" y="1052"/>
                    </a:lnTo>
                    <a:lnTo>
                      <a:pt x="457" y="1044"/>
                    </a:lnTo>
                    <a:lnTo>
                      <a:pt x="460" y="1032"/>
                    </a:lnTo>
                    <a:lnTo>
                      <a:pt x="483" y="1034"/>
                    </a:lnTo>
                    <a:lnTo>
                      <a:pt x="484" y="1030"/>
                    </a:lnTo>
                    <a:lnTo>
                      <a:pt x="481" y="1020"/>
                    </a:lnTo>
                    <a:lnTo>
                      <a:pt x="491" y="1016"/>
                    </a:lnTo>
                    <a:lnTo>
                      <a:pt x="496" y="1016"/>
                    </a:lnTo>
                    <a:lnTo>
                      <a:pt x="477" y="1054"/>
                    </a:lnTo>
                    <a:lnTo>
                      <a:pt x="484" y="1062"/>
                    </a:lnTo>
                    <a:lnTo>
                      <a:pt x="499" y="1051"/>
                    </a:lnTo>
                    <a:lnTo>
                      <a:pt x="525" y="1044"/>
                    </a:lnTo>
                    <a:lnTo>
                      <a:pt x="544" y="1045"/>
                    </a:lnTo>
                    <a:lnTo>
                      <a:pt x="555" y="1050"/>
                    </a:lnTo>
                    <a:lnTo>
                      <a:pt x="567" y="1062"/>
                    </a:lnTo>
                    <a:lnTo>
                      <a:pt x="561" y="1070"/>
                    </a:lnTo>
                    <a:lnTo>
                      <a:pt x="546" y="1075"/>
                    </a:lnTo>
                    <a:lnTo>
                      <a:pt x="537" y="1104"/>
                    </a:lnTo>
                    <a:lnTo>
                      <a:pt x="557" y="1135"/>
                    </a:lnTo>
                    <a:lnTo>
                      <a:pt x="582" y="1153"/>
                    </a:lnTo>
                    <a:lnTo>
                      <a:pt x="586" y="1144"/>
                    </a:lnTo>
                    <a:lnTo>
                      <a:pt x="586" y="1126"/>
                    </a:lnTo>
                    <a:lnTo>
                      <a:pt x="591" y="1119"/>
                    </a:lnTo>
                    <a:lnTo>
                      <a:pt x="590" y="1136"/>
                    </a:lnTo>
                    <a:lnTo>
                      <a:pt x="596" y="1138"/>
                    </a:lnTo>
                    <a:lnTo>
                      <a:pt x="599" y="1129"/>
                    </a:lnTo>
                    <a:lnTo>
                      <a:pt x="625" y="1128"/>
                    </a:lnTo>
                    <a:lnTo>
                      <a:pt x="649" y="1145"/>
                    </a:lnTo>
                    <a:lnTo>
                      <a:pt x="669" y="1139"/>
                    </a:lnTo>
                    <a:lnTo>
                      <a:pt x="683" y="1124"/>
                    </a:lnTo>
                    <a:lnTo>
                      <a:pt x="698" y="1128"/>
                    </a:lnTo>
                    <a:lnTo>
                      <a:pt x="709" y="1119"/>
                    </a:lnTo>
                    <a:lnTo>
                      <a:pt x="734" y="1122"/>
                    </a:lnTo>
                    <a:lnTo>
                      <a:pt x="726" y="1131"/>
                    </a:lnTo>
                    <a:lnTo>
                      <a:pt x="689" y="1145"/>
                    </a:lnTo>
                    <a:lnTo>
                      <a:pt x="681" y="1158"/>
                    </a:lnTo>
                    <a:lnTo>
                      <a:pt x="690" y="1162"/>
                    </a:lnTo>
                    <a:lnTo>
                      <a:pt x="693" y="1154"/>
                    </a:lnTo>
                    <a:lnTo>
                      <a:pt x="730" y="1142"/>
                    </a:lnTo>
                    <a:lnTo>
                      <a:pt x="740" y="1147"/>
                    </a:lnTo>
                    <a:lnTo>
                      <a:pt x="740" y="1159"/>
                    </a:lnTo>
                    <a:lnTo>
                      <a:pt x="726" y="1168"/>
                    </a:lnTo>
                    <a:lnTo>
                      <a:pt x="692" y="1170"/>
                    </a:lnTo>
                    <a:lnTo>
                      <a:pt x="680" y="1177"/>
                    </a:lnTo>
                    <a:lnTo>
                      <a:pt x="673" y="1186"/>
                    </a:lnTo>
                    <a:lnTo>
                      <a:pt x="642" y="1190"/>
                    </a:lnTo>
                    <a:lnTo>
                      <a:pt x="631" y="1188"/>
                    </a:lnTo>
                    <a:lnTo>
                      <a:pt x="623" y="1177"/>
                    </a:lnTo>
                    <a:lnTo>
                      <a:pt x="613" y="1173"/>
                    </a:lnTo>
                    <a:lnTo>
                      <a:pt x="609" y="1166"/>
                    </a:lnTo>
                    <a:lnTo>
                      <a:pt x="598" y="1164"/>
                    </a:lnTo>
                    <a:lnTo>
                      <a:pt x="596" y="1154"/>
                    </a:lnTo>
                    <a:lnTo>
                      <a:pt x="589" y="1156"/>
                    </a:lnTo>
                    <a:lnTo>
                      <a:pt x="578" y="1167"/>
                    </a:lnTo>
                    <a:lnTo>
                      <a:pt x="550" y="1166"/>
                    </a:lnTo>
                    <a:lnTo>
                      <a:pt x="535" y="1153"/>
                    </a:lnTo>
                    <a:lnTo>
                      <a:pt x="519" y="1124"/>
                    </a:lnTo>
                    <a:lnTo>
                      <a:pt x="529" y="1150"/>
                    </a:lnTo>
                    <a:lnTo>
                      <a:pt x="538" y="1167"/>
                    </a:lnTo>
                    <a:lnTo>
                      <a:pt x="530" y="1184"/>
                    </a:lnTo>
                    <a:lnTo>
                      <a:pt x="530" y="1200"/>
                    </a:lnTo>
                    <a:lnTo>
                      <a:pt x="543" y="1206"/>
                    </a:lnTo>
                    <a:lnTo>
                      <a:pt x="538" y="1198"/>
                    </a:lnTo>
                    <a:lnTo>
                      <a:pt x="546" y="1180"/>
                    </a:lnTo>
                    <a:lnTo>
                      <a:pt x="565" y="1183"/>
                    </a:lnTo>
                    <a:lnTo>
                      <a:pt x="607" y="1197"/>
                    </a:lnTo>
                    <a:lnTo>
                      <a:pt x="617" y="1209"/>
                    </a:lnTo>
                    <a:lnTo>
                      <a:pt x="616" y="1222"/>
                    </a:lnTo>
                    <a:lnTo>
                      <a:pt x="602" y="1239"/>
                    </a:lnTo>
                    <a:lnTo>
                      <a:pt x="603" y="1231"/>
                    </a:lnTo>
                    <a:lnTo>
                      <a:pt x="600" y="1220"/>
                    </a:lnTo>
                    <a:lnTo>
                      <a:pt x="569" y="1208"/>
                    </a:lnTo>
                    <a:lnTo>
                      <a:pt x="555" y="1244"/>
                    </a:lnTo>
                    <a:lnTo>
                      <a:pt x="547" y="1257"/>
                    </a:lnTo>
                    <a:lnTo>
                      <a:pt x="547" y="1268"/>
                    </a:lnTo>
                    <a:lnTo>
                      <a:pt x="541" y="1276"/>
                    </a:lnTo>
                    <a:lnTo>
                      <a:pt x="532" y="1271"/>
                    </a:lnTo>
                    <a:lnTo>
                      <a:pt x="527" y="1261"/>
                    </a:lnTo>
                    <a:lnTo>
                      <a:pt x="518" y="1252"/>
                    </a:lnTo>
                    <a:lnTo>
                      <a:pt x="505" y="1255"/>
                    </a:lnTo>
                    <a:lnTo>
                      <a:pt x="502" y="1259"/>
                    </a:lnTo>
                    <a:lnTo>
                      <a:pt x="493" y="1252"/>
                    </a:lnTo>
                    <a:lnTo>
                      <a:pt x="473" y="1257"/>
                    </a:lnTo>
                    <a:lnTo>
                      <a:pt x="469" y="1250"/>
                    </a:lnTo>
                    <a:lnTo>
                      <a:pt x="463" y="1256"/>
                    </a:lnTo>
                    <a:lnTo>
                      <a:pt x="465" y="1246"/>
                    </a:lnTo>
                    <a:lnTo>
                      <a:pt x="452" y="1248"/>
                    </a:lnTo>
                    <a:lnTo>
                      <a:pt x="446" y="1258"/>
                    </a:lnTo>
                    <a:lnTo>
                      <a:pt x="438" y="1252"/>
                    </a:lnTo>
                    <a:lnTo>
                      <a:pt x="421" y="1250"/>
                    </a:lnTo>
                    <a:lnTo>
                      <a:pt x="384" y="1252"/>
                    </a:lnTo>
                    <a:lnTo>
                      <a:pt x="370" y="1241"/>
                    </a:lnTo>
                    <a:lnTo>
                      <a:pt x="370" y="1227"/>
                    </a:lnTo>
                    <a:lnTo>
                      <a:pt x="347" y="1224"/>
                    </a:lnTo>
                    <a:lnTo>
                      <a:pt x="372" y="1204"/>
                    </a:lnTo>
                    <a:lnTo>
                      <a:pt x="370" y="1186"/>
                    </a:lnTo>
                    <a:lnTo>
                      <a:pt x="373" y="1167"/>
                    </a:lnTo>
                    <a:lnTo>
                      <a:pt x="370" y="1153"/>
                    </a:lnTo>
                    <a:lnTo>
                      <a:pt x="354" y="1144"/>
                    </a:lnTo>
                    <a:lnTo>
                      <a:pt x="360" y="1139"/>
                    </a:lnTo>
                    <a:lnTo>
                      <a:pt x="384" y="1136"/>
                    </a:lnTo>
                    <a:lnTo>
                      <a:pt x="354" y="1134"/>
                    </a:lnTo>
                    <a:lnTo>
                      <a:pt x="337" y="1139"/>
                    </a:lnTo>
                    <a:lnTo>
                      <a:pt x="295" y="1142"/>
                    </a:lnTo>
                    <a:lnTo>
                      <a:pt x="270" y="1170"/>
                    </a:lnTo>
                    <a:lnTo>
                      <a:pt x="250" y="1174"/>
                    </a:lnTo>
                    <a:lnTo>
                      <a:pt x="240" y="1180"/>
                    </a:lnTo>
                    <a:lnTo>
                      <a:pt x="233" y="1178"/>
                    </a:lnTo>
                    <a:lnTo>
                      <a:pt x="213" y="1193"/>
                    </a:lnTo>
                    <a:lnTo>
                      <a:pt x="197" y="1210"/>
                    </a:lnTo>
                    <a:lnTo>
                      <a:pt x="211" y="1221"/>
                    </a:lnTo>
                    <a:lnTo>
                      <a:pt x="221" y="1238"/>
                    </a:lnTo>
                    <a:lnTo>
                      <a:pt x="214" y="1241"/>
                    </a:lnTo>
                    <a:lnTo>
                      <a:pt x="179" y="1244"/>
                    </a:lnTo>
                    <a:lnTo>
                      <a:pt x="174" y="1238"/>
                    </a:lnTo>
                    <a:lnTo>
                      <a:pt x="172" y="1228"/>
                    </a:lnTo>
                    <a:lnTo>
                      <a:pt x="157" y="1234"/>
                    </a:lnTo>
                    <a:lnTo>
                      <a:pt x="121" y="1257"/>
                    </a:lnTo>
                    <a:lnTo>
                      <a:pt x="112" y="1271"/>
                    </a:lnTo>
                    <a:lnTo>
                      <a:pt x="105" y="1267"/>
                    </a:lnTo>
                    <a:lnTo>
                      <a:pt x="103" y="1276"/>
                    </a:lnTo>
                    <a:lnTo>
                      <a:pt x="95" y="1289"/>
                    </a:lnTo>
                    <a:lnTo>
                      <a:pt x="80" y="1298"/>
                    </a:lnTo>
                    <a:lnTo>
                      <a:pt x="71" y="1288"/>
                    </a:lnTo>
                    <a:lnTo>
                      <a:pt x="55" y="1299"/>
                    </a:lnTo>
                    <a:lnTo>
                      <a:pt x="50" y="1309"/>
                    </a:lnTo>
                    <a:lnTo>
                      <a:pt x="50" y="1317"/>
                    </a:lnTo>
                    <a:lnTo>
                      <a:pt x="53" y="1320"/>
                    </a:lnTo>
                    <a:lnTo>
                      <a:pt x="17" y="1340"/>
                    </a:lnTo>
                    <a:lnTo>
                      <a:pt x="9" y="1341"/>
                    </a:lnTo>
                    <a:lnTo>
                      <a:pt x="19" y="1321"/>
                    </a:lnTo>
                    <a:lnTo>
                      <a:pt x="0" y="1332"/>
                    </a:lnTo>
                    <a:lnTo>
                      <a:pt x="0" y="1347"/>
                    </a:lnTo>
                    <a:lnTo>
                      <a:pt x="9" y="1355"/>
                    </a:lnTo>
                    <a:lnTo>
                      <a:pt x="66" y="1394"/>
                    </a:lnTo>
                    <a:lnTo>
                      <a:pt x="112" y="1410"/>
                    </a:lnTo>
                    <a:lnTo>
                      <a:pt x="116" y="1406"/>
                    </a:lnTo>
                    <a:lnTo>
                      <a:pt x="108" y="1396"/>
                    </a:lnTo>
                    <a:lnTo>
                      <a:pt x="166" y="1414"/>
                    </a:lnTo>
                    <a:lnTo>
                      <a:pt x="141" y="1425"/>
                    </a:lnTo>
                    <a:lnTo>
                      <a:pt x="127" y="1446"/>
                    </a:lnTo>
                    <a:lnTo>
                      <a:pt x="113" y="1441"/>
                    </a:lnTo>
                    <a:lnTo>
                      <a:pt x="114" y="1427"/>
                    </a:lnTo>
                    <a:lnTo>
                      <a:pt x="110" y="1421"/>
                    </a:lnTo>
                    <a:lnTo>
                      <a:pt x="105" y="1435"/>
                    </a:lnTo>
                    <a:lnTo>
                      <a:pt x="125" y="1474"/>
                    </a:lnTo>
                    <a:lnTo>
                      <a:pt x="142" y="1492"/>
                    </a:lnTo>
                    <a:lnTo>
                      <a:pt x="143" y="1509"/>
                    </a:lnTo>
                    <a:lnTo>
                      <a:pt x="139" y="1529"/>
                    </a:lnTo>
                    <a:lnTo>
                      <a:pt x="155" y="1550"/>
                    </a:lnTo>
                    <a:lnTo>
                      <a:pt x="163" y="1554"/>
                    </a:lnTo>
                    <a:lnTo>
                      <a:pt x="168" y="1561"/>
                    </a:lnTo>
                    <a:lnTo>
                      <a:pt x="234" y="1574"/>
                    </a:lnTo>
                    <a:lnTo>
                      <a:pt x="250" y="1572"/>
                    </a:lnTo>
                    <a:lnTo>
                      <a:pt x="280" y="1587"/>
                    </a:lnTo>
                    <a:lnTo>
                      <a:pt x="329" y="1562"/>
                    </a:lnTo>
                    <a:lnTo>
                      <a:pt x="361" y="1568"/>
                    </a:lnTo>
                    <a:lnTo>
                      <a:pt x="386" y="1560"/>
                    </a:lnTo>
                    <a:lnTo>
                      <a:pt x="412" y="1572"/>
                    </a:lnTo>
                    <a:lnTo>
                      <a:pt x="431" y="1595"/>
                    </a:lnTo>
                    <a:lnTo>
                      <a:pt x="434" y="1588"/>
                    </a:lnTo>
                    <a:lnTo>
                      <a:pt x="436" y="1572"/>
                    </a:lnTo>
                    <a:lnTo>
                      <a:pt x="422" y="1568"/>
                    </a:lnTo>
                    <a:lnTo>
                      <a:pt x="412" y="1560"/>
                    </a:lnTo>
                    <a:lnTo>
                      <a:pt x="406" y="1550"/>
                    </a:lnTo>
                    <a:lnTo>
                      <a:pt x="430" y="1549"/>
                    </a:lnTo>
                    <a:lnTo>
                      <a:pt x="438" y="1562"/>
                    </a:lnTo>
                    <a:lnTo>
                      <a:pt x="453" y="1574"/>
                    </a:lnTo>
                    <a:lnTo>
                      <a:pt x="460" y="1618"/>
                    </a:lnTo>
                    <a:lnTo>
                      <a:pt x="466" y="1618"/>
                    </a:lnTo>
                    <a:lnTo>
                      <a:pt x="475" y="1593"/>
                    </a:lnTo>
                    <a:lnTo>
                      <a:pt x="488" y="1570"/>
                    </a:lnTo>
                    <a:lnTo>
                      <a:pt x="507" y="1553"/>
                    </a:lnTo>
                    <a:lnTo>
                      <a:pt x="517" y="1537"/>
                    </a:lnTo>
                    <a:lnTo>
                      <a:pt x="550" y="1524"/>
                    </a:lnTo>
                    <a:lnTo>
                      <a:pt x="547" y="1512"/>
                    </a:lnTo>
                    <a:lnTo>
                      <a:pt x="571" y="1521"/>
                    </a:lnTo>
                    <a:lnTo>
                      <a:pt x="580" y="1519"/>
                    </a:lnTo>
                    <a:lnTo>
                      <a:pt x="590" y="1507"/>
                    </a:lnTo>
                    <a:lnTo>
                      <a:pt x="609" y="1495"/>
                    </a:lnTo>
                    <a:lnTo>
                      <a:pt x="627" y="1517"/>
                    </a:lnTo>
                    <a:lnTo>
                      <a:pt x="634" y="1520"/>
                    </a:lnTo>
                    <a:lnTo>
                      <a:pt x="634" y="1543"/>
                    </a:lnTo>
                    <a:lnTo>
                      <a:pt x="628" y="1558"/>
                    </a:lnTo>
                    <a:lnTo>
                      <a:pt x="618" y="1572"/>
                    </a:lnTo>
                    <a:lnTo>
                      <a:pt x="598" y="1579"/>
                    </a:lnTo>
                    <a:lnTo>
                      <a:pt x="585" y="1571"/>
                    </a:lnTo>
                    <a:lnTo>
                      <a:pt x="571" y="1571"/>
                    </a:lnTo>
                    <a:lnTo>
                      <a:pt x="571" y="1589"/>
                    </a:lnTo>
                    <a:lnTo>
                      <a:pt x="575" y="1600"/>
                    </a:lnTo>
                    <a:lnTo>
                      <a:pt x="584" y="1591"/>
                    </a:lnTo>
                    <a:lnTo>
                      <a:pt x="597" y="1598"/>
                    </a:lnTo>
                    <a:lnTo>
                      <a:pt x="605" y="1618"/>
                    </a:lnTo>
                    <a:lnTo>
                      <a:pt x="621" y="1649"/>
                    </a:lnTo>
                    <a:lnTo>
                      <a:pt x="620" y="1662"/>
                    </a:lnTo>
                    <a:lnTo>
                      <a:pt x="617" y="1669"/>
                    </a:lnTo>
                    <a:lnTo>
                      <a:pt x="628" y="1677"/>
                    </a:lnTo>
                    <a:lnTo>
                      <a:pt x="630" y="1689"/>
                    </a:lnTo>
                    <a:lnTo>
                      <a:pt x="632" y="1700"/>
                    </a:lnTo>
                    <a:lnTo>
                      <a:pt x="630" y="1721"/>
                    </a:lnTo>
                    <a:lnTo>
                      <a:pt x="617" y="1747"/>
                    </a:lnTo>
                    <a:lnTo>
                      <a:pt x="606" y="1763"/>
                    </a:lnTo>
                    <a:lnTo>
                      <a:pt x="594" y="1775"/>
                    </a:lnTo>
                    <a:lnTo>
                      <a:pt x="581" y="1778"/>
                    </a:lnTo>
                    <a:lnTo>
                      <a:pt x="564" y="1778"/>
                    </a:lnTo>
                    <a:lnTo>
                      <a:pt x="553" y="1786"/>
                    </a:lnTo>
                    <a:lnTo>
                      <a:pt x="538" y="1783"/>
                    </a:lnTo>
                    <a:lnTo>
                      <a:pt x="509" y="1793"/>
                    </a:lnTo>
                    <a:lnTo>
                      <a:pt x="504" y="1793"/>
                    </a:lnTo>
                    <a:lnTo>
                      <a:pt x="519" y="1775"/>
                    </a:lnTo>
                    <a:lnTo>
                      <a:pt x="518" y="1772"/>
                    </a:lnTo>
                    <a:lnTo>
                      <a:pt x="503" y="1773"/>
                    </a:lnTo>
                    <a:lnTo>
                      <a:pt x="496" y="1778"/>
                    </a:lnTo>
                    <a:lnTo>
                      <a:pt x="487" y="1797"/>
                    </a:lnTo>
                    <a:lnTo>
                      <a:pt x="474" y="1816"/>
                    </a:lnTo>
                    <a:lnTo>
                      <a:pt x="447" y="1840"/>
                    </a:lnTo>
                    <a:lnTo>
                      <a:pt x="438" y="1854"/>
                    </a:lnTo>
                    <a:lnTo>
                      <a:pt x="425" y="1859"/>
                    </a:lnTo>
                    <a:lnTo>
                      <a:pt x="407" y="1854"/>
                    </a:lnTo>
                    <a:lnTo>
                      <a:pt x="400" y="1847"/>
                    </a:lnTo>
                    <a:lnTo>
                      <a:pt x="375" y="1866"/>
                    </a:lnTo>
                    <a:lnTo>
                      <a:pt x="348" y="1876"/>
                    </a:lnTo>
                    <a:lnTo>
                      <a:pt x="342" y="1885"/>
                    </a:lnTo>
                    <a:lnTo>
                      <a:pt x="341" y="1891"/>
                    </a:lnTo>
                    <a:lnTo>
                      <a:pt x="344" y="1897"/>
                    </a:lnTo>
                    <a:lnTo>
                      <a:pt x="348" y="1910"/>
                    </a:lnTo>
                    <a:lnTo>
                      <a:pt x="342" y="1918"/>
                    </a:lnTo>
                    <a:lnTo>
                      <a:pt x="316" y="1912"/>
                    </a:lnTo>
                    <a:lnTo>
                      <a:pt x="298" y="1917"/>
                    </a:lnTo>
                    <a:lnTo>
                      <a:pt x="279" y="1938"/>
                    </a:lnTo>
                    <a:lnTo>
                      <a:pt x="273" y="1952"/>
                    </a:lnTo>
                    <a:lnTo>
                      <a:pt x="265" y="1948"/>
                    </a:lnTo>
                    <a:lnTo>
                      <a:pt x="255" y="1950"/>
                    </a:lnTo>
                    <a:lnTo>
                      <a:pt x="227" y="1983"/>
                    </a:lnTo>
                    <a:lnTo>
                      <a:pt x="223" y="1986"/>
                    </a:lnTo>
                    <a:lnTo>
                      <a:pt x="217" y="1993"/>
                    </a:lnTo>
                    <a:lnTo>
                      <a:pt x="215" y="2002"/>
                    </a:lnTo>
                    <a:lnTo>
                      <a:pt x="200" y="2035"/>
                    </a:lnTo>
                    <a:lnTo>
                      <a:pt x="198" y="2046"/>
                    </a:lnTo>
                    <a:lnTo>
                      <a:pt x="200" y="2072"/>
                    </a:lnTo>
                    <a:lnTo>
                      <a:pt x="197" y="2080"/>
                    </a:lnTo>
                    <a:lnTo>
                      <a:pt x="182" y="2083"/>
                    </a:lnTo>
                    <a:lnTo>
                      <a:pt x="172" y="2082"/>
                    </a:lnTo>
                    <a:lnTo>
                      <a:pt x="167" y="2085"/>
                    </a:lnTo>
                    <a:lnTo>
                      <a:pt x="167" y="2094"/>
                    </a:lnTo>
                    <a:lnTo>
                      <a:pt x="184" y="2107"/>
                    </a:lnTo>
                    <a:lnTo>
                      <a:pt x="179" y="2114"/>
                    </a:lnTo>
                    <a:lnTo>
                      <a:pt x="163" y="2117"/>
                    </a:lnTo>
                    <a:lnTo>
                      <a:pt x="158" y="2128"/>
                    </a:lnTo>
                    <a:lnTo>
                      <a:pt x="157" y="2141"/>
                    </a:lnTo>
                    <a:lnTo>
                      <a:pt x="164" y="2135"/>
                    </a:lnTo>
                    <a:lnTo>
                      <a:pt x="195" y="2131"/>
                    </a:lnTo>
                    <a:lnTo>
                      <a:pt x="206" y="2126"/>
                    </a:lnTo>
                    <a:lnTo>
                      <a:pt x="215" y="2117"/>
                    </a:lnTo>
                    <a:lnTo>
                      <a:pt x="244" y="2113"/>
                    </a:lnTo>
                    <a:lnTo>
                      <a:pt x="246" y="2120"/>
                    </a:lnTo>
                    <a:lnTo>
                      <a:pt x="236" y="2123"/>
                    </a:lnTo>
                    <a:lnTo>
                      <a:pt x="242" y="2128"/>
                    </a:lnTo>
                    <a:lnTo>
                      <a:pt x="209" y="2134"/>
                    </a:lnTo>
                    <a:lnTo>
                      <a:pt x="197" y="2139"/>
                    </a:lnTo>
                    <a:lnTo>
                      <a:pt x="186" y="2152"/>
                    </a:lnTo>
                    <a:lnTo>
                      <a:pt x="185" y="2159"/>
                    </a:lnTo>
                    <a:lnTo>
                      <a:pt x="207" y="2175"/>
                    </a:lnTo>
                    <a:lnTo>
                      <a:pt x="227" y="2159"/>
                    </a:lnTo>
                    <a:lnTo>
                      <a:pt x="236" y="2162"/>
                    </a:lnTo>
                    <a:lnTo>
                      <a:pt x="228" y="2172"/>
                    </a:lnTo>
                    <a:lnTo>
                      <a:pt x="226" y="2184"/>
                    </a:lnTo>
                    <a:lnTo>
                      <a:pt x="230" y="2201"/>
                    </a:lnTo>
                    <a:lnTo>
                      <a:pt x="236" y="2209"/>
                    </a:lnTo>
                    <a:lnTo>
                      <a:pt x="238" y="2221"/>
                    </a:lnTo>
                    <a:lnTo>
                      <a:pt x="244" y="2231"/>
                    </a:lnTo>
                    <a:lnTo>
                      <a:pt x="251" y="2236"/>
                    </a:lnTo>
                    <a:lnTo>
                      <a:pt x="258" y="2233"/>
                    </a:lnTo>
                    <a:lnTo>
                      <a:pt x="272" y="2211"/>
                    </a:lnTo>
                    <a:lnTo>
                      <a:pt x="275" y="2226"/>
                    </a:lnTo>
                    <a:lnTo>
                      <a:pt x="280" y="2228"/>
                    </a:lnTo>
                    <a:lnTo>
                      <a:pt x="302" y="2226"/>
                    </a:lnTo>
                    <a:lnTo>
                      <a:pt x="289" y="2249"/>
                    </a:lnTo>
                    <a:lnTo>
                      <a:pt x="308" y="2258"/>
                    </a:lnTo>
                    <a:lnTo>
                      <a:pt x="341" y="2265"/>
                    </a:lnTo>
                    <a:lnTo>
                      <a:pt x="360" y="2256"/>
                    </a:lnTo>
                    <a:lnTo>
                      <a:pt x="373" y="2256"/>
                    </a:lnTo>
                    <a:lnTo>
                      <a:pt x="379" y="2271"/>
                    </a:lnTo>
                    <a:lnTo>
                      <a:pt x="371" y="2283"/>
                    </a:lnTo>
                    <a:lnTo>
                      <a:pt x="344" y="2292"/>
                    </a:lnTo>
                    <a:lnTo>
                      <a:pt x="335" y="2310"/>
                    </a:lnTo>
                    <a:lnTo>
                      <a:pt x="317" y="2331"/>
                    </a:lnTo>
                    <a:lnTo>
                      <a:pt x="308" y="2345"/>
                    </a:lnTo>
                    <a:lnTo>
                      <a:pt x="304" y="2359"/>
                    </a:lnTo>
                    <a:lnTo>
                      <a:pt x="304" y="2372"/>
                    </a:lnTo>
                    <a:lnTo>
                      <a:pt x="319" y="2401"/>
                    </a:lnTo>
                    <a:lnTo>
                      <a:pt x="327" y="2404"/>
                    </a:lnTo>
                    <a:lnTo>
                      <a:pt x="338" y="2396"/>
                    </a:lnTo>
                    <a:lnTo>
                      <a:pt x="350" y="2393"/>
                    </a:lnTo>
                    <a:lnTo>
                      <a:pt x="353" y="2400"/>
                    </a:lnTo>
                    <a:lnTo>
                      <a:pt x="348" y="2405"/>
                    </a:lnTo>
                    <a:lnTo>
                      <a:pt x="349" y="2410"/>
                    </a:lnTo>
                    <a:lnTo>
                      <a:pt x="372" y="2409"/>
                    </a:lnTo>
                    <a:lnTo>
                      <a:pt x="368" y="2413"/>
                    </a:lnTo>
                    <a:lnTo>
                      <a:pt x="348" y="2415"/>
                    </a:lnTo>
                    <a:lnTo>
                      <a:pt x="337" y="2422"/>
                    </a:lnTo>
                    <a:lnTo>
                      <a:pt x="344" y="2433"/>
                    </a:lnTo>
                    <a:lnTo>
                      <a:pt x="363" y="2451"/>
                    </a:lnTo>
                    <a:lnTo>
                      <a:pt x="373" y="2451"/>
                    </a:lnTo>
                    <a:lnTo>
                      <a:pt x="381" y="2454"/>
                    </a:lnTo>
                    <a:lnTo>
                      <a:pt x="388" y="2453"/>
                    </a:lnTo>
                    <a:lnTo>
                      <a:pt x="399" y="2457"/>
                    </a:lnTo>
                    <a:lnTo>
                      <a:pt x="409" y="2456"/>
                    </a:lnTo>
                    <a:lnTo>
                      <a:pt x="421" y="2462"/>
                    </a:lnTo>
                    <a:lnTo>
                      <a:pt x="432" y="2462"/>
                    </a:lnTo>
                    <a:lnTo>
                      <a:pt x="435" y="2453"/>
                    </a:lnTo>
                    <a:lnTo>
                      <a:pt x="446" y="2443"/>
                    </a:lnTo>
                    <a:lnTo>
                      <a:pt x="472" y="2406"/>
                    </a:lnTo>
                    <a:lnTo>
                      <a:pt x="481" y="2381"/>
                    </a:lnTo>
                    <a:lnTo>
                      <a:pt x="489" y="2378"/>
                    </a:lnTo>
                    <a:lnTo>
                      <a:pt x="487" y="2369"/>
                    </a:lnTo>
                    <a:lnTo>
                      <a:pt x="476" y="2362"/>
                    </a:lnTo>
                    <a:lnTo>
                      <a:pt x="471" y="2344"/>
                    </a:lnTo>
                    <a:lnTo>
                      <a:pt x="497" y="2300"/>
                    </a:lnTo>
                    <a:lnTo>
                      <a:pt x="523" y="2282"/>
                    </a:lnTo>
                    <a:lnTo>
                      <a:pt x="534" y="2267"/>
                    </a:lnTo>
                    <a:lnTo>
                      <a:pt x="544" y="2259"/>
                    </a:lnTo>
                    <a:lnTo>
                      <a:pt x="565" y="2258"/>
                    </a:lnTo>
                    <a:lnTo>
                      <a:pt x="514" y="2307"/>
                    </a:lnTo>
                    <a:lnTo>
                      <a:pt x="488" y="2342"/>
                    </a:lnTo>
                    <a:lnTo>
                      <a:pt x="486" y="2351"/>
                    </a:lnTo>
                    <a:lnTo>
                      <a:pt x="488" y="2358"/>
                    </a:lnTo>
                    <a:lnTo>
                      <a:pt x="497" y="2364"/>
                    </a:lnTo>
                    <a:lnTo>
                      <a:pt x="502" y="2380"/>
                    </a:lnTo>
                    <a:lnTo>
                      <a:pt x="503" y="2394"/>
                    </a:lnTo>
                    <a:lnTo>
                      <a:pt x="510" y="2409"/>
                    </a:lnTo>
                    <a:lnTo>
                      <a:pt x="522" y="2423"/>
                    </a:lnTo>
                    <a:lnTo>
                      <a:pt x="537" y="2468"/>
                    </a:lnTo>
                    <a:lnTo>
                      <a:pt x="546" y="2482"/>
                    </a:lnTo>
                    <a:lnTo>
                      <a:pt x="546" y="2491"/>
                    </a:lnTo>
                    <a:lnTo>
                      <a:pt x="529" y="2513"/>
                    </a:lnTo>
                    <a:lnTo>
                      <a:pt x="527" y="2519"/>
                    </a:lnTo>
                    <a:lnTo>
                      <a:pt x="522" y="2522"/>
                    </a:lnTo>
                    <a:lnTo>
                      <a:pt x="519" y="2534"/>
                    </a:lnTo>
                    <a:lnTo>
                      <a:pt x="528" y="2556"/>
                    </a:lnTo>
                    <a:lnTo>
                      <a:pt x="536" y="2549"/>
                    </a:lnTo>
                    <a:lnTo>
                      <a:pt x="548" y="2549"/>
                    </a:lnTo>
                    <a:lnTo>
                      <a:pt x="557" y="2556"/>
                    </a:lnTo>
                    <a:lnTo>
                      <a:pt x="549" y="2560"/>
                    </a:lnTo>
                    <a:lnTo>
                      <a:pt x="540" y="2571"/>
                    </a:lnTo>
                    <a:lnTo>
                      <a:pt x="543" y="2597"/>
                    </a:lnTo>
                    <a:lnTo>
                      <a:pt x="550" y="2595"/>
                    </a:lnTo>
                    <a:lnTo>
                      <a:pt x="556" y="2602"/>
                    </a:lnTo>
                    <a:lnTo>
                      <a:pt x="549" y="2604"/>
                    </a:lnTo>
                    <a:lnTo>
                      <a:pt x="534" y="2621"/>
                    </a:lnTo>
                    <a:lnTo>
                      <a:pt x="520" y="2621"/>
                    </a:lnTo>
                    <a:lnTo>
                      <a:pt x="509" y="2632"/>
                    </a:lnTo>
                    <a:lnTo>
                      <a:pt x="539" y="2637"/>
                    </a:lnTo>
                    <a:lnTo>
                      <a:pt x="559" y="2626"/>
                    </a:lnTo>
                    <a:lnTo>
                      <a:pt x="572" y="2608"/>
                    </a:lnTo>
                    <a:lnTo>
                      <a:pt x="585" y="2604"/>
                    </a:lnTo>
                    <a:lnTo>
                      <a:pt x="608" y="2585"/>
                    </a:lnTo>
                    <a:lnTo>
                      <a:pt x="626" y="2585"/>
                    </a:lnTo>
                    <a:lnTo>
                      <a:pt x="646" y="2565"/>
                    </a:lnTo>
                    <a:lnTo>
                      <a:pt x="668" y="2524"/>
                    </a:lnTo>
                    <a:lnTo>
                      <a:pt x="671" y="2537"/>
                    </a:lnTo>
                    <a:lnTo>
                      <a:pt x="671" y="2555"/>
                    </a:lnTo>
                    <a:lnTo>
                      <a:pt x="666" y="2561"/>
                    </a:lnTo>
                    <a:lnTo>
                      <a:pt x="664" y="2574"/>
                    </a:lnTo>
                    <a:lnTo>
                      <a:pt x="667" y="2582"/>
                    </a:lnTo>
                    <a:lnTo>
                      <a:pt x="675" y="2592"/>
                    </a:lnTo>
                    <a:lnTo>
                      <a:pt x="682" y="2590"/>
                    </a:lnTo>
                    <a:lnTo>
                      <a:pt x="690" y="2599"/>
                    </a:lnTo>
                    <a:lnTo>
                      <a:pt x="698" y="2604"/>
                    </a:lnTo>
                    <a:lnTo>
                      <a:pt x="713" y="2590"/>
                    </a:lnTo>
                    <a:lnTo>
                      <a:pt x="718" y="2584"/>
                    </a:lnTo>
                    <a:lnTo>
                      <a:pt x="722" y="2588"/>
                    </a:lnTo>
                    <a:lnTo>
                      <a:pt x="729" y="2588"/>
                    </a:lnTo>
                    <a:lnTo>
                      <a:pt x="728" y="2598"/>
                    </a:lnTo>
                    <a:lnTo>
                      <a:pt x="737" y="2604"/>
                    </a:lnTo>
                    <a:lnTo>
                      <a:pt x="746" y="2617"/>
                    </a:lnTo>
                    <a:lnTo>
                      <a:pt x="770" y="2662"/>
                    </a:lnTo>
                    <a:lnTo>
                      <a:pt x="778" y="2670"/>
                    </a:lnTo>
                    <a:lnTo>
                      <a:pt x="784" y="2668"/>
                    </a:lnTo>
                    <a:lnTo>
                      <a:pt x="796" y="2654"/>
                    </a:lnTo>
                    <a:lnTo>
                      <a:pt x="796" y="2629"/>
                    </a:lnTo>
                    <a:lnTo>
                      <a:pt x="788" y="2613"/>
                    </a:lnTo>
                    <a:lnTo>
                      <a:pt x="793" y="2608"/>
                    </a:lnTo>
                    <a:lnTo>
                      <a:pt x="800" y="2592"/>
                    </a:lnTo>
                    <a:lnTo>
                      <a:pt x="813" y="2580"/>
                    </a:lnTo>
                    <a:lnTo>
                      <a:pt x="817" y="2571"/>
                    </a:lnTo>
                    <a:lnTo>
                      <a:pt x="823" y="2569"/>
                    </a:lnTo>
                    <a:lnTo>
                      <a:pt x="824" y="2580"/>
                    </a:lnTo>
                    <a:lnTo>
                      <a:pt x="817" y="2601"/>
                    </a:lnTo>
                    <a:lnTo>
                      <a:pt x="842" y="2627"/>
                    </a:lnTo>
                    <a:lnTo>
                      <a:pt x="857" y="2630"/>
                    </a:lnTo>
                    <a:lnTo>
                      <a:pt x="897" y="2612"/>
                    </a:lnTo>
                    <a:lnTo>
                      <a:pt x="924" y="2590"/>
                    </a:lnTo>
                    <a:lnTo>
                      <a:pt x="949" y="2563"/>
                    </a:lnTo>
                    <a:lnTo>
                      <a:pt x="969" y="2553"/>
                    </a:lnTo>
                    <a:lnTo>
                      <a:pt x="972" y="2558"/>
                    </a:lnTo>
                    <a:lnTo>
                      <a:pt x="948" y="2598"/>
                    </a:lnTo>
                    <a:lnTo>
                      <a:pt x="938" y="2607"/>
                    </a:lnTo>
                    <a:lnTo>
                      <a:pt x="943" y="2608"/>
                    </a:lnTo>
                    <a:lnTo>
                      <a:pt x="945" y="2612"/>
                    </a:lnTo>
                    <a:lnTo>
                      <a:pt x="930" y="2630"/>
                    </a:lnTo>
                    <a:lnTo>
                      <a:pt x="915" y="2641"/>
                    </a:lnTo>
                    <a:lnTo>
                      <a:pt x="906" y="2684"/>
                    </a:lnTo>
                    <a:lnTo>
                      <a:pt x="921" y="2687"/>
                    </a:lnTo>
                    <a:lnTo>
                      <a:pt x="900" y="2710"/>
                    </a:lnTo>
                    <a:lnTo>
                      <a:pt x="894" y="2759"/>
                    </a:lnTo>
                    <a:lnTo>
                      <a:pt x="891" y="2781"/>
                    </a:lnTo>
                    <a:lnTo>
                      <a:pt x="887" y="2794"/>
                    </a:lnTo>
                    <a:lnTo>
                      <a:pt x="877" y="2808"/>
                    </a:lnTo>
                    <a:lnTo>
                      <a:pt x="859" y="2843"/>
                    </a:lnTo>
                    <a:lnTo>
                      <a:pt x="854" y="2837"/>
                    </a:lnTo>
                    <a:lnTo>
                      <a:pt x="846" y="2839"/>
                    </a:lnTo>
                    <a:lnTo>
                      <a:pt x="843" y="2849"/>
                    </a:lnTo>
                    <a:lnTo>
                      <a:pt x="822" y="2878"/>
                    </a:lnTo>
                    <a:lnTo>
                      <a:pt x="817" y="2878"/>
                    </a:lnTo>
                    <a:lnTo>
                      <a:pt x="811" y="2893"/>
                    </a:lnTo>
                    <a:lnTo>
                      <a:pt x="807" y="2913"/>
                    </a:lnTo>
                    <a:lnTo>
                      <a:pt x="803" y="2922"/>
                    </a:lnTo>
                    <a:lnTo>
                      <a:pt x="793" y="2919"/>
                    </a:lnTo>
                    <a:lnTo>
                      <a:pt x="786" y="2925"/>
                    </a:lnTo>
                    <a:lnTo>
                      <a:pt x="780" y="2918"/>
                    </a:lnTo>
                    <a:lnTo>
                      <a:pt x="756" y="2940"/>
                    </a:lnTo>
                    <a:lnTo>
                      <a:pt x="739" y="2945"/>
                    </a:lnTo>
                    <a:lnTo>
                      <a:pt x="714" y="2963"/>
                    </a:lnTo>
                    <a:lnTo>
                      <a:pt x="705" y="2962"/>
                    </a:lnTo>
                    <a:lnTo>
                      <a:pt x="674" y="2993"/>
                    </a:lnTo>
                    <a:lnTo>
                      <a:pt x="662" y="3017"/>
                    </a:lnTo>
                    <a:lnTo>
                      <a:pt x="651" y="3028"/>
                    </a:lnTo>
                    <a:lnTo>
                      <a:pt x="648" y="3039"/>
                    </a:lnTo>
                    <a:lnTo>
                      <a:pt x="644" y="3058"/>
                    </a:lnTo>
                    <a:lnTo>
                      <a:pt x="643" y="3060"/>
                    </a:lnTo>
                    <a:lnTo>
                      <a:pt x="663" y="3068"/>
                    </a:lnTo>
                    <a:lnTo>
                      <a:pt x="669" y="3076"/>
                    </a:lnTo>
                    <a:lnTo>
                      <a:pt x="654" y="3075"/>
                    </a:lnTo>
                    <a:lnTo>
                      <a:pt x="643" y="3066"/>
                    </a:lnTo>
                    <a:lnTo>
                      <a:pt x="632" y="3063"/>
                    </a:lnTo>
                    <a:lnTo>
                      <a:pt x="631" y="3071"/>
                    </a:lnTo>
                    <a:lnTo>
                      <a:pt x="626" y="3075"/>
                    </a:lnTo>
                    <a:lnTo>
                      <a:pt x="617" y="3072"/>
                    </a:lnTo>
                    <a:lnTo>
                      <a:pt x="610" y="3060"/>
                    </a:lnTo>
                    <a:lnTo>
                      <a:pt x="615" y="3052"/>
                    </a:lnTo>
                    <a:lnTo>
                      <a:pt x="616" y="3044"/>
                    </a:lnTo>
                    <a:lnTo>
                      <a:pt x="599" y="3048"/>
                    </a:lnTo>
                    <a:lnTo>
                      <a:pt x="587" y="3043"/>
                    </a:lnTo>
                    <a:lnTo>
                      <a:pt x="579" y="3044"/>
                    </a:lnTo>
                    <a:lnTo>
                      <a:pt x="572" y="3051"/>
                    </a:lnTo>
                    <a:lnTo>
                      <a:pt x="546" y="3060"/>
                    </a:lnTo>
                    <a:lnTo>
                      <a:pt x="509" y="3083"/>
                    </a:lnTo>
                    <a:lnTo>
                      <a:pt x="484" y="3107"/>
                    </a:lnTo>
                    <a:lnTo>
                      <a:pt x="475" y="3122"/>
                    </a:lnTo>
                    <a:lnTo>
                      <a:pt x="471" y="3125"/>
                    </a:lnTo>
                    <a:lnTo>
                      <a:pt x="468" y="3130"/>
                    </a:lnTo>
                    <a:lnTo>
                      <a:pt x="468" y="3143"/>
                    </a:lnTo>
                    <a:lnTo>
                      <a:pt x="448" y="3153"/>
                    </a:lnTo>
                    <a:lnTo>
                      <a:pt x="447" y="3162"/>
                    </a:lnTo>
                    <a:lnTo>
                      <a:pt x="440" y="3167"/>
                    </a:lnTo>
                    <a:lnTo>
                      <a:pt x="433" y="3162"/>
                    </a:lnTo>
                    <a:lnTo>
                      <a:pt x="427" y="3163"/>
                    </a:lnTo>
                    <a:lnTo>
                      <a:pt x="423" y="3168"/>
                    </a:lnTo>
                    <a:lnTo>
                      <a:pt x="411" y="3176"/>
                    </a:lnTo>
                    <a:lnTo>
                      <a:pt x="403" y="3177"/>
                    </a:lnTo>
                    <a:lnTo>
                      <a:pt x="393" y="3183"/>
                    </a:lnTo>
                    <a:lnTo>
                      <a:pt x="394" y="3185"/>
                    </a:lnTo>
                    <a:lnTo>
                      <a:pt x="401" y="3185"/>
                    </a:lnTo>
                    <a:lnTo>
                      <a:pt x="406" y="3200"/>
                    </a:lnTo>
                    <a:lnTo>
                      <a:pt x="405" y="3218"/>
                    </a:lnTo>
                    <a:lnTo>
                      <a:pt x="412" y="3218"/>
                    </a:lnTo>
                    <a:lnTo>
                      <a:pt x="421" y="3213"/>
                    </a:lnTo>
                    <a:lnTo>
                      <a:pt x="425" y="3203"/>
                    </a:lnTo>
                    <a:lnTo>
                      <a:pt x="421" y="3183"/>
                    </a:lnTo>
                    <a:lnTo>
                      <a:pt x="429" y="3184"/>
                    </a:lnTo>
                    <a:lnTo>
                      <a:pt x="435" y="3196"/>
                    </a:lnTo>
                    <a:lnTo>
                      <a:pt x="444" y="3204"/>
                    </a:lnTo>
                    <a:lnTo>
                      <a:pt x="471" y="3193"/>
                    </a:lnTo>
                    <a:lnTo>
                      <a:pt x="466" y="3165"/>
                    </a:lnTo>
                    <a:lnTo>
                      <a:pt x="466" y="3158"/>
                    </a:lnTo>
                    <a:lnTo>
                      <a:pt x="477" y="3169"/>
                    </a:lnTo>
                    <a:lnTo>
                      <a:pt x="481" y="3177"/>
                    </a:lnTo>
                    <a:lnTo>
                      <a:pt x="479" y="3186"/>
                    </a:lnTo>
                    <a:lnTo>
                      <a:pt x="488" y="3186"/>
                    </a:lnTo>
                    <a:lnTo>
                      <a:pt x="494" y="3189"/>
                    </a:lnTo>
                    <a:lnTo>
                      <a:pt x="503" y="3185"/>
                    </a:lnTo>
                    <a:lnTo>
                      <a:pt x="507" y="3178"/>
                    </a:lnTo>
                    <a:lnTo>
                      <a:pt x="514" y="3183"/>
                    </a:lnTo>
                    <a:lnTo>
                      <a:pt x="519" y="3178"/>
                    </a:lnTo>
                    <a:lnTo>
                      <a:pt x="524" y="3165"/>
                    </a:lnTo>
                    <a:lnTo>
                      <a:pt x="534" y="3154"/>
                    </a:lnTo>
                    <a:lnTo>
                      <a:pt x="538" y="3134"/>
                    </a:lnTo>
                    <a:lnTo>
                      <a:pt x="546" y="3113"/>
                    </a:lnTo>
                    <a:lnTo>
                      <a:pt x="557" y="3105"/>
                    </a:lnTo>
                    <a:lnTo>
                      <a:pt x="568" y="3104"/>
                    </a:lnTo>
                    <a:lnTo>
                      <a:pt x="570" y="3121"/>
                    </a:lnTo>
                    <a:lnTo>
                      <a:pt x="559" y="3135"/>
                    </a:lnTo>
                    <a:lnTo>
                      <a:pt x="564" y="3143"/>
                    </a:lnTo>
                    <a:lnTo>
                      <a:pt x="585" y="3137"/>
                    </a:lnTo>
                    <a:lnTo>
                      <a:pt x="608" y="3124"/>
                    </a:lnTo>
                    <a:lnTo>
                      <a:pt x="630" y="3127"/>
                    </a:lnTo>
                    <a:lnTo>
                      <a:pt x="628" y="3119"/>
                    </a:lnTo>
                    <a:lnTo>
                      <a:pt x="632" y="3115"/>
                    </a:lnTo>
                    <a:lnTo>
                      <a:pt x="636" y="3109"/>
                    </a:lnTo>
                    <a:lnTo>
                      <a:pt x="646" y="3120"/>
                    </a:lnTo>
                    <a:lnTo>
                      <a:pt x="654" y="3107"/>
                    </a:lnTo>
                    <a:lnTo>
                      <a:pt x="656" y="3101"/>
                    </a:lnTo>
                    <a:lnTo>
                      <a:pt x="662" y="3096"/>
                    </a:lnTo>
                    <a:lnTo>
                      <a:pt x="677" y="3093"/>
                    </a:lnTo>
                    <a:lnTo>
                      <a:pt x="683" y="3085"/>
                    </a:lnTo>
                    <a:lnTo>
                      <a:pt x="691" y="3081"/>
                    </a:lnTo>
                    <a:lnTo>
                      <a:pt x="699" y="3081"/>
                    </a:lnTo>
                    <a:lnTo>
                      <a:pt x="704" y="3073"/>
                    </a:lnTo>
                    <a:lnTo>
                      <a:pt x="715" y="3073"/>
                    </a:lnTo>
                    <a:lnTo>
                      <a:pt x="720" y="3083"/>
                    </a:lnTo>
                    <a:lnTo>
                      <a:pt x="720" y="3101"/>
                    </a:lnTo>
                    <a:lnTo>
                      <a:pt x="718" y="3112"/>
                    </a:lnTo>
                    <a:lnTo>
                      <a:pt x="720" y="3114"/>
                    </a:lnTo>
                    <a:lnTo>
                      <a:pt x="732" y="3085"/>
                    </a:lnTo>
                    <a:lnTo>
                      <a:pt x="737" y="3063"/>
                    </a:lnTo>
                    <a:lnTo>
                      <a:pt x="741" y="3066"/>
                    </a:lnTo>
                    <a:lnTo>
                      <a:pt x="747" y="3066"/>
                    </a:lnTo>
                    <a:lnTo>
                      <a:pt x="775" y="3062"/>
                    </a:lnTo>
                    <a:lnTo>
                      <a:pt x="793" y="3048"/>
                    </a:lnTo>
                    <a:lnTo>
                      <a:pt x="803" y="3048"/>
                    </a:lnTo>
                    <a:lnTo>
                      <a:pt x="807" y="3041"/>
                    </a:lnTo>
                    <a:lnTo>
                      <a:pt x="805" y="3025"/>
                    </a:lnTo>
                    <a:lnTo>
                      <a:pt x="806" y="3016"/>
                    </a:lnTo>
                    <a:lnTo>
                      <a:pt x="793" y="3011"/>
                    </a:lnTo>
                    <a:lnTo>
                      <a:pt x="780" y="3001"/>
                    </a:lnTo>
                    <a:lnTo>
                      <a:pt x="771" y="2988"/>
                    </a:lnTo>
                    <a:lnTo>
                      <a:pt x="766" y="2972"/>
                    </a:lnTo>
                    <a:lnTo>
                      <a:pt x="776" y="2973"/>
                    </a:lnTo>
                    <a:lnTo>
                      <a:pt x="782" y="2990"/>
                    </a:lnTo>
                    <a:lnTo>
                      <a:pt x="788" y="3001"/>
                    </a:lnTo>
                    <a:lnTo>
                      <a:pt x="804" y="3003"/>
                    </a:lnTo>
                    <a:lnTo>
                      <a:pt x="827" y="2981"/>
                    </a:lnTo>
                    <a:lnTo>
                      <a:pt x="843" y="2976"/>
                    </a:lnTo>
                    <a:lnTo>
                      <a:pt x="871" y="2975"/>
                    </a:lnTo>
                    <a:lnTo>
                      <a:pt x="876" y="2962"/>
                    </a:lnTo>
                    <a:lnTo>
                      <a:pt x="873" y="2960"/>
                    </a:lnTo>
                    <a:lnTo>
                      <a:pt x="857" y="2963"/>
                    </a:lnTo>
                    <a:lnTo>
                      <a:pt x="864" y="2956"/>
                    </a:lnTo>
                    <a:lnTo>
                      <a:pt x="884" y="2945"/>
                    </a:lnTo>
                    <a:lnTo>
                      <a:pt x="891" y="2951"/>
                    </a:lnTo>
                    <a:lnTo>
                      <a:pt x="905" y="2951"/>
                    </a:lnTo>
                    <a:lnTo>
                      <a:pt x="902" y="2931"/>
                    </a:lnTo>
                    <a:lnTo>
                      <a:pt x="905" y="2921"/>
                    </a:lnTo>
                    <a:lnTo>
                      <a:pt x="915" y="2917"/>
                    </a:lnTo>
                    <a:lnTo>
                      <a:pt x="932" y="2925"/>
                    </a:lnTo>
                    <a:lnTo>
                      <a:pt x="953" y="2906"/>
                    </a:lnTo>
                    <a:lnTo>
                      <a:pt x="957" y="2898"/>
                    </a:lnTo>
                    <a:lnTo>
                      <a:pt x="965" y="2900"/>
                    </a:lnTo>
                    <a:lnTo>
                      <a:pt x="968" y="2897"/>
                    </a:lnTo>
                    <a:lnTo>
                      <a:pt x="969" y="2889"/>
                    </a:lnTo>
                    <a:lnTo>
                      <a:pt x="979" y="2894"/>
                    </a:lnTo>
                    <a:lnTo>
                      <a:pt x="981" y="2889"/>
                    </a:lnTo>
                    <a:lnTo>
                      <a:pt x="992" y="2882"/>
                    </a:lnTo>
                    <a:lnTo>
                      <a:pt x="1000" y="2868"/>
                    </a:lnTo>
                    <a:lnTo>
                      <a:pt x="1001" y="2847"/>
                    </a:lnTo>
                    <a:lnTo>
                      <a:pt x="991" y="2848"/>
                    </a:lnTo>
                    <a:lnTo>
                      <a:pt x="988" y="2844"/>
                    </a:lnTo>
                    <a:lnTo>
                      <a:pt x="994" y="2834"/>
                    </a:lnTo>
                    <a:lnTo>
                      <a:pt x="1021" y="2816"/>
                    </a:lnTo>
                    <a:lnTo>
                      <a:pt x="1025" y="2821"/>
                    </a:lnTo>
                    <a:lnTo>
                      <a:pt x="1032" y="2802"/>
                    </a:lnTo>
                    <a:lnTo>
                      <a:pt x="1052" y="2803"/>
                    </a:lnTo>
                    <a:lnTo>
                      <a:pt x="1053" y="2795"/>
                    </a:lnTo>
                    <a:lnTo>
                      <a:pt x="1059" y="2787"/>
                    </a:lnTo>
                    <a:lnTo>
                      <a:pt x="1061" y="2773"/>
                    </a:lnTo>
                    <a:lnTo>
                      <a:pt x="1071" y="2774"/>
                    </a:lnTo>
                    <a:lnTo>
                      <a:pt x="1084" y="2781"/>
                    </a:lnTo>
                    <a:lnTo>
                      <a:pt x="1092" y="2763"/>
                    </a:lnTo>
                    <a:lnTo>
                      <a:pt x="1099" y="2762"/>
                    </a:lnTo>
                    <a:lnTo>
                      <a:pt x="1107" y="2754"/>
                    </a:lnTo>
                    <a:lnTo>
                      <a:pt x="1115" y="2745"/>
                    </a:lnTo>
                    <a:lnTo>
                      <a:pt x="1118" y="2736"/>
                    </a:lnTo>
                    <a:lnTo>
                      <a:pt x="1137" y="2729"/>
                    </a:lnTo>
                    <a:lnTo>
                      <a:pt x="1157" y="2724"/>
                    </a:lnTo>
                    <a:lnTo>
                      <a:pt x="1168" y="2710"/>
                    </a:lnTo>
                    <a:lnTo>
                      <a:pt x="1177" y="2714"/>
                    </a:lnTo>
                    <a:lnTo>
                      <a:pt x="1195" y="2704"/>
                    </a:lnTo>
                    <a:lnTo>
                      <a:pt x="1196" y="2690"/>
                    </a:lnTo>
                    <a:lnTo>
                      <a:pt x="1185" y="2682"/>
                    </a:lnTo>
                    <a:lnTo>
                      <a:pt x="1200" y="2674"/>
                    </a:lnTo>
                    <a:lnTo>
                      <a:pt x="1200" y="2669"/>
                    </a:lnTo>
                    <a:lnTo>
                      <a:pt x="1197" y="2661"/>
                    </a:lnTo>
                    <a:lnTo>
                      <a:pt x="1199" y="2652"/>
                    </a:lnTo>
                    <a:lnTo>
                      <a:pt x="1209" y="2650"/>
                    </a:lnTo>
                    <a:lnTo>
                      <a:pt x="1219" y="2636"/>
                    </a:lnTo>
                    <a:lnTo>
                      <a:pt x="1247" y="2626"/>
                    </a:lnTo>
                    <a:lnTo>
                      <a:pt x="1258" y="2613"/>
                    </a:lnTo>
                    <a:lnTo>
                      <a:pt x="1259" y="2601"/>
                    </a:lnTo>
                    <a:lnTo>
                      <a:pt x="1259" y="2590"/>
                    </a:lnTo>
                    <a:lnTo>
                      <a:pt x="1255" y="2584"/>
                    </a:lnTo>
                    <a:lnTo>
                      <a:pt x="1233" y="2574"/>
                    </a:lnTo>
                    <a:lnTo>
                      <a:pt x="1229" y="2565"/>
                    </a:lnTo>
                    <a:lnTo>
                      <a:pt x="1215" y="2560"/>
                    </a:lnTo>
                    <a:lnTo>
                      <a:pt x="1192" y="2568"/>
                    </a:lnTo>
                    <a:lnTo>
                      <a:pt x="1185" y="2564"/>
                    </a:lnTo>
                    <a:lnTo>
                      <a:pt x="1197" y="2515"/>
                    </a:lnTo>
                    <a:lnTo>
                      <a:pt x="1197" y="2508"/>
                    </a:lnTo>
                    <a:lnTo>
                      <a:pt x="1219" y="2505"/>
                    </a:lnTo>
                    <a:lnTo>
                      <a:pt x="1229" y="2495"/>
                    </a:lnTo>
                    <a:lnTo>
                      <a:pt x="1229" y="2485"/>
                    </a:lnTo>
                    <a:lnTo>
                      <a:pt x="1238" y="2478"/>
                    </a:lnTo>
                    <a:lnTo>
                      <a:pt x="1239" y="2466"/>
                    </a:lnTo>
                    <a:lnTo>
                      <a:pt x="1236" y="2454"/>
                    </a:lnTo>
                    <a:lnTo>
                      <a:pt x="1245" y="2458"/>
                    </a:lnTo>
                    <a:lnTo>
                      <a:pt x="1249" y="2446"/>
                    </a:lnTo>
                    <a:lnTo>
                      <a:pt x="1260" y="2443"/>
                    </a:lnTo>
                    <a:lnTo>
                      <a:pt x="1260" y="2457"/>
                    </a:lnTo>
                    <a:lnTo>
                      <a:pt x="1278" y="2454"/>
                    </a:lnTo>
                    <a:lnTo>
                      <a:pt x="1287" y="2446"/>
                    </a:lnTo>
                    <a:lnTo>
                      <a:pt x="1286" y="2433"/>
                    </a:lnTo>
                    <a:lnTo>
                      <a:pt x="1271" y="2429"/>
                    </a:lnTo>
                    <a:lnTo>
                      <a:pt x="1281" y="2423"/>
                    </a:lnTo>
                    <a:lnTo>
                      <a:pt x="1307" y="2421"/>
                    </a:lnTo>
                    <a:lnTo>
                      <a:pt x="1319" y="2402"/>
                    </a:lnTo>
                    <a:lnTo>
                      <a:pt x="1320" y="2391"/>
                    </a:lnTo>
                    <a:lnTo>
                      <a:pt x="1317" y="2381"/>
                    </a:lnTo>
                    <a:lnTo>
                      <a:pt x="1285" y="2354"/>
                    </a:lnTo>
                    <a:lnTo>
                      <a:pt x="1295" y="2351"/>
                    </a:lnTo>
                    <a:lnTo>
                      <a:pt x="1304" y="2363"/>
                    </a:lnTo>
                    <a:lnTo>
                      <a:pt x="1324" y="2363"/>
                    </a:lnTo>
                    <a:lnTo>
                      <a:pt x="1352" y="2336"/>
                    </a:lnTo>
                    <a:lnTo>
                      <a:pt x="1363" y="2303"/>
                    </a:lnTo>
                    <a:lnTo>
                      <a:pt x="1393" y="2267"/>
                    </a:lnTo>
                    <a:lnTo>
                      <a:pt x="1396" y="2245"/>
                    </a:lnTo>
                    <a:lnTo>
                      <a:pt x="1448" y="2218"/>
                    </a:lnTo>
                    <a:lnTo>
                      <a:pt x="1486" y="2178"/>
                    </a:lnTo>
                    <a:lnTo>
                      <a:pt x="1487" y="2167"/>
                    </a:lnTo>
                    <a:lnTo>
                      <a:pt x="1484" y="2153"/>
                    </a:lnTo>
                    <a:lnTo>
                      <a:pt x="1487" y="2134"/>
                    </a:lnTo>
                    <a:lnTo>
                      <a:pt x="1493" y="2121"/>
                    </a:lnTo>
                    <a:lnTo>
                      <a:pt x="1502" y="2104"/>
                    </a:lnTo>
                    <a:lnTo>
                      <a:pt x="1523" y="2046"/>
                    </a:lnTo>
                    <a:lnTo>
                      <a:pt x="1526" y="2031"/>
                    </a:lnTo>
                    <a:lnTo>
                      <a:pt x="1526" y="2018"/>
                    </a:lnTo>
                    <a:lnTo>
                      <a:pt x="1529" y="1999"/>
                    </a:lnTo>
                    <a:lnTo>
                      <a:pt x="1537" y="2003"/>
                    </a:lnTo>
                    <a:lnTo>
                      <a:pt x="1539" y="2018"/>
                    </a:lnTo>
                    <a:lnTo>
                      <a:pt x="1532" y="2083"/>
                    </a:lnTo>
                    <a:lnTo>
                      <a:pt x="1523" y="2104"/>
                    </a:lnTo>
                    <a:lnTo>
                      <a:pt x="1504" y="2138"/>
                    </a:lnTo>
                    <a:lnTo>
                      <a:pt x="1499" y="2159"/>
                    </a:lnTo>
                    <a:lnTo>
                      <a:pt x="1498" y="2178"/>
                    </a:lnTo>
                    <a:lnTo>
                      <a:pt x="1507" y="2187"/>
                    </a:lnTo>
                    <a:lnTo>
                      <a:pt x="1539" y="2185"/>
                    </a:lnTo>
                    <a:lnTo>
                      <a:pt x="1569" y="2152"/>
                    </a:lnTo>
                    <a:lnTo>
                      <a:pt x="1592" y="2139"/>
                    </a:lnTo>
                    <a:lnTo>
                      <a:pt x="1608" y="2138"/>
                    </a:lnTo>
                    <a:lnTo>
                      <a:pt x="1595" y="2153"/>
                    </a:lnTo>
                    <a:lnTo>
                      <a:pt x="1582" y="2159"/>
                    </a:lnTo>
                    <a:lnTo>
                      <a:pt x="1568" y="2172"/>
                    </a:lnTo>
                    <a:lnTo>
                      <a:pt x="1560" y="2187"/>
                    </a:lnTo>
                    <a:lnTo>
                      <a:pt x="1546" y="2196"/>
                    </a:lnTo>
                    <a:lnTo>
                      <a:pt x="1547" y="2213"/>
                    </a:lnTo>
                    <a:lnTo>
                      <a:pt x="1559" y="2224"/>
                    </a:lnTo>
                    <a:lnTo>
                      <a:pt x="1599" y="2233"/>
                    </a:lnTo>
                    <a:lnTo>
                      <a:pt x="1632" y="2250"/>
                    </a:lnTo>
                    <a:lnTo>
                      <a:pt x="1565" y="2239"/>
                    </a:lnTo>
                    <a:lnTo>
                      <a:pt x="1538" y="2250"/>
                    </a:lnTo>
                    <a:lnTo>
                      <a:pt x="1527" y="2247"/>
                    </a:lnTo>
                    <a:lnTo>
                      <a:pt x="1516" y="2228"/>
                    </a:lnTo>
                    <a:lnTo>
                      <a:pt x="1506" y="2231"/>
                    </a:lnTo>
                    <a:lnTo>
                      <a:pt x="1495" y="2239"/>
                    </a:lnTo>
                    <a:lnTo>
                      <a:pt x="1482" y="2252"/>
                    </a:lnTo>
                    <a:lnTo>
                      <a:pt x="1436" y="2273"/>
                    </a:lnTo>
                    <a:lnTo>
                      <a:pt x="1430" y="2286"/>
                    </a:lnTo>
                    <a:lnTo>
                      <a:pt x="1434" y="2307"/>
                    </a:lnTo>
                    <a:lnTo>
                      <a:pt x="1435" y="2330"/>
                    </a:lnTo>
                    <a:lnTo>
                      <a:pt x="1432" y="2357"/>
                    </a:lnTo>
                    <a:lnTo>
                      <a:pt x="1425" y="2371"/>
                    </a:lnTo>
                    <a:lnTo>
                      <a:pt x="1413" y="2385"/>
                    </a:lnTo>
                    <a:lnTo>
                      <a:pt x="1404" y="2403"/>
                    </a:lnTo>
                    <a:lnTo>
                      <a:pt x="1402" y="2414"/>
                    </a:lnTo>
                    <a:lnTo>
                      <a:pt x="1394" y="2431"/>
                    </a:lnTo>
                    <a:lnTo>
                      <a:pt x="1391" y="2446"/>
                    </a:lnTo>
                    <a:lnTo>
                      <a:pt x="1396" y="2456"/>
                    </a:lnTo>
                    <a:lnTo>
                      <a:pt x="1416" y="2466"/>
                    </a:lnTo>
                    <a:lnTo>
                      <a:pt x="1457" y="2441"/>
                    </a:lnTo>
                    <a:lnTo>
                      <a:pt x="1465" y="2443"/>
                    </a:lnTo>
                    <a:lnTo>
                      <a:pt x="1457" y="2462"/>
                    </a:lnTo>
                    <a:lnTo>
                      <a:pt x="1450" y="2474"/>
                    </a:lnTo>
                    <a:lnTo>
                      <a:pt x="1440" y="2484"/>
                    </a:lnTo>
                    <a:lnTo>
                      <a:pt x="1430" y="2484"/>
                    </a:lnTo>
                    <a:lnTo>
                      <a:pt x="1429" y="2491"/>
                    </a:lnTo>
                    <a:lnTo>
                      <a:pt x="1434" y="2497"/>
                    </a:lnTo>
                    <a:lnTo>
                      <a:pt x="1416" y="2491"/>
                    </a:lnTo>
                    <a:lnTo>
                      <a:pt x="1412" y="2492"/>
                    </a:lnTo>
                    <a:lnTo>
                      <a:pt x="1409" y="2495"/>
                    </a:lnTo>
                    <a:lnTo>
                      <a:pt x="1405" y="2505"/>
                    </a:lnTo>
                    <a:lnTo>
                      <a:pt x="1396" y="2494"/>
                    </a:lnTo>
                    <a:lnTo>
                      <a:pt x="1391" y="2505"/>
                    </a:lnTo>
                    <a:lnTo>
                      <a:pt x="1392" y="2514"/>
                    </a:lnTo>
                    <a:lnTo>
                      <a:pt x="1383" y="2518"/>
                    </a:lnTo>
                    <a:lnTo>
                      <a:pt x="1383" y="2530"/>
                    </a:lnTo>
                    <a:lnTo>
                      <a:pt x="1396" y="2535"/>
                    </a:lnTo>
                    <a:lnTo>
                      <a:pt x="1402" y="2543"/>
                    </a:lnTo>
                    <a:lnTo>
                      <a:pt x="1420" y="2536"/>
                    </a:lnTo>
                    <a:lnTo>
                      <a:pt x="1445" y="2535"/>
                    </a:lnTo>
                    <a:lnTo>
                      <a:pt x="1444" y="2518"/>
                    </a:lnTo>
                    <a:lnTo>
                      <a:pt x="1447" y="2516"/>
                    </a:lnTo>
                    <a:lnTo>
                      <a:pt x="1460" y="2520"/>
                    </a:lnTo>
                    <a:lnTo>
                      <a:pt x="1469" y="2528"/>
                    </a:lnTo>
                    <a:lnTo>
                      <a:pt x="1485" y="2501"/>
                    </a:lnTo>
                    <a:lnTo>
                      <a:pt x="1499" y="2483"/>
                    </a:lnTo>
                    <a:lnTo>
                      <a:pt x="1509" y="2484"/>
                    </a:lnTo>
                    <a:lnTo>
                      <a:pt x="1520" y="2476"/>
                    </a:lnTo>
                    <a:lnTo>
                      <a:pt x="1520" y="2494"/>
                    </a:lnTo>
                    <a:lnTo>
                      <a:pt x="1515" y="2512"/>
                    </a:lnTo>
                    <a:lnTo>
                      <a:pt x="1535" y="2479"/>
                    </a:lnTo>
                    <a:lnTo>
                      <a:pt x="1535" y="2463"/>
                    </a:lnTo>
                    <a:lnTo>
                      <a:pt x="1555" y="2452"/>
                    </a:lnTo>
                    <a:lnTo>
                      <a:pt x="1563" y="2457"/>
                    </a:lnTo>
                    <a:lnTo>
                      <a:pt x="1569" y="2444"/>
                    </a:lnTo>
                    <a:lnTo>
                      <a:pt x="1567" y="2429"/>
                    </a:lnTo>
                    <a:lnTo>
                      <a:pt x="1567" y="2423"/>
                    </a:lnTo>
                    <a:lnTo>
                      <a:pt x="1574" y="2413"/>
                    </a:lnTo>
                    <a:lnTo>
                      <a:pt x="1577" y="2435"/>
                    </a:lnTo>
                    <a:lnTo>
                      <a:pt x="1582" y="2454"/>
                    </a:lnTo>
                    <a:lnTo>
                      <a:pt x="1588" y="2432"/>
                    </a:lnTo>
                    <a:lnTo>
                      <a:pt x="1588" y="2413"/>
                    </a:lnTo>
                    <a:lnTo>
                      <a:pt x="1596" y="2403"/>
                    </a:lnTo>
                    <a:lnTo>
                      <a:pt x="1597" y="2388"/>
                    </a:lnTo>
                    <a:lnTo>
                      <a:pt x="1602" y="2407"/>
                    </a:lnTo>
                    <a:lnTo>
                      <a:pt x="1609" y="2404"/>
                    </a:lnTo>
                    <a:lnTo>
                      <a:pt x="1618" y="2404"/>
                    </a:lnTo>
                    <a:lnTo>
                      <a:pt x="1626" y="2410"/>
                    </a:lnTo>
                    <a:lnTo>
                      <a:pt x="1653" y="2413"/>
                    </a:lnTo>
                    <a:lnTo>
                      <a:pt x="1666" y="2403"/>
                    </a:lnTo>
                    <a:lnTo>
                      <a:pt x="1673" y="2402"/>
                    </a:lnTo>
                    <a:lnTo>
                      <a:pt x="1680" y="2380"/>
                    </a:lnTo>
                    <a:lnTo>
                      <a:pt x="1688" y="2381"/>
                    </a:lnTo>
                    <a:lnTo>
                      <a:pt x="1698" y="2376"/>
                    </a:lnTo>
                    <a:lnTo>
                      <a:pt x="1704" y="2364"/>
                    </a:lnTo>
                    <a:lnTo>
                      <a:pt x="1699" y="2363"/>
                    </a:lnTo>
                    <a:lnTo>
                      <a:pt x="1695" y="2358"/>
                    </a:lnTo>
                    <a:lnTo>
                      <a:pt x="1685" y="2360"/>
                    </a:lnTo>
                    <a:lnTo>
                      <a:pt x="1693" y="2343"/>
                    </a:lnTo>
                    <a:lnTo>
                      <a:pt x="1705" y="2329"/>
                    </a:lnTo>
                    <a:lnTo>
                      <a:pt x="1713" y="2329"/>
                    </a:lnTo>
                    <a:lnTo>
                      <a:pt x="1716" y="2312"/>
                    </a:lnTo>
                    <a:lnTo>
                      <a:pt x="1709" y="2301"/>
                    </a:lnTo>
                    <a:lnTo>
                      <a:pt x="1694" y="2316"/>
                    </a:lnTo>
                    <a:lnTo>
                      <a:pt x="1685" y="2316"/>
                    </a:lnTo>
                    <a:lnTo>
                      <a:pt x="1668" y="2322"/>
                    </a:lnTo>
                    <a:lnTo>
                      <a:pt x="1666" y="2309"/>
                    </a:lnTo>
                    <a:lnTo>
                      <a:pt x="1681" y="2303"/>
                    </a:lnTo>
                    <a:lnTo>
                      <a:pt x="1695" y="2292"/>
                    </a:lnTo>
                    <a:lnTo>
                      <a:pt x="1697" y="2278"/>
                    </a:lnTo>
                    <a:lnTo>
                      <a:pt x="1685" y="2285"/>
                    </a:lnTo>
                    <a:lnTo>
                      <a:pt x="1685" y="2277"/>
                    </a:lnTo>
                    <a:lnTo>
                      <a:pt x="1669" y="2279"/>
                    </a:lnTo>
                    <a:lnTo>
                      <a:pt x="1670" y="2269"/>
                    </a:lnTo>
                    <a:lnTo>
                      <a:pt x="1663" y="2267"/>
                    </a:lnTo>
                    <a:lnTo>
                      <a:pt x="1669" y="2256"/>
                    </a:lnTo>
                    <a:lnTo>
                      <a:pt x="1688" y="2250"/>
                    </a:lnTo>
                    <a:lnTo>
                      <a:pt x="1697" y="2233"/>
                    </a:lnTo>
                    <a:lnTo>
                      <a:pt x="1680" y="2230"/>
                    </a:lnTo>
                    <a:lnTo>
                      <a:pt x="1694" y="2213"/>
                    </a:lnTo>
                    <a:lnTo>
                      <a:pt x="1701" y="2208"/>
                    </a:lnTo>
                    <a:lnTo>
                      <a:pt x="1705" y="2220"/>
                    </a:lnTo>
                    <a:lnTo>
                      <a:pt x="1712" y="2219"/>
                    </a:lnTo>
                    <a:lnTo>
                      <a:pt x="1721" y="2200"/>
                    </a:lnTo>
                    <a:lnTo>
                      <a:pt x="1736" y="2184"/>
                    </a:lnTo>
                    <a:lnTo>
                      <a:pt x="1736" y="2199"/>
                    </a:lnTo>
                    <a:lnTo>
                      <a:pt x="1721" y="2226"/>
                    </a:lnTo>
                    <a:lnTo>
                      <a:pt x="1716" y="2242"/>
                    </a:lnTo>
                    <a:lnTo>
                      <a:pt x="1725" y="2251"/>
                    </a:lnTo>
                    <a:lnTo>
                      <a:pt x="1739" y="2250"/>
                    </a:lnTo>
                    <a:lnTo>
                      <a:pt x="1744" y="2242"/>
                    </a:lnTo>
                    <a:lnTo>
                      <a:pt x="1744" y="2218"/>
                    </a:lnTo>
                    <a:lnTo>
                      <a:pt x="1746" y="2200"/>
                    </a:lnTo>
                    <a:lnTo>
                      <a:pt x="1753" y="2223"/>
                    </a:lnTo>
                    <a:lnTo>
                      <a:pt x="1753" y="2235"/>
                    </a:lnTo>
                    <a:lnTo>
                      <a:pt x="1766" y="2236"/>
                    </a:lnTo>
                    <a:lnTo>
                      <a:pt x="1791" y="2231"/>
                    </a:lnTo>
                    <a:lnTo>
                      <a:pt x="1801" y="2235"/>
                    </a:lnTo>
                    <a:lnTo>
                      <a:pt x="1815" y="2231"/>
                    </a:lnTo>
                    <a:lnTo>
                      <a:pt x="1825" y="2215"/>
                    </a:lnTo>
                    <a:lnTo>
                      <a:pt x="1845" y="2207"/>
                    </a:lnTo>
                    <a:lnTo>
                      <a:pt x="1864" y="2207"/>
                    </a:lnTo>
                    <a:lnTo>
                      <a:pt x="1862" y="2214"/>
                    </a:lnTo>
                    <a:lnTo>
                      <a:pt x="1837" y="2218"/>
                    </a:lnTo>
                    <a:lnTo>
                      <a:pt x="1837" y="2229"/>
                    </a:lnTo>
                    <a:lnTo>
                      <a:pt x="1833" y="2244"/>
                    </a:lnTo>
                    <a:lnTo>
                      <a:pt x="1833" y="2256"/>
                    </a:lnTo>
                    <a:lnTo>
                      <a:pt x="1844" y="2259"/>
                    </a:lnTo>
                    <a:lnTo>
                      <a:pt x="1870" y="2249"/>
                    </a:lnTo>
                    <a:lnTo>
                      <a:pt x="1870" y="2258"/>
                    </a:lnTo>
                    <a:lnTo>
                      <a:pt x="1847" y="2272"/>
                    </a:lnTo>
                    <a:lnTo>
                      <a:pt x="1829" y="2279"/>
                    </a:lnTo>
                    <a:lnTo>
                      <a:pt x="1852" y="2282"/>
                    </a:lnTo>
                    <a:lnTo>
                      <a:pt x="1865" y="2270"/>
                    </a:lnTo>
                    <a:lnTo>
                      <a:pt x="1879" y="2261"/>
                    </a:lnTo>
                    <a:lnTo>
                      <a:pt x="1886" y="2265"/>
                    </a:lnTo>
                    <a:lnTo>
                      <a:pt x="1865" y="2291"/>
                    </a:lnTo>
                    <a:lnTo>
                      <a:pt x="1890" y="2283"/>
                    </a:lnTo>
                    <a:lnTo>
                      <a:pt x="1899" y="2290"/>
                    </a:lnTo>
                    <a:lnTo>
                      <a:pt x="1914" y="2289"/>
                    </a:lnTo>
                    <a:lnTo>
                      <a:pt x="1916" y="2292"/>
                    </a:lnTo>
                    <a:lnTo>
                      <a:pt x="1905" y="2311"/>
                    </a:lnTo>
                    <a:lnTo>
                      <a:pt x="1916" y="2316"/>
                    </a:lnTo>
                    <a:lnTo>
                      <a:pt x="1940" y="2342"/>
                    </a:lnTo>
                    <a:lnTo>
                      <a:pt x="1950" y="2348"/>
                    </a:lnTo>
                    <a:lnTo>
                      <a:pt x="1962" y="2345"/>
                    </a:lnTo>
                    <a:lnTo>
                      <a:pt x="1962" y="2340"/>
                    </a:lnTo>
                    <a:lnTo>
                      <a:pt x="1965" y="2334"/>
                    </a:lnTo>
                    <a:lnTo>
                      <a:pt x="1965" y="2327"/>
                    </a:lnTo>
                    <a:lnTo>
                      <a:pt x="1969" y="2322"/>
                    </a:lnTo>
                    <a:lnTo>
                      <a:pt x="1978" y="2321"/>
                    </a:lnTo>
                    <a:lnTo>
                      <a:pt x="1984" y="2327"/>
                    </a:lnTo>
                    <a:lnTo>
                      <a:pt x="1989" y="2337"/>
                    </a:lnTo>
                    <a:lnTo>
                      <a:pt x="1989" y="2350"/>
                    </a:lnTo>
                    <a:lnTo>
                      <a:pt x="2003" y="2359"/>
                    </a:lnTo>
                    <a:lnTo>
                      <a:pt x="2010" y="2369"/>
                    </a:lnTo>
                    <a:lnTo>
                      <a:pt x="2015" y="2372"/>
                    </a:lnTo>
                    <a:lnTo>
                      <a:pt x="2018" y="2365"/>
                    </a:lnTo>
                    <a:lnTo>
                      <a:pt x="2030" y="2372"/>
                    </a:lnTo>
                    <a:lnTo>
                      <a:pt x="2038" y="2371"/>
                    </a:lnTo>
                    <a:lnTo>
                      <a:pt x="2046" y="2376"/>
                    </a:lnTo>
                    <a:lnTo>
                      <a:pt x="2055" y="2389"/>
                    </a:lnTo>
                    <a:lnTo>
                      <a:pt x="2056" y="2394"/>
                    </a:lnTo>
                    <a:lnTo>
                      <a:pt x="2054" y="2400"/>
                    </a:lnTo>
                    <a:lnTo>
                      <a:pt x="2060" y="2403"/>
                    </a:lnTo>
                    <a:lnTo>
                      <a:pt x="2074" y="2405"/>
                    </a:lnTo>
                    <a:lnTo>
                      <a:pt x="2093" y="2399"/>
                    </a:lnTo>
                    <a:lnTo>
                      <a:pt x="2145" y="2396"/>
                    </a:lnTo>
                    <a:lnTo>
                      <a:pt x="2151" y="2386"/>
                    </a:lnTo>
                    <a:lnTo>
                      <a:pt x="2166" y="2394"/>
                    </a:lnTo>
                    <a:lnTo>
                      <a:pt x="2173" y="2388"/>
                    </a:lnTo>
                    <a:lnTo>
                      <a:pt x="2192" y="2391"/>
                    </a:lnTo>
                    <a:lnTo>
                      <a:pt x="2202" y="2400"/>
                    </a:lnTo>
                    <a:lnTo>
                      <a:pt x="2250" y="2410"/>
                    </a:lnTo>
                    <a:lnTo>
                      <a:pt x="2262" y="2411"/>
                    </a:lnTo>
                    <a:lnTo>
                      <a:pt x="2286" y="2400"/>
                    </a:lnTo>
                    <a:lnTo>
                      <a:pt x="2296" y="2406"/>
                    </a:lnTo>
                    <a:lnTo>
                      <a:pt x="2297" y="2412"/>
                    </a:lnTo>
                    <a:lnTo>
                      <a:pt x="2286" y="2416"/>
                    </a:lnTo>
                    <a:lnTo>
                      <a:pt x="2285" y="2421"/>
                    </a:lnTo>
                    <a:lnTo>
                      <a:pt x="2291" y="2426"/>
                    </a:lnTo>
                    <a:lnTo>
                      <a:pt x="2321" y="2440"/>
                    </a:lnTo>
                    <a:lnTo>
                      <a:pt x="2354" y="2447"/>
                    </a:lnTo>
                    <a:lnTo>
                      <a:pt x="2382" y="2452"/>
                    </a:lnTo>
                    <a:lnTo>
                      <a:pt x="2412" y="2439"/>
                    </a:lnTo>
                    <a:lnTo>
                      <a:pt x="2436" y="2409"/>
                    </a:lnTo>
                    <a:lnTo>
                      <a:pt x="2441" y="2395"/>
                    </a:lnTo>
                    <a:lnTo>
                      <a:pt x="2447" y="2391"/>
                    </a:lnTo>
                    <a:lnTo>
                      <a:pt x="2464" y="2413"/>
                    </a:lnTo>
                    <a:lnTo>
                      <a:pt x="2474" y="2422"/>
                    </a:lnTo>
                    <a:lnTo>
                      <a:pt x="2489" y="2429"/>
                    </a:lnTo>
                    <a:lnTo>
                      <a:pt x="2484" y="2430"/>
                    </a:lnTo>
                    <a:lnTo>
                      <a:pt x="2472" y="2440"/>
                    </a:lnTo>
                    <a:lnTo>
                      <a:pt x="2472" y="2452"/>
                    </a:lnTo>
                    <a:lnTo>
                      <a:pt x="2475" y="2461"/>
                    </a:lnTo>
                    <a:lnTo>
                      <a:pt x="2476" y="2474"/>
                    </a:lnTo>
                    <a:lnTo>
                      <a:pt x="2472" y="2478"/>
                    </a:lnTo>
                    <a:lnTo>
                      <a:pt x="2464" y="2471"/>
                    </a:lnTo>
                    <a:lnTo>
                      <a:pt x="2462" y="2441"/>
                    </a:lnTo>
                    <a:lnTo>
                      <a:pt x="2464" y="2432"/>
                    </a:lnTo>
                    <a:lnTo>
                      <a:pt x="2463" y="2421"/>
                    </a:lnTo>
                    <a:lnTo>
                      <a:pt x="2458" y="2411"/>
                    </a:lnTo>
                    <a:lnTo>
                      <a:pt x="2455" y="2407"/>
                    </a:lnTo>
                    <a:lnTo>
                      <a:pt x="2447" y="2415"/>
                    </a:lnTo>
                    <a:lnTo>
                      <a:pt x="2444" y="2424"/>
                    </a:lnTo>
                    <a:lnTo>
                      <a:pt x="2444" y="2445"/>
                    </a:lnTo>
                    <a:lnTo>
                      <a:pt x="2450" y="2451"/>
                    </a:lnTo>
                    <a:lnTo>
                      <a:pt x="2450" y="2458"/>
                    </a:lnTo>
                    <a:lnTo>
                      <a:pt x="2446" y="2467"/>
                    </a:lnTo>
                    <a:lnTo>
                      <a:pt x="2443" y="2474"/>
                    </a:lnTo>
                    <a:lnTo>
                      <a:pt x="2436" y="2475"/>
                    </a:lnTo>
                    <a:lnTo>
                      <a:pt x="2424" y="2486"/>
                    </a:lnTo>
                    <a:lnTo>
                      <a:pt x="2430" y="2494"/>
                    </a:lnTo>
                    <a:lnTo>
                      <a:pt x="2454" y="2501"/>
                    </a:lnTo>
                    <a:lnTo>
                      <a:pt x="2455" y="2505"/>
                    </a:lnTo>
                    <a:lnTo>
                      <a:pt x="2462" y="2510"/>
                    </a:lnTo>
                    <a:lnTo>
                      <a:pt x="2472" y="2509"/>
                    </a:lnTo>
                    <a:lnTo>
                      <a:pt x="2476" y="2512"/>
                    </a:lnTo>
                    <a:lnTo>
                      <a:pt x="2475" y="2517"/>
                    </a:lnTo>
                    <a:lnTo>
                      <a:pt x="2503" y="2528"/>
                    </a:lnTo>
                    <a:lnTo>
                      <a:pt x="2525" y="2550"/>
                    </a:lnTo>
                    <a:lnTo>
                      <a:pt x="2525" y="2544"/>
                    </a:lnTo>
                    <a:lnTo>
                      <a:pt x="2529" y="2537"/>
                    </a:lnTo>
                    <a:lnTo>
                      <a:pt x="2551" y="2539"/>
                    </a:lnTo>
                    <a:lnTo>
                      <a:pt x="2554" y="2536"/>
                    </a:lnTo>
                    <a:lnTo>
                      <a:pt x="2555" y="2519"/>
                    </a:lnTo>
                    <a:lnTo>
                      <a:pt x="2549" y="2506"/>
                    </a:lnTo>
                    <a:lnTo>
                      <a:pt x="2554" y="2505"/>
                    </a:lnTo>
                    <a:lnTo>
                      <a:pt x="2560" y="2508"/>
                    </a:lnTo>
                    <a:lnTo>
                      <a:pt x="2565" y="2499"/>
                    </a:lnTo>
                    <a:lnTo>
                      <a:pt x="2561" y="2494"/>
                    </a:lnTo>
                    <a:lnTo>
                      <a:pt x="2518" y="2441"/>
                    </a:lnTo>
                    <a:lnTo>
                      <a:pt x="2510" y="2423"/>
                    </a:lnTo>
                    <a:lnTo>
                      <a:pt x="2489" y="2404"/>
                    </a:lnTo>
                    <a:lnTo>
                      <a:pt x="2479" y="2396"/>
                    </a:lnTo>
                    <a:lnTo>
                      <a:pt x="2485" y="2395"/>
                    </a:lnTo>
                    <a:lnTo>
                      <a:pt x="2486" y="2388"/>
                    </a:lnTo>
                    <a:lnTo>
                      <a:pt x="2486" y="2352"/>
                    </a:lnTo>
                    <a:lnTo>
                      <a:pt x="2433" y="2353"/>
                    </a:lnTo>
                    <a:lnTo>
                      <a:pt x="2414" y="2376"/>
                    </a:lnTo>
                    <a:lnTo>
                      <a:pt x="2405" y="2373"/>
                    </a:lnTo>
                    <a:lnTo>
                      <a:pt x="2381" y="2357"/>
                    </a:lnTo>
                    <a:lnTo>
                      <a:pt x="2360" y="2373"/>
                    </a:lnTo>
                    <a:lnTo>
                      <a:pt x="2328" y="2354"/>
                    </a:lnTo>
                    <a:lnTo>
                      <a:pt x="2328" y="22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6" name="Freeform 61">
                <a:extLst>
                  <a:ext uri="{FF2B5EF4-FFF2-40B4-BE49-F238E27FC236}">
                    <a16:creationId xmlns:a16="http://schemas.microsoft.com/office/drawing/2014/main" id="{66C2C4AE-C5EE-18FF-1E71-B0CAE0E759F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75" y="1791"/>
                <a:ext cx="11" cy="26"/>
              </a:xfrm>
              <a:custGeom>
                <a:avLst/>
                <a:gdLst/>
                <a:ahLst/>
                <a:cxnLst>
                  <a:cxn ang="0">
                    <a:pos x="62" y="42"/>
                  </a:cxn>
                  <a:cxn ang="0">
                    <a:pos x="65" y="37"/>
                  </a:cxn>
                  <a:cxn ang="0">
                    <a:pos x="69" y="57"/>
                  </a:cxn>
                  <a:cxn ang="0">
                    <a:pos x="65" y="87"/>
                  </a:cxn>
                  <a:cxn ang="0">
                    <a:pos x="67" y="73"/>
                  </a:cxn>
                  <a:cxn ang="0">
                    <a:pos x="71" y="77"/>
                  </a:cxn>
                  <a:cxn ang="0">
                    <a:pos x="76" y="87"/>
                  </a:cxn>
                  <a:cxn ang="0">
                    <a:pos x="77" y="94"/>
                  </a:cxn>
                  <a:cxn ang="0">
                    <a:pos x="74" y="99"/>
                  </a:cxn>
                  <a:cxn ang="0">
                    <a:pos x="74" y="105"/>
                  </a:cxn>
                  <a:cxn ang="0">
                    <a:pos x="76" y="119"/>
                  </a:cxn>
                  <a:cxn ang="0">
                    <a:pos x="78" y="125"/>
                  </a:cxn>
                  <a:cxn ang="0">
                    <a:pos x="82" y="149"/>
                  </a:cxn>
                  <a:cxn ang="0">
                    <a:pos x="81" y="166"/>
                  </a:cxn>
                  <a:cxn ang="0">
                    <a:pos x="81" y="198"/>
                  </a:cxn>
                  <a:cxn ang="0">
                    <a:pos x="76" y="207"/>
                  </a:cxn>
                  <a:cxn ang="0">
                    <a:pos x="69" y="207"/>
                  </a:cxn>
                  <a:cxn ang="0">
                    <a:pos x="68" y="186"/>
                  </a:cxn>
                  <a:cxn ang="0">
                    <a:pos x="65" y="185"/>
                  </a:cxn>
                  <a:cxn ang="0">
                    <a:pos x="57" y="170"/>
                  </a:cxn>
                  <a:cxn ang="0">
                    <a:pos x="51" y="151"/>
                  </a:cxn>
                  <a:cxn ang="0">
                    <a:pos x="52" y="141"/>
                  </a:cxn>
                  <a:cxn ang="0">
                    <a:pos x="59" y="132"/>
                  </a:cxn>
                  <a:cxn ang="0">
                    <a:pos x="64" y="119"/>
                  </a:cxn>
                  <a:cxn ang="0">
                    <a:pos x="64" y="109"/>
                  </a:cxn>
                  <a:cxn ang="0">
                    <a:pos x="59" y="126"/>
                  </a:cxn>
                  <a:cxn ang="0">
                    <a:pos x="55" y="130"/>
                  </a:cxn>
                  <a:cxn ang="0">
                    <a:pos x="48" y="130"/>
                  </a:cxn>
                  <a:cxn ang="0">
                    <a:pos x="44" y="125"/>
                  </a:cxn>
                  <a:cxn ang="0">
                    <a:pos x="38" y="113"/>
                  </a:cxn>
                  <a:cxn ang="0">
                    <a:pos x="30" y="110"/>
                  </a:cxn>
                  <a:cxn ang="0">
                    <a:pos x="24" y="103"/>
                  </a:cxn>
                  <a:cxn ang="0">
                    <a:pos x="28" y="103"/>
                  </a:cxn>
                  <a:cxn ang="0">
                    <a:pos x="31" y="94"/>
                  </a:cxn>
                  <a:cxn ang="0">
                    <a:pos x="27" y="87"/>
                  </a:cxn>
                  <a:cxn ang="0">
                    <a:pos x="33" y="82"/>
                  </a:cxn>
                  <a:cxn ang="0">
                    <a:pos x="34" y="72"/>
                  </a:cxn>
                  <a:cxn ang="0">
                    <a:pos x="27" y="66"/>
                  </a:cxn>
                  <a:cxn ang="0">
                    <a:pos x="18" y="46"/>
                  </a:cxn>
                  <a:cxn ang="0">
                    <a:pos x="4" y="36"/>
                  </a:cxn>
                  <a:cxn ang="0">
                    <a:pos x="0" y="30"/>
                  </a:cxn>
                  <a:cxn ang="0">
                    <a:pos x="4" y="23"/>
                  </a:cxn>
                  <a:cxn ang="0">
                    <a:pos x="4" y="15"/>
                  </a:cxn>
                  <a:cxn ang="0">
                    <a:pos x="7" y="5"/>
                  </a:cxn>
                  <a:cxn ang="0">
                    <a:pos x="13" y="0"/>
                  </a:cxn>
                  <a:cxn ang="0">
                    <a:pos x="20" y="11"/>
                  </a:cxn>
                  <a:cxn ang="0">
                    <a:pos x="31" y="14"/>
                  </a:cxn>
                  <a:cxn ang="0">
                    <a:pos x="45" y="24"/>
                  </a:cxn>
                  <a:cxn ang="0">
                    <a:pos x="47" y="32"/>
                  </a:cxn>
                  <a:cxn ang="0">
                    <a:pos x="52" y="38"/>
                  </a:cxn>
                  <a:cxn ang="0">
                    <a:pos x="62" y="42"/>
                  </a:cxn>
                </a:cxnLst>
                <a:rect l="0" t="0" r="r" b="b"/>
                <a:pathLst>
                  <a:path w="82" h="207">
                    <a:moveTo>
                      <a:pt x="62" y="42"/>
                    </a:moveTo>
                    <a:lnTo>
                      <a:pt x="65" y="37"/>
                    </a:lnTo>
                    <a:lnTo>
                      <a:pt x="69" y="57"/>
                    </a:lnTo>
                    <a:lnTo>
                      <a:pt x="65" y="87"/>
                    </a:lnTo>
                    <a:lnTo>
                      <a:pt x="67" y="73"/>
                    </a:lnTo>
                    <a:lnTo>
                      <a:pt x="71" y="77"/>
                    </a:lnTo>
                    <a:lnTo>
                      <a:pt x="76" y="87"/>
                    </a:lnTo>
                    <a:lnTo>
                      <a:pt x="77" y="94"/>
                    </a:lnTo>
                    <a:lnTo>
                      <a:pt x="74" y="99"/>
                    </a:lnTo>
                    <a:lnTo>
                      <a:pt x="74" y="105"/>
                    </a:lnTo>
                    <a:lnTo>
                      <a:pt x="76" y="119"/>
                    </a:lnTo>
                    <a:lnTo>
                      <a:pt x="78" y="125"/>
                    </a:lnTo>
                    <a:lnTo>
                      <a:pt x="82" y="149"/>
                    </a:lnTo>
                    <a:lnTo>
                      <a:pt x="81" y="166"/>
                    </a:lnTo>
                    <a:lnTo>
                      <a:pt x="81" y="198"/>
                    </a:lnTo>
                    <a:lnTo>
                      <a:pt x="76" y="207"/>
                    </a:lnTo>
                    <a:lnTo>
                      <a:pt x="69" y="207"/>
                    </a:lnTo>
                    <a:lnTo>
                      <a:pt x="68" y="186"/>
                    </a:lnTo>
                    <a:lnTo>
                      <a:pt x="65" y="185"/>
                    </a:lnTo>
                    <a:lnTo>
                      <a:pt x="57" y="170"/>
                    </a:lnTo>
                    <a:lnTo>
                      <a:pt x="51" y="151"/>
                    </a:lnTo>
                    <a:lnTo>
                      <a:pt x="52" y="141"/>
                    </a:lnTo>
                    <a:lnTo>
                      <a:pt x="59" y="132"/>
                    </a:lnTo>
                    <a:lnTo>
                      <a:pt x="64" y="119"/>
                    </a:lnTo>
                    <a:lnTo>
                      <a:pt x="64" y="109"/>
                    </a:lnTo>
                    <a:lnTo>
                      <a:pt x="59" y="126"/>
                    </a:lnTo>
                    <a:lnTo>
                      <a:pt x="55" y="130"/>
                    </a:lnTo>
                    <a:lnTo>
                      <a:pt x="48" y="130"/>
                    </a:lnTo>
                    <a:lnTo>
                      <a:pt x="44" y="125"/>
                    </a:lnTo>
                    <a:lnTo>
                      <a:pt x="38" y="113"/>
                    </a:lnTo>
                    <a:lnTo>
                      <a:pt x="30" y="110"/>
                    </a:lnTo>
                    <a:lnTo>
                      <a:pt x="24" y="103"/>
                    </a:lnTo>
                    <a:lnTo>
                      <a:pt x="28" y="103"/>
                    </a:lnTo>
                    <a:lnTo>
                      <a:pt x="31" y="94"/>
                    </a:lnTo>
                    <a:lnTo>
                      <a:pt x="27" y="87"/>
                    </a:lnTo>
                    <a:lnTo>
                      <a:pt x="33" y="82"/>
                    </a:lnTo>
                    <a:lnTo>
                      <a:pt x="34" y="72"/>
                    </a:lnTo>
                    <a:lnTo>
                      <a:pt x="27" y="66"/>
                    </a:lnTo>
                    <a:lnTo>
                      <a:pt x="18" y="46"/>
                    </a:lnTo>
                    <a:lnTo>
                      <a:pt x="4" y="36"/>
                    </a:lnTo>
                    <a:lnTo>
                      <a:pt x="0" y="30"/>
                    </a:lnTo>
                    <a:lnTo>
                      <a:pt x="4" y="23"/>
                    </a:lnTo>
                    <a:lnTo>
                      <a:pt x="4" y="15"/>
                    </a:lnTo>
                    <a:lnTo>
                      <a:pt x="7" y="5"/>
                    </a:lnTo>
                    <a:lnTo>
                      <a:pt x="13" y="0"/>
                    </a:lnTo>
                    <a:lnTo>
                      <a:pt x="20" y="11"/>
                    </a:lnTo>
                    <a:lnTo>
                      <a:pt x="31" y="14"/>
                    </a:lnTo>
                    <a:lnTo>
                      <a:pt x="45" y="24"/>
                    </a:lnTo>
                    <a:lnTo>
                      <a:pt x="47" y="32"/>
                    </a:lnTo>
                    <a:lnTo>
                      <a:pt x="52" y="38"/>
                    </a:lnTo>
                    <a:lnTo>
                      <a:pt x="62" y="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7" name="Freeform 62">
                <a:extLst>
                  <a:ext uri="{FF2B5EF4-FFF2-40B4-BE49-F238E27FC236}">
                    <a16:creationId xmlns:a16="http://schemas.microsoft.com/office/drawing/2014/main" id="{945D52B2-1526-312E-06E1-FABC4B5585F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84" y="1778"/>
                <a:ext cx="11" cy="22"/>
              </a:xfrm>
              <a:custGeom>
                <a:avLst/>
                <a:gdLst/>
                <a:ahLst/>
                <a:cxnLst>
                  <a:cxn ang="0">
                    <a:pos x="18" y="91"/>
                  </a:cxn>
                  <a:cxn ang="0">
                    <a:pos x="15" y="93"/>
                  </a:cxn>
                  <a:cxn ang="0">
                    <a:pos x="9" y="70"/>
                  </a:cxn>
                  <a:cxn ang="0">
                    <a:pos x="4" y="56"/>
                  </a:cxn>
                  <a:cxn ang="0">
                    <a:pos x="1" y="45"/>
                  </a:cxn>
                  <a:cxn ang="0">
                    <a:pos x="0" y="19"/>
                  </a:cxn>
                  <a:cxn ang="0">
                    <a:pos x="4" y="4"/>
                  </a:cxn>
                  <a:cxn ang="0">
                    <a:pos x="8" y="0"/>
                  </a:cxn>
                  <a:cxn ang="0">
                    <a:pos x="35" y="0"/>
                  </a:cxn>
                  <a:cxn ang="0">
                    <a:pos x="48" y="2"/>
                  </a:cxn>
                  <a:cxn ang="0">
                    <a:pos x="52" y="13"/>
                  </a:cxn>
                  <a:cxn ang="0">
                    <a:pos x="71" y="45"/>
                  </a:cxn>
                  <a:cxn ang="0">
                    <a:pos x="78" y="73"/>
                  </a:cxn>
                  <a:cxn ang="0">
                    <a:pos x="80" y="77"/>
                  </a:cxn>
                  <a:cxn ang="0">
                    <a:pos x="84" y="95"/>
                  </a:cxn>
                  <a:cxn ang="0">
                    <a:pos x="59" y="43"/>
                  </a:cxn>
                  <a:cxn ang="0">
                    <a:pos x="50" y="16"/>
                  </a:cxn>
                  <a:cxn ang="0">
                    <a:pos x="46" y="18"/>
                  </a:cxn>
                  <a:cxn ang="0">
                    <a:pos x="46" y="26"/>
                  </a:cxn>
                  <a:cxn ang="0">
                    <a:pos x="41" y="26"/>
                  </a:cxn>
                  <a:cxn ang="0">
                    <a:pos x="41" y="37"/>
                  </a:cxn>
                  <a:cxn ang="0">
                    <a:pos x="46" y="53"/>
                  </a:cxn>
                  <a:cxn ang="0">
                    <a:pos x="50" y="64"/>
                  </a:cxn>
                  <a:cxn ang="0">
                    <a:pos x="57" y="69"/>
                  </a:cxn>
                  <a:cxn ang="0">
                    <a:pos x="60" y="80"/>
                  </a:cxn>
                  <a:cxn ang="0">
                    <a:pos x="69" y="88"/>
                  </a:cxn>
                  <a:cxn ang="0">
                    <a:pos x="77" y="106"/>
                  </a:cxn>
                  <a:cxn ang="0">
                    <a:pos x="70" y="103"/>
                  </a:cxn>
                  <a:cxn ang="0">
                    <a:pos x="66" y="107"/>
                  </a:cxn>
                  <a:cxn ang="0">
                    <a:pos x="65" y="111"/>
                  </a:cxn>
                  <a:cxn ang="0">
                    <a:pos x="75" y="119"/>
                  </a:cxn>
                  <a:cxn ang="0">
                    <a:pos x="75" y="129"/>
                  </a:cxn>
                  <a:cxn ang="0">
                    <a:pos x="67" y="131"/>
                  </a:cxn>
                  <a:cxn ang="0">
                    <a:pos x="56" y="125"/>
                  </a:cxn>
                  <a:cxn ang="0">
                    <a:pos x="57" y="149"/>
                  </a:cxn>
                  <a:cxn ang="0">
                    <a:pos x="55" y="153"/>
                  </a:cxn>
                  <a:cxn ang="0">
                    <a:pos x="46" y="144"/>
                  </a:cxn>
                  <a:cxn ang="0">
                    <a:pos x="32" y="175"/>
                  </a:cxn>
                  <a:cxn ang="0">
                    <a:pos x="24" y="176"/>
                  </a:cxn>
                  <a:cxn ang="0">
                    <a:pos x="19" y="174"/>
                  </a:cxn>
                  <a:cxn ang="0">
                    <a:pos x="15" y="167"/>
                  </a:cxn>
                  <a:cxn ang="0">
                    <a:pos x="17" y="162"/>
                  </a:cxn>
                  <a:cxn ang="0">
                    <a:pos x="19" y="129"/>
                  </a:cxn>
                  <a:cxn ang="0">
                    <a:pos x="24" y="127"/>
                  </a:cxn>
                  <a:cxn ang="0">
                    <a:pos x="34" y="128"/>
                  </a:cxn>
                  <a:cxn ang="0">
                    <a:pos x="37" y="123"/>
                  </a:cxn>
                  <a:cxn ang="0">
                    <a:pos x="26" y="116"/>
                  </a:cxn>
                  <a:cxn ang="0">
                    <a:pos x="24" y="108"/>
                  </a:cxn>
                  <a:cxn ang="0">
                    <a:pos x="34" y="102"/>
                  </a:cxn>
                  <a:cxn ang="0">
                    <a:pos x="39" y="94"/>
                  </a:cxn>
                  <a:cxn ang="0">
                    <a:pos x="32" y="95"/>
                  </a:cxn>
                  <a:cxn ang="0">
                    <a:pos x="24" y="101"/>
                  </a:cxn>
                  <a:cxn ang="0">
                    <a:pos x="18" y="91"/>
                  </a:cxn>
                </a:cxnLst>
                <a:rect l="0" t="0" r="r" b="b"/>
                <a:pathLst>
                  <a:path w="84" h="176">
                    <a:moveTo>
                      <a:pt x="18" y="91"/>
                    </a:moveTo>
                    <a:lnTo>
                      <a:pt x="15" y="93"/>
                    </a:lnTo>
                    <a:lnTo>
                      <a:pt x="9" y="70"/>
                    </a:lnTo>
                    <a:lnTo>
                      <a:pt x="4" y="56"/>
                    </a:lnTo>
                    <a:lnTo>
                      <a:pt x="1" y="45"/>
                    </a:lnTo>
                    <a:lnTo>
                      <a:pt x="0" y="19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35" y="0"/>
                    </a:lnTo>
                    <a:lnTo>
                      <a:pt x="48" y="2"/>
                    </a:lnTo>
                    <a:lnTo>
                      <a:pt x="52" y="13"/>
                    </a:lnTo>
                    <a:lnTo>
                      <a:pt x="71" y="45"/>
                    </a:lnTo>
                    <a:lnTo>
                      <a:pt x="78" y="73"/>
                    </a:lnTo>
                    <a:lnTo>
                      <a:pt x="80" y="77"/>
                    </a:lnTo>
                    <a:lnTo>
                      <a:pt x="84" y="95"/>
                    </a:lnTo>
                    <a:lnTo>
                      <a:pt x="59" y="43"/>
                    </a:lnTo>
                    <a:lnTo>
                      <a:pt x="50" y="16"/>
                    </a:lnTo>
                    <a:lnTo>
                      <a:pt x="46" y="18"/>
                    </a:lnTo>
                    <a:lnTo>
                      <a:pt x="46" y="26"/>
                    </a:lnTo>
                    <a:lnTo>
                      <a:pt x="41" y="26"/>
                    </a:lnTo>
                    <a:lnTo>
                      <a:pt x="41" y="37"/>
                    </a:lnTo>
                    <a:lnTo>
                      <a:pt x="46" y="53"/>
                    </a:lnTo>
                    <a:lnTo>
                      <a:pt x="50" y="64"/>
                    </a:lnTo>
                    <a:lnTo>
                      <a:pt x="57" y="69"/>
                    </a:lnTo>
                    <a:lnTo>
                      <a:pt x="60" y="80"/>
                    </a:lnTo>
                    <a:lnTo>
                      <a:pt x="69" y="88"/>
                    </a:lnTo>
                    <a:lnTo>
                      <a:pt x="77" y="106"/>
                    </a:lnTo>
                    <a:lnTo>
                      <a:pt x="70" y="103"/>
                    </a:lnTo>
                    <a:lnTo>
                      <a:pt x="66" y="107"/>
                    </a:lnTo>
                    <a:lnTo>
                      <a:pt x="65" y="111"/>
                    </a:lnTo>
                    <a:lnTo>
                      <a:pt x="75" y="119"/>
                    </a:lnTo>
                    <a:lnTo>
                      <a:pt x="75" y="129"/>
                    </a:lnTo>
                    <a:lnTo>
                      <a:pt x="67" y="131"/>
                    </a:lnTo>
                    <a:lnTo>
                      <a:pt x="56" y="125"/>
                    </a:lnTo>
                    <a:lnTo>
                      <a:pt x="57" y="149"/>
                    </a:lnTo>
                    <a:lnTo>
                      <a:pt x="55" y="153"/>
                    </a:lnTo>
                    <a:lnTo>
                      <a:pt x="46" y="144"/>
                    </a:lnTo>
                    <a:lnTo>
                      <a:pt x="32" y="175"/>
                    </a:lnTo>
                    <a:lnTo>
                      <a:pt x="24" y="176"/>
                    </a:lnTo>
                    <a:lnTo>
                      <a:pt x="19" y="174"/>
                    </a:lnTo>
                    <a:lnTo>
                      <a:pt x="15" y="167"/>
                    </a:lnTo>
                    <a:lnTo>
                      <a:pt x="17" y="162"/>
                    </a:lnTo>
                    <a:lnTo>
                      <a:pt x="19" y="129"/>
                    </a:lnTo>
                    <a:lnTo>
                      <a:pt x="24" y="127"/>
                    </a:lnTo>
                    <a:lnTo>
                      <a:pt x="34" y="128"/>
                    </a:lnTo>
                    <a:lnTo>
                      <a:pt x="37" y="123"/>
                    </a:lnTo>
                    <a:lnTo>
                      <a:pt x="26" y="116"/>
                    </a:lnTo>
                    <a:lnTo>
                      <a:pt x="24" y="108"/>
                    </a:lnTo>
                    <a:lnTo>
                      <a:pt x="34" y="102"/>
                    </a:lnTo>
                    <a:lnTo>
                      <a:pt x="39" y="94"/>
                    </a:lnTo>
                    <a:lnTo>
                      <a:pt x="32" y="95"/>
                    </a:lnTo>
                    <a:lnTo>
                      <a:pt x="24" y="101"/>
                    </a:lnTo>
                    <a:lnTo>
                      <a:pt x="18" y="9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8" name="Freeform 63">
                <a:extLst>
                  <a:ext uri="{FF2B5EF4-FFF2-40B4-BE49-F238E27FC236}">
                    <a16:creationId xmlns:a16="http://schemas.microsoft.com/office/drawing/2014/main" id="{073D0C6F-D97D-9685-EABA-40844B84C0B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88" y="1803"/>
                <a:ext cx="7" cy="15"/>
              </a:xfrm>
              <a:custGeom>
                <a:avLst/>
                <a:gdLst/>
                <a:ahLst/>
                <a:cxnLst>
                  <a:cxn ang="0">
                    <a:pos x="23" y="43"/>
                  </a:cxn>
                  <a:cxn ang="0">
                    <a:pos x="20" y="39"/>
                  </a:cxn>
                  <a:cxn ang="0">
                    <a:pos x="14" y="40"/>
                  </a:cxn>
                  <a:cxn ang="0">
                    <a:pos x="9" y="30"/>
                  </a:cxn>
                  <a:cxn ang="0">
                    <a:pos x="2" y="27"/>
                  </a:cxn>
                  <a:cxn ang="0">
                    <a:pos x="0" y="15"/>
                  </a:cxn>
                  <a:cxn ang="0">
                    <a:pos x="3" y="7"/>
                  </a:cxn>
                  <a:cxn ang="0">
                    <a:pos x="15" y="5"/>
                  </a:cxn>
                  <a:cxn ang="0">
                    <a:pos x="19" y="0"/>
                  </a:cxn>
                  <a:cxn ang="0">
                    <a:pos x="28" y="9"/>
                  </a:cxn>
                  <a:cxn ang="0">
                    <a:pos x="36" y="21"/>
                  </a:cxn>
                  <a:cxn ang="0">
                    <a:pos x="51" y="18"/>
                  </a:cxn>
                  <a:cxn ang="0">
                    <a:pos x="54" y="43"/>
                  </a:cxn>
                  <a:cxn ang="0">
                    <a:pos x="38" y="41"/>
                  </a:cxn>
                  <a:cxn ang="0">
                    <a:pos x="43" y="59"/>
                  </a:cxn>
                  <a:cxn ang="0">
                    <a:pos x="45" y="86"/>
                  </a:cxn>
                  <a:cxn ang="0">
                    <a:pos x="40" y="122"/>
                  </a:cxn>
                  <a:cxn ang="0">
                    <a:pos x="35" y="102"/>
                  </a:cxn>
                  <a:cxn ang="0">
                    <a:pos x="28" y="97"/>
                  </a:cxn>
                  <a:cxn ang="0">
                    <a:pos x="27" y="111"/>
                  </a:cxn>
                  <a:cxn ang="0">
                    <a:pos x="19" y="99"/>
                  </a:cxn>
                  <a:cxn ang="0">
                    <a:pos x="16" y="72"/>
                  </a:cxn>
                  <a:cxn ang="0">
                    <a:pos x="26" y="74"/>
                  </a:cxn>
                  <a:cxn ang="0">
                    <a:pos x="34" y="59"/>
                  </a:cxn>
                  <a:cxn ang="0">
                    <a:pos x="33" y="53"/>
                  </a:cxn>
                  <a:cxn ang="0">
                    <a:pos x="28" y="60"/>
                  </a:cxn>
                  <a:cxn ang="0">
                    <a:pos x="23" y="58"/>
                  </a:cxn>
                  <a:cxn ang="0">
                    <a:pos x="16" y="48"/>
                  </a:cxn>
                  <a:cxn ang="0">
                    <a:pos x="23" y="43"/>
                  </a:cxn>
                </a:cxnLst>
                <a:rect l="0" t="0" r="r" b="b"/>
                <a:pathLst>
                  <a:path w="54" h="122">
                    <a:moveTo>
                      <a:pt x="23" y="43"/>
                    </a:moveTo>
                    <a:lnTo>
                      <a:pt x="20" y="39"/>
                    </a:lnTo>
                    <a:lnTo>
                      <a:pt x="14" y="40"/>
                    </a:lnTo>
                    <a:lnTo>
                      <a:pt x="9" y="30"/>
                    </a:lnTo>
                    <a:lnTo>
                      <a:pt x="2" y="27"/>
                    </a:lnTo>
                    <a:lnTo>
                      <a:pt x="0" y="15"/>
                    </a:lnTo>
                    <a:lnTo>
                      <a:pt x="3" y="7"/>
                    </a:lnTo>
                    <a:lnTo>
                      <a:pt x="15" y="5"/>
                    </a:lnTo>
                    <a:lnTo>
                      <a:pt x="19" y="0"/>
                    </a:lnTo>
                    <a:lnTo>
                      <a:pt x="28" y="9"/>
                    </a:lnTo>
                    <a:lnTo>
                      <a:pt x="36" y="21"/>
                    </a:lnTo>
                    <a:lnTo>
                      <a:pt x="51" y="18"/>
                    </a:lnTo>
                    <a:lnTo>
                      <a:pt x="54" y="43"/>
                    </a:lnTo>
                    <a:lnTo>
                      <a:pt x="38" y="41"/>
                    </a:lnTo>
                    <a:lnTo>
                      <a:pt x="43" y="59"/>
                    </a:lnTo>
                    <a:lnTo>
                      <a:pt x="45" y="86"/>
                    </a:lnTo>
                    <a:lnTo>
                      <a:pt x="40" y="122"/>
                    </a:lnTo>
                    <a:lnTo>
                      <a:pt x="35" y="102"/>
                    </a:lnTo>
                    <a:lnTo>
                      <a:pt x="28" y="97"/>
                    </a:lnTo>
                    <a:lnTo>
                      <a:pt x="27" y="111"/>
                    </a:lnTo>
                    <a:lnTo>
                      <a:pt x="19" y="99"/>
                    </a:lnTo>
                    <a:lnTo>
                      <a:pt x="16" y="72"/>
                    </a:lnTo>
                    <a:lnTo>
                      <a:pt x="26" y="74"/>
                    </a:lnTo>
                    <a:lnTo>
                      <a:pt x="34" y="59"/>
                    </a:lnTo>
                    <a:lnTo>
                      <a:pt x="33" y="53"/>
                    </a:lnTo>
                    <a:lnTo>
                      <a:pt x="28" y="60"/>
                    </a:lnTo>
                    <a:lnTo>
                      <a:pt x="23" y="58"/>
                    </a:lnTo>
                    <a:lnTo>
                      <a:pt x="16" y="48"/>
                    </a:lnTo>
                    <a:lnTo>
                      <a:pt x="23" y="4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9" name="Freeform 64">
                <a:extLst>
                  <a:ext uri="{FF2B5EF4-FFF2-40B4-BE49-F238E27FC236}">
                    <a16:creationId xmlns:a16="http://schemas.microsoft.com/office/drawing/2014/main" id="{AA0023EB-64A1-4351-8A43-C458BD88710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93" y="1799"/>
                <a:ext cx="10" cy="13"/>
              </a:xfrm>
              <a:custGeom>
                <a:avLst/>
                <a:gdLst/>
                <a:ahLst/>
                <a:cxnLst>
                  <a:cxn ang="0">
                    <a:pos x="20" y="31"/>
                  </a:cxn>
                  <a:cxn ang="0">
                    <a:pos x="18" y="27"/>
                  </a:cxn>
                  <a:cxn ang="0">
                    <a:pos x="6" y="17"/>
                  </a:cxn>
                  <a:cxn ang="0">
                    <a:pos x="0" y="8"/>
                  </a:cxn>
                  <a:cxn ang="0">
                    <a:pos x="1" y="4"/>
                  </a:cxn>
                  <a:cxn ang="0">
                    <a:pos x="7" y="0"/>
                  </a:cxn>
                  <a:cxn ang="0">
                    <a:pos x="48" y="15"/>
                  </a:cxn>
                  <a:cxn ang="0">
                    <a:pos x="61" y="15"/>
                  </a:cxn>
                  <a:cxn ang="0">
                    <a:pos x="74" y="18"/>
                  </a:cxn>
                  <a:cxn ang="0">
                    <a:pos x="81" y="27"/>
                  </a:cxn>
                  <a:cxn ang="0">
                    <a:pos x="83" y="35"/>
                  </a:cxn>
                  <a:cxn ang="0">
                    <a:pos x="83" y="71"/>
                  </a:cxn>
                  <a:cxn ang="0">
                    <a:pos x="80" y="71"/>
                  </a:cxn>
                  <a:cxn ang="0">
                    <a:pos x="67" y="49"/>
                  </a:cxn>
                  <a:cxn ang="0">
                    <a:pos x="58" y="41"/>
                  </a:cxn>
                  <a:cxn ang="0">
                    <a:pos x="54" y="42"/>
                  </a:cxn>
                  <a:cxn ang="0">
                    <a:pos x="54" y="55"/>
                  </a:cxn>
                  <a:cxn ang="0">
                    <a:pos x="61" y="61"/>
                  </a:cxn>
                  <a:cxn ang="0">
                    <a:pos x="70" y="77"/>
                  </a:cxn>
                  <a:cxn ang="0">
                    <a:pos x="72" y="99"/>
                  </a:cxn>
                  <a:cxn ang="0">
                    <a:pos x="67" y="100"/>
                  </a:cxn>
                  <a:cxn ang="0">
                    <a:pos x="55" y="96"/>
                  </a:cxn>
                  <a:cxn ang="0">
                    <a:pos x="48" y="100"/>
                  </a:cxn>
                  <a:cxn ang="0">
                    <a:pos x="37" y="101"/>
                  </a:cxn>
                  <a:cxn ang="0">
                    <a:pos x="29" y="66"/>
                  </a:cxn>
                  <a:cxn ang="0">
                    <a:pos x="27" y="38"/>
                  </a:cxn>
                  <a:cxn ang="0">
                    <a:pos x="26" y="36"/>
                  </a:cxn>
                  <a:cxn ang="0">
                    <a:pos x="22" y="38"/>
                  </a:cxn>
                  <a:cxn ang="0">
                    <a:pos x="17" y="38"/>
                  </a:cxn>
                  <a:cxn ang="0">
                    <a:pos x="12" y="35"/>
                  </a:cxn>
                  <a:cxn ang="0">
                    <a:pos x="12" y="31"/>
                  </a:cxn>
                  <a:cxn ang="0">
                    <a:pos x="20" y="31"/>
                  </a:cxn>
                </a:cxnLst>
                <a:rect l="0" t="0" r="r" b="b"/>
                <a:pathLst>
                  <a:path w="83" h="101">
                    <a:moveTo>
                      <a:pt x="20" y="31"/>
                    </a:moveTo>
                    <a:lnTo>
                      <a:pt x="18" y="27"/>
                    </a:lnTo>
                    <a:lnTo>
                      <a:pt x="6" y="17"/>
                    </a:lnTo>
                    <a:lnTo>
                      <a:pt x="0" y="8"/>
                    </a:lnTo>
                    <a:lnTo>
                      <a:pt x="1" y="4"/>
                    </a:lnTo>
                    <a:lnTo>
                      <a:pt x="7" y="0"/>
                    </a:lnTo>
                    <a:lnTo>
                      <a:pt x="48" y="15"/>
                    </a:lnTo>
                    <a:lnTo>
                      <a:pt x="61" y="15"/>
                    </a:lnTo>
                    <a:lnTo>
                      <a:pt x="74" y="18"/>
                    </a:lnTo>
                    <a:lnTo>
                      <a:pt x="81" y="27"/>
                    </a:lnTo>
                    <a:lnTo>
                      <a:pt x="83" y="35"/>
                    </a:lnTo>
                    <a:lnTo>
                      <a:pt x="83" y="71"/>
                    </a:lnTo>
                    <a:lnTo>
                      <a:pt x="80" y="71"/>
                    </a:lnTo>
                    <a:lnTo>
                      <a:pt x="67" y="49"/>
                    </a:lnTo>
                    <a:lnTo>
                      <a:pt x="58" y="41"/>
                    </a:lnTo>
                    <a:lnTo>
                      <a:pt x="54" y="42"/>
                    </a:lnTo>
                    <a:lnTo>
                      <a:pt x="54" y="55"/>
                    </a:lnTo>
                    <a:lnTo>
                      <a:pt x="61" y="61"/>
                    </a:lnTo>
                    <a:lnTo>
                      <a:pt x="70" y="77"/>
                    </a:lnTo>
                    <a:lnTo>
                      <a:pt x="72" y="99"/>
                    </a:lnTo>
                    <a:lnTo>
                      <a:pt x="67" y="100"/>
                    </a:lnTo>
                    <a:lnTo>
                      <a:pt x="55" y="96"/>
                    </a:lnTo>
                    <a:lnTo>
                      <a:pt x="48" y="100"/>
                    </a:lnTo>
                    <a:lnTo>
                      <a:pt x="37" y="101"/>
                    </a:lnTo>
                    <a:lnTo>
                      <a:pt x="29" y="66"/>
                    </a:lnTo>
                    <a:lnTo>
                      <a:pt x="27" y="38"/>
                    </a:lnTo>
                    <a:lnTo>
                      <a:pt x="26" y="36"/>
                    </a:lnTo>
                    <a:lnTo>
                      <a:pt x="22" y="38"/>
                    </a:lnTo>
                    <a:lnTo>
                      <a:pt x="17" y="38"/>
                    </a:lnTo>
                    <a:lnTo>
                      <a:pt x="12" y="35"/>
                    </a:lnTo>
                    <a:lnTo>
                      <a:pt x="12" y="31"/>
                    </a:lnTo>
                    <a:lnTo>
                      <a:pt x="20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0" name="Freeform 65">
                <a:extLst>
                  <a:ext uri="{FF2B5EF4-FFF2-40B4-BE49-F238E27FC236}">
                    <a16:creationId xmlns:a16="http://schemas.microsoft.com/office/drawing/2014/main" id="{DDFC6B76-271C-C3E2-3020-717905870FB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05" y="1805"/>
                <a:ext cx="3" cy="5"/>
              </a:xfrm>
              <a:custGeom>
                <a:avLst/>
                <a:gdLst/>
                <a:ahLst/>
                <a:cxnLst>
                  <a:cxn ang="0">
                    <a:pos x="7" y="4"/>
                  </a:cxn>
                  <a:cxn ang="0">
                    <a:pos x="8" y="3"/>
                  </a:cxn>
                  <a:cxn ang="0">
                    <a:pos x="26" y="34"/>
                  </a:cxn>
                  <a:cxn ang="0">
                    <a:pos x="24" y="38"/>
                  </a:cxn>
                  <a:cxn ang="0">
                    <a:pos x="20" y="40"/>
                  </a:cxn>
                  <a:cxn ang="0">
                    <a:pos x="16" y="37"/>
                  </a:cxn>
                  <a:cxn ang="0">
                    <a:pos x="15" y="44"/>
                  </a:cxn>
                  <a:cxn ang="0">
                    <a:pos x="8" y="44"/>
                  </a:cxn>
                  <a:cxn ang="0">
                    <a:pos x="2" y="35"/>
                  </a:cxn>
                  <a:cxn ang="0">
                    <a:pos x="1" y="25"/>
                  </a:cxn>
                  <a:cxn ang="0">
                    <a:pos x="0" y="0"/>
                  </a:cxn>
                  <a:cxn ang="0">
                    <a:pos x="7" y="4"/>
                  </a:cxn>
                </a:cxnLst>
                <a:rect l="0" t="0" r="r" b="b"/>
                <a:pathLst>
                  <a:path w="26" h="44">
                    <a:moveTo>
                      <a:pt x="7" y="4"/>
                    </a:moveTo>
                    <a:lnTo>
                      <a:pt x="8" y="3"/>
                    </a:lnTo>
                    <a:lnTo>
                      <a:pt x="26" y="34"/>
                    </a:lnTo>
                    <a:lnTo>
                      <a:pt x="24" y="38"/>
                    </a:lnTo>
                    <a:lnTo>
                      <a:pt x="20" y="40"/>
                    </a:lnTo>
                    <a:lnTo>
                      <a:pt x="16" y="37"/>
                    </a:lnTo>
                    <a:lnTo>
                      <a:pt x="15" y="44"/>
                    </a:lnTo>
                    <a:lnTo>
                      <a:pt x="8" y="44"/>
                    </a:lnTo>
                    <a:lnTo>
                      <a:pt x="2" y="35"/>
                    </a:lnTo>
                    <a:lnTo>
                      <a:pt x="1" y="25"/>
                    </a:lnTo>
                    <a:lnTo>
                      <a:pt x="0" y="0"/>
                    </a:lnTo>
                    <a:lnTo>
                      <a:pt x="7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1" name="Freeform 66">
                <a:extLst>
                  <a:ext uri="{FF2B5EF4-FFF2-40B4-BE49-F238E27FC236}">
                    <a16:creationId xmlns:a16="http://schemas.microsoft.com/office/drawing/2014/main" id="{9C99B932-775E-FB98-E6EA-0F528AA240F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03" y="1812"/>
                <a:ext cx="4" cy="3"/>
              </a:xfrm>
              <a:custGeom>
                <a:avLst/>
                <a:gdLst/>
                <a:ahLst/>
                <a:cxnLst>
                  <a:cxn ang="0">
                    <a:pos x="28" y="6"/>
                  </a:cxn>
                  <a:cxn ang="0">
                    <a:pos x="33" y="7"/>
                  </a:cxn>
                  <a:cxn ang="0">
                    <a:pos x="32" y="23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5" y="20"/>
                  </a:cxn>
                  <a:cxn ang="0">
                    <a:pos x="0" y="11"/>
                  </a:cxn>
                  <a:cxn ang="0">
                    <a:pos x="4" y="3"/>
                  </a:cxn>
                  <a:cxn ang="0">
                    <a:pos x="14" y="1"/>
                  </a:cxn>
                  <a:cxn ang="0">
                    <a:pos x="20" y="0"/>
                  </a:cxn>
                  <a:cxn ang="0">
                    <a:pos x="26" y="1"/>
                  </a:cxn>
                  <a:cxn ang="0">
                    <a:pos x="28" y="6"/>
                  </a:cxn>
                </a:cxnLst>
                <a:rect l="0" t="0" r="r" b="b"/>
                <a:pathLst>
                  <a:path w="33" h="28">
                    <a:moveTo>
                      <a:pt x="28" y="6"/>
                    </a:moveTo>
                    <a:lnTo>
                      <a:pt x="33" y="7"/>
                    </a:lnTo>
                    <a:lnTo>
                      <a:pt x="32" y="23"/>
                    </a:lnTo>
                    <a:lnTo>
                      <a:pt x="25" y="28"/>
                    </a:lnTo>
                    <a:lnTo>
                      <a:pt x="20" y="23"/>
                    </a:lnTo>
                    <a:lnTo>
                      <a:pt x="5" y="20"/>
                    </a:lnTo>
                    <a:lnTo>
                      <a:pt x="0" y="11"/>
                    </a:lnTo>
                    <a:lnTo>
                      <a:pt x="4" y="3"/>
                    </a:lnTo>
                    <a:lnTo>
                      <a:pt x="14" y="1"/>
                    </a:lnTo>
                    <a:lnTo>
                      <a:pt x="20" y="0"/>
                    </a:lnTo>
                    <a:lnTo>
                      <a:pt x="26" y="1"/>
                    </a:lnTo>
                    <a:lnTo>
                      <a:pt x="28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2" name="Freeform 67">
                <a:extLst>
                  <a:ext uri="{FF2B5EF4-FFF2-40B4-BE49-F238E27FC236}">
                    <a16:creationId xmlns:a16="http://schemas.microsoft.com/office/drawing/2014/main" id="{26FB100B-934D-C004-07AB-073805D0100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1" y="1812"/>
                <a:ext cx="4" cy="5"/>
              </a:xfrm>
              <a:custGeom>
                <a:avLst/>
                <a:gdLst/>
                <a:ahLst/>
                <a:cxnLst>
                  <a:cxn ang="0">
                    <a:pos x="21" y="18"/>
                  </a:cxn>
                  <a:cxn ang="0">
                    <a:pos x="30" y="30"/>
                  </a:cxn>
                  <a:cxn ang="0">
                    <a:pos x="21" y="35"/>
                  </a:cxn>
                  <a:cxn ang="0">
                    <a:pos x="22" y="37"/>
                  </a:cxn>
                  <a:cxn ang="0">
                    <a:pos x="21" y="38"/>
                  </a:cxn>
                  <a:cxn ang="0">
                    <a:pos x="6" y="25"/>
                  </a:cxn>
                  <a:cxn ang="0">
                    <a:pos x="1" y="17"/>
                  </a:cxn>
                  <a:cxn ang="0">
                    <a:pos x="0" y="0"/>
                  </a:cxn>
                  <a:cxn ang="0">
                    <a:pos x="8" y="9"/>
                  </a:cxn>
                  <a:cxn ang="0">
                    <a:pos x="17" y="13"/>
                  </a:cxn>
                  <a:cxn ang="0">
                    <a:pos x="21" y="18"/>
                  </a:cxn>
                </a:cxnLst>
                <a:rect l="0" t="0" r="r" b="b"/>
                <a:pathLst>
                  <a:path w="30" h="38">
                    <a:moveTo>
                      <a:pt x="21" y="18"/>
                    </a:moveTo>
                    <a:lnTo>
                      <a:pt x="30" y="30"/>
                    </a:lnTo>
                    <a:lnTo>
                      <a:pt x="21" y="35"/>
                    </a:lnTo>
                    <a:lnTo>
                      <a:pt x="22" y="37"/>
                    </a:lnTo>
                    <a:lnTo>
                      <a:pt x="21" y="38"/>
                    </a:lnTo>
                    <a:lnTo>
                      <a:pt x="6" y="25"/>
                    </a:lnTo>
                    <a:lnTo>
                      <a:pt x="1" y="17"/>
                    </a:lnTo>
                    <a:lnTo>
                      <a:pt x="0" y="0"/>
                    </a:lnTo>
                    <a:lnTo>
                      <a:pt x="8" y="9"/>
                    </a:lnTo>
                    <a:lnTo>
                      <a:pt x="17" y="13"/>
                    </a:lnTo>
                    <a:lnTo>
                      <a:pt x="21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3" name="Freeform 68">
                <a:extLst>
                  <a:ext uri="{FF2B5EF4-FFF2-40B4-BE49-F238E27FC236}">
                    <a16:creationId xmlns:a16="http://schemas.microsoft.com/office/drawing/2014/main" id="{44233985-CF9E-1B70-CA5C-4DEF7AC57DD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67" y="1775"/>
                <a:ext cx="15" cy="18"/>
              </a:xfrm>
              <a:custGeom>
                <a:avLst/>
                <a:gdLst/>
                <a:ahLst/>
                <a:cxnLst>
                  <a:cxn ang="0">
                    <a:pos x="111" y="37"/>
                  </a:cxn>
                  <a:cxn ang="0">
                    <a:pos x="114" y="36"/>
                  </a:cxn>
                  <a:cxn ang="0">
                    <a:pos x="119" y="43"/>
                  </a:cxn>
                  <a:cxn ang="0">
                    <a:pos x="119" y="61"/>
                  </a:cxn>
                  <a:cxn ang="0">
                    <a:pos x="101" y="57"/>
                  </a:cxn>
                  <a:cxn ang="0">
                    <a:pos x="112" y="68"/>
                  </a:cxn>
                  <a:cxn ang="0">
                    <a:pos x="112" y="81"/>
                  </a:cxn>
                  <a:cxn ang="0">
                    <a:pos x="103" y="83"/>
                  </a:cxn>
                  <a:cxn ang="0">
                    <a:pos x="79" y="67"/>
                  </a:cxn>
                  <a:cxn ang="0">
                    <a:pos x="65" y="63"/>
                  </a:cxn>
                  <a:cxn ang="0">
                    <a:pos x="61" y="69"/>
                  </a:cxn>
                  <a:cxn ang="0">
                    <a:pos x="82" y="85"/>
                  </a:cxn>
                  <a:cxn ang="0">
                    <a:pos x="95" y="88"/>
                  </a:cxn>
                  <a:cxn ang="0">
                    <a:pos x="110" y="87"/>
                  </a:cxn>
                  <a:cxn ang="0">
                    <a:pos x="119" y="92"/>
                  </a:cxn>
                  <a:cxn ang="0">
                    <a:pos x="122" y="123"/>
                  </a:cxn>
                  <a:cxn ang="0">
                    <a:pos x="120" y="125"/>
                  </a:cxn>
                  <a:cxn ang="0">
                    <a:pos x="121" y="134"/>
                  </a:cxn>
                  <a:cxn ang="0">
                    <a:pos x="95" y="122"/>
                  </a:cxn>
                  <a:cxn ang="0">
                    <a:pos x="67" y="98"/>
                  </a:cxn>
                  <a:cxn ang="0">
                    <a:pos x="62" y="87"/>
                  </a:cxn>
                  <a:cxn ang="0">
                    <a:pos x="53" y="84"/>
                  </a:cxn>
                  <a:cxn ang="0">
                    <a:pos x="51" y="102"/>
                  </a:cxn>
                  <a:cxn ang="0">
                    <a:pos x="61" y="116"/>
                  </a:cxn>
                  <a:cxn ang="0">
                    <a:pos x="62" y="131"/>
                  </a:cxn>
                  <a:cxn ang="0">
                    <a:pos x="61" y="143"/>
                  </a:cxn>
                  <a:cxn ang="0">
                    <a:pos x="51" y="145"/>
                  </a:cxn>
                  <a:cxn ang="0">
                    <a:pos x="42" y="141"/>
                  </a:cxn>
                  <a:cxn ang="0">
                    <a:pos x="33" y="133"/>
                  </a:cxn>
                  <a:cxn ang="0">
                    <a:pos x="33" y="129"/>
                  </a:cxn>
                  <a:cxn ang="0">
                    <a:pos x="40" y="126"/>
                  </a:cxn>
                  <a:cxn ang="0">
                    <a:pos x="34" y="116"/>
                  </a:cxn>
                  <a:cxn ang="0">
                    <a:pos x="26" y="109"/>
                  </a:cxn>
                  <a:cxn ang="0">
                    <a:pos x="24" y="100"/>
                  </a:cxn>
                  <a:cxn ang="0">
                    <a:pos x="20" y="91"/>
                  </a:cxn>
                  <a:cxn ang="0">
                    <a:pos x="13" y="88"/>
                  </a:cxn>
                  <a:cxn ang="0">
                    <a:pos x="6" y="78"/>
                  </a:cxn>
                  <a:cxn ang="0">
                    <a:pos x="2" y="66"/>
                  </a:cxn>
                  <a:cxn ang="0">
                    <a:pos x="3" y="55"/>
                  </a:cxn>
                  <a:cxn ang="0">
                    <a:pos x="13" y="65"/>
                  </a:cxn>
                  <a:cxn ang="0">
                    <a:pos x="14" y="57"/>
                  </a:cxn>
                  <a:cxn ang="0">
                    <a:pos x="1" y="33"/>
                  </a:cxn>
                  <a:cxn ang="0">
                    <a:pos x="0" y="24"/>
                  </a:cxn>
                  <a:cxn ang="0">
                    <a:pos x="3" y="14"/>
                  </a:cxn>
                  <a:cxn ang="0">
                    <a:pos x="10" y="31"/>
                  </a:cxn>
                  <a:cxn ang="0">
                    <a:pos x="17" y="26"/>
                  </a:cxn>
                  <a:cxn ang="0">
                    <a:pos x="18" y="14"/>
                  </a:cxn>
                  <a:cxn ang="0">
                    <a:pos x="31" y="11"/>
                  </a:cxn>
                  <a:cxn ang="0">
                    <a:pos x="40" y="0"/>
                  </a:cxn>
                  <a:cxn ang="0">
                    <a:pos x="65" y="16"/>
                  </a:cxn>
                  <a:cxn ang="0">
                    <a:pos x="70" y="28"/>
                  </a:cxn>
                  <a:cxn ang="0">
                    <a:pos x="79" y="31"/>
                  </a:cxn>
                  <a:cxn ang="0">
                    <a:pos x="81" y="27"/>
                  </a:cxn>
                  <a:cxn ang="0">
                    <a:pos x="101" y="30"/>
                  </a:cxn>
                  <a:cxn ang="0">
                    <a:pos x="111" y="37"/>
                  </a:cxn>
                </a:cxnLst>
                <a:rect l="0" t="0" r="r" b="b"/>
                <a:pathLst>
                  <a:path w="122" h="145">
                    <a:moveTo>
                      <a:pt x="111" y="37"/>
                    </a:moveTo>
                    <a:lnTo>
                      <a:pt x="114" y="36"/>
                    </a:lnTo>
                    <a:lnTo>
                      <a:pt x="119" y="43"/>
                    </a:lnTo>
                    <a:lnTo>
                      <a:pt x="119" y="61"/>
                    </a:lnTo>
                    <a:lnTo>
                      <a:pt x="101" y="57"/>
                    </a:lnTo>
                    <a:lnTo>
                      <a:pt x="112" y="68"/>
                    </a:lnTo>
                    <a:lnTo>
                      <a:pt x="112" y="81"/>
                    </a:lnTo>
                    <a:lnTo>
                      <a:pt x="103" y="83"/>
                    </a:lnTo>
                    <a:lnTo>
                      <a:pt x="79" y="67"/>
                    </a:lnTo>
                    <a:lnTo>
                      <a:pt x="65" y="63"/>
                    </a:lnTo>
                    <a:lnTo>
                      <a:pt x="61" y="69"/>
                    </a:lnTo>
                    <a:lnTo>
                      <a:pt x="82" y="85"/>
                    </a:lnTo>
                    <a:lnTo>
                      <a:pt x="95" y="88"/>
                    </a:lnTo>
                    <a:lnTo>
                      <a:pt x="110" y="87"/>
                    </a:lnTo>
                    <a:lnTo>
                      <a:pt x="119" y="92"/>
                    </a:lnTo>
                    <a:lnTo>
                      <a:pt x="122" y="123"/>
                    </a:lnTo>
                    <a:lnTo>
                      <a:pt x="120" y="125"/>
                    </a:lnTo>
                    <a:lnTo>
                      <a:pt x="121" y="134"/>
                    </a:lnTo>
                    <a:lnTo>
                      <a:pt x="95" y="122"/>
                    </a:lnTo>
                    <a:lnTo>
                      <a:pt x="67" y="98"/>
                    </a:lnTo>
                    <a:lnTo>
                      <a:pt x="62" y="87"/>
                    </a:lnTo>
                    <a:lnTo>
                      <a:pt x="53" y="84"/>
                    </a:lnTo>
                    <a:lnTo>
                      <a:pt x="51" y="102"/>
                    </a:lnTo>
                    <a:lnTo>
                      <a:pt x="61" y="116"/>
                    </a:lnTo>
                    <a:lnTo>
                      <a:pt x="62" y="131"/>
                    </a:lnTo>
                    <a:lnTo>
                      <a:pt x="61" y="143"/>
                    </a:lnTo>
                    <a:lnTo>
                      <a:pt x="51" y="145"/>
                    </a:lnTo>
                    <a:lnTo>
                      <a:pt x="42" y="141"/>
                    </a:lnTo>
                    <a:lnTo>
                      <a:pt x="33" y="133"/>
                    </a:lnTo>
                    <a:lnTo>
                      <a:pt x="33" y="129"/>
                    </a:lnTo>
                    <a:lnTo>
                      <a:pt x="40" y="126"/>
                    </a:lnTo>
                    <a:lnTo>
                      <a:pt x="34" y="116"/>
                    </a:lnTo>
                    <a:lnTo>
                      <a:pt x="26" y="109"/>
                    </a:lnTo>
                    <a:lnTo>
                      <a:pt x="24" y="100"/>
                    </a:lnTo>
                    <a:lnTo>
                      <a:pt x="20" y="91"/>
                    </a:lnTo>
                    <a:lnTo>
                      <a:pt x="13" y="88"/>
                    </a:lnTo>
                    <a:lnTo>
                      <a:pt x="6" y="78"/>
                    </a:lnTo>
                    <a:lnTo>
                      <a:pt x="2" y="66"/>
                    </a:lnTo>
                    <a:lnTo>
                      <a:pt x="3" y="55"/>
                    </a:lnTo>
                    <a:lnTo>
                      <a:pt x="13" y="65"/>
                    </a:lnTo>
                    <a:lnTo>
                      <a:pt x="14" y="57"/>
                    </a:lnTo>
                    <a:lnTo>
                      <a:pt x="1" y="33"/>
                    </a:lnTo>
                    <a:lnTo>
                      <a:pt x="0" y="24"/>
                    </a:lnTo>
                    <a:lnTo>
                      <a:pt x="3" y="14"/>
                    </a:lnTo>
                    <a:lnTo>
                      <a:pt x="10" y="31"/>
                    </a:lnTo>
                    <a:lnTo>
                      <a:pt x="17" y="26"/>
                    </a:lnTo>
                    <a:lnTo>
                      <a:pt x="18" y="14"/>
                    </a:lnTo>
                    <a:lnTo>
                      <a:pt x="31" y="11"/>
                    </a:lnTo>
                    <a:lnTo>
                      <a:pt x="40" y="0"/>
                    </a:lnTo>
                    <a:lnTo>
                      <a:pt x="65" y="16"/>
                    </a:lnTo>
                    <a:lnTo>
                      <a:pt x="70" y="28"/>
                    </a:lnTo>
                    <a:lnTo>
                      <a:pt x="79" y="31"/>
                    </a:lnTo>
                    <a:lnTo>
                      <a:pt x="81" y="27"/>
                    </a:lnTo>
                    <a:lnTo>
                      <a:pt x="101" y="30"/>
                    </a:lnTo>
                    <a:lnTo>
                      <a:pt x="111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4" name="Freeform 69">
                <a:extLst>
                  <a:ext uri="{FF2B5EF4-FFF2-40B4-BE49-F238E27FC236}">
                    <a16:creationId xmlns:a16="http://schemas.microsoft.com/office/drawing/2014/main" id="{E1BC7618-91B9-B422-D521-1DBD25D4249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96" y="1814"/>
                <a:ext cx="18" cy="31"/>
              </a:xfrm>
              <a:custGeom>
                <a:avLst/>
                <a:gdLst/>
                <a:ahLst/>
                <a:cxnLst>
                  <a:cxn ang="0">
                    <a:pos x="89" y="63"/>
                  </a:cxn>
                  <a:cxn ang="0">
                    <a:pos x="109" y="87"/>
                  </a:cxn>
                  <a:cxn ang="0">
                    <a:pos x="101" y="99"/>
                  </a:cxn>
                  <a:cxn ang="0">
                    <a:pos x="110" y="105"/>
                  </a:cxn>
                  <a:cxn ang="0">
                    <a:pos x="130" y="127"/>
                  </a:cxn>
                  <a:cxn ang="0">
                    <a:pos x="104" y="115"/>
                  </a:cxn>
                  <a:cxn ang="0">
                    <a:pos x="115" y="137"/>
                  </a:cxn>
                  <a:cxn ang="0">
                    <a:pos x="120" y="149"/>
                  </a:cxn>
                  <a:cxn ang="0">
                    <a:pos x="137" y="155"/>
                  </a:cxn>
                  <a:cxn ang="0">
                    <a:pos x="133" y="166"/>
                  </a:cxn>
                  <a:cxn ang="0">
                    <a:pos x="144" y="170"/>
                  </a:cxn>
                  <a:cxn ang="0">
                    <a:pos x="150" y="188"/>
                  </a:cxn>
                  <a:cxn ang="0">
                    <a:pos x="140" y="200"/>
                  </a:cxn>
                  <a:cxn ang="0">
                    <a:pos x="144" y="206"/>
                  </a:cxn>
                  <a:cxn ang="0">
                    <a:pos x="151" y="219"/>
                  </a:cxn>
                  <a:cxn ang="0">
                    <a:pos x="150" y="233"/>
                  </a:cxn>
                  <a:cxn ang="0">
                    <a:pos x="144" y="240"/>
                  </a:cxn>
                  <a:cxn ang="0">
                    <a:pos x="123" y="217"/>
                  </a:cxn>
                  <a:cxn ang="0">
                    <a:pos x="113" y="212"/>
                  </a:cxn>
                  <a:cxn ang="0">
                    <a:pos x="104" y="197"/>
                  </a:cxn>
                  <a:cxn ang="0">
                    <a:pos x="94" y="176"/>
                  </a:cxn>
                  <a:cxn ang="0">
                    <a:pos x="70" y="167"/>
                  </a:cxn>
                  <a:cxn ang="0">
                    <a:pos x="47" y="153"/>
                  </a:cxn>
                  <a:cxn ang="0">
                    <a:pos x="61" y="127"/>
                  </a:cxn>
                  <a:cxn ang="0">
                    <a:pos x="68" y="113"/>
                  </a:cxn>
                  <a:cxn ang="0">
                    <a:pos x="53" y="114"/>
                  </a:cxn>
                  <a:cxn ang="0">
                    <a:pos x="31" y="106"/>
                  </a:cxn>
                  <a:cxn ang="0">
                    <a:pos x="44" y="83"/>
                  </a:cxn>
                  <a:cxn ang="0">
                    <a:pos x="42" y="52"/>
                  </a:cxn>
                  <a:cxn ang="0">
                    <a:pos x="41" y="31"/>
                  </a:cxn>
                  <a:cxn ang="0">
                    <a:pos x="23" y="48"/>
                  </a:cxn>
                  <a:cxn ang="0">
                    <a:pos x="0" y="64"/>
                  </a:cxn>
                  <a:cxn ang="0">
                    <a:pos x="11" y="38"/>
                  </a:cxn>
                  <a:cxn ang="0">
                    <a:pos x="10" y="13"/>
                  </a:cxn>
                  <a:cxn ang="0">
                    <a:pos x="11" y="0"/>
                  </a:cxn>
                  <a:cxn ang="0">
                    <a:pos x="30" y="10"/>
                  </a:cxn>
                  <a:cxn ang="0">
                    <a:pos x="47" y="4"/>
                  </a:cxn>
                  <a:cxn ang="0">
                    <a:pos x="58" y="27"/>
                  </a:cxn>
                  <a:cxn ang="0">
                    <a:pos x="55" y="44"/>
                  </a:cxn>
                  <a:cxn ang="0">
                    <a:pos x="83" y="51"/>
                  </a:cxn>
                </a:cxnLst>
                <a:rect l="0" t="0" r="r" b="b"/>
                <a:pathLst>
                  <a:path w="151" h="247">
                    <a:moveTo>
                      <a:pt x="83" y="51"/>
                    </a:moveTo>
                    <a:lnTo>
                      <a:pt x="89" y="63"/>
                    </a:lnTo>
                    <a:lnTo>
                      <a:pt x="106" y="82"/>
                    </a:lnTo>
                    <a:lnTo>
                      <a:pt x="109" y="87"/>
                    </a:lnTo>
                    <a:lnTo>
                      <a:pt x="110" y="98"/>
                    </a:lnTo>
                    <a:lnTo>
                      <a:pt x="101" y="99"/>
                    </a:lnTo>
                    <a:lnTo>
                      <a:pt x="103" y="104"/>
                    </a:lnTo>
                    <a:lnTo>
                      <a:pt x="110" y="105"/>
                    </a:lnTo>
                    <a:lnTo>
                      <a:pt x="113" y="104"/>
                    </a:lnTo>
                    <a:lnTo>
                      <a:pt x="130" y="127"/>
                    </a:lnTo>
                    <a:lnTo>
                      <a:pt x="133" y="136"/>
                    </a:lnTo>
                    <a:lnTo>
                      <a:pt x="104" y="115"/>
                    </a:lnTo>
                    <a:lnTo>
                      <a:pt x="105" y="128"/>
                    </a:lnTo>
                    <a:lnTo>
                      <a:pt x="115" y="137"/>
                    </a:lnTo>
                    <a:lnTo>
                      <a:pt x="114" y="146"/>
                    </a:lnTo>
                    <a:lnTo>
                      <a:pt x="120" y="149"/>
                    </a:lnTo>
                    <a:lnTo>
                      <a:pt x="125" y="147"/>
                    </a:lnTo>
                    <a:lnTo>
                      <a:pt x="137" y="155"/>
                    </a:lnTo>
                    <a:lnTo>
                      <a:pt x="137" y="164"/>
                    </a:lnTo>
                    <a:lnTo>
                      <a:pt x="133" y="166"/>
                    </a:lnTo>
                    <a:lnTo>
                      <a:pt x="136" y="175"/>
                    </a:lnTo>
                    <a:lnTo>
                      <a:pt x="144" y="170"/>
                    </a:lnTo>
                    <a:lnTo>
                      <a:pt x="150" y="176"/>
                    </a:lnTo>
                    <a:lnTo>
                      <a:pt x="150" y="188"/>
                    </a:lnTo>
                    <a:lnTo>
                      <a:pt x="144" y="190"/>
                    </a:lnTo>
                    <a:lnTo>
                      <a:pt x="140" y="200"/>
                    </a:lnTo>
                    <a:lnTo>
                      <a:pt x="139" y="210"/>
                    </a:lnTo>
                    <a:lnTo>
                      <a:pt x="144" y="206"/>
                    </a:lnTo>
                    <a:lnTo>
                      <a:pt x="150" y="209"/>
                    </a:lnTo>
                    <a:lnTo>
                      <a:pt x="151" y="219"/>
                    </a:lnTo>
                    <a:lnTo>
                      <a:pt x="147" y="222"/>
                    </a:lnTo>
                    <a:lnTo>
                      <a:pt x="150" y="233"/>
                    </a:lnTo>
                    <a:lnTo>
                      <a:pt x="149" y="246"/>
                    </a:lnTo>
                    <a:lnTo>
                      <a:pt x="144" y="240"/>
                    </a:lnTo>
                    <a:lnTo>
                      <a:pt x="127" y="247"/>
                    </a:lnTo>
                    <a:lnTo>
                      <a:pt x="123" y="217"/>
                    </a:lnTo>
                    <a:lnTo>
                      <a:pt x="119" y="205"/>
                    </a:lnTo>
                    <a:lnTo>
                      <a:pt x="113" y="212"/>
                    </a:lnTo>
                    <a:lnTo>
                      <a:pt x="106" y="208"/>
                    </a:lnTo>
                    <a:lnTo>
                      <a:pt x="104" y="197"/>
                    </a:lnTo>
                    <a:lnTo>
                      <a:pt x="104" y="188"/>
                    </a:lnTo>
                    <a:lnTo>
                      <a:pt x="94" y="176"/>
                    </a:lnTo>
                    <a:lnTo>
                      <a:pt x="77" y="166"/>
                    </a:lnTo>
                    <a:lnTo>
                      <a:pt x="70" y="167"/>
                    </a:lnTo>
                    <a:lnTo>
                      <a:pt x="67" y="160"/>
                    </a:lnTo>
                    <a:lnTo>
                      <a:pt x="47" y="153"/>
                    </a:lnTo>
                    <a:lnTo>
                      <a:pt x="67" y="147"/>
                    </a:lnTo>
                    <a:lnTo>
                      <a:pt x="61" y="127"/>
                    </a:lnTo>
                    <a:lnTo>
                      <a:pt x="69" y="119"/>
                    </a:lnTo>
                    <a:lnTo>
                      <a:pt x="68" y="113"/>
                    </a:lnTo>
                    <a:lnTo>
                      <a:pt x="63" y="108"/>
                    </a:lnTo>
                    <a:lnTo>
                      <a:pt x="53" y="114"/>
                    </a:lnTo>
                    <a:lnTo>
                      <a:pt x="41" y="114"/>
                    </a:lnTo>
                    <a:lnTo>
                      <a:pt x="31" y="106"/>
                    </a:lnTo>
                    <a:lnTo>
                      <a:pt x="36" y="93"/>
                    </a:lnTo>
                    <a:lnTo>
                      <a:pt x="44" y="83"/>
                    </a:lnTo>
                    <a:lnTo>
                      <a:pt x="46" y="68"/>
                    </a:lnTo>
                    <a:lnTo>
                      <a:pt x="42" y="52"/>
                    </a:lnTo>
                    <a:lnTo>
                      <a:pt x="43" y="32"/>
                    </a:lnTo>
                    <a:lnTo>
                      <a:pt x="41" y="31"/>
                    </a:lnTo>
                    <a:lnTo>
                      <a:pt x="36" y="47"/>
                    </a:lnTo>
                    <a:lnTo>
                      <a:pt x="23" y="48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3" y="48"/>
                    </a:lnTo>
                    <a:lnTo>
                      <a:pt x="11" y="38"/>
                    </a:lnTo>
                    <a:lnTo>
                      <a:pt x="20" y="23"/>
                    </a:lnTo>
                    <a:lnTo>
                      <a:pt x="10" y="13"/>
                    </a:lnTo>
                    <a:lnTo>
                      <a:pt x="8" y="5"/>
                    </a:lnTo>
                    <a:lnTo>
                      <a:pt x="11" y="0"/>
                    </a:lnTo>
                    <a:lnTo>
                      <a:pt x="27" y="0"/>
                    </a:lnTo>
                    <a:lnTo>
                      <a:pt x="30" y="10"/>
                    </a:lnTo>
                    <a:lnTo>
                      <a:pt x="41" y="2"/>
                    </a:lnTo>
                    <a:lnTo>
                      <a:pt x="47" y="4"/>
                    </a:lnTo>
                    <a:lnTo>
                      <a:pt x="58" y="14"/>
                    </a:lnTo>
                    <a:lnTo>
                      <a:pt x="58" y="27"/>
                    </a:lnTo>
                    <a:lnTo>
                      <a:pt x="54" y="34"/>
                    </a:lnTo>
                    <a:lnTo>
                      <a:pt x="55" y="44"/>
                    </a:lnTo>
                    <a:lnTo>
                      <a:pt x="69" y="44"/>
                    </a:lnTo>
                    <a:lnTo>
                      <a:pt x="83" y="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5" name="Freeform 70">
                <a:extLst>
                  <a:ext uri="{FF2B5EF4-FFF2-40B4-BE49-F238E27FC236}">
                    <a16:creationId xmlns:a16="http://schemas.microsoft.com/office/drawing/2014/main" id="{AED930E1-B67F-BE54-6E6E-5FD2E8FECED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7" y="1822"/>
                <a:ext cx="9" cy="15"/>
              </a:xfrm>
              <a:custGeom>
                <a:avLst/>
                <a:gdLst/>
                <a:ahLst/>
                <a:cxnLst>
                  <a:cxn ang="0">
                    <a:pos x="32" y="97"/>
                  </a:cxn>
                  <a:cxn ang="0">
                    <a:pos x="35" y="99"/>
                  </a:cxn>
                  <a:cxn ang="0">
                    <a:pos x="41" y="93"/>
                  </a:cxn>
                  <a:cxn ang="0">
                    <a:pos x="42" y="85"/>
                  </a:cxn>
                  <a:cxn ang="0">
                    <a:pos x="47" y="92"/>
                  </a:cxn>
                  <a:cxn ang="0">
                    <a:pos x="47" y="105"/>
                  </a:cxn>
                  <a:cxn ang="0">
                    <a:pos x="48" y="113"/>
                  </a:cxn>
                  <a:cxn ang="0">
                    <a:pos x="59" y="122"/>
                  </a:cxn>
                  <a:cxn ang="0">
                    <a:pos x="68" y="121"/>
                  </a:cxn>
                  <a:cxn ang="0">
                    <a:pos x="73" y="118"/>
                  </a:cxn>
                  <a:cxn ang="0">
                    <a:pos x="72" y="109"/>
                  </a:cxn>
                  <a:cxn ang="0">
                    <a:pos x="66" y="97"/>
                  </a:cxn>
                  <a:cxn ang="0">
                    <a:pos x="64" y="84"/>
                  </a:cxn>
                  <a:cxn ang="0">
                    <a:pos x="67" y="51"/>
                  </a:cxn>
                  <a:cxn ang="0">
                    <a:pos x="58" y="16"/>
                  </a:cxn>
                  <a:cxn ang="0">
                    <a:pos x="50" y="2"/>
                  </a:cxn>
                  <a:cxn ang="0">
                    <a:pos x="43" y="0"/>
                  </a:cxn>
                  <a:cxn ang="0">
                    <a:pos x="33" y="3"/>
                  </a:cxn>
                  <a:cxn ang="0">
                    <a:pos x="25" y="6"/>
                  </a:cxn>
                  <a:cxn ang="0">
                    <a:pos x="21" y="14"/>
                  </a:cxn>
                  <a:cxn ang="0">
                    <a:pos x="10" y="20"/>
                  </a:cxn>
                  <a:cxn ang="0">
                    <a:pos x="16" y="25"/>
                  </a:cxn>
                  <a:cxn ang="0">
                    <a:pos x="16" y="32"/>
                  </a:cxn>
                  <a:cxn ang="0">
                    <a:pos x="10" y="33"/>
                  </a:cxn>
                  <a:cxn ang="0">
                    <a:pos x="12" y="41"/>
                  </a:cxn>
                  <a:cxn ang="0">
                    <a:pos x="6" y="55"/>
                  </a:cxn>
                  <a:cxn ang="0">
                    <a:pos x="9" y="60"/>
                  </a:cxn>
                  <a:cxn ang="0">
                    <a:pos x="7" y="65"/>
                  </a:cxn>
                  <a:cxn ang="0">
                    <a:pos x="0" y="76"/>
                  </a:cxn>
                  <a:cxn ang="0">
                    <a:pos x="5" y="88"/>
                  </a:cxn>
                  <a:cxn ang="0">
                    <a:pos x="16" y="93"/>
                  </a:cxn>
                  <a:cxn ang="0">
                    <a:pos x="21" y="86"/>
                  </a:cxn>
                  <a:cxn ang="0">
                    <a:pos x="21" y="66"/>
                  </a:cxn>
                  <a:cxn ang="0">
                    <a:pos x="27" y="80"/>
                  </a:cxn>
                  <a:cxn ang="0">
                    <a:pos x="34" y="75"/>
                  </a:cxn>
                  <a:cxn ang="0">
                    <a:pos x="35" y="60"/>
                  </a:cxn>
                  <a:cxn ang="0">
                    <a:pos x="34" y="49"/>
                  </a:cxn>
                  <a:cxn ang="0">
                    <a:pos x="40" y="65"/>
                  </a:cxn>
                  <a:cxn ang="0">
                    <a:pos x="41" y="75"/>
                  </a:cxn>
                  <a:cxn ang="0">
                    <a:pos x="40" y="84"/>
                  </a:cxn>
                  <a:cxn ang="0">
                    <a:pos x="32" y="97"/>
                  </a:cxn>
                </a:cxnLst>
                <a:rect l="0" t="0" r="r" b="b"/>
                <a:pathLst>
                  <a:path w="73" h="122">
                    <a:moveTo>
                      <a:pt x="32" y="97"/>
                    </a:moveTo>
                    <a:lnTo>
                      <a:pt x="35" y="99"/>
                    </a:lnTo>
                    <a:lnTo>
                      <a:pt x="41" y="93"/>
                    </a:lnTo>
                    <a:lnTo>
                      <a:pt x="42" y="85"/>
                    </a:lnTo>
                    <a:lnTo>
                      <a:pt x="47" y="92"/>
                    </a:lnTo>
                    <a:lnTo>
                      <a:pt x="47" y="105"/>
                    </a:lnTo>
                    <a:lnTo>
                      <a:pt x="48" y="113"/>
                    </a:lnTo>
                    <a:lnTo>
                      <a:pt x="59" y="122"/>
                    </a:lnTo>
                    <a:lnTo>
                      <a:pt x="68" y="121"/>
                    </a:lnTo>
                    <a:lnTo>
                      <a:pt x="73" y="118"/>
                    </a:lnTo>
                    <a:lnTo>
                      <a:pt x="72" y="109"/>
                    </a:lnTo>
                    <a:lnTo>
                      <a:pt x="66" y="97"/>
                    </a:lnTo>
                    <a:lnTo>
                      <a:pt x="64" y="84"/>
                    </a:lnTo>
                    <a:lnTo>
                      <a:pt x="67" y="51"/>
                    </a:lnTo>
                    <a:lnTo>
                      <a:pt x="58" y="16"/>
                    </a:lnTo>
                    <a:lnTo>
                      <a:pt x="50" y="2"/>
                    </a:lnTo>
                    <a:lnTo>
                      <a:pt x="43" y="0"/>
                    </a:lnTo>
                    <a:lnTo>
                      <a:pt x="33" y="3"/>
                    </a:lnTo>
                    <a:lnTo>
                      <a:pt x="25" y="6"/>
                    </a:lnTo>
                    <a:lnTo>
                      <a:pt x="21" y="14"/>
                    </a:lnTo>
                    <a:lnTo>
                      <a:pt x="10" y="20"/>
                    </a:lnTo>
                    <a:lnTo>
                      <a:pt x="16" y="25"/>
                    </a:lnTo>
                    <a:lnTo>
                      <a:pt x="16" y="32"/>
                    </a:lnTo>
                    <a:lnTo>
                      <a:pt x="10" y="33"/>
                    </a:lnTo>
                    <a:lnTo>
                      <a:pt x="12" y="41"/>
                    </a:lnTo>
                    <a:lnTo>
                      <a:pt x="6" y="55"/>
                    </a:lnTo>
                    <a:lnTo>
                      <a:pt x="9" y="60"/>
                    </a:lnTo>
                    <a:lnTo>
                      <a:pt x="7" y="65"/>
                    </a:lnTo>
                    <a:lnTo>
                      <a:pt x="0" y="76"/>
                    </a:lnTo>
                    <a:lnTo>
                      <a:pt x="5" y="88"/>
                    </a:lnTo>
                    <a:lnTo>
                      <a:pt x="16" y="93"/>
                    </a:lnTo>
                    <a:lnTo>
                      <a:pt x="21" y="86"/>
                    </a:lnTo>
                    <a:lnTo>
                      <a:pt x="21" y="66"/>
                    </a:lnTo>
                    <a:lnTo>
                      <a:pt x="27" y="80"/>
                    </a:lnTo>
                    <a:lnTo>
                      <a:pt x="34" y="75"/>
                    </a:lnTo>
                    <a:lnTo>
                      <a:pt x="35" y="60"/>
                    </a:lnTo>
                    <a:lnTo>
                      <a:pt x="34" y="49"/>
                    </a:lnTo>
                    <a:lnTo>
                      <a:pt x="40" y="65"/>
                    </a:lnTo>
                    <a:lnTo>
                      <a:pt x="41" y="75"/>
                    </a:lnTo>
                    <a:lnTo>
                      <a:pt x="40" y="84"/>
                    </a:lnTo>
                    <a:lnTo>
                      <a:pt x="32" y="9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6" name="Freeform 71">
                <a:extLst>
                  <a:ext uri="{FF2B5EF4-FFF2-40B4-BE49-F238E27FC236}">
                    <a16:creationId xmlns:a16="http://schemas.microsoft.com/office/drawing/2014/main" id="{646FE6F0-4D51-7503-15B8-915C6759FA9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01" y="1835"/>
                <a:ext cx="5" cy="10"/>
              </a:xfrm>
              <a:custGeom>
                <a:avLst/>
                <a:gdLst/>
                <a:ahLst/>
                <a:cxnLst>
                  <a:cxn ang="0">
                    <a:pos x="19" y="33"/>
                  </a:cxn>
                  <a:cxn ang="0">
                    <a:pos x="24" y="36"/>
                  </a:cxn>
                  <a:cxn ang="0">
                    <a:pos x="41" y="73"/>
                  </a:cxn>
                  <a:cxn ang="0">
                    <a:pos x="36" y="80"/>
                  </a:cxn>
                  <a:cxn ang="0">
                    <a:pos x="25" y="70"/>
                  </a:cxn>
                  <a:cxn ang="0">
                    <a:pos x="20" y="56"/>
                  </a:cxn>
                  <a:cxn ang="0">
                    <a:pos x="6" y="36"/>
                  </a:cxn>
                  <a:cxn ang="0">
                    <a:pos x="3" y="26"/>
                  </a:cxn>
                  <a:cxn ang="0">
                    <a:pos x="1" y="19"/>
                  </a:cxn>
                  <a:cxn ang="0">
                    <a:pos x="0" y="7"/>
                  </a:cxn>
                  <a:cxn ang="0">
                    <a:pos x="3" y="0"/>
                  </a:cxn>
                  <a:cxn ang="0">
                    <a:pos x="15" y="10"/>
                  </a:cxn>
                  <a:cxn ang="0">
                    <a:pos x="18" y="20"/>
                  </a:cxn>
                  <a:cxn ang="0">
                    <a:pos x="19" y="33"/>
                  </a:cxn>
                </a:cxnLst>
                <a:rect l="0" t="0" r="r" b="b"/>
                <a:pathLst>
                  <a:path w="41" h="80">
                    <a:moveTo>
                      <a:pt x="19" y="33"/>
                    </a:moveTo>
                    <a:lnTo>
                      <a:pt x="24" y="36"/>
                    </a:lnTo>
                    <a:lnTo>
                      <a:pt x="41" y="73"/>
                    </a:lnTo>
                    <a:lnTo>
                      <a:pt x="36" y="80"/>
                    </a:lnTo>
                    <a:lnTo>
                      <a:pt x="25" y="70"/>
                    </a:lnTo>
                    <a:lnTo>
                      <a:pt x="20" y="56"/>
                    </a:lnTo>
                    <a:lnTo>
                      <a:pt x="6" y="36"/>
                    </a:lnTo>
                    <a:lnTo>
                      <a:pt x="3" y="26"/>
                    </a:lnTo>
                    <a:lnTo>
                      <a:pt x="1" y="19"/>
                    </a:lnTo>
                    <a:lnTo>
                      <a:pt x="0" y="7"/>
                    </a:lnTo>
                    <a:lnTo>
                      <a:pt x="3" y="0"/>
                    </a:lnTo>
                    <a:lnTo>
                      <a:pt x="15" y="10"/>
                    </a:lnTo>
                    <a:lnTo>
                      <a:pt x="18" y="20"/>
                    </a:lnTo>
                    <a:lnTo>
                      <a:pt x="19" y="3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7" name="Freeform 72">
                <a:extLst>
                  <a:ext uri="{FF2B5EF4-FFF2-40B4-BE49-F238E27FC236}">
                    <a16:creationId xmlns:a16="http://schemas.microsoft.com/office/drawing/2014/main" id="{C6228D47-068E-4C1C-E7E7-332A6E2B526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19" y="1834"/>
                <a:ext cx="2" cy="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7"/>
                  </a:cxn>
                  <a:cxn ang="0">
                    <a:pos x="20" y="39"/>
                  </a:cxn>
                  <a:cxn ang="0">
                    <a:pos x="12" y="42"/>
                  </a:cxn>
                  <a:cxn ang="0">
                    <a:pos x="2" y="25"/>
                  </a:cxn>
                  <a:cxn ang="0">
                    <a:pos x="4" y="21"/>
                  </a:cxn>
                  <a:cxn ang="0">
                    <a:pos x="3" y="12"/>
                  </a:cxn>
                  <a:cxn ang="0">
                    <a:pos x="0" y="0"/>
                  </a:cxn>
                </a:cxnLst>
                <a:rect l="0" t="0" r="r" b="b"/>
                <a:pathLst>
                  <a:path w="20" h="42">
                    <a:moveTo>
                      <a:pt x="0" y="0"/>
                    </a:moveTo>
                    <a:lnTo>
                      <a:pt x="16" y="17"/>
                    </a:lnTo>
                    <a:lnTo>
                      <a:pt x="20" y="39"/>
                    </a:lnTo>
                    <a:lnTo>
                      <a:pt x="12" y="42"/>
                    </a:lnTo>
                    <a:lnTo>
                      <a:pt x="2" y="25"/>
                    </a:lnTo>
                    <a:lnTo>
                      <a:pt x="4" y="21"/>
                    </a:lnTo>
                    <a:lnTo>
                      <a:pt x="3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8" name="Freeform 73">
                <a:extLst>
                  <a:ext uri="{FF2B5EF4-FFF2-40B4-BE49-F238E27FC236}">
                    <a16:creationId xmlns:a16="http://schemas.microsoft.com/office/drawing/2014/main" id="{4B2C6FD6-AC71-DC92-5837-F5885EFCE42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447" y="1745"/>
                <a:ext cx="89" cy="99"/>
              </a:xfrm>
              <a:custGeom>
                <a:avLst/>
                <a:gdLst/>
                <a:ahLst/>
                <a:cxnLst>
                  <a:cxn ang="0">
                    <a:pos x="62" y="142"/>
                  </a:cxn>
                  <a:cxn ang="0">
                    <a:pos x="143" y="93"/>
                  </a:cxn>
                  <a:cxn ang="0">
                    <a:pos x="162" y="45"/>
                  </a:cxn>
                  <a:cxn ang="0">
                    <a:pos x="255" y="11"/>
                  </a:cxn>
                  <a:cxn ang="0">
                    <a:pos x="302" y="86"/>
                  </a:cxn>
                  <a:cxn ang="0">
                    <a:pos x="335" y="156"/>
                  </a:cxn>
                  <a:cxn ang="0">
                    <a:pos x="459" y="322"/>
                  </a:cxn>
                  <a:cxn ang="0">
                    <a:pos x="504" y="412"/>
                  </a:cxn>
                  <a:cxn ang="0">
                    <a:pos x="525" y="457"/>
                  </a:cxn>
                  <a:cxn ang="0">
                    <a:pos x="554" y="525"/>
                  </a:cxn>
                  <a:cxn ang="0">
                    <a:pos x="705" y="601"/>
                  </a:cxn>
                  <a:cxn ang="0">
                    <a:pos x="707" y="652"/>
                  </a:cxn>
                  <a:cxn ang="0">
                    <a:pos x="707" y="742"/>
                  </a:cxn>
                  <a:cxn ang="0">
                    <a:pos x="665" y="781"/>
                  </a:cxn>
                  <a:cxn ang="0">
                    <a:pos x="635" y="792"/>
                  </a:cxn>
                  <a:cxn ang="0">
                    <a:pos x="654" y="750"/>
                  </a:cxn>
                  <a:cxn ang="0">
                    <a:pos x="660" y="711"/>
                  </a:cxn>
                  <a:cxn ang="0">
                    <a:pos x="638" y="688"/>
                  </a:cxn>
                  <a:cxn ang="0">
                    <a:pos x="617" y="611"/>
                  </a:cxn>
                  <a:cxn ang="0">
                    <a:pos x="609" y="591"/>
                  </a:cxn>
                  <a:cxn ang="0">
                    <a:pos x="568" y="621"/>
                  </a:cxn>
                  <a:cxn ang="0">
                    <a:pos x="555" y="656"/>
                  </a:cxn>
                  <a:cxn ang="0">
                    <a:pos x="529" y="674"/>
                  </a:cxn>
                  <a:cxn ang="0">
                    <a:pos x="535" y="635"/>
                  </a:cxn>
                  <a:cxn ang="0">
                    <a:pos x="577" y="574"/>
                  </a:cxn>
                  <a:cxn ang="0">
                    <a:pos x="514" y="502"/>
                  </a:cxn>
                  <a:cxn ang="0">
                    <a:pos x="473" y="477"/>
                  </a:cxn>
                  <a:cxn ang="0">
                    <a:pos x="477" y="468"/>
                  </a:cxn>
                  <a:cxn ang="0">
                    <a:pos x="449" y="443"/>
                  </a:cxn>
                  <a:cxn ang="0">
                    <a:pos x="431" y="432"/>
                  </a:cxn>
                  <a:cxn ang="0">
                    <a:pos x="437" y="407"/>
                  </a:cxn>
                  <a:cxn ang="0">
                    <a:pos x="420" y="385"/>
                  </a:cxn>
                  <a:cxn ang="0">
                    <a:pos x="418" y="360"/>
                  </a:cxn>
                  <a:cxn ang="0">
                    <a:pos x="444" y="373"/>
                  </a:cxn>
                  <a:cxn ang="0">
                    <a:pos x="433" y="343"/>
                  </a:cxn>
                  <a:cxn ang="0">
                    <a:pos x="413" y="310"/>
                  </a:cxn>
                  <a:cxn ang="0">
                    <a:pos x="398" y="318"/>
                  </a:cxn>
                  <a:cxn ang="0">
                    <a:pos x="393" y="297"/>
                  </a:cxn>
                  <a:cxn ang="0">
                    <a:pos x="401" y="264"/>
                  </a:cxn>
                  <a:cxn ang="0">
                    <a:pos x="366" y="287"/>
                  </a:cxn>
                  <a:cxn ang="0">
                    <a:pos x="344" y="258"/>
                  </a:cxn>
                  <a:cxn ang="0">
                    <a:pos x="279" y="194"/>
                  </a:cxn>
                  <a:cxn ang="0">
                    <a:pos x="245" y="83"/>
                  </a:cxn>
                  <a:cxn ang="0">
                    <a:pos x="235" y="100"/>
                  </a:cxn>
                  <a:cxn ang="0">
                    <a:pos x="271" y="223"/>
                  </a:cxn>
                  <a:cxn ang="0">
                    <a:pos x="240" y="223"/>
                  </a:cxn>
                  <a:cxn ang="0">
                    <a:pos x="207" y="199"/>
                  </a:cxn>
                  <a:cxn ang="0">
                    <a:pos x="183" y="142"/>
                  </a:cxn>
                  <a:cxn ang="0">
                    <a:pos x="141" y="134"/>
                  </a:cxn>
                  <a:cxn ang="0">
                    <a:pos x="113" y="127"/>
                  </a:cxn>
                  <a:cxn ang="0">
                    <a:pos x="121" y="148"/>
                  </a:cxn>
                  <a:cxn ang="0">
                    <a:pos x="154" y="189"/>
                  </a:cxn>
                  <a:cxn ang="0">
                    <a:pos x="183" y="220"/>
                  </a:cxn>
                  <a:cxn ang="0">
                    <a:pos x="153" y="234"/>
                  </a:cxn>
                  <a:cxn ang="0">
                    <a:pos x="75" y="210"/>
                  </a:cxn>
                  <a:cxn ang="0">
                    <a:pos x="43" y="183"/>
                  </a:cxn>
                  <a:cxn ang="0">
                    <a:pos x="8" y="75"/>
                  </a:cxn>
                </a:cxnLst>
                <a:rect l="0" t="0" r="r" b="b"/>
                <a:pathLst>
                  <a:path w="715" h="793">
                    <a:moveTo>
                      <a:pt x="15" y="67"/>
                    </a:moveTo>
                    <a:lnTo>
                      <a:pt x="41" y="89"/>
                    </a:lnTo>
                    <a:lnTo>
                      <a:pt x="57" y="127"/>
                    </a:lnTo>
                    <a:lnTo>
                      <a:pt x="62" y="135"/>
                    </a:lnTo>
                    <a:lnTo>
                      <a:pt x="62" y="142"/>
                    </a:lnTo>
                    <a:lnTo>
                      <a:pt x="66" y="144"/>
                    </a:lnTo>
                    <a:lnTo>
                      <a:pt x="87" y="135"/>
                    </a:lnTo>
                    <a:lnTo>
                      <a:pt x="111" y="114"/>
                    </a:lnTo>
                    <a:lnTo>
                      <a:pt x="137" y="107"/>
                    </a:lnTo>
                    <a:lnTo>
                      <a:pt x="143" y="93"/>
                    </a:lnTo>
                    <a:lnTo>
                      <a:pt x="143" y="81"/>
                    </a:lnTo>
                    <a:lnTo>
                      <a:pt x="148" y="74"/>
                    </a:lnTo>
                    <a:lnTo>
                      <a:pt x="156" y="69"/>
                    </a:lnTo>
                    <a:lnTo>
                      <a:pt x="160" y="64"/>
                    </a:lnTo>
                    <a:lnTo>
                      <a:pt x="162" y="45"/>
                    </a:lnTo>
                    <a:lnTo>
                      <a:pt x="170" y="35"/>
                    </a:lnTo>
                    <a:lnTo>
                      <a:pt x="203" y="27"/>
                    </a:lnTo>
                    <a:lnTo>
                      <a:pt x="237" y="0"/>
                    </a:lnTo>
                    <a:lnTo>
                      <a:pt x="245" y="1"/>
                    </a:lnTo>
                    <a:lnTo>
                      <a:pt x="255" y="11"/>
                    </a:lnTo>
                    <a:lnTo>
                      <a:pt x="268" y="40"/>
                    </a:lnTo>
                    <a:lnTo>
                      <a:pt x="274" y="46"/>
                    </a:lnTo>
                    <a:lnTo>
                      <a:pt x="282" y="46"/>
                    </a:lnTo>
                    <a:lnTo>
                      <a:pt x="287" y="64"/>
                    </a:lnTo>
                    <a:lnTo>
                      <a:pt x="302" y="86"/>
                    </a:lnTo>
                    <a:lnTo>
                      <a:pt x="305" y="100"/>
                    </a:lnTo>
                    <a:lnTo>
                      <a:pt x="324" y="117"/>
                    </a:lnTo>
                    <a:lnTo>
                      <a:pt x="330" y="142"/>
                    </a:lnTo>
                    <a:lnTo>
                      <a:pt x="330" y="145"/>
                    </a:lnTo>
                    <a:lnTo>
                      <a:pt x="335" y="156"/>
                    </a:lnTo>
                    <a:lnTo>
                      <a:pt x="368" y="170"/>
                    </a:lnTo>
                    <a:lnTo>
                      <a:pt x="385" y="188"/>
                    </a:lnTo>
                    <a:lnTo>
                      <a:pt x="398" y="219"/>
                    </a:lnTo>
                    <a:lnTo>
                      <a:pt x="414" y="251"/>
                    </a:lnTo>
                    <a:lnTo>
                      <a:pt x="459" y="322"/>
                    </a:lnTo>
                    <a:lnTo>
                      <a:pt x="468" y="351"/>
                    </a:lnTo>
                    <a:lnTo>
                      <a:pt x="470" y="355"/>
                    </a:lnTo>
                    <a:lnTo>
                      <a:pt x="475" y="355"/>
                    </a:lnTo>
                    <a:lnTo>
                      <a:pt x="484" y="384"/>
                    </a:lnTo>
                    <a:lnTo>
                      <a:pt x="504" y="412"/>
                    </a:lnTo>
                    <a:lnTo>
                      <a:pt x="510" y="423"/>
                    </a:lnTo>
                    <a:lnTo>
                      <a:pt x="510" y="429"/>
                    </a:lnTo>
                    <a:lnTo>
                      <a:pt x="508" y="436"/>
                    </a:lnTo>
                    <a:lnTo>
                      <a:pt x="509" y="444"/>
                    </a:lnTo>
                    <a:lnTo>
                      <a:pt x="525" y="457"/>
                    </a:lnTo>
                    <a:lnTo>
                      <a:pt x="531" y="470"/>
                    </a:lnTo>
                    <a:lnTo>
                      <a:pt x="531" y="475"/>
                    </a:lnTo>
                    <a:lnTo>
                      <a:pt x="537" y="502"/>
                    </a:lnTo>
                    <a:lnTo>
                      <a:pt x="545" y="516"/>
                    </a:lnTo>
                    <a:lnTo>
                      <a:pt x="554" y="525"/>
                    </a:lnTo>
                    <a:lnTo>
                      <a:pt x="572" y="536"/>
                    </a:lnTo>
                    <a:lnTo>
                      <a:pt x="627" y="551"/>
                    </a:lnTo>
                    <a:lnTo>
                      <a:pt x="668" y="584"/>
                    </a:lnTo>
                    <a:lnTo>
                      <a:pt x="677" y="594"/>
                    </a:lnTo>
                    <a:lnTo>
                      <a:pt x="705" y="601"/>
                    </a:lnTo>
                    <a:lnTo>
                      <a:pt x="709" y="607"/>
                    </a:lnTo>
                    <a:lnTo>
                      <a:pt x="715" y="618"/>
                    </a:lnTo>
                    <a:lnTo>
                      <a:pt x="715" y="621"/>
                    </a:lnTo>
                    <a:lnTo>
                      <a:pt x="711" y="629"/>
                    </a:lnTo>
                    <a:lnTo>
                      <a:pt x="707" y="652"/>
                    </a:lnTo>
                    <a:lnTo>
                      <a:pt x="707" y="694"/>
                    </a:lnTo>
                    <a:lnTo>
                      <a:pt x="713" y="719"/>
                    </a:lnTo>
                    <a:lnTo>
                      <a:pt x="713" y="728"/>
                    </a:lnTo>
                    <a:lnTo>
                      <a:pt x="711" y="736"/>
                    </a:lnTo>
                    <a:lnTo>
                      <a:pt x="707" y="742"/>
                    </a:lnTo>
                    <a:lnTo>
                      <a:pt x="705" y="753"/>
                    </a:lnTo>
                    <a:lnTo>
                      <a:pt x="691" y="751"/>
                    </a:lnTo>
                    <a:lnTo>
                      <a:pt x="681" y="765"/>
                    </a:lnTo>
                    <a:lnTo>
                      <a:pt x="671" y="777"/>
                    </a:lnTo>
                    <a:lnTo>
                      <a:pt x="665" y="781"/>
                    </a:lnTo>
                    <a:lnTo>
                      <a:pt x="657" y="781"/>
                    </a:lnTo>
                    <a:lnTo>
                      <a:pt x="650" y="788"/>
                    </a:lnTo>
                    <a:lnTo>
                      <a:pt x="644" y="776"/>
                    </a:lnTo>
                    <a:lnTo>
                      <a:pt x="642" y="793"/>
                    </a:lnTo>
                    <a:lnTo>
                      <a:pt x="635" y="792"/>
                    </a:lnTo>
                    <a:lnTo>
                      <a:pt x="632" y="777"/>
                    </a:lnTo>
                    <a:lnTo>
                      <a:pt x="632" y="756"/>
                    </a:lnTo>
                    <a:lnTo>
                      <a:pt x="642" y="752"/>
                    </a:lnTo>
                    <a:lnTo>
                      <a:pt x="648" y="755"/>
                    </a:lnTo>
                    <a:lnTo>
                      <a:pt x="654" y="750"/>
                    </a:lnTo>
                    <a:lnTo>
                      <a:pt x="657" y="752"/>
                    </a:lnTo>
                    <a:lnTo>
                      <a:pt x="660" y="743"/>
                    </a:lnTo>
                    <a:lnTo>
                      <a:pt x="667" y="742"/>
                    </a:lnTo>
                    <a:lnTo>
                      <a:pt x="663" y="732"/>
                    </a:lnTo>
                    <a:lnTo>
                      <a:pt x="660" y="711"/>
                    </a:lnTo>
                    <a:lnTo>
                      <a:pt x="654" y="709"/>
                    </a:lnTo>
                    <a:lnTo>
                      <a:pt x="648" y="714"/>
                    </a:lnTo>
                    <a:lnTo>
                      <a:pt x="643" y="714"/>
                    </a:lnTo>
                    <a:lnTo>
                      <a:pt x="639" y="711"/>
                    </a:lnTo>
                    <a:lnTo>
                      <a:pt x="638" y="688"/>
                    </a:lnTo>
                    <a:lnTo>
                      <a:pt x="640" y="677"/>
                    </a:lnTo>
                    <a:lnTo>
                      <a:pt x="635" y="668"/>
                    </a:lnTo>
                    <a:lnTo>
                      <a:pt x="635" y="650"/>
                    </a:lnTo>
                    <a:lnTo>
                      <a:pt x="623" y="630"/>
                    </a:lnTo>
                    <a:lnTo>
                      <a:pt x="617" y="611"/>
                    </a:lnTo>
                    <a:lnTo>
                      <a:pt x="615" y="619"/>
                    </a:lnTo>
                    <a:lnTo>
                      <a:pt x="616" y="607"/>
                    </a:lnTo>
                    <a:lnTo>
                      <a:pt x="622" y="598"/>
                    </a:lnTo>
                    <a:lnTo>
                      <a:pt x="617" y="590"/>
                    </a:lnTo>
                    <a:lnTo>
                      <a:pt x="609" y="591"/>
                    </a:lnTo>
                    <a:lnTo>
                      <a:pt x="599" y="606"/>
                    </a:lnTo>
                    <a:lnTo>
                      <a:pt x="592" y="611"/>
                    </a:lnTo>
                    <a:lnTo>
                      <a:pt x="587" y="620"/>
                    </a:lnTo>
                    <a:lnTo>
                      <a:pt x="575" y="615"/>
                    </a:lnTo>
                    <a:lnTo>
                      <a:pt x="568" y="621"/>
                    </a:lnTo>
                    <a:lnTo>
                      <a:pt x="558" y="626"/>
                    </a:lnTo>
                    <a:lnTo>
                      <a:pt x="561" y="632"/>
                    </a:lnTo>
                    <a:lnTo>
                      <a:pt x="557" y="643"/>
                    </a:lnTo>
                    <a:lnTo>
                      <a:pt x="555" y="649"/>
                    </a:lnTo>
                    <a:lnTo>
                      <a:pt x="555" y="656"/>
                    </a:lnTo>
                    <a:lnTo>
                      <a:pt x="547" y="664"/>
                    </a:lnTo>
                    <a:lnTo>
                      <a:pt x="543" y="662"/>
                    </a:lnTo>
                    <a:lnTo>
                      <a:pt x="542" y="673"/>
                    </a:lnTo>
                    <a:lnTo>
                      <a:pt x="535" y="681"/>
                    </a:lnTo>
                    <a:lnTo>
                      <a:pt x="529" y="674"/>
                    </a:lnTo>
                    <a:lnTo>
                      <a:pt x="522" y="664"/>
                    </a:lnTo>
                    <a:lnTo>
                      <a:pt x="517" y="650"/>
                    </a:lnTo>
                    <a:lnTo>
                      <a:pt x="521" y="643"/>
                    </a:lnTo>
                    <a:lnTo>
                      <a:pt x="529" y="642"/>
                    </a:lnTo>
                    <a:lnTo>
                      <a:pt x="535" y="635"/>
                    </a:lnTo>
                    <a:lnTo>
                      <a:pt x="543" y="609"/>
                    </a:lnTo>
                    <a:lnTo>
                      <a:pt x="543" y="587"/>
                    </a:lnTo>
                    <a:lnTo>
                      <a:pt x="551" y="580"/>
                    </a:lnTo>
                    <a:lnTo>
                      <a:pt x="577" y="578"/>
                    </a:lnTo>
                    <a:lnTo>
                      <a:pt x="577" y="574"/>
                    </a:lnTo>
                    <a:lnTo>
                      <a:pt x="548" y="564"/>
                    </a:lnTo>
                    <a:lnTo>
                      <a:pt x="539" y="553"/>
                    </a:lnTo>
                    <a:lnTo>
                      <a:pt x="525" y="546"/>
                    </a:lnTo>
                    <a:lnTo>
                      <a:pt x="515" y="529"/>
                    </a:lnTo>
                    <a:lnTo>
                      <a:pt x="514" y="502"/>
                    </a:lnTo>
                    <a:lnTo>
                      <a:pt x="500" y="499"/>
                    </a:lnTo>
                    <a:lnTo>
                      <a:pt x="496" y="494"/>
                    </a:lnTo>
                    <a:lnTo>
                      <a:pt x="496" y="486"/>
                    </a:lnTo>
                    <a:lnTo>
                      <a:pt x="492" y="481"/>
                    </a:lnTo>
                    <a:lnTo>
                      <a:pt x="473" y="477"/>
                    </a:lnTo>
                    <a:lnTo>
                      <a:pt x="468" y="472"/>
                    </a:lnTo>
                    <a:lnTo>
                      <a:pt x="454" y="451"/>
                    </a:lnTo>
                    <a:lnTo>
                      <a:pt x="452" y="444"/>
                    </a:lnTo>
                    <a:lnTo>
                      <a:pt x="477" y="463"/>
                    </a:lnTo>
                    <a:lnTo>
                      <a:pt x="477" y="468"/>
                    </a:lnTo>
                    <a:lnTo>
                      <a:pt x="470" y="450"/>
                    </a:lnTo>
                    <a:lnTo>
                      <a:pt x="470" y="436"/>
                    </a:lnTo>
                    <a:lnTo>
                      <a:pt x="463" y="436"/>
                    </a:lnTo>
                    <a:lnTo>
                      <a:pt x="457" y="443"/>
                    </a:lnTo>
                    <a:lnTo>
                      <a:pt x="449" y="443"/>
                    </a:lnTo>
                    <a:lnTo>
                      <a:pt x="442" y="436"/>
                    </a:lnTo>
                    <a:lnTo>
                      <a:pt x="441" y="430"/>
                    </a:lnTo>
                    <a:lnTo>
                      <a:pt x="439" y="429"/>
                    </a:lnTo>
                    <a:lnTo>
                      <a:pt x="432" y="427"/>
                    </a:lnTo>
                    <a:lnTo>
                      <a:pt x="431" y="432"/>
                    </a:lnTo>
                    <a:lnTo>
                      <a:pt x="423" y="435"/>
                    </a:lnTo>
                    <a:lnTo>
                      <a:pt x="413" y="424"/>
                    </a:lnTo>
                    <a:lnTo>
                      <a:pt x="411" y="419"/>
                    </a:lnTo>
                    <a:lnTo>
                      <a:pt x="413" y="410"/>
                    </a:lnTo>
                    <a:lnTo>
                      <a:pt x="437" y="407"/>
                    </a:lnTo>
                    <a:lnTo>
                      <a:pt x="442" y="399"/>
                    </a:lnTo>
                    <a:lnTo>
                      <a:pt x="423" y="400"/>
                    </a:lnTo>
                    <a:lnTo>
                      <a:pt x="417" y="395"/>
                    </a:lnTo>
                    <a:lnTo>
                      <a:pt x="416" y="391"/>
                    </a:lnTo>
                    <a:lnTo>
                      <a:pt x="420" y="385"/>
                    </a:lnTo>
                    <a:lnTo>
                      <a:pt x="418" y="382"/>
                    </a:lnTo>
                    <a:lnTo>
                      <a:pt x="411" y="381"/>
                    </a:lnTo>
                    <a:lnTo>
                      <a:pt x="411" y="370"/>
                    </a:lnTo>
                    <a:lnTo>
                      <a:pt x="419" y="364"/>
                    </a:lnTo>
                    <a:lnTo>
                      <a:pt x="418" y="360"/>
                    </a:lnTo>
                    <a:lnTo>
                      <a:pt x="401" y="364"/>
                    </a:lnTo>
                    <a:lnTo>
                      <a:pt x="398" y="360"/>
                    </a:lnTo>
                    <a:lnTo>
                      <a:pt x="402" y="343"/>
                    </a:lnTo>
                    <a:lnTo>
                      <a:pt x="437" y="360"/>
                    </a:lnTo>
                    <a:lnTo>
                      <a:pt x="444" y="373"/>
                    </a:lnTo>
                    <a:lnTo>
                      <a:pt x="453" y="375"/>
                    </a:lnTo>
                    <a:lnTo>
                      <a:pt x="449" y="374"/>
                    </a:lnTo>
                    <a:lnTo>
                      <a:pt x="441" y="362"/>
                    </a:lnTo>
                    <a:lnTo>
                      <a:pt x="439" y="348"/>
                    </a:lnTo>
                    <a:lnTo>
                      <a:pt x="433" y="343"/>
                    </a:lnTo>
                    <a:lnTo>
                      <a:pt x="432" y="350"/>
                    </a:lnTo>
                    <a:lnTo>
                      <a:pt x="424" y="344"/>
                    </a:lnTo>
                    <a:lnTo>
                      <a:pt x="411" y="327"/>
                    </a:lnTo>
                    <a:lnTo>
                      <a:pt x="409" y="318"/>
                    </a:lnTo>
                    <a:lnTo>
                      <a:pt x="413" y="310"/>
                    </a:lnTo>
                    <a:lnTo>
                      <a:pt x="431" y="314"/>
                    </a:lnTo>
                    <a:lnTo>
                      <a:pt x="437" y="311"/>
                    </a:lnTo>
                    <a:lnTo>
                      <a:pt x="428" y="308"/>
                    </a:lnTo>
                    <a:lnTo>
                      <a:pt x="399" y="307"/>
                    </a:lnTo>
                    <a:lnTo>
                      <a:pt x="398" y="318"/>
                    </a:lnTo>
                    <a:lnTo>
                      <a:pt x="391" y="326"/>
                    </a:lnTo>
                    <a:lnTo>
                      <a:pt x="387" y="319"/>
                    </a:lnTo>
                    <a:lnTo>
                      <a:pt x="382" y="307"/>
                    </a:lnTo>
                    <a:lnTo>
                      <a:pt x="383" y="298"/>
                    </a:lnTo>
                    <a:lnTo>
                      <a:pt x="393" y="297"/>
                    </a:lnTo>
                    <a:lnTo>
                      <a:pt x="410" y="283"/>
                    </a:lnTo>
                    <a:lnTo>
                      <a:pt x="407" y="278"/>
                    </a:lnTo>
                    <a:lnTo>
                      <a:pt x="392" y="288"/>
                    </a:lnTo>
                    <a:lnTo>
                      <a:pt x="391" y="281"/>
                    </a:lnTo>
                    <a:lnTo>
                      <a:pt x="401" y="264"/>
                    </a:lnTo>
                    <a:lnTo>
                      <a:pt x="391" y="265"/>
                    </a:lnTo>
                    <a:lnTo>
                      <a:pt x="385" y="269"/>
                    </a:lnTo>
                    <a:lnTo>
                      <a:pt x="381" y="281"/>
                    </a:lnTo>
                    <a:lnTo>
                      <a:pt x="375" y="291"/>
                    </a:lnTo>
                    <a:lnTo>
                      <a:pt x="366" y="287"/>
                    </a:lnTo>
                    <a:lnTo>
                      <a:pt x="359" y="268"/>
                    </a:lnTo>
                    <a:lnTo>
                      <a:pt x="359" y="258"/>
                    </a:lnTo>
                    <a:lnTo>
                      <a:pt x="355" y="252"/>
                    </a:lnTo>
                    <a:lnTo>
                      <a:pt x="350" y="252"/>
                    </a:lnTo>
                    <a:lnTo>
                      <a:pt x="344" y="258"/>
                    </a:lnTo>
                    <a:lnTo>
                      <a:pt x="337" y="250"/>
                    </a:lnTo>
                    <a:lnTo>
                      <a:pt x="317" y="233"/>
                    </a:lnTo>
                    <a:lnTo>
                      <a:pt x="298" y="228"/>
                    </a:lnTo>
                    <a:lnTo>
                      <a:pt x="286" y="203"/>
                    </a:lnTo>
                    <a:lnTo>
                      <a:pt x="279" y="194"/>
                    </a:lnTo>
                    <a:lnTo>
                      <a:pt x="284" y="183"/>
                    </a:lnTo>
                    <a:lnTo>
                      <a:pt x="279" y="164"/>
                    </a:lnTo>
                    <a:lnTo>
                      <a:pt x="272" y="168"/>
                    </a:lnTo>
                    <a:lnTo>
                      <a:pt x="255" y="107"/>
                    </a:lnTo>
                    <a:lnTo>
                      <a:pt x="245" y="83"/>
                    </a:lnTo>
                    <a:lnTo>
                      <a:pt x="241" y="63"/>
                    </a:lnTo>
                    <a:lnTo>
                      <a:pt x="234" y="76"/>
                    </a:lnTo>
                    <a:lnTo>
                      <a:pt x="243" y="100"/>
                    </a:lnTo>
                    <a:lnTo>
                      <a:pt x="242" y="105"/>
                    </a:lnTo>
                    <a:lnTo>
                      <a:pt x="235" y="100"/>
                    </a:lnTo>
                    <a:lnTo>
                      <a:pt x="244" y="126"/>
                    </a:lnTo>
                    <a:lnTo>
                      <a:pt x="244" y="134"/>
                    </a:lnTo>
                    <a:lnTo>
                      <a:pt x="256" y="165"/>
                    </a:lnTo>
                    <a:lnTo>
                      <a:pt x="261" y="197"/>
                    </a:lnTo>
                    <a:lnTo>
                      <a:pt x="271" y="223"/>
                    </a:lnTo>
                    <a:lnTo>
                      <a:pt x="272" y="234"/>
                    </a:lnTo>
                    <a:lnTo>
                      <a:pt x="264" y="251"/>
                    </a:lnTo>
                    <a:lnTo>
                      <a:pt x="259" y="258"/>
                    </a:lnTo>
                    <a:lnTo>
                      <a:pt x="246" y="256"/>
                    </a:lnTo>
                    <a:lnTo>
                      <a:pt x="240" y="223"/>
                    </a:lnTo>
                    <a:lnTo>
                      <a:pt x="232" y="214"/>
                    </a:lnTo>
                    <a:lnTo>
                      <a:pt x="231" y="229"/>
                    </a:lnTo>
                    <a:lnTo>
                      <a:pt x="202" y="228"/>
                    </a:lnTo>
                    <a:lnTo>
                      <a:pt x="202" y="200"/>
                    </a:lnTo>
                    <a:lnTo>
                      <a:pt x="207" y="199"/>
                    </a:lnTo>
                    <a:lnTo>
                      <a:pt x="200" y="193"/>
                    </a:lnTo>
                    <a:lnTo>
                      <a:pt x="190" y="173"/>
                    </a:lnTo>
                    <a:lnTo>
                      <a:pt x="189" y="156"/>
                    </a:lnTo>
                    <a:lnTo>
                      <a:pt x="192" y="152"/>
                    </a:lnTo>
                    <a:lnTo>
                      <a:pt x="183" y="142"/>
                    </a:lnTo>
                    <a:lnTo>
                      <a:pt x="179" y="143"/>
                    </a:lnTo>
                    <a:lnTo>
                      <a:pt x="175" y="164"/>
                    </a:lnTo>
                    <a:lnTo>
                      <a:pt x="166" y="167"/>
                    </a:lnTo>
                    <a:lnTo>
                      <a:pt x="154" y="156"/>
                    </a:lnTo>
                    <a:lnTo>
                      <a:pt x="141" y="134"/>
                    </a:lnTo>
                    <a:lnTo>
                      <a:pt x="135" y="133"/>
                    </a:lnTo>
                    <a:lnTo>
                      <a:pt x="137" y="141"/>
                    </a:lnTo>
                    <a:lnTo>
                      <a:pt x="133" y="145"/>
                    </a:lnTo>
                    <a:lnTo>
                      <a:pt x="121" y="137"/>
                    </a:lnTo>
                    <a:lnTo>
                      <a:pt x="113" y="127"/>
                    </a:lnTo>
                    <a:lnTo>
                      <a:pt x="118" y="137"/>
                    </a:lnTo>
                    <a:lnTo>
                      <a:pt x="113" y="144"/>
                    </a:lnTo>
                    <a:lnTo>
                      <a:pt x="106" y="145"/>
                    </a:lnTo>
                    <a:lnTo>
                      <a:pt x="104" y="147"/>
                    </a:lnTo>
                    <a:lnTo>
                      <a:pt x="121" y="148"/>
                    </a:lnTo>
                    <a:lnTo>
                      <a:pt x="135" y="158"/>
                    </a:lnTo>
                    <a:lnTo>
                      <a:pt x="140" y="166"/>
                    </a:lnTo>
                    <a:lnTo>
                      <a:pt x="138" y="168"/>
                    </a:lnTo>
                    <a:lnTo>
                      <a:pt x="154" y="180"/>
                    </a:lnTo>
                    <a:lnTo>
                      <a:pt x="154" y="189"/>
                    </a:lnTo>
                    <a:lnTo>
                      <a:pt x="159" y="193"/>
                    </a:lnTo>
                    <a:lnTo>
                      <a:pt x="163" y="189"/>
                    </a:lnTo>
                    <a:lnTo>
                      <a:pt x="170" y="189"/>
                    </a:lnTo>
                    <a:lnTo>
                      <a:pt x="182" y="211"/>
                    </a:lnTo>
                    <a:lnTo>
                      <a:pt x="183" y="220"/>
                    </a:lnTo>
                    <a:lnTo>
                      <a:pt x="181" y="233"/>
                    </a:lnTo>
                    <a:lnTo>
                      <a:pt x="171" y="239"/>
                    </a:lnTo>
                    <a:lnTo>
                      <a:pt x="154" y="242"/>
                    </a:lnTo>
                    <a:lnTo>
                      <a:pt x="151" y="231"/>
                    </a:lnTo>
                    <a:lnTo>
                      <a:pt x="153" y="234"/>
                    </a:lnTo>
                    <a:lnTo>
                      <a:pt x="152" y="248"/>
                    </a:lnTo>
                    <a:lnTo>
                      <a:pt x="135" y="254"/>
                    </a:lnTo>
                    <a:lnTo>
                      <a:pt x="106" y="227"/>
                    </a:lnTo>
                    <a:lnTo>
                      <a:pt x="84" y="221"/>
                    </a:lnTo>
                    <a:lnTo>
                      <a:pt x="75" y="210"/>
                    </a:lnTo>
                    <a:lnTo>
                      <a:pt x="65" y="203"/>
                    </a:lnTo>
                    <a:lnTo>
                      <a:pt x="53" y="198"/>
                    </a:lnTo>
                    <a:lnTo>
                      <a:pt x="61" y="179"/>
                    </a:lnTo>
                    <a:lnTo>
                      <a:pt x="52" y="178"/>
                    </a:lnTo>
                    <a:lnTo>
                      <a:pt x="43" y="183"/>
                    </a:lnTo>
                    <a:lnTo>
                      <a:pt x="28" y="165"/>
                    </a:lnTo>
                    <a:lnTo>
                      <a:pt x="3" y="128"/>
                    </a:lnTo>
                    <a:lnTo>
                      <a:pt x="0" y="114"/>
                    </a:lnTo>
                    <a:lnTo>
                      <a:pt x="5" y="103"/>
                    </a:lnTo>
                    <a:lnTo>
                      <a:pt x="8" y="75"/>
                    </a:lnTo>
                    <a:lnTo>
                      <a:pt x="15" y="6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103" name="Freeform 75">
              <a:extLst>
                <a:ext uri="{FF2B5EF4-FFF2-40B4-BE49-F238E27FC236}">
                  <a16:creationId xmlns:a16="http://schemas.microsoft.com/office/drawing/2014/main" id="{F6982111-2A97-C9F1-13F1-18568268843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9094240" y="2700893"/>
              <a:ext cx="5840" cy="5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3" y="3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1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Freeform 76">
              <a:extLst>
                <a:ext uri="{FF2B5EF4-FFF2-40B4-BE49-F238E27FC236}">
                  <a16:creationId xmlns:a16="http://schemas.microsoft.com/office/drawing/2014/main" id="{12DF24FB-8BEA-A9A6-5FF1-6EE1A65A136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562759" y="3062975"/>
              <a:ext cx="169373" cy="87600"/>
            </a:xfrm>
            <a:custGeom>
              <a:avLst/>
              <a:gdLst/>
              <a:ahLst/>
              <a:cxnLst>
                <a:cxn ang="0">
                  <a:pos x="50" y="7"/>
                </a:cxn>
                <a:cxn ang="0">
                  <a:pos x="76" y="19"/>
                </a:cxn>
                <a:cxn ang="0">
                  <a:pos x="100" y="23"/>
                </a:cxn>
                <a:cxn ang="0">
                  <a:pos x="160" y="47"/>
                </a:cxn>
                <a:cxn ang="0">
                  <a:pos x="188" y="72"/>
                </a:cxn>
                <a:cxn ang="0">
                  <a:pos x="205" y="75"/>
                </a:cxn>
                <a:cxn ang="0">
                  <a:pos x="210" y="79"/>
                </a:cxn>
                <a:cxn ang="0">
                  <a:pos x="218" y="78"/>
                </a:cxn>
                <a:cxn ang="0">
                  <a:pos x="224" y="85"/>
                </a:cxn>
                <a:cxn ang="0">
                  <a:pos x="226" y="92"/>
                </a:cxn>
                <a:cxn ang="0">
                  <a:pos x="231" y="99"/>
                </a:cxn>
                <a:cxn ang="0">
                  <a:pos x="234" y="109"/>
                </a:cxn>
                <a:cxn ang="0">
                  <a:pos x="222" y="116"/>
                </a:cxn>
                <a:cxn ang="0">
                  <a:pos x="186" y="117"/>
                </a:cxn>
                <a:cxn ang="0">
                  <a:pos x="163" y="110"/>
                </a:cxn>
                <a:cxn ang="0">
                  <a:pos x="142" y="108"/>
                </a:cxn>
                <a:cxn ang="0">
                  <a:pos x="125" y="99"/>
                </a:cxn>
                <a:cxn ang="0">
                  <a:pos x="107" y="94"/>
                </a:cxn>
                <a:cxn ang="0">
                  <a:pos x="88" y="85"/>
                </a:cxn>
                <a:cxn ang="0">
                  <a:pos x="75" y="70"/>
                </a:cxn>
                <a:cxn ang="0">
                  <a:pos x="70" y="53"/>
                </a:cxn>
                <a:cxn ang="0">
                  <a:pos x="10" y="20"/>
                </a:cxn>
                <a:cxn ang="0">
                  <a:pos x="1" y="15"/>
                </a:cxn>
                <a:cxn ang="0">
                  <a:pos x="0" y="5"/>
                </a:cxn>
                <a:cxn ang="0">
                  <a:pos x="20" y="0"/>
                </a:cxn>
                <a:cxn ang="0">
                  <a:pos x="39" y="4"/>
                </a:cxn>
                <a:cxn ang="0">
                  <a:pos x="50" y="7"/>
                </a:cxn>
              </a:cxnLst>
              <a:rect l="0" t="0" r="r" b="b"/>
              <a:pathLst>
                <a:path w="234" h="117">
                  <a:moveTo>
                    <a:pt x="50" y="7"/>
                  </a:moveTo>
                  <a:lnTo>
                    <a:pt x="76" y="19"/>
                  </a:lnTo>
                  <a:lnTo>
                    <a:pt x="100" y="23"/>
                  </a:lnTo>
                  <a:lnTo>
                    <a:pt x="160" y="47"/>
                  </a:lnTo>
                  <a:lnTo>
                    <a:pt x="188" y="72"/>
                  </a:lnTo>
                  <a:lnTo>
                    <a:pt x="205" y="75"/>
                  </a:lnTo>
                  <a:lnTo>
                    <a:pt x="210" y="79"/>
                  </a:lnTo>
                  <a:lnTo>
                    <a:pt x="218" y="78"/>
                  </a:lnTo>
                  <a:lnTo>
                    <a:pt x="224" y="85"/>
                  </a:lnTo>
                  <a:lnTo>
                    <a:pt x="226" y="92"/>
                  </a:lnTo>
                  <a:lnTo>
                    <a:pt x="231" y="99"/>
                  </a:lnTo>
                  <a:lnTo>
                    <a:pt x="234" y="109"/>
                  </a:lnTo>
                  <a:lnTo>
                    <a:pt x="222" y="116"/>
                  </a:lnTo>
                  <a:lnTo>
                    <a:pt x="186" y="117"/>
                  </a:lnTo>
                  <a:lnTo>
                    <a:pt x="163" y="110"/>
                  </a:lnTo>
                  <a:lnTo>
                    <a:pt x="142" y="108"/>
                  </a:lnTo>
                  <a:lnTo>
                    <a:pt x="125" y="99"/>
                  </a:lnTo>
                  <a:lnTo>
                    <a:pt x="107" y="94"/>
                  </a:lnTo>
                  <a:lnTo>
                    <a:pt x="88" y="85"/>
                  </a:lnTo>
                  <a:lnTo>
                    <a:pt x="75" y="70"/>
                  </a:lnTo>
                  <a:lnTo>
                    <a:pt x="70" y="53"/>
                  </a:lnTo>
                  <a:lnTo>
                    <a:pt x="10" y="20"/>
                  </a:lnTo>
                  <a:lnTo>
                    <a:pt x="1" y="15"/>
                  </a:lnTo>
                  <a:lnTo>
                    <a:pt x="0" y="5"/>
                  </a:lnTo>
                  <a:lnTo>
                    <a:pt x="20" y="0"/>
                  </a:lnTo>
                  <a:lnTo>
                    <a:pt x="39" y="4"/>
                  </a:lnTo>
                  <a:lnTo>
                    <a:pt x="50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77">
              <a:extLst>
                <a:ext uri="{FF2B5EF4-FFF2-40B4-BE49-F238E27FC236}">
                  <a16:creationId xmlns:a16="http://schemas.microsoft.com/office/drawing/2014/main" id="{4F9068FE-ECC5-815E-2920-CA26BD0D4ED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405067" y="3541858"/>
              <a:ext cx="11681" cy="1752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" y="6"/>
                </a:cxn>
                <a:cxn ang="0">
                  <a:pos x="1" y="16"/>
                </a:cxn>
                <a:cxn ang="0">
                  <a:pos x="0" y="24"/>
                </a:cxn>
                <a:cxn ang="0">
                  <a:pos x="7" y="17"/>
                </a:cxn>
                <a:cxn ang="0">
                  <a:pos x="12" y="17"/>
                </a:cxn>
                <a:cxn ang="0">
                  <a:pos x="13" y="10"/>
                </a:cxn>
                <a:cxn ang="0">
                  <a:pos x="14" y="2"/>
                </a:cxn>
                <a:cxn ang="0">
                  <a:pos x="8" y="0"/>
                </a:cxn>
              </a:cxnLst>
              <a:rect l="0" t="0" r="r" b="b"/>
              <a:pathLst>
                <a:path w="14" h="24">
                  <a:moveTo>
                    <a:pt x="8" y="0"/>
                  </a:moveTo>
                  <a:lnTo>
                    <a:pt x="3" y="6"/>
                  </a:lnTo>
                  <a:lnTo>
                    <a:pt x="1" y="16"/>
                  </a:lnTo>
                  <a:lnTo>
                    <a:pt x="0" y="24"/>
                  </a:lnTo>
                  <a:lnTo>
                    <a:pt x="7" y="17"/>
                  </a:lnTo>
                  <a:lnTo>
                    <a:pt x="12" y="17"/>
                  </a:lnTo>
                  <a:lnTo>
                    <a:pt x="13" y="10"/>
                  </a:lnTo>
                  <a:lnTo>
                    <a:pt x="1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Freeform 78">
              <a:extLst>
                <a:ext uri="{FF2B5EF4-FFF2-40B4-BE49-F238E27FC236}">
                  <a16:creationId xmlns:a16="http://schemas.microsoft.com/office/drawing/2014/main" id="{897CEEDD-CB05-2D2E-AAF4-7384AF82BAC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883984" y="2899454"/>
              <a:ext cx="414672" cy="484723"/>
            </a:xfrm>
            <a:custGeom>
              <a:avLst/>
              <a:gdLst/>
              <a:ahLst/>
              <a:cxnLst>
                <a:cxn ang="0">
                  <a:pos x="229" y="38"/>
                </a:cxn>
                <a:cxn ang="0">
                  <a:pos x="217" y="68"/>
                </a:cxn>
                <a:cxn ang="0">
                  <a:pos x="200" y="81"/>
                </a:cxn>
                <a:cxn ang="0">
                  <a:pos x="188" y="116"/>
                </a:cxn>
                <a:cxn ang="0">
                  <a:pos x="180" y="138"/>
                </a:cxn>
                <a:cxn ang="0">
                  <a:pos x="161" y="189"/>
                </a:cxn>
                <a:cxn ang="0">
                  <a:pos x="142" y="218"/>
                </a:cxn>
                <a:cxn ang="0">
                  <a:pos x="127" y="278"/>
                </a:cxn>
                <a:cxn ang="0">
                  <a:pos x="100" y="302"/>
                </a:cxn>
                <a:cxn ang="0">
                  <a:pos x="110" y="324"/>
                </a:cxn>
                <a:cxn ang="0">
                  <a:pos x="110" y="346"/>
                </a:cxn>
                <a:cxn ang="0">
                  <a:pos x="48" y="406"/>
                </a:cxn>
                <a:cxn ang="0">
                  <a:pos x="15" y="413"/>
                </a:cxn>
                <a:cxn ang="0">
                  <a:pos x="67" y="417"/>
                </a:cxn>
                <a:cxn ang="0">
                  <a:pos x="2" y="498"/>
                </a:cxn>
                <a:cxn ang="0">
                  <a:pos x="27" y="539"/>
                </a:cxn>
                <a:cxn ang="0">
                  <a:pos x="141" y="529"/>
                </a:cxn>
                <a:cxn ang="0">
                  <a:pos x="221" y="537"/>
                </a:cxn>
                <a:cxn ang="0">
                  <a:pos x="281" y="516"/>
                </a:cxn>
                <a:cxn ang="0">
                  <a:pos x="302" y="530"/>
                </a:cxn>
                <a:cxn ang="0">
                  <a:pos x="293" y="548"/>
                </a:cxn>
                <a:cxn ang="0">
                  <a:pos x="345" y="526"/>
                </a:cxn>
                <a:cxn ang="0">
                  <a:pos x="388" y="537"/>
                </a:cxn>
                <a:cxn ang="0">
                  <a:pos x="332" y="594"/>
                </a:cxn>
                <a:cxn ang="0">
                  <a:pos x="295" y="621"/>
                </a:cxn>
                <a:cxn ang="0">
                  <a:pos x="351" y="613"/>
                </a:cxn>
                <a:cxn ang="0">
                  <a:pos x="413" y="555"/>
                </a:cxn>
                <a:cxn ang="0">
                  <a:pos x="452" y="492"/>
                </a:cxn>
                <a:cxn ang="0">
                  <a:pos x="465" y="566"/>
                </a:cxn>
                <a:cxn ang="0">
                  <a:pos x="460" y="631"/>
                </a:cxn>
                <a:cxn ang="0">
                  <a:pos x="491" y="613"/>
                </a:cxn>
                <a:cxn ang="0">
                  <a:pos x="501" y="659"/>
                </a:cxn>
                <a:cxn ang="0">
                  <a:pos x="549" y="620"/>
                </a:cxn>
                <a:cxn ang="0">
                  <a:pos x="567" y="520"/>
                </a:cxn>
                <a:cxn ang="0">
                  <a:pos x="530" y="543"/>
                </a:cxn>
                <a:cxn ang="0">
                  <a:pos x="544" y="479"/>
                </a:cxn>
                <a:cxn ang="0">
                  <a:pos x="520" y="480"/>
                </a:cxn>
                <a:cxn ang="0">
                  <a:pos x="489" y="528"/>
                </a:cxn>
                <a:cxn ang="0">
                  <a:pos x="480" y="499"/>
                </a:cxn>
                <a:cxn ang="0">
                  <a:pos x="479" y="469"/>
                </a:cxn>
                <a:cxn ang="0">
                  <a:pos x="510" y="428"/>
                </a:cxn>
                <a:cxn ang="0">
                  <a:pos x="532" y="397"/>
                </a:cxn>
                <a:cxn ang="0">
                  <a:pos x="459" y="426"/>
                </a:cxn>
                <a:cxn ang="0">
                  <a:pos x="477" y="387"/>
                </a:cxn>
                <a:cxn ang="0">
                  <a:pos x="470" y="355"/>
                </a:cxn>
                <a:cxn ang="0">
                  <a:pos x="497" y="308"/>
                </a:cxn>
                <a:cxn ang="0">
                  <a:pos x="430" y="301"/>
                </a:cxn>
                <a:cxn ang="0">
                  <a:pos x="342" y="319"/>
                </a:cxn>
                <a:cxn ang="0">
                  <a:pos x="342" y="289"/>
                </a:cxn>
                <a:cxn ang="0">
                  <a:pos x="295" y="289"/>
                </a:cxn>
                <a:cxn ang="0">
                  <a:pos x="300" y="247"/>
                </a:cxn>
                <a:cxn ang="0">
                  <a:pos x="276" y="224"/>
                </a:cxn>
                <a:cxn ang="0">
                  <a:pos x="252" y="231"/>
                </a:cxn>
                <a:cxn ang="0">
                  <a:pos x="214" y="252"/>
                </a:cxn>
                <a:cxn ang="0">
                  <a:pos x="240" y="190"/>
                </a:cxn>
                <a:cxn ang="0">
                  <a:pos x="269" y="127"/>
                </a:cxn>
                <a:cxn ang="0">
                  <a:pos x="275" y="112"/>
                </a:cxn>
                <a:cxn ang="0">
                  <a:pos x="290" y="52"/>
                </a:cxn>
                <a:cxn ang="0">
                  <a:pos x="325" y="13"/>
                </a:cxn>
                <a:cxn ang="0">
                  <a:pos x="302" y="6"/>
                </a:cxn>
              </a:cxnLst>
              <a:rect l="0" t="0" r="r" b="b"/>
              <a:pathLst>
                <a:path w="567" h="659">
                  <a:moveTo>
                    <a:pt x="266" y="18"/>
                  </a:moveTo>
                  <a:lnTo>
                    <a:pt x="248" y="25"/>
                  </a:lnTo>
                  <a:lnTo>
                    <a:pt x="229" y="38"/>
                  </a:lnTo>
                  <a:lnTo>
                    <a:pt x="227" y="51"/>
                  </a:lnTo>
                  <a:lnTo>
                    <a:pt x="220" y="59"/>
                  </a:lnTo>
                  <a:lnTo>
                    <a:pt x="217" y="68"/>
                  </a:lnTo>
                  <a:lnTo>
                    <a:pt x="210" y="72"/>
                  </a:lnTo>
                  <a:lnTo>
                    <a:pt x="210" y="76"/>
                  </a:lnTo>
                  <a:lnTo>
                    <a:pt x="200" y="81"/>
                  </a:lnTo>
                  <a:lnTo>
                    <a:pt x="199" y="95"/>
                  </a:lnTo>
                  <a:lnTo>
                    <a:pt x="196" y="106"/>
                  </a:lnTo>
                  <a:lnTo>
                    <a:pt x="188" y="116"/>
                  </a:lnTo>
                  <a:lnTo>
                    <a:pt x="174" y="121"/>
                  </a:lnTo>
                  <a:lnTo>
                    <a:pt x="167" y="128"/>
                  </a:lnTo>
                  <a:lnTo>
                    <a:pt x="180" y="138"/>
                  </a:lnTo>
                  <a:lnTo>
                    <a:pt x="170" y="149"/>
                  </a:lnTo>
                  <a:lnTo>
                    <a:pt x="160" y="186"/>
                  </a:lnTo>
                  <a:lnTo>
                    <a:pt x="161" y="189"/>
                  </a:lnTo>
                  <a:lnTo>
                    <a:pt x="172" y="200"/>
                  </a:lnTo>
                  <a:lnTo>
                    <a:pt x="145" y="209"/>
                  </a:lnTo>
                  <a:lnTo>
                    <a:pt x="142" y="218"/>
                  </a:lnTo>
                  <a:lnTo>
                    <a:pt x="125" y="257"/>
                  </a:lnTo>
                  <a:lnTo>
                    <a:pt x="125" y="273"/>
                  </a:lnTo>
                  <a:lnTo>
                    <a:pt x="127" y="278"/>
                  </a:lnTo>
                  <a:lnTo>
                    <a:pt x="127" y="285"/>
                  </a:lnTo>
                  <a:lnTo>
                    <a:pt x="115" y="285"/>
                  </a:lnTo>
                  <a:lnTo>
                    <a:pt x="100" y="302"/>
                  </a:lnTo>
                  <a:lnTo>
                    <a:pt x="95" y="316"/>
                  </a:lnTo>
                  <a:lnTo>
                    <a:pt x="99" y="323"/>
                  </a:lnTo>
                  <a:lnTo>
                    <a:pt x="110" y="324"/>
                  </a:lnTo>
                  <a:lnTo>
                    <a:pt x="110" y="329"/>
                  </a:lnTo>
                  <a:lnTo>
                    <a:pt x="106" y="336"/>
                  </a:lnTo>
                  <a:lnTo>
                    <a:pt x="110" y="346"/>
                  </a:lnTo>
                  <a:lnTo>
                    <a:pt x="81" y="342"/>
                  </a:lnTo>
                  <a:lnTo>
                    <a:pt x="59" y="398"/>
                  </a:lnTo>
                  <a:lnTo>
                    <a:pt x="48" y="406"/>
                  </a:lnTo>
                  <a:lnTo>
                    <a:pt x="42" y="395"/>
                  </a:lnTo>
                  <a:lnTo>
                    <a:pt x="28" y="402"/>
                  </a:lnTo>
                  <a:lnTo>
                    <a:pt x="15" y="413"/>
                  </a:lnTo>
                  <a:lnTo>
                    <a:pt x="15" y="418"/>
                  </a:lnTo>
                  <a:lnTo>
                    <a:pt x="52" y="414"/>
                  </a:lnTo>
                  <a:lnTo>
                    <a:pt x="67" y="417"/>
                  </a:lnTo>
                  <a:lnTo>
                    <a:pt x="74" y="428"/>
                  </a:lnTo>
                  <a:lnTo>
                    <a:pt x="27" y="469"/>
                  </a:lnTo>
                  <a:lnTo>
                    <a:pt x="2" y="498"/>
                  </a:lnTo>
                  <a:lnTo>
                    <a:pt x="0" y="520"/>
                  </a:lnTo>
                  <a:lnTo>
                    <a:pt x="7" y="536"/>
                  </a:lnTo>
                  <a:lnTo>
                    <a:pt x="27" y="539"/>
                  </a:lnTo>
                  <a:lnTo>
                    <a:pt x="59" y="531"/>
                  </a:lnTo>
                  <a:lnTo>
                    <a:pt x="107" y="525"/>
                  </a:lnTo>
                  <a:lnTo>
                    <a:pt x="141" y="529"/>
                  </a:lnTo>
                  <a:lnTo>
                    <a:pt x="161" y="529"/>
                  </a:lnTo>
                  <a:lnTo>
                    <a:pt x="176" y="536"/>
                  </a:lnTo>
                  <a:lnTo>
                    <a:pt x="221" y="537"/>
                  </a:lnTo>
                  <a:lnTo>
                    <a:pt x="242" y="531"/>
                  </a:lnTo>
                  <a:lnTo>
                    <a:pt x="271" y="528"/>
                  </a:lnTo>
                  <a:lnTo>
                    <a:pt x="281" y="516"/>
                  </a:lnTo>
                  <a:lnTo>
                    <a:pt x="306" y="504"/>
                  </a:lnTo>
                  <a:lnTo>
                    <a:pt x="302" y="520"/>
                  </a:lnTo>
                  <a:lnTo>
                    <a:pt x="302" y="530"/>
                  </a:lnTo>
                  <a:lnTo>
                    <a:pt x="280" y="540"/>
                  </a:lnTo>
                  <a:lnTo>
                    <a:pt x="275" y="549"/>
                  </a:lnTo>
                  <a:lnTo>
                    <a:pt x="293" y="548"/>
                  </a:lnTo>
                  <a:lnTo>
                    <a:pt x="295" y="553"/>
                  </a:lnTo>
                  <a:lnTo>
                    <a:pt x="330" y="549"/>
                  </a:lnTo>
                  <a:lnTo>
                    <a:pt x="345" y="526"/>
                  </a:lnTo>
                  <a:lnTo>
                    <a:pt x="358" y="531"/>
                  </a:lnTo>
                  <a:lnTo>
                    <a:pt x="382" y="531"/>
                  </a:lnTo>
                  <a:lnTo>
                    <a:pt x="388" y="537"/>
                  </a:lnTo>
                  <a:lnTo>
                    <a:pt x="367" y="550"/>
                  </a:lnTo>
                  <a:lnTo>
                    <a:pt x="352" y="566"/>
                  </a:lnTo>
                  <a:lnTo>
                    <a:pt x="332" y="594"/>
                  </a:lnTo>
                  <a:lnTo>
                    <a:pt x="311" y="600"/>
                  </a:lnTo>
                  <a:lnTo>
                    <a:pt x="299" y="605"/>
                  </a:lnTo>
                  <a:lnTo>
                    <a:pt x="295" y="621"/>
                  </a:lnTo>
                  <a:lnTo>
                    <a:pt x="312" y="625"/>
                  </a:lnTo>
                  <a:lnTo>
                    <a:pt x="334" y="621"/>
                  </a:lnTo>
                  <a:lnTo>
                    <a:pt x="351" y="613"/>
                  </a:lnTo>
                  <a:lnTo>
                    <a:pt x="365" y="590"/>
                  </a:lnTo>
                  <a:lnTo>
                    <a:pt x="388" y="563"/>
                  </a:lnTo>
                  <a:lnTo>
                    <a:pt x="413" y="555"/>
                  </a:lnTo>
                  <a:lnTo>
                    <a:pt x="418" y="557"/>
                  </a:lnTo>
                  <a:lnTo>
                    <a:pt x="439" y="492"/>
                  </a:lnTo>
                  <a:lnTo>
                    <a:pt x="452" y="492"/>
                  </a:lnTo>
                  <a:lnTo>
                    <a:pt x="455" y="511"/>
                  </a:lnTo>
                  <a:lnTo>
                    <a:pt x="461" y="539"/>
                  </a:lnTo>
                  <a:lnTo>
                    <a:pt x="465" y="566"/>
                  </a:lnTo>
                  <a:lnTo>
                    <a:pt x="451" y="598"/>
                  </a:lnTo>
                  <a:lnTo>
                    <a:pt x="448" y="626"/>
                  </a:lnTo>
                  <a:lnTo>
                    <a:pt x="460" y="631"/>
                  </a:lnTo>
                  <a:lnTo>
                    <a:pt x="490" y="588"/>
                  </a:lnTo>
                  <a:lnTo>
                    <a:pt x="498" y="595"/>
                  </a:lnTo>
                  <a:lnTo>
                    <a:pt x="491" y="613"/>
                  </a:lnTo>
                  <a:lnTo>
                    <a:pt x="493" y="629"/>
                  </a:lnTo>
                  <a:lnTo>
                    <a:pt x="492" y="644"/>
                  </a:lnTo>
                  <a:lnTo>
                    <a:pt x="501" y="659"/>
                  </a:lnTo>
                  <a:lnTo>
                    <a:pt x="517" y="644"/>
                  </a:lnTo>
                  <a:lnTo>
                    <a:pt x="537" y="649"/>
                  </a:lnTo>
                  <a:lnTo>
                    <a:pt x="549" y="620"/>
                  </a:lnTo>
                  <a:lnTo>
                    <a:pt x="555" y="583"/>
                  </a:lnTo>
                  <a:lnTo>
                    <a:pt x="567" y="555"/>
                  </a:lnTo>
                  <a:lnTo>
                    <a:pt x="567" y="520"/>
                  </a:lnTo>
                  <a:lnTo>
                    <a:pt x="559" y="516"/>
                  </a:lnTo>
                  <a:lnTo>
                    <a:pt x="538" y="552"/>
                  </a:lnTo>
                  <a:lnTo>
                    <a:pt x="530" y="543"/>
                  </a:lnTo>
                  <a:lnTo>
                    <a:pt x="529" y="519"/>
                  </a:lnTo>
                  <a:lnTo>
                    <a:pt x="537" y="496"/>
                  </a:lnTo>
                  <a:lnTo>
                    <a:pt x="544" y="479"/>
                  </a:lnTo>
                  <a:lnTo>
                    <a:pt x="552" y="471"/>
                  </a:lnTo>
                  <a:lnTo>
                    <a:pt x="552" y="459"/>
                  </a:lnTo>
                  <a:lnTo>
                    <a:pt x="520" y="480"/>
                  </a:lnTo>
                  <a:lnTo>
                    <a:pt x="506" y="506"/>
                  </a:lnTo>
                  <a:lnTo>
                    <a:pt x="498" y="527"/>
                  </a:lnTo>
                  <a:lnTo>
                    <a:pt x="489" y="528"/>
                  </a:lnTo>
                  <a:lnTo>
                    <a:pt x="480" y="522"/>
                  </a:lnTo>
                  <a:lnTo>
                    <a:pt x="476" y="511"/>
                  </a:lnTo>
                  <a:lnTo>
                    <a:pt x="480" y="499"/>
                  </a:lnTo>
                  <a:lnTo>
                    <a:pt x="485" y="479"/>
                  </a:lnTo>
                  <a:lnTo>
                    <a:pt x="482" y="478"/>
                  </a:lnTo>
                  <a:lnTo>
                    <a:pt x="479" y="469"/>
                  </a:lnTo>
                  <a:lnTo>
                    <a:pt x="467" y="456"/>
                  </a:lnTo>
                  <a:lnTo>
                    <a:pt x="499" y="445"/>
                  </a:lnTo>
                  <a:lnTo>
                    <a:pt x="510" y="428"/>
                  </a:lnTo>
                  <a:lnTo>
                    <a:pt x="526" y="424"/>
                  </a:lnTo>
                  <a:lnTo>
                    <a:pt x="534" y="407"/>
                  </a:lnTo>
                  <a:lnTo>
                    <a:pt x="532" y="397"/>
                  </a:lnTo>
                  <a:lnTo>
                    <a:pt x="490" y="417"/>
                  </a:lnTo>
                  <a:lnTo>
                    <a:pt x="482" y="416"/>
                  </a:lnTo>
                  <a:lnTo>
                    <a:pt x="459" y="426"/>
                  </a:lnTo>
                  <a:lnTo>
                    <a:pt x="455" y="419"/>
                  </a:lnTo>
                  <a:lnTo>
                    <a:pt x="465" y="406"/>
                  </a:lnTo>
                  <a:lnTo>
                    <a:pt x="477" y="387"/>
                  </a:lnTo>
                  <a:lnTo>
                    <a:pt x="469" y="378"/>
                  </a:lnTo>
                  <a:lnTo>
                    <a:pt x="460" y="376"/>
                  </a:lnTo>
                  <a:lnTo>
                    <a:pt x="470" y="355"/>
                  </a:lnTo>
                  <a:lnTo>
                    <a:pt x="488" y="337"/>
                  </a:lnTo>
                  <a:lnTo>
                    <a:pt x="499" y="315"/>
                  </a:lnTo>
                  <a:lnTo>
                    <a:pt x="497" y="308"/>
                  </a:lnTo>
                  <a:lnTo>
                    <a:pt x="489" y="305"/>
                  </a:lnTo>
                  <a:lnTo>
                    <a:pt x="458" y="296"/>
                  </a:lnTo>
                  <a:lnTo>
                    <a:pt x="430" y="301"/>
                  </a:lnTo>
                  <a:lnTo>
                    <a:pt x="418" y="288"/>
                  </a:lnTo>
                  <a:lnTo>
                    <a:pt x="357" y="318"/>
                  </a:lnTo>
                  <a:lnTo>
                    <a:pt x="342" y="319"/>
                  </a:lnTo>
                  <a:lnTo>
                    <a:pt x="356" y="290"/>
                  </a:lnTo>
                  <a:lnTo>
                    <a:pt x="357" y="279"/>
                  </a:lnTo>
                  <a:lnTo>
                    <a:pt x="342" y="289"/>
                  </a:lnTo>
                  <a:lnTo>
                    <a:pt x="338" y="296"/>
                  </a:lnTo>
                  <a:lnTo>
                    <a:pt x="328" y="291"/>
                  </a:lnTo>
                  <a:lnTo>
                    <a:pt x="295" y="289"/>
                  </a:lnTo>
                  <a:lnTo>
                    <a:pt x="296" y="269"/>
                  </a:lnTo>
                  <a:lnTo>
                    <a:pt x="280" y="263"/>
                  </a:lnTo>
                  <a:lnTo>
                    <a:pt x="300" y="247"/>
                  </a:lnTo>
                  <a:lnTo>
                    <a:pt x="327" y="232"/>
                  </a:lnTo>
                  <a:lnTo>
                    <a:pt x="315" y="227"/>
                  </a:lnTo>
                  <a:lnTo>
                    <a:pt x="276" y="224"/>
                  </a:lnTo>
                  <a:lnTo>
                    <a:pt x="280" y="207"/>
                  </a:lnTo>
                  <a:lnTo>
                    <a:pt x="269" y="206"/>
                  </a:lnTo>
                  <a:lnTo>
                    <a:pt x="252" y="231"/>
                  </a:lnTo>
                  <a:lnTo>
                    <a:pt x="234" y="249"/>
                  </a:lnTo>
                  <a:lnTo>
                    <a:pt x="222" y="271"/>
                  </a:lnTo>
                  <a:lnTo>
                    <a:pt x="214" y="252"/>
                  </a:lnTo>
                  <a:lnTo>
                    <a:pt x="222" y="233"/>
                  </a:lnTo>
                  <a:lnTo>
                    <a:pt x="222" y="213"/>
                  </a:lnTo>
                  <a:lnTo>
                    <a:pt x="240" y="190"/>
                  </a:lnTo>
                  <a:lnTo>
                    <a:pt x="251" y="164"/>
                  </a:lnTo>
                  <a:lnTo>
                    <a:pt x="266" y="143"/>
                  </a:lnTo>
                  <a:lnTo>
                    <a:pt x="269" y="127"/>
                  </a:lnTo>
                  <a:lnTo>
                    <a:pt x="266" y="116"/>
                  </a:lnTo>
                  <a:lnTo>
                    <a:pt x="269" y="99"/>
                  </a:lnTo>
                  <a:lnTo>
                    <a:pt x="275" y="112"/>
                  </a:lnTo>
                  <a:lnTo>
                    <a:pt x="293" y="100"/>
                  </a:lnTo>
                  <a:lnTo>
                    <a:pt x="304" y="65"/>
                  </a:lnTo>
                  <a:lnTo>
                    <a:pt x="290" y="52"/>
                  </a:lnTo>
                  <a:lnTo>
                    <a:pt x="292" y="40"/>
                  </a:lnTo>
                  <a:lnTo>
                    <a:pt x="312" y="38"/>
                  </a:lnTo>
                  <a:lnTo>
                    <a:pt x="325" y="13"/>
                  </a:lnTo>
                  <a:lnTo>
                    <a:pt x="324" y="0"/>
                  </a:lnTo>
                  <a:lnTo>
                    <a:pt x="310" y="11"/>
                  </a:lnTo>
                  <a:lnTo>
                    <a:pt x="302" y="6"/>
                  </a:lnTo>
                  <a:lnTo>
                    <a:pt x="286" y="7"/>
                  </a:lnTo>
                  <a:lnTo>
                    <a:pt x="266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79">
              <a:extLst>
                <a:ext uri="{FF2B5EF4-FFF2-40B4-BE49-F238E27FC236}">
                  <a16:creationId xmlns:a16="http://schemas.microsoft.com/office/drawing/2014/main" id="{26B7390C-3680-07D3-184D-CD80912E45E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568599" y="3337456"/>
              <a:ext cx="146011" cy="99281"/>
            </a:xfrm>
            <a:custGeom>
              <a:avLst/>
              <a:gdLst/>
              <a:ahLst/>
              <a:cxnLst>
                <a:cxn ang="0">
                  <a:pos x="170" y="102"/>
                </a:cxn>
                <a:cxn ang="0">
                  <a:pos x="178" y="89"/>
                </a:cxn>
                <a:cxn ang="0">
                  <a:pos x="196" y="86"/>
                </a:cxn>
                <a:cxn ang="0">
                  <a:pos x="195" y="77"/>
                </a:cxn>
                <a:cxn ang="0">
                  <a:pos x="157" y="76"/>
                </a:cxn>
                <a:cxn ang="0">
                  <a:pos x="120" y="85"/>
                </a:cxn>
                <a:cxn ang="0">
                  <a:pos x="104" y="77"/>
                </a:cxn>
                <a:cxn ang="0">
                  <a:pos x="76" y="69"/>
                </a:cxn>
                <a:cxn ang="0">
                  <a:pos x="59" y="66"/>
                </a:cxn>
                <a:cxn ang="0">
                  <a:pos x="50" y="72"/>
                </a:cxn>
                <a:cxn ang="0">
                  <a:pos x="41" y="65"/>
                </a:cxn>
                <a:cxn ang="0">
                  <a:pos x="30" y="45"/>
                </a:cxn>
                <a:cxn ang="0">
                  <a:pos x="23" y="37"/>
                </a:cxn>
                <a:cxn ang="0">
                  <a:pos x="31" y="21"/>
                </a:cxn>
                <a:cxn ang="0">
                  <a:pos x="32" y="0"/>
                </a:cxn>
                <a:cxn ang="0">
                  <a:pos x="29" y="6"/>
                </a:cxn>
                <a:cxn ang="0">
                  <a:pos x="0" y="34"/>
                </a:cxn>
                <a:cxn ang="0">
                  <a:pos x="1" y="51"/>
                </a:cxn>
                <a:cxn ang="0">
                  <a:pos x="23" y="61"/>
                </a:cxn>
                <a:cxn ang="0">
                  <a:pos x="21" y="71"/>
                </a:cxn>
                <a:cxn ang="0">
                  <a:pos x="32" y="84"/>
                </a:cxn>
                <a:cxn ang="0">
                  <a:pos x="50" y="85"/>
                </a:cxn>
                <a:cxn ang="0">
                  <a:pos x="55" y="98"/>
                </a:cxn>
                <a:cxn ang="0">
                  <a:pos x="72" y="106"/>
                </a:cxn>
                <a:cxn ang="0">
                  <a:pos x="90" y="112"/>
                </a:cxn>
                <a:cxn ang="0">
                  <a:pos x="104" y="113"/>
                </a:cxn>
                <a:cxn ang="0">
                  <a:pos x="104" y="105"/>
                </a:cxn>
                <a:cxn ang="0">
                  <a:pos x="111" y="103"/>
                </a:cxn>
                <a:cxn ang="0">
                  <a:pos x="122" y="109"/>
                </a:cxn>
                <a:cxn ang="0">
                  <a:pos x="123" y="122"/>
                </a:cxn>
                <a:cxn ang="0">
                  <a:pos x="127" y="128"/>
                </a:cxn>
                <a:cxn ang="0">
                  <a:pos x="146" y="137"/>
                </a:cxn>
                <a:cxn ang="0">
                  <a:pos x="163" y="131"/>
                </a:cxn>
                <a:cxn ang="0">
                  <a:pos x="162" y="127"/>
                </a:cxn>
                <a:cxn ang="0">
                  <a:pos x="162" y="106"/>
                </a:cxn>
                <a:cxn ang="0">
                  <a:pos x="170" y="102"/>
                </a:cxn>
              </a:cxnLst>
              <a:rect l="0" t="0" r="r" b="b"/>
              <a:pathLst>
                <a:path w="196" h="137">
                  <a:moveTo>
                    <a:pt x="170" y="102"/>
                  </a:moveTo>
                  <a:lnTo>
                    <a:pt x="178" y="89"/>
                  </a:lnTo>
                  <a:lnTo>
                    <a:pt x="196" y="86"/>
                  </a:lnTo>
                  <a:lnTo>
                    <a:pt x="195" y="77"/>
                  </a:lnTo>
                  <a:lnTo>
                    <a:pt x="157" y="76"/>
                  </a:lnTo>
                  <a:lnTo>
                    <a:pt x="120" y="85"/>
                  </a:lnTo>
                  <a:lnTo>
                    <a:pt x="104" y="77"/>
                  </a:lnTo>
                  <a:lnTo>
                    <a:pt x="76" y="69"/>
                  </a:lnTo>
                  <a:lnTo>
                    <a:pt x="59" y="66"/>
                  </a:lnTo>
                  <a:lnTo>
                    <a:pt x="50" y="72"/>
                  </a:lnTo>
                  <a:lnTo>
                    <a:pt x="41" y="65"/>
                  </a:lnTo>
                  <a:lnTo>
                    <a:pt x="30" y="45"/>
                  </a:lnTo>
                  <a:lnTo>
                    <a:pt x="23" y="37"/>
                  </a:lnTo>
                  <a:lnTo>
                    <a:pt x="31" y="21"/>
                  </a:lnTo>
                  <a:lnTo>
                    <a:pt x="32" y="0"/>
                  </a:lnTo>
                  <a:lnTo>
                    <a:pt x="29" y="6"/>
                  </a:lnTo>
                  <a:lnTo>
                    <a:pt x="0" y="34"/>
                  </a:lnTo>
                  <a:lnTo>
                    <a:pt x="1" y="51"/>
                  </a:lnTo>
                  <a:lnTo>
                    <a:pt x="23" y="61"/>
                  </a:lnTo>
                  <a:lnTo>
                    <a:pt x="21" y="71"/>
                  </a:lnTo>
                  <a:lnTo>
                    <a:pt x="32" y="84"/>
                  </a:lnTo>
                  <a:lnTo>
                    <a:pt x="50" y="85"/>
                  </a:lnTo>
                  <a:lnTo>
                    <a:pt x="55" y="98"/>
                  </a:lnTo>
                  <a:lnTo>
                    <a:pt x="72" y="106"/>
                  </a:lnTo>
                  <a:lnTo>
                    <a:pt x="90" y="112"/>
                  </a:lnTo>
                  <a:lnTo>
                    <a:pt x="104" y="113"/>
                  </a:lnTo>
                  <a:lnTo>
                    <a:pt x="104" y="105"/>
                  </a:lnTo>
                  <a:lnTo>
                    <a:pt x="111" y="103"/>
                  </a:lnTo>
                  <a:lnTo>
                    <a:pt x="122" y="109"/>
                  </a:lnTo>
                  <a:lnTo>
                    <a:pt x="123" y="122"/>
                  </a:lnTo>
                  <a:lnTo>
                    <a:pt x="127" y="128"/>
                  </a:lnTo>
                  <a:lnTo>
                    <a:pt x="146" y="137"/>
                  </a:lnTo>
                  <a:lnTo>
                    <a:pt x="163" y="131"/>
                  </a:lnTo>
                  <a:lnTo>
                    <a:pt x="162" y="127"/>
                  </a:lnTo>
                  <a:lnTo>
                    <a:pt x="162" y="106"/>
                  </a:lnTo>
                  <a:lnTo>
                    <a:pt x="170" y="1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Freeform 80">
              <a:extLst>
                <a:ext uri="{FF2B5EF4-FFF2-40B4-BE49-F238E27FC236}">
                  <a16:creationId xmlns:a16="http://schemas.microsoft.com/office/drawing/2014/main" id="{DE4BA3E6-96C2-15D6-9913-A83EB2E35C2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749653" y="3343296"/>
              <a:ext cx="105128" cy="128481"/>
            </a:xfrm>
            <a:custGeom>
              <a:avLst/>
              <a:gdLst/>
              <a:ahLst/>
              <a:cxnLst>
                <a:cxn ang="0">
                  <a:pos x="135" y="102"/>
                </a:cxn>
                <a:cxn ang="0">
                  <a:pos x="121" y="93"/>
                </a:cxn>
                <a:cxn ang="0">
                  <a:pos x="110" y="113"/>
                </a:cxn>
                <a:cxn ang="0">
                  <a:pos x="106" y="99"/>
                </a:cxn>
                <a:cxn ang="0">
                  <a:pos x="76" y="116"/>
                </a:cxn>
                <a:cxn ang="0">
                  <a:pos x="70" y="112"/>
                </a:cxn>
                <a:cxn ang="0">
                  <a:pos x="85" y="89"/>
                </a:cxn>
                <a:cxn ang="0">
                  <a:pos x="76" y="86"/>
                </a:cxn>
                <a:cxn ang="0">
                  <a:pos x="89" y="59"/>
                </a:cxn>
                <a:cxn ang="0">
                  <a:pos x="95" y="23"/>
                </a:cxn>
                <a:cxn ang="0">
                  <a:pos x="91" y="8"/>
                </a:cxn>
                <a:cxn ang="0">
                  <a:pos x="87" y="4"/>
                </a:cxn>
                <a:cxn ang="0">
                  <a:pos x="78" y="0"/>
                </a:cxn>
                <a:cxn ang="0">
                  <a:pos x="74" y="6"/>
                </a:cxn>
                <a:cxn ang="0">
                  <a:pos x="70" y="0"/>
                </a:cxn>
                <a:cxn ang="0">
                  <a:pos x="68" y="16"/>
                </a:cxn>
                <a:cxn ang="0">
                  <a:pos x="45" y="46"/>
                </a:cxn>
                <a:cxn ang="0">
                  <a:pos x="37" y="70"/>
                </a:cxn>
                <a:cxn ang="0">
                  <a:pos x="29" y="82"/>
                </a:cxn>
                <a:cxn ang="0">
                  <a:pos x="8" y="108"/>
                </a:cxn>
                <a:cxn ang="0">
                  <a:pos x="7" y="120"/>
                </a:cxn>
                <a:cxn ang="0">
                  <a:pos x="0" y="141"/>
                </a:cxn>
                <a:cxn ang="0">
                  <a:pos x="0" y="153"/>
                </a:cxn>
                <a:cxn ang="0">
                  <a:pos x="8" y="162"/>
                </a:cxn>
                <a:cxn ang="0">
                  <a:pos x="13" y="174"/>
                </a:cxn>
                <a:cxn ang="0">
                  <a:pos x="29" y="180"/>
                </a:cxn>
                <a:cxn ang="0">
                  <a:pos x="51" y="171"/>
                </a:cxn>
                <a:cxn ang="0">
                  <a:pos x="81" y="172"/>
                </a:cxn>
                <a:cxn ang="0">
                  <a:pos x="109" y="157"/>
                </a:cxn>
                <a:cxn ang="0">
                  <a:pos x="115" y="148"/>
                </a:cxn>
                <a:cxn ang="0">
                  <a:pos x="126" y="138"/>
                </a:cxn>
                <a:cxn ang="0">
                  <a:pos x="141" y="130"/>
                </a:cxn>
                <a:cxn ang="0">
                  <a:pos x="142" y="124"/>
                </a:cxn>
                <a:cxn ang="0">
                  <a:pos x="133" y="121"/>
                </a:cxn>
                <a:cxn ang="0">
                  <a:pos x="135" y="102"/>
                </a:cxn>
              </a:cxnLst>
              <a:rect l="0" t="0" r="r" b="b"/>
              <a:pathLst>
                <a:path w="142" h="180">
                  <a:moveTo>
                    <a:pt x="135" y="102"/>
                  </a:moveTo>
                  <a:lnTo>
                    <a:pt x="121" y="93"/>
                  </a:lnTo>
                  <a:lnTo>
                    <a:pt x="110" y="113"/>
                  </a:lnTo>
                  <a:lnTo>
                    <a:pt x="106" y="99"/>
                  </a:lnTo>
                  <a:lnTo>
                    <a:pt x="76" y="116"/>
                  </a:lnTo>
                  <a:lnTo>
                    <a:pt x="70" y="112"/>
                  </a:lnTo>
                  <a:lnTo>
                    <a:pt x="85" y="89"/>
                  </a:lnTo>
                  <a:lnTo>
                    <a:pt x="76" y="86"/>
                  </a:lnTo>
                  <a:lnTo>
                    <a:pt x="89" y="59"/>
                  </a:lnTo>
                  <a:lnTo>
                    <a:pt x="95" y="23"/>
                  </a:lnTo>
                  <a:lnTo>
                    <a:pt x="91" y="8"/>
                  </a:lnTo>
                  <a:lnTo>
                    <a:pt x="87" y="4"/>
                  </a:lnTo>
                  <a:lnTo>
                    <a:pt x="78" y="0"/>
                  </a:lnTo>
                  <a:lnTo>
                    <a:pt x="74" y="6"/>
                  </a:lnTo>
                  <a:lnTo>
                    <a:pt x="70" y="0"/>
                  </a:lnTo>
                  <a:lnTo>
                    <a:pt x="68" y="16"/>
                  </a:lnTo>
                  <a:lnTo>
                    <a:pt x="45" y="46"/>
                  </a:lnTo>
                  <a:lnTo>
                    <a:pt x="37" y="70"/>
                  </a:lnTo>
                  <a:lnTo>
                    <a:pt x="29" y="82"/>
                  </a:lnTo>
                  <a:lnTo>
                    <a:pt x="8" y="108"/>
                  </a:lnTo>
                  <a:lnTo>
                    <a:pt x="7" y="120"/>
                  </a:lnTo>
                  <a:lnTo>
                    <a:pt x="0" y="141"/>
                  </a:lnTo>
                  <a:lnTo>
                    <a:pt x="0" y="153"/>
                  </a:lnTo>
                  <a:lnTo>
                    <a:pt x="8" y="162"/>
                  </a:lnTo>
                  <a:lnTo>
                    <a:pt x="13" y="174"/>
                  </a:lnTo>
                  <a:lnTo>
                    <a:pt x="29" y="180"/>
                  </a:lnTo>
                  <a:lnTo>
                    <a:pt x="51" y="171"/>
                  </a:lnTo>
                  <a:lnTo>
                    <a:pt x="81" y="172"/>
                  </a:lnTo>
                  <a:lnTo>
                    <a:pt x="109" y="157"/>
                  </a:lnTo>
                  <a:lnTo>
                    <a:pt x="115" y="148"/>
                  </a:lnTo>
                  <a:lnTo>
                    <a:pt x="126" y="138"/>
                  </a:lnTo>
                  <a:lnTo>
                    <a:pt x="141" y="130"/>
                  </a:lnTo>
                  <a:lnTo>
                    <a:pt x="142" y="124"/>
                  </a:lnTo>
                  <a:lnTo>
                    <a:pt x="133" y="121"/>
                  </a:lnTo>
                  <a:lnTo>
                    <a:pt x="135" y="1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Freeform 81">
              <a:extLst>
                <a:ext uri="{FF2B5EF4-FFF2-40B4-BE49-F238E27FC236}">
                  <a16:creationId xmlns:a16="http://schemas.microsoft.com/office/drawing/2014/main" id="{9C263BF9-FBB7-180A-7AFE-7AF71C01845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405067" y="3541858"/>
              <a:ext cx="11681" cy="1752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" y="6"/>
                </a:cxn>
                <a:cxn ang="0">
                  <a:pos x="1" y="16"/>
                </a:cxn>
                <a:cxn ang="0">
                  <a:pos x="0" y="24"/>
                </a:cxn>
                <a:cxn ang="0">
                  <a:pos x="7" y="17"/>
                </a:cxn>
                <a:cxn ang="0">
                  <a:pos x="12" y="17"/>
                </a:cxn>
                <a:cxn ang="0">
                  <a:pos x="13" y="10"/>
                </a:cxn>
                <a:cxn ang="0">
                  <a:pos x="14" y="2"/>
                </a:cxn>
                <a:cxn ang="0">
                  <a:pos x="8" y="0"/>
                </a:cxn>
              </a:cxnLst>
              <a:rect l="0" t="0" r="r" b="b"/>
              <a:pathLst>
                <a:path w="14" h="24">
                  <a:moveTo>
                    <a:pt x="8" y="0"/>
                  </a:moveTo>
                  <a:lnTo>
                    <a:pt x="3" y="6"/>
                  </a:lnTo>
                  <a:lnTo>
                    <a:pt x="1" y="16"/>
                  </a:lnTo>
                  <a:lnTo>
                    <a:pt x="0" y="24"/>
                  </a:lnTo>
                  <a:lnTo>
                    <a:pt x="7" y="17"/>
                  </a:lnTo>
                  <a:lnTo>
                    <a:pt x="12" y="17"/>
                  </a:lnTo>
                  <a:lnTo>
                    <a:pt x="13" y="10"/>
                  </a:lnTo>
                  <a:lnTo>
                    <a:pt x="14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014E367-71B1-E8DC-D788-76A0681F774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3761906" y="84558"/>
              <a:ext cx="5355696" cy="3702581"/>
            </a:xfrm>
            <a:custGeom>
              <a:avLst/>
              <a:gdLst/>
              <a:ahLst/>
              <a:cxnLst>
                <a:cxn ang="0">
                  <a:pos x="6453" y="4036"/>
                </a:cxn>
                <a:cxn ang="0">
                  <a:pos x="6242" y="4258"/>
                </a:cxn>
                <a:cxn ang="0">
                  <a:pos x="6566" y="4537"/>
                </a:cxn>
                <a:cxn ang="0">
                  <a:pos x="6659" y="4763"/>
                </a:cxn>
                <a:cxn ang="0">
                  <a:pos x="6672" y="4669"/>
                </a:cxn>
                <a:cxn ang="0">
                  <a:pos x="6152" y="4410"/>
                </a:cxn>
                <a:cxn ang="0">
                  <a:pos x="5497" y="4843"/>
                </a:cxn>
                <a:cxn ang="0">
                  <a:pos x="4988" y="5022"/>
                </a:cxn>
                <a:cxn ang="0">
                  <a:pos x="5175" y="4742"/>
                </a:cxn>
                <a:cxn ang="0">
                  <a:pos x="4915" y="4548"/>
                </a:cxn>
                <a:cxn ang="0">
                  <a:pos x="4515" y="4278"/>
                </a:cxn>
                <a:cxn ang="0">
                  <a:pos x="4005" y="4246"/>
                </a:cxn>
                <a:cxn ang="0">
                  <a:pos x="1565" y="4183"/>
                </a:cxn>
                <a:cxn ang="0">
                  <a:pos x="1407" y="4037"/>
                </a:cxn>
                <a:cxn ang="0">
                  <a:pos x="1166" y="3890"/>
                </a:cxn>
                <a:cxn ang="0">
                  <a:pos x="1030" y="3617"/>
                </a:cxn>
                <a:cxn ang="0">
                  <a:pos x="947" y="3231"/>
                </a:cxn>
                <a:cxn ang="0">
                  <a:pos x="402" y="2645"/>
                </a:cxn>
                <a:cxn ang="0">
                  <a:pos x="0" y="1601"/>
                </a:cxn>
                <a:cxn ang="0">
                  <a:pos x="469" y="785"/>
                </a:cxn>
                <a:cxn ang="0">
                  <a:pos x="868" y="495"/>
                </a:cxn>
                <a:cxn ang="0">
                  <a:pos x="809" y="680"/>
                </a:cxn>
                <a:cxn ang="0">
                  <a:pos x="1221" y="589"/>
                </a:cxn>
                <a:cxn ang="0">
                  <a:pos x="1421" y="484"/>
                </a:cxn>
                <a:cxn ang="0">
                  <a:pos x="1924" y="721"/>
                </a:cxn>
                <a:cxn ang="0">
                  <a:pos x="2206" y="986"/>
                </a:cxn>
                <a:cxn ang="0">
                  <a:pos x="2681" y="1025"/>
                </a:cxn>
                <a:cxn ang="0">
                  <a:pos x="2897" y="1188"/>
                </a:cxn>
                <a:cxn ang="0">
                  <a:pos x="2950" y="888"/>
                </a:cxn>
                <a:cxn ang="0">
                  <a:pos x="2971" y="777"/>
                </a:cxn>
                <a:cxn ang="0">
                  <a:pos x="3345" y="1048"/>
                </a:cxn>
                <a:cxn ang="0">
                  <a:pos x="3695" y="1017"/>
                </a:cxn>
                <a:cxn ang="0">
                  <a:pos x="3864" y="970"/>
                </a:cxn>
                <a:cxn ang="0">
                  <a:pos x="4058" y="793"/>
                </a:cxn>
                <a:cxn ang="0">
                  <a:pos x="3860" y="563"/>
                </a:cxn>
                <a:cxn ang="0">
                  <a:pos x="3934" y="5"/>
                </a:cxn>
                <a:cxn ang="0">
                  <a:pos x="4181" y="471"/>
                </a:cxn>
                <a:cxn ang="0">
                  <a:pos x="4342" y="807"/>
                </a:cxn>
                <a:cxn ang="0">
                  <a:pos x="4627" y="1148"/>
                </a:cxn>
                <a:cxn ang="0">
                  <a:pos x="4773" y="628"/>
                </a:cxn>
                <a:cxn ang="0">
                  <a:pos x="5045" y="887"/>
                </a:cxn>
                <a:cxn ang="0">
                  <a:pos x="4916" y="1387"/>
                </a:cxn>
                <a:cxn ang="0">
                  <a:pos x="4493" y="1497"/>
                </a:cxn>
                <a:cxn ang="0">
                  <a:pos x="4394" y="1835"/>
                </a:cxn>
                <a:cxn ang="0">
                  <a:pos x="4169" y="1885"/>
                </a:cxn>
                <a:cxn ang="0">
                  <a:pos x="4124" y="2194"/>
                </a:cxn>
                <a:cxn ang="0">
                  <a:pos x="4064" y="2776"/>
                </a:cxn>
                <a:cxn ang="0">
                  <a:pos x="4664" y="3252"/>
                </a:cxn>
                <a:cxn ang="0">
                  <a:pos x="5095" y="3771"/>
                </a:cxn>
                <a:cxn ang="0">
                  <a:pos x="5379" y="3775"/>
                </a:cxn>
                <a:cxn ang="0">
                  <a:pos x="5549" y="3144"/>
                </a:cxn>
                <a:cxn ang="0">
                  <a:pos x="5463" y="2598"/>
                </a:cxn>
                <a:cxn ang="0">
                  <a:pos x="5408" y="2161"/>
                </a:cxn>
                <a:cxn ang="0">
                  <a:pos x="5921" y="2295"/>
                </a:cxn>
                <a:cxn ang="0">
                  <a:pos x="6119" y="2572"/>
                </a:cxn>
                <a:cxn ang="0">
                  <a:pos x="6157" y="2765"/>
                </a:cxn>
                <a:cxn ang="0">
                  <a:pos x="6458" y="2735"/>
                </a:cxn>
                <a:cxn ang="0">
                  <a:pos x="6662" y="2695"/>
                </a:cxn>
                <a:cxn ang="0">
                  <a:pos x="6741" y="2878"/>
                </a:cxn>
                <a:cxn ang="0">
                  <a:pos x="6857" y="3227"/>
                </a:cxn>
                <a:cxn ang="0">
                  <a:pos x="7174" y="3455"/>
                </a:cxn>
                <a:cxn ang="0">
                  <a:pos x="7106" y="3493"/>
                </a:cxn>
                <a:cxn ang="0">
                  <a:pos x="7311" y="3756"/>
                </a:cxn>
              </a:cxnLst>
              <a:rect l="0" t="0" r="r" b="b"/>
              <a:pathLst>
                <a:path w="7338" h="5070">
                  <a:moveTo>
                    <a:pt x="7311" y="3756"/>
                  </a:moveTo>
                  <a:lnTo>
                    <a:pt x="7326" y="3768"/>
                  </a:lnTo>
                  <a:lnTo>
                    <a:pt x="7335" y="3779"/>
                  </a:lnTo>
                  <a:lnTo>
                    <a:pt x="7320" y="3796"/>
                  </a:lnTo>
                  <a:lnTo>
                    <a:pt x="7304" y="3817"/>
                  </a:lnTo>
                  <a:lnTo>
                    <a:pt x="7276" y="3836"/>
                  </a:lnTo>
                  <a:lnTo>
                    <a:pt x="7252" y="3868"/>
                  </a:lnTo>
                  <a:lnTo>
                    <a:pt x="7233" y="3870"/>
                  </a:lnTo>
                  <a:lnTo>
                    <a:pt x="7228" y="3878"/>
                  </a:lnTo>
                  <a:lnTo>
                    <a:pt x="7205" y="3877"/>
                  </a:lnTo>
                  <a:lnTo>
                    <a:pt x="7169" y="3876"/>
                  </a:lnTo>
                  <a:lnTo>
                    <a:pt x="7147" y="3887"/>
                  </a:lnTo>
                  <a:lnTo>
                    <a:pt x="7099" y="3897"/>
                  </a:lnTo>
                  <a:lnTo>
                    <a:pt x="7081" y="3910"/>
                  </a:lnTo>
                  <a:lnTo>
                    <a:pt x="7064" y="3935"/>
                  </a:lnTo>
                  <a:lnTo>
                    <a:pt x="7055" y="3932"/>
                  </a:lnTo>
                  <a:lnTo>
                    <a:pt x="7036" y="3966"/>
                  </a:lnTo>
                  <a:lnTo>
                    <a:pt x="7010" y="4001"/>
                  </a:lnTo>
                  <a:lnTo>
                    <a:pt x="6992" y="4011"/>
                  </a:lnTo>
                  <a:lnTo>
                    <a:pt x="6973" y="4033"/>
                  </a:lnTo>
                  <a:lnTo>
                    <a:pt x="6960" y="4042"/>
                  </a:lnTo>
                  <a:lnTo>
                    <a:pt x="6949" y="4042"/>
                  </a:lnTo>
                  <a:lnTo>
                    <a:pt x="6942" y="4034"/>
                  </a:lnTo>
                  <a:lnTo>
                    <a:pt x="6949" y="4015"/>
                  </a:lnTo>
                  <a:lnTo>
                    <a:pt x="6940" y="4020"/>
                  </a:lnTo>
                  <a:lnTo>
                    <a:pt x="6930" y="4037"/>
                  </a:lnTo>
                  <a:lnTo>
                    <a:pt x="6866" y="4046"/>
                  </a:lnTo>
                  <a:lnTo>
                    <a:pt x="6825" y="4062"/>
                  </a:lnTo>
                  <a:lnTo>
                    <a:pt x="6816" y="4059"/>
                  </a:lnTo>
                  <a:lnTo>
                    <a:pt x="6814" y="4049"/>
                  </a:lnTo>
                  <a:lnTo>
                    <a:pt x="6800" y="4041"/>
                  </a:lnTo>
                  <a:lnTo>
                    <a:pt x="6773" y="4037"/>
                  </a:lnTo>
                  <a:lnTo>
                    <a:pt x="6703" y="4036"/>
                  </a:lnTo>
                  <a:lnTo>
                    <a:pt x="6679" y="4042"/>
                  </a:lnTo>
                  <a:lnTo>
                    <a:pt x="6628" y="4033"/>
                  </a:lnTo>
                  <a:lnTo>
                    <a:pt x="6617" y="4034"/>
                  </a:lnTo>
                  <a:lnTo>
                    <a:pt x="6578" y="4030"/>
                  </a:lnTo>
                  <a:lnTo>
                    <a:pt x="6536" y="4041"/>
                  </a:lnTo>
                  <a:lnTo>
                    <a:pt x="6520" y="4036"/>
                  </a:lnTo>
                  <a:lnTo>
                    <a:pt x="6500" y="4036"/>
                  </a:lnTo>
                  <a:lnTo>
                    <a:pt x="6474" y="4040"/>
                  </a:lnTo>
                  <a:lnTo>
                    <a:pt x="6453" y="4036"/>
                  </a:lnTo>
                  <a:lnTo>
                    <a:pt x="6441" y="4042"/>
                  </a:lnTo>
                  <a:lnTo>
                    <a:pt x="6421" y="4042"/>
                  </a:lnTo>
                  <a:lnTo>
                    <a:pt x="6413" y="4046"/>
                  </a:lnTo>
                  <a:lnTo>
                    <a:pt x="6411" y="4059"/>
                  </a:lnTo>
                  <a:lnTo>
                    <a:pt x="6395" y="4055"/>
                  </a:lnTo>
                  <a:lnTo>
                    <a:pt x="6388" y="4062"/>
                  </a:lnTo>
                  <a:lnTo>
                    <a:pt x="6380" y="4066"/>
                  </a:lnTo>
                  <a:lnTo>
                    <a:pt x="6370" y="4078"/>
                  </a:lnTo>
                  <a:lnTo>
                    <a:pt x="6355" y="4101"/>
                  </a:lnTo>
                  <a:lnTo>
                    <a:pt x="6346" y="4127"/>
                  </a:lnTo>
                  <a:lnTo>
                    <a:pt x="6334" y="4158"/>
                  </a:lnTo>
                  <a:lnTo>
                    <a:pt x="6330" y="4162"/>
                  </a:lnTo>
                  <a:lnTo>
                    <a:pt x="6270" y="4165"/>
                  </a:lnTo>
                  <a:lnTo>
                    <a:pt x="6252" y="4183"/>
                  </a:lnTo>
                  <a:lnTo>
                    <a:pt x="6243" y="4183"/>
                  </a:lnTo>
                  <a:lnTo>
                    <a:pt x="6242" y="4191"/>
                  </a:lnTo>
                  <a:lnTo>
                    <a:pt x="6214" y="4219"/>
                  </a:lnTo>
                  <a:lnTo>
                    <a:pt x="6198" y="4227"/>
                  </a:lnTo>
                  <a:lnTo>
                    <a:pt x="6154" y="4296"/>
                  </a:lnTo>
                  <a:lnTo>
                    <a:pt x="6137" y="4310"/>
                  </a:lnTo>
                  <a:lnTo>
                    <a:pt x="6119" y="4312"/>
                  </a:lnTo>
                  <a:lnTo>
                    <a:pt x="6122" y="4338"/>
                  </a:lnTo>
                  <a:lnTo>
                    <a:pt x="6087" y="4402"/>
                  </a:lnTo>
                  <a:lnTo>
                    <a:pt x="6080" y="4403"/>
                  </a:lnTo>
                  <a:lnTo>
                    <a:pt x="6045" y="4437"/>
                  </a:lnTo>
                  <a:lnTo>
                    <a:pt x="6005" y="4478"/>
                  </a:lnTo>
                  <a:lnTo>
                    <a:pt x="6004" y="4480"/>
                  </a:lnTo>
                  <a:lnTo>
                    <a:pt x="6025" y="4477"/>
                  </a:lnTo>
                  <a:lnTo>
                    <a:pt x="6042" y="4466"/>
                  </a:lnTo>
                  <a:lnTo>
                    <a:pt x="6043" y="4461"/>
                  </a:lnTo>
                  <a:lnTo>
                    <a:pt x="6052" y="4455"/>
                  </a:lnTo>
                  <a:lnTo>
                    <a:pt x="6074" y="4430"/>
                  </a:lnTo>
                  <a:lnTo>
                    <a:pt x="6089" y="4409"/>
                  </a:lnTo>
                  <a:lnTo>
                    <a:pt x="6105" y="4394"/>
                  </a:lnTo>
                  <a:lnTo>
                    <a:pt x="6119" y="4379"/>
                  </a:lnTo>
                  <a:lnTo>
                    <a:pt x="6139" y="4339"/>
                  </a:lnTo>
                  <a:lnTo>
                    <a:pt x="6155" y="4327"/>
                  </a:lnTo>
                  <a:lnTo>
                    <a:pt x="6189" y="4291"/>
                  </a:lnTo>
                  <a:lnTo>
                    <a:pt x="6198" y="4284"/>
                  </a:lnTo>
                  <a:lnTo>
                    <a:pt x="6214" y="4282"/>
                  </a:lnTo>
                  <a:lnTo>
                    <a:pt x="6225" y="4269"/>
                  </a:lnTo>
                  <a:lnTo>
                    <a:pt x="6242" y="4258"/>
                  </a:lnTo>
                  <a:lnTo>
                    <a:pt x="6261" y="4250"/>
                  </a:lnTo>
                  <a:lnTo>
                    <a:pt x="6311" y="4219"/>
                  </a:lnTo>
                  <a:lnTo>
                    <a:pt x="6396" y="4183"/>
                  </a:lnTo>
                  <a:lnTo>
                    <a:pt x="6443" y="4172"/>
                  </a:lnTo>
                  <a:lnTo>
                    <a:pt x="6464" y="4173"/>
                  </a:lnTo>
                  <a:lnTo>
                    <a:pt x="6482" y="4169"/>
                  </a:lnTo>
                  <a:lnTo>
                    <a:pt x="6527" y="4174"/>
                  </a:lnTo>
                  <a:lnTo>
                    <a:pt x="6568" y="4191"/>
                  </a:lnTo>
                  <a:lnTo>
                    <a:pt x="6588" y="4207"/>
                  </a:lnTo>
                  <a:lnTo>
                    <a:pt x="6600" y="4230"/>
                  </a:lnTo>
                  <a:lnTo>
                    <a:pt x="6588" y="4225"/>
                  </a:lnTo>
                  <a:lnTo>
                    <a:pt x="6586" y="4229"/>
                  </a:lnTo>
                  <a:lnTo>
                    <a:pt x="6594" y="4241"/>
                  </a:lnTo>
                  <a:lnTo>
                    <a:pt x="6594" y="4266"/>
                  </a:lnTo>
                  <a:lnTo>
                    <a:pt x="6579" y="4282"/>
                  </a:lnTo>
                  <a:lnTo>
                    <a:pt x="6539" y="4313"/>
                  </a:lnTo>
                  <a:lnTo>
                    <a:pt x="6514" y="4327"/>
                  </a:lnTo>
                  <a:lnTo>
                    <a:pt x="6485" y="4324"/>
                  </a:lnTo>
                  <a:lnTo>
                    <a:pt x="6460" y="4312"/>
                  </a:lnTo>
                  <a:lnTo>
                    <a:pt x="6427" y="4319"/>
                  </a:lnTo>
                  <a:lnTo>
                    <a:pt x="6404" y="4327"/>
                  </a:lnTo>
                  <a:lnTo>
                    <a:pt x="6397" y="4332"/>
                  </a:lnTo>
                  <a:lnTo>
                    <a:pt x="6421" y="4331"/>
                  </a:lnTo>
                  <a:lnTo>
                    <a:pt x="6463" y="4345"/>
                  </a:lnTo>
                  <a:lnTo>
                    <a:pt x="6470" y="4365"/>
                  </a:lnTo>
                  <a:lnTo>
                    <a:pt x="6477" y="4372"/>
                  </a:lnTo>
                  <a:lnTo>
                    <a:pt x="6524" y="4348"/>
                  </a:lnTo>
                  <a:lnTo>
                    <a:pt x="6529" y="4351"/>
                  </a:lnTo>
                  <a:lnTo>
                    <a:pt x="6529" y="4358"/>
                  </a:lnTo>
                  <a:lnTo>
                    <a:pt x="6541" y="4359"/>
                  </a:lnTo>
                  <a:lnTo>
                    <a:pt x="6550" y="4366"/>
                  </a:lnTo>
                  <a:lnTo>
                    <a:pt x="6549" y="4384"/>
                  </a:lnTo>
                  <a:lnTo>
                    <a:pt x="6536" y="4422"/>
                  </a:lnTo>
                  <a:lnTo>
                    <a:pt x="6509" y="4446"/>
                  </a:lnTo>
                  <a:lnTo>
                    <a:pt x="6509" y="4449"/>
                  </a:lnTo>
                  <a:lnTo>
                    <a:pt x="6522" y="4448"/>
                  </a:lnTo>
                  <a:lnTo>
                    <a:pt x="6546" y="4452"/>
                  </a:lnTo>
                  <a:lnTo>
                    <a:pt x="6542" y="4484"/>
                  </a:lnTo>
                  <a:lnTo>
                    <a:pt x="6546" y="4497"/>
                  </a:lnTo>
                  <a:lnTo>
                    <a:pt x="6553" y="4510"/>
                  </a:lnTo>
                  <a:lnTo>
                    <a:pt x="6558" y="4526"/>
                  </a:lnTo>
                  <a:lnTo>
                    <a:pt x="6566" y="4537"/>
                  </a:lnTo>
                  <a:lnTo>
                    <a:pt x="6576" y="4546"/>
                  </a:lnTo>
                  <a:lnTo>
                    <a:pt x="6575" y="4552"/>
                  </a:lnTo>
                  <a:lnTo>
                    <a:pt x="6601" y="4555"/>
                  </a:lnTo>
                  <a:lnTo>
                    <a:pt x="6634" y="4569"/>
                  </a:lnTo>
                  <a:lnTo>
                    <a:pt x="6640" y="4576"/>
                  </a:lnTo>
                  <a:lnTo>
                    <a:pt x="6627" y="4583"/>
                  </a:lnTo>
                  <a:lnTo>
                    <a:pt x="6624" y="4593"/>
                  </a:lnTo>
                  <a:lnTo>
                    <a:pt x="6638" y="4598"/>
                  </a:lnTo>
                  <a:lnTo>
                    <a:pt x="6655" y="4600"/>
                  </a:lnTo>
                  <a:lnTo>
                    <a:pt x="6680" y="4609"/>
                  </a:lnTo>
                  <a:lnTo>
                    <a:pt x="6724" y="4616"/>
                  </a:lnTo>
                  <a:lnTo>
                    <a:pt x="6730" y="4627"/>
                  </a:lnTo>
                  <a:lnTo>
                    <a:pt x="6764" y="4622"/>
                  </a:lnTo>
                  <a:lnTo>
                    <a:pt x="6795" y="4600"/>
                  </a:lnTo>
                  <a:lnTo>
                    <a:pt x="6803" y="4616"/>
                  </a:lnTo>
                  <a:lnTo>
                    <a:pt x="6799" y="4630"/>
                  </a:lnTo>
                  <a:lnTo>
                    <a:pt x="6809" y="4628"/>
                  </a:lnTo>
                  <a:lnTo>
                    <a:pt x="6824" y="4630"/>
                  </a:lnTo>
                  <a:lnTo>
                    <a:pt x="6839" y="4627"/>
                  </a:lnTo>
                  <a:lnTo>
                    <a:pt x="6850" y="4640"/>
                  </a:lnTo>
                  <a:lnTo>
                    <a:pt x="6856" y="4648"/>
                  </a:lnTo>
                  <a:lnTo>
                    <a:pt x="6847" y="4654"/>
                  </a:lnTo>
                  <a:lnTo>
                    <a:pt x="6845" y="4663"/>
                  </a:lnTo>
                  <a:lnTo>
                    <a:pt x="6869" y="4665"/>
                  </a:lnTo>
                  <a:lnTo>
                    <a:pt x="6876" y="4670"/>
                  </a:lnTo>
                  <a:lnTo>
                    <a:pt x="6866" y="4677"/>
                  </a:lnTo>
                  <a:lnTo>
                    <a:pt x="6851" y="4677"/>
                  </a:lnTo>
                  <a:lnTo>
                    <a:pt x="6837" y="4685"/>
                  </a:lnTo>
                  <a:lnTo>
                    <a:pt x="6825" y="4681"/>
                  </a:lnTo>
                  <a:lnTo>
                    <a:pt x="6805" y="4695"/>
                  </a:lnTo>
                  <a:lnTo>
                    <a:pt x="6773" y="4709"/>
                  </a:lnTo>
                  <a:lnTo>
                    <a:pt x="6758" y="4718"/>
                  </a:lnTo>
                  <a:lnTo>
                    <a:pt x="6751" y="4719"/>
                  </a:lnTo>
                  <a:lnTo>
                    <a:pt x="6747" y="4727"/>
                  </a:lnTo>
                  <a:lnTo>
                    <a:pt x="6733" y="4726"/>
                  </a:lnTo>
                  <a:lnTo>
                    <a:pt x="6717" y="4739"/>
                  </a:lnTo>
                  <a:lnTo>
                    <a:pt x="6700" y="4741"/>
                  </a:lnTo>
                  <a:lnTo>
                    <a:pt x="6697" y="4737"/>
                  </a:lnTo>
                  <a:lnTo>
                    <a:pt x="6685" y="4742"/>
                  </a:lnTo>
                  <a:lnTo>
                    <a:pt x="6674" y="4751"/>
                  </a:lnTo>
                  <a:lnTo>
                    <a:pt x="6654" y="4742"/>
                  </a:lnTo>
                  <a:lnTo>
                    <a:pt x="6659" y="4763"/>
                  </a:lnTo>
                  <a:lnTo>
                    <a:pt x="6658" y="4771"/>
                  </a:lnTo>
                  <a:lnTo>
                    <a:pt x="6639" y="4771"/>
                  </a:lnTo>
                  <a:lnTo>
                    <a:pt x="6628" y="4757"/>
                  </a:lnTo>
                  <a:lnTo>
                    <a:pt x="6627" y="4750"/>
                  </a:lnTo>
                  <a:lnTo>
                    <a:pt x="6614" y="4771"/>
                  </a:lnTo>
                  <a:lnTo>
                    <a:pt x="6609" y="4757"/>
                  </a:lnTo>
                  <a:lnTo>
                    <a:pt x="6601" y="4773"/>
                  </a:lnTo>
                  <a:lnTo>
                    <a:pt x="6597" y="4795"/>
                  </a:lnTo>
                  <a:lnTo>
                    <a:pt x="6581" y="4806"/>
                  </a:lnTo>
                  <a:lnTo>
                    <a:pt x="6561" y="4833"/>
                  </a:lnTo>
                  <a:lnTo>
                    <a:pt x="6556" y="4840"/>
                  </a:lnTo>
                  <a:lnTo>
                    <a:pt x="6539" y="4849"/>
                  </a:lnTo>
                  <a:lnTo>
                    <a:pt x="6529" y="4867"/>
                  </a:lnTo>
                  <a:lnTo>
                    <a:pt x="6517" y="4861"/>
                  </a:lnTo>
                  <a:lnTo>
                    <a:pt x="6509" y="4866"/>
                  </a:lnTo>
                  <a:lnTo>
                    <a:pt x="6506" y="4883"/>
                  </a:lnTo>
                  <a:lnTo>
                    <a:pt x="6497" y="4890"/>
                  </a:lnTo>
                  <a:lnTo>
                    <a:pt x="6490" y="4890"/>
                  </a:lnTo>
                  <a:lnTo>
                    <a:pt x="6475" y="4885"/>
                  </a:lnTo>
                  <a:lnTo>
                    <a:pt x="6467" y="4864"/>
                  </a:lnTo>
                  <a:lnTo>
                    <a:pt x="6458" y="4853"/>
                  </a:lnTo>
                  <a:lnTo>
                    <a:pt x="6445" y="4852"/>
                  </a:lnTo>
                  <a:lnTo>
                    <a:pt x="6437" y="4829"/>
                  </a:lnTo>
                  <a:lnTo>
                    <a:pt x="6436" y="4806"/>
                  </a:lnTo>
                  <a:lnTo>
                    <a:pt x="6439" y="4787"/>
                  </a:lnTo>
                  <a:lnTo>
                    <a:pt x="6458" y="4758"/>
                  </a:lnTo>
                  <a:lnTo>
                    <a:pt x="6452" y="4767"/>
                  </a:lnTo>
                  <a:lnTo>
                    <a:pt x="6434" y="4778"/>
                  </a:lnTo>
                  <a:lnTo>
                    <a:pt x="6437" y="4765"/>
                  </a:lnTo>
                  <a:lnTo>
                    <a:pt x="6462" y="4747"/>
                  </a:lnTo>
                  <a:lnTo>
                    <a:pt x="6473" y="4750"/>
                  </a:lnTo>
                  <a:lnTo>
                    <a:pt x="6488" y="4741"/>
                  </a:lnTo>
                  <a:lnTo>
                    <a:pt x="6487" y="4732"/>
                  </a:lnTo>
                  <a:lnTo>
                    <a:pt x="6524" y="4705"/>
                  </a:lnTo>
                  <a:lnTo>
                    <a:pt x="6560" y="4683"/>
                  </a:lnTo>
                  <a:lnTo>
                    <a:pt x="6581" y="4672"/>
                  </a:lnTo>
                  <a:lnTo>
                    <a:pt x="6588" y="4679"/>
                  </a:lnTo>
                  <a:lnTo>
                    <a:pt x="6591" y="4691"/>
                  </a:lnTo>
                  <a:lnTo>
                    <a:pt x="6606" y="4698"/>
                  </a:lnTo>
                  <a:lnTo>
                    <a:pt x="6620" y="4682"/>
                  </a:lnTo>
                  <a:lnTo>
                    <a:pt x="6635" y="4673"/>
                  </a:lnTo>
                  <a:lnTo>
                    <a:pt x="6672" y="4669"/>
                  </a:lnTo>
                  <a:lnTo>
                    <a:pt x="6674" y="4659"/>
                  </a:lnTo>
                  <a:lnTo>
                    <a:pt x="6651" y="4658"/>
                  </a:lnTo>
                  <a:lnTo>
                    <a:pt x="6628" y="4663"/>
                  </a:lnTo>
                  <a:lnTo>
                    <a:pt x="6588" y="4655"/>
                  </a:lnTo>
                  <a:lnTo>
                    <a:pt x="6569" y="4665"/>
                  </a:lnTo>
                  <a:lnTo>
                    <a:pt x="6551" y="4668"/>
                  </a:lnTo>
                  <a:lnTo>
                    <a:pt x="6549" y="4650"/>
                  </a:lnTo>
                  <a:lnTo>
                    <a:pt x="6569" y="4633"/>
                  </a:lnTo>
                  <a:lnTo>
                    <a:pt x="6588" y="4609"/>
                  </a:lnTo>
                  <a:lnTo>
                    <a:pt x="6576" y="4610"/>
                  </a:lnTo>
                  <a:lnTo>
                    <a:pt x="6571" y="4598"/>
                  </a:lnTo>
                  <a:lnTo>
                    <a:pt x="6557" y="4626"/>
                  </a:lnTo>
                  <a:lnTo>
                    <a:pt x="6539" y="4630"/>
                  </a:lnTo>
                  <a:lnTo>
                    <a:pt x="6489" y="4669"/>
                  </a:lnTo>
                  <a:lnTo>
                    <a:pt x="6474" y="4677"/>
                  </a:lnTo>
                  <a:lnTo>
                    <a:pt x="6458" y="4678"/>
                  </a:lnTo>
                  <a:lnTo>
                    <a:pt x="6446" y="4675"/>
                  </a:lnTo>
                  <a:lnTo>
                    <a:pt x="6435" y="4686"/>
                  </a:lnTo>
                  <a:lnTo>
                    <a:pt x="6423" y="4693"/>
                  </a:lnTo>
                  <a:lnTo>
                    <a:pt x="6388" y="4698"/>
                  </a:lnTo>
                  <a:lnTo>
                    <a:pt x="6379" y="4698"/>
                  </a:lnTo>
                  <a:lnTo>
                    <a:pt x="6371" y="4691"/>
                  </a:lnTo>
                  <a:lnTo>
                    <a:pt x="6354" y="4688"/>
                  </a:lnTo>
                  <a:lnTo>
                    <a:pt x="6353" y="4692"/>
                  </a:lnTo>
                  <a:lnTo>
                    <a:pt x="6345" y="4693"/>
                  </a:lnTo>
                  <a:lnTo>
                    <a:pt x="6332" y="4691"/>
                  </a:lnTo>
                  <a:lnTo>
                    <a:pt x="6319" y="4682"/>
                  </a:lnTo>
                  <a:lnTo>
                    <a:pt x="6314" y="4674"/>
                  </a:lnTo>
                  <a:lnTo>
                    <a:pt x="6313" y="4667"/>
                  </a:lnTo>
                  <a:lnTo>
                    <a:pt x="6312" y="4641"/>
                  </a:lnTo>
                  <a:lnTo>
                    <a:pt x="6289" y="4630"/>
                  </a:lnTo>
                  <a:lnTo>
                    <a:pt x="6289" y="4541"/>
                  </a:lnTo>
                  <a:lnTo>
                    <a:pt x="6289" y="4462"/>
                  </a:lnTo>
                  <a:lnTo>
                    <a:pt x="6248" y="4422"/>
                  </a:lnTo>
                  <a:lnTo>
                    <a:pt x="6237" y="4421"/>
                  </a:lnTo>
                  <a:lnTo>
                    <a:pt x="6226" y="4438"/>
                  </a:lnTo>
                  <a:lnTo>
                    <a:pt x="6199" y="4444"/>
                  </a:lnTo>
                  <a:lnTo>
                    <a:pt x="6179" y="4437"/>
                  </a:lnTo>
                  <a:lnTo>
                    <a:pt x="6176" y="4431"/>
                  </a:lnTo>
                  <a:lnTo>
                    <a:pt x="6171" y="4421"/>
                  </a:lnTo>
                  <a:lnTo>
                    <a:pt x="6160" y="4411"/>
                  </a:lnTo>
                  <a:lnTo>
                    <a:pt x="6152" y="4410"/>
                  </a:lnTo>
                  <a:lnTo>
                    <a:pt x="6142" y="4416"/>
                  </a:lnTo>
                  <a:lnTo>
                    <a:pt x="6098" y="4486"/>
                  </a:lnTo>
                  <a:lnTo>
                    <a:pt x="6092" y="4524"/>
                  </a:lnTo>
                  <a:lnTo>
                    <a:pt x="6083" y="4544"/>
                  </a:lnTo>
                  <a:lnTo>
                    <a:pt x="6082" y="4554"/>
                  </a:lnTo>
                  <a:lnTo>
                    <a:pt x="6074" y="4565"/>
                  </a:lnTo>
                  <a:lnTo>
                    <a:pt x="6070" y="4578"/>
                  </a:lnTo>
                  <a:lnTo>
                    <a:pt x="6065" y="4633"/>
                  </a:lnTo>
                  <a:lnTo>
                    <a:pt x="6063" y="4638"/>
                  </a:lnTo>
                  <a:lnTo>
                    <a:pt x="6052" y="4646"/>
                  </a:lnTo>
                  <a:lnTo>
                    <a:pt x="6046" y="4652"/>
                  </a:lnTo>
                  <a:lnTo>
                    <a:pt x="6044" y="4660"/>
                  </a:lnTo>
                  <a:lnTo>
                    <a:pt x="6047" y="4670"/>
                  </a:lnTo>
                  <a:lnTo>
                    <a:pt x="6046" y="4673"/>
                  </a:lnTo>
                  <a:lnTo>
                    <a:pt x="6035" y="4669"/>
                  </a:lnTo>
                  <a:lnTo>
                    <a:pt x="6033" y="4670"/>
                  </a:lnTo>
                  <a:lnTo>
                    <a:pt x="6033" y="4680"/>
                  </a:lnTo>
                  <a:lnTo>
                    <a:pt x="6016" y="4673"/>
                  </a:lnTo>
                  <a:lnTo>
                    <a:pt x="6003" y="4678"/>
                  </a:lnTo>
                  <a:lnTo>
                    <a:pt x="5999" y="4681"/>
                  </a:lnTo>
                  <a:lnTo>
                    <a:pt x="5980" y="4682"/>
                  </a:lnTo>
                  <a:lnTo>
                    <a:pt x="5974" y="4689"/>
                  </a:lnTo>
                  <a:lnTo>
                    <a:pt x="5964" y="4713"/>
                  </a:lnTo>
                  <a:lnTo>
                    <a:pt x="5961" y="4713"/>
                  </a:lnTo>
                  <a:lnTo>
                    <a:pt x="5808" y="4713"/>
                  </a:lnTo>
                  <a:lnTo>
                    <a:pt x="5691" y="4713"/>
                  </a:lnTo>
                  <a:lnTo>
                    <a:pt x="5668" y="4713"/>
                  </a:lnTo>
                  <a:lnTo>
                    <a:pt x="5642" y="4736"/>
                  </a:lnTo>
                  <a:lnTo>
                    <a:pt x="5612" y="4754"/>
                  </a:lnTo>
                  <a:lnTo>
                    <a:pt x="5608" y="4763"/>
                  </a:lnTo>
                  <a:lnTo>
                    <a:pt x="5607" y="4763"/>
                  </a:lnTo>
                  <a:lnTo>
                    <a:pt x="5586" y="4787"/>
                  </a:lnTo>
                  <a:lnTo>
                    <a:pt x="5566" y="4791"/>
                  </a:lnTo>
                  <a:lnTo>
                    <a:pt x="5517" y="4813"/>
                  </a:lnTo>
                  <a:lnTo>
                    <a:pt x="5504" y="4821"/>
                  </a:lnTo>
                  <a:lnTo>
                    <a:pt x="5499" y="4811"/>
                  </a:lnTo>
                  <a:lnTo>
                    <a:pt x="5493" y="4809"/>
                  </a:lnTo>
                  <a:lnTo>
                    <a:pt x="5479" y="4813"/>
                  </a:lnTo>
                  <a:lnTo>
                    <a:pt x="5477" y="4817"/>
                  </a:lnTo>
                  <a:lnTo>
                    <a:pt x="5485" y="4817"/>
                  </a:lnTo>
                  <a:lnTo>
                    <a:pt x="5495" y="4835"/>
                  </a:lnTo>
                  <a:lnTo>
                    <a:pt x="5497" y="4843"/>
                  </a:lnTo>
                  <a:lnTo>
                    <a:pt x="5483" y="4846"/>
                  </a:lnTo>
                  <a:lnTo>
                    <a:pt x="5476" y="4838"/>
                  </a:lnTo>
                  <a:lnTo>
                    <a:pt x="5459" y="4837"/>
                  </a:lnTo>
                  <a:lnTo>
                    <a:pt x="5448" y="4834"/>
                  </a:lnTo>
                  <a:lnTo>
                    <a:pt x="5427" y="4832"/>
                  </a:lnTo>
                  <a:lnTo>
                    <a:pt x="5401" y="4834"/>
                  </a:lnTo>
                  <a:lnTo>
                    <a:pt x="5312" y="4860"/>
                  </a:lnTo>
                  <a:lnTo>
                    <a:pt x="5290" y="4877"/>
                  </a:lnTo>
                  <a:lnTo>
                    <a:pt x="5280" y="4886"/>
                  </a:lnTo>
                  <a:lnTo>
                    <a:pt x="5276" y="4896"/>
                  </a:lnTo>
                  <a:lnTo>
                    <a:pt x="5258" y="4916"/>
                  </a:lnTo>
                  <a:lnTo>
                    <a:pt x="5293" y="4927"/>
                  </a:lnTo>
                  <a:lnTo>
                    <a:pt x="5305" y="4925"/>
                  </a:lnTo>
                  <a:lnTo>
                    <a:pt x="5322" y="4921"/>
                  </a:lnTo>
                  <a:lnTo>
                    <a:pt x="5326" y="4937"/>
                  </a:lnTo>
                  <a:lnTo>
                    <a:pt x="5333" y="4949"/>
                  </a:lnTo>
                  <a:lnTo>
                    <a:pt x="5338" y="4969"/>
                  </a:lnTo>
                  <a:lnTo>
                    <a:pt x="5302" y="4963"/>
                  </a:lnTo>
                  <a:lnTo>
                    <a:pt x="5291" y="4963"/>
                  </a:lnTo>
                  <a:lnTo>
                    <a:pt x="5273" y="4963"/>
                  </a:lnTo>
                  <a:lnTo>
                    <a:pt x="5266" y="4963"/>
                  </a:lnTo>
                  <a:lnTo>
                    <a:pt x="5236" y="4970"/>
                  </a:lnTo>
                  <a:lnTo>
                    <a:pt x="5218" y="4977"/>
                  </a:lnTo>
                  <a:lnTo>
                    <a:pt x="5194" y="4999"/>
                  </a:lnTo>
                  <a:lnTo>
                    <a:pt x="5176" y="4993"/>
                  </a:lnTo>
                  <a:lnTo>
                    <a:pt x="5144" y="4988"/>
                  </a:lnTo>
                  <a:lnTo>
                    <a:pt x="5114" y="4997"/>
                  </a:lnTo>
                  <a:lnTo>
                    <a:pt x="5106" y="5002"/>
                  </a:lnTo>
                  <a:lnTo>
                    <a:pt x="5099" y="5008"/>
                  </a:lnTo>
                  <a:lnTo>
                    <a:pt x="5087" y="5030"/>
                  </a:lnTo>
                  <a:lnTo>
                    <a:pt x="5082" y="5028"/>
                  </a:lnTo>
                  <a:lnTo>
                    <a:pt x="5064" y="5035"/>
                  </a:lnTo>
                  <a:lnTo>
                    <a:pt x="5055" y="5044"/>
                  </a:lnTo>
                  <a:lnTo>
                    <a:pt x="5039" y="5054"/>
                  </a:lnTo>
                  <a:lnTo>
                    <a:pt x="5030" y="5062"/>
                  </a:lnTo>
                  <a:lnTo>
                    <a:pt x="5029" y="5070"/>
                  </a:lnTo>
                  <a:lnTo>
                    <a:pt x="5005" y="5065"/>
                  </a:lnTo>
                  <a:lnTo>
                    <a:pt x="4996" y="5067"/>
                  </a:lnTo>
                  <a:lnTo>
                    <a:pt x="4971" y="5066"/>
                  </a:lnTo>
                  <a:lnTo>
                    <a:pt x="4972" y="5048"/>
                  </a:lnTo>
                  <a:lnTo>
                    <a:pt x="4980" y="5030"/>
                  </a:lnTo>
                  <a:lnTo>
                    <a:pt x="4988" y="5022"/>
                  </a:lnTo>
                  <a:lnTo>
                    <a:pt x="4991" y="5028"/>
                  </a:lnTo>
                  <a:lnTo>
                    <a:pt x="5008" y="5031"/>
                  </a:lnTo>
                  <a:lnTo>
                    <a:pt x="5022" y="5029"/>
                  </a:lnTo>
                  <a:lnTo>
                    <a:pt x="5027" y="5026"/>
                  </a:lnTo>
                  <a:lnTo>
                    <a:pt x="5029" y="5020"/>
                  </a:lnTo>
                  <a:lnTo>
                    <a:pt x="5031" y="5013"/>
                  </a:lnTo>
                  <a:lnTo>
                    <a:pt x="5029" y="5009"/>
                  </a:lnTo>
                  <a:lnTo>
                    <a:pt x="5022" y="5004"/>
                  </a:lnTo>
                  <a:lnTo>
                    <a:pt x="5020" y="4993"/>
                  </a:lnTo>
                  <a:lnTo>
                    <a:pt x="5020" y="4993"/>
                  </a:lnTo>
                  <a:lnTo>
                    <a:pt x="5031" y="4950"/>
                  </a:lnTo>
                  <a:lnTo>
                    <a:pt x="5032" y="4939"/>
                  </a:lnTo>
                  <a:lnTo>
                    <a:pt x="5046" y="4939"/>
                  </a:lnTo>
                  <a:lnTo>
                    <a:pt x="5054" y="4931"/>
                  </a:lnTo>
                  <a:lnTo>
                    <a:pt x="5057" y="4923"/>
                  </a:lnTo>
                  <a:lnTo>
                    <a:pt x="5072" y="4922"/>
                  </a:lnTo>
                  <a:lnTo>
                    <a:pt x="5085" y="4907"/>
                  </a:lnTo>
                  <a:lnTo>
                    <a:pt x="5091" y="4881"/>
                  </a:lnTo>
                  <a:lnTo>
                    <a:pt x="5089" y="4857"/>
                  </a:lnTo>
                  <a:lnTo>
                    <a:pt x="5086" y="4832"/>
                  </a:lnTo>
                  <a:lnTo>
                    <a:pt x="5087" y="4813"/>
                  </a:lnTo>
                  <a:lnTo>
                    <a:pt x="5114" y="4768"/>
                  </a:lnTo>
                  <a:lnTo>
                    <a:pt x="5120" y="4755"/>
                  </a:lnTo>
                  <a:lnTo>
                    <a:pt x="5120" y="4743"/>
                  </a:lnTo>
                  <a:lnTo>
                    <a:pt x="5120" y="4732"/>
                  </a:lnTo>
                  <a:lnTo>
                    <a:pt x="5115" y="4712"/>
                  </a:lnTo>
                  <a:lnTo>
                    <a:pt x="5106" y="4691"/>
                  </a:lnTo>
                  <a:lnTo>
                    <a:pt x="5101" y="4689"/>
                  </a:lnTo>
                  <a:lnTo>
                    <a:pt x="5097" y="4680"/>
                  </a:lnTo>
                  <a:lnTo>
                    <a:pt x="5101" y="4677"/>
                  </a:lnTo>
                  <a:lnTo>
                    <a:pt x="5125" y="4682"/>
                  </a:lnTo>
                  <a:lnTo>
                    <a:pt x="5128" y="4703"/>
                  </a:lnTo>
                  <a:lnTo>
                    <a:pt x="5138" y="4722"/>
                  </a:lnTo>
                  <a:lnTo>
                    <a:pt x="5142" y="4723"/>
                  </a:lnTo>
                  <a:lnTo>
                    <a:pt x="5146" y="4718"/>
                  </a:lnTo>
                  <a:lnTo>
                    <a:pt x="5153" y="4713"/>
                  </a:lnTo>
                  <a:lnTo>
                    <a:pt x="5149" y="4736"/>
                  </a:lnTo>
                  <a:lnTo>
                    <a:pt x="5156" y="4736"/>
                  </a:lnTo>
                  <a:lnTo>
                    <a:pt x="5158" y="4749"/>
                  </a:lnTo>
                  <a:lnTo>
                    <a:pt x="5158" y="4757"/>
                  </a:lnTo>
                  <a:lnTo>
                    <a:pt x="5170" y="4744"/>
                  </a:lnTo>
                  <a:lnTo>
                    <a:pt x="5175" y="4742"/>
                  </a:lnTo>
                  <a:lnTo>
                    <a:pt x="5183" y="4755"/>
                  </a:lnTo>
                  <a:lnTo>
                    <a:pt x="5190" y="4761"/>
                  </a:lnTo>
                  <a:lnTo>
                    <a:pt x="5210" y="4767"/>
                  </a:lnTo>
                  <a:lnTo>
                    <a:pt x="5232" y="4767"/>
                  </a:lnTo>
                  <a:lnTo>
                    <a:pt x="5239" y="4757"/>
                  </a:lnTo>
                  <a:lnTo>
                    <a:pt x="5239" y="4750"/>
                  </a:lnTo>
                  <a:lnTo>
                    <a:pt x="5231" y="4735"/>
                  </a:lnTo>
                  <a:lnTo>
                    <a:pt x="5233" y="4729"/>
                  </a:lnTo>
                  <a:lnTo>
                    <a:pt x="5237" y="4726"/>
                  </a:lnTo>
                  <a:lnTo>
                    <a:pt x="5247" y="4736"/>
                  </a:lnTo>
                  <a:lnTo>
                    <a:pt x="5259" y="4736"/>
                  </a:lnTo>
                  <a:lnTo>
                    <a:pt x="5266" y="4732"/>
                  </a:lnTo>
                  <a:lnTo>
                    <a:pt x="5266" y="4730"/>
                  </a:lnTo>
                  <a:lnTo>
                    <a:pt x="5263" y="4724"/>
                  </a:lnTo>
                  <a:lnTo>
                    <a:pt x="5261" y="4721"/>
                  </a:lnTo>
                  <a:lnTo>
                    <a:pt x="5247" y="4714"/>
                  </a:lnTo>
                  <a:lnTo>
                    <a:pt x="5235" y="4695"/>
                  </a:lnTo>
                  <a:lnTo>
                    <a:pt x="5239" y="4691"/>
                  </a:lnTo>
                  <a:lnTo>
                    <a:pt x="5235" y="4677"/>
                  </a:lnTo>
                  <a:lnTo>
                    <a:pt x="5236" y="4665"/>
                  </a:lnTo>
                  <a:lnTo>
                    <a:pt x="5226" y="4665"/>
                  </a:lnTo>
                  <a:lnTo>
                    <a:pt x="5216" y="4660"/>
                  </a:lnTo>
                  <a:lnTo>
                    <a:pt x="5208" y="4649"/>
                  </a:lnTo>
                  <a:lnTo>
                    <a:pt x="5192" y="4637"/>
                  </a:lnTo>
                  <a:lnTo>
                    <a:pt x="5185" y="4608"/>
                  </a:lnTo>
                  <a:lnTo>
                    <a:pt x="5169" y="4599"/>
                  </a:lnTo>
                  <a:lnTo>
                    <a:pt x="5154" y="4595"/>
                  </a:lnTo>
                  <a:lnTo>
                    <a:pt x="5124" y="4590"/>
                  </a:lnTo>
                  <a:lnTo>
                    <a:pt x="5105" y="4593"/>
                  </a:lnTo>
                  <a:lnTo>
                    <a:pt x="5102" y="4587"/>
                  </a:lnTo>
                  <a:lnTo>
                    <a:pt x="5102" y="4579"/>
                  </a:lnTo>
                  <a:lnTo>
                    <a:pt x="5082" y="4581"/>
                  </a:lnTo>
                  <a:lnTo>
                    <a:pt x="5061" y="4579"/>
                  </a:lnTo>
                  <a:lnTo>
                    <a:pt x="5033" y="4574"/>
                  </a:lnTo>
                  <a:lnTo>
                    <a:pt x="5024" y="4569"/>
                  </a:lnTo>
                  <a:lnTo>
                    <a:pt x="5019" y="4571"/>
                  </a:lnTo>
                  <a:lnTo>
                    <a:pt x="5009" y="4569"/>
                  </a:lnTo>
                  <a:lnTo>
                    <a:pt x="5001" y="4562"/>
                  </a:lnTo>
                  <a:lnTo>
                    <a:pt x="4981" y="4567"/>
                  </a:lnTo>
                  <a:lnTo>
                    <a:pt x="4975" y="4570"/>
                  </a:lnTo>
                  <a:lnTo>
                    <a:pt x="4967" y="4568"/>
                  </a:lnTo>
                  <a:lnTo>
                    <a:pt x="4915" y="4548"/>
                  </a:lnTo>
                  <a:lnTo>
                    <a:pt x="4895" y="4549"/>
                  </a:lnTo>
                  <a:lnTo>
                    <a:pt x="4886" y="4554"/>
                  </a:lnTo>
                  <a:lnTo>
                    <a:pt x="4885" y="4541"/>
                  </a:lnTo>
                  <a:lnTo>
                    <a:pt x="4871" y="4518"/>
                  </a:lnTo>
                  <a:lnTo>
                    <a:pt x="4867" y="4514"/>
                  </a:lnTo>
                  <a:lnTo>
                    <a:pt x="4865" y="4517"/>
                  </a:lnTo>
                  <a:lnTo>
                    <a:pt x="4864" y="4521"/>
                  </a:lnTo>
                  <a:lnTo>
                    <a:pt x="4865" y="4529"/>
                  </a:lnTo>
                  <a:lnTo>
                    <a:pt x="4851" y="4529"/>
                  </a:lnTo>
                  <a:lnTo>
                    <a:pt x="4856" y="4528"/>
                  </a:lnTo>
                  <a:lnTo>
                    <a:pt x="4856" y="4526"/>
                  </a:lnTo>
                  <a:lnTo>
                    <a:pt x="4851" y="4524"/>
                  </a:lnTo>
                  <a:lnTo>
                    <a:pt x="4849" y="4512"/>
                  </a:lnTo>
                  <a:lnTo>
                    <a:pt x="4855" y="4499"/>
                  </a:lnTo>
                  <a:lnTo>
                    <a:pt x="4849" y="4502"/>
                  </a:lnTo>
                  <a:lnTo>
                    <a:pt x="4848" y="4493"/>
                  </a:lnTo>
                  <a:lnTo>
                    <a:pt x="4858" y="4480"/>
                  </a:lnTo>
                  <a:lnTo>
                    <a:pt x="4837" y="4469"/>
                  </a:lnTo>
                  <a:lnTo>
                    <a:pt x="4831" y="4448"/>
                  </a:lnTo>
                  <a:lnTo>
                    <a:pt x="4838" y="4423"/>
                  </a:lnTo>
                  <a:lnTo>
                    <a:pt x="4815" y="4394"/>
                  </a:lnTo>
                  <a:lnTo>
                    <a:pt x="4810" y="4383"/>
                  </a:lnTo>
                  <a:lnTo>
                    <a:pt x="4813" y="4355"/>
                  </a:lnTo>
                  <a:lnTo>
                    <a:pt x="4817" y="4339"/>
                  </a:lnTo>
                  <a:lnTo>
                    <a:pt x="4781" y="4345"/>
                  </a:lnTo>
                  <a:lnTo>
                    <a:pt x="4746" y="4346"/>
                  </a:lnTo>
                  <a:lnTo>
                    <a:pt x="4728" y="4333"/>
                  </a:lnTo>
                  <a:lnTo>
                    <a:pt x="4705" y="4282"/>
                  </a:lnTo>
                  <a:lnTo>
                    <a:pt x="4695" y="4256"/>
                  </a:lnTo>
                  <a:lnTo>
                    <a:pt x="4687" y="4243"/>
                  </a:lnTo>
                  <a:lnTo>
                    <a:pt x="4674" y="4243"/>
                  </a:lnTo>
                  <a:lnTo>
                    <a:pt x="4654" y="4236"/>
                  </a:lnTo>
                  <a:lnTo>
                    <a:pt x="4631" y="4236"/>
                  </a:lnTo>
                  <a:lnTo>
                    <a:pt x="4631" y="4298"/>
                  </a:lnTo>
                  <a:lnTo>
                    <a:pt x="4601" y="4228"/>
                  </a:lnTo>
                  <a:lnTo>
                    <a:pt x="4546" y="4209"/>
                  </a:lnTo>
                  <a:lnTo>
                    <a:pt x="4539" y="4214"/>
                  </a:lnTo>
                  <a:lnTo>
                    <a:pt x="4537" y="4218"/>
                  </a:lnTo>
                  <a:lnTo>
                    <a:pt x="4539" y="4249"/>
                  </a:lnTo>
                  <a:lnTo>
                    <a:pt x="4536" y="4256"/>
                  </a:lnTo>
                  <a:lnTo>
                    <a:pt x="4522" y="4263"/>
                  </a:lnTo>
                  <a:lnTo>
                    <a:pt x="4515" y="4278"/>
                  </a:lnTo>
                  <a:lnTo>
                    <a:pt x="4509" y="4282"/>
                  </a:lnTo>
                  <a:lnTo>
                    <a:pt x="4505" y="4270"/>
                  </a:lnTo>
                  <a:lnTo>
                    <a:pt x="4513" y="4256"/>
                  </a:lnTo>
                  <a:lnTo>
                    <a:pt x="4517" y="4241"/>
                  </a:lnTo>
                  <a:lnTo>
                    <a:pt x="4516" y="4232"/>
                  </a:lnTo>
                  <a:lnTo>
                    <a:pt x="4508" y="4246"/>
                  </a:lnTo>
                  <a:lnTo>
                    <a:pt x="4493" y="4283"/>
                  </a:lnTo>
                  <a:lnTo>
                    <a:pt x="4489" y="4289"/>
                  </a:lnTo>
                  <a:lnTo>
                    <a:pt x="4479" y="4293"/>
                  </a:lnTo>
                  <a:lnTo>
                    <a:pt x="4476" y="4280"/>
                  </a:lnTo>
                  <a:lnTo>
                    <a:pt x="4477" y="4262"/>
                  </a:lnTo>
                  <a:lnTo>
                    <a:pt x="4455" y="4288"/>
                  </a:lnTo>
                  <a:lnTo>
                    <a:pt x="4446" y="4313"/>
                  </a:lnTo>
                  <a:lnTo>
                    <a:pt x="4439" y="4318"/>
                  </a:lnTo>
                  <a:lnTo>
                    <a:pt x="4436" y="4325"/>
                  </a:lnTo>
                  <a:lnTo>
                    <a:pt x="4403" y="4340"/>
                  </a:lnTo>
                  <a:lnTo>
                    <a:pt x="4395" y="4340"/>
                  </a:lnTo>
                  <a:lnTo>
                    <a:pt x="4373" y="4330"/>
                  </a:lnTo>
                  <a:lnTo>
                    <a:pt x="4333" y="4329"/>
                  </a:lnTo>
                  <a:lnTo>
                    <a:pt x="4307" y="4319"/>
                  </a:lnTo>
                  <a:lnTo>
                    <a:pt x="4291" y="4320"/>
                  </a:lnTo>
                  <a:lnTo>
                    <a:pt x="4271" y="4330"/>
                  </a:lnTo>
                  <a:lnTo>
                    <a:pt x="4261" y="4331"/>
                  </a:lnTo>
                  <a:lnTo>
                    <a:pt x="4242" y="4322"/>
                  </a:lnTo>
                  <a:lnTo>
                    <a:pt x="4230" y="4307"/>
                  </a:lnTo>
                  <a:lnTo>
                    <a:pt x="4211" y="4301"/>
                  </a:lnTo>
                  <a:lnTo>
                    <a:pt x="4200" y="4291"/>
                  </a:lnTo>
                  <a:lnTo>
                    <a:pt x="4186" y="4287"/>
                  </a:lnTo>
                  <a:lnTo>
                    <a:pt x="4178" y="4282"/>
                  </a:lnTo>
                  <a:lnTo>
                    <a:pt x="4169" y="4272"/>
                  </a:lnTo>
                  <a:lnTo>
                    <a:pt x="4155" y="4262"/>
                  </a:lnTo>
                  <a:lnTo>
                    <a:pt x="4139" y="4257"/>
                  </a:lnTo>
                  <a:lnTo>
                    <a:pt x="4099" y="4253"/>
                  </a:lnTo>
                  <a:lnTo>
                    <a:pt x="4086" y="4261"/>
                  </a:lnTo>
                  <a:lnTo>
                    <a:pt x="4070" y="4262"/>
                  </a:lnTo>
                  <a:lnTo>
                    <a:pt x="4058" y="4259"/>
                  </a:lnTo>
                  <a:lnTo>
                    <a:pt x="4058" y="4257"/>
                  </a:lnTo>
                  <a:lnTo>
                    <a:pt x="4055" y="4253"/>
                  </a:lnTo>
                  <a:lnTo>
                    <a:pt x="4035" y="4248"/>
                  </a:lnTo>
                  <a:lnTo>
                    <a:pt x="4027" y="4243"/>
                  </a:lnTo>
                  <a:lnTo>
                    <a:pt x="4012" y="4246"/>
                  </a:lnTo>
                  <a:lnTo>
                    <a:pt x="4005" y="4246"/>
                  </a:lnTo>
                  <a:lnTo>
                    <a:pt x="4003" y="4243"/>
                  </a:lnTo>
                  <a:lnTo>
                    <a:pt x="3990" y="4245"/>
                  </a:lnTo>
                  <a:lnTo>
                    <a:pt x="3977" y="4210"/>
                  </a:lnTo>
                  <a:lnTo>
                    <a:pt x="3973" y="4208"/>
                  </a:lnTo>
                  <a:lnTo>
                    <a:pt x="3955" y="4158"/>
                  </a:lnTo>
                  <a:lnTo>
                    <a:pt x="3943" y="4155"/>
                  </a:lnTo>
                  <a:lnTo>
                    <a:pt x="3937" y="4155"/>
                  </a:lnTo>
                  <a:lnTo>
                    <a:pt x="3937" y="4212"/>
                  </a:lnTo>
                  <a:lnTo>
                    <a:pt x="3844" y="4212"/>
                  </a:lnTo>
                  <a:lnTo>
                    <a:pt x="3757" y="4212"/>
                  </a:lnTo>
                  <a:lnTo>
                    <a:pt x="3740" y="4212"/>
                  </a:lnTo>
                  <a:lnTo>
                    <a:pt x="3668" y="4212"/>
                  </a:lnTo>
                  <a:lnTo>
                    <a:pt x="3592" y="4212"/>
                  </a:lnTo>
                  <a:lnTo>
                    <a:pt x="3508" y="4212"/>
                  </a:lnTo>
                  <a:lnTo>
                    <a:pt x="3429" y="4212"/>
                  </a:lnTo>
                  <a:lnTo>
                    <a:pt x="3403" y="4212"/>
                  </a:lnTo>
                  <a:lnTo>
                    <a:pt x="3174" y="4212"/>
                  </a:lnTo>
                  <a:lnTo>
                    <a:pt x="3105" y="4211"/>
                  </a:lnTo>
                  <a:lnTo>
                    <a:pt x="3021" y="4211"/>
                  </a:lnTo>
                  <a:lnTo>
                    <a:pt x="2942" y="4211"/>
                  </a:lnTo>
                  <a:lnTo>
                    <a:pt x="2870" y="4211"/>
                  </a:lnTo>
                  <a:lnTo>
                    <a:pt x="2795" y="4211"/>
                  </a:lnTo>
                  <a:lnTo>
                    <a:pt x="2712" y="4211"/>
                  </a:lnTo>
                  <a:lnTo>
                    <a:pt x="2660" y="4211"/>
                  </a:lnTo>
                  <a:lnTo>
                    <a:pt x="2582" y="4210"/>
                  </a:lnTo>
                  <a:lnTo>
                    <a:pt x="2499" y="4210"/>
                  </a:lnTo>
                  <a:lnTo>
                    <a:pt x="2421" y="4210"/>
                  </a:lnTo>
                  <a:lnTo>
                    <a:pt x="2312" y="4210"/>
                  </a:lnTo>
                  <a:lnTo>
                    <a:pt x="2140" y="4210"/>
                  </a:lnTo>
                  <a:lnTo>
                    <a:pt x="2057" y="4210"/>
                  </a:lnTo>
                  <a:lnTo>
                    <a:pt x="1975" y="4210"/>
                  </a:lnTo>
                  <a:lnTo>
                    <a:pt x="1903" y="4210"/>
                  </a:lnTo>
                  <a:lnTo>
                    <a:pt x="1828" y="4210"/>
                  </a:lnTo>
                  <a:lnTo>
                    <a:pt x="1745" y="4210"/>
                  </a:lnTo>
                  <a:lnTo>
                    <a:pt x="1666" y="4210"/>
                  </a:lnTo>
                  <a:lnTo>
                    <a:pt x="1568" y="4210"/>
                  </a:lnTo>
                  <a:lnTo>
                    <a:pt x="1566" y="4203"/>
                  </a:lnTo>
                  <a:lnTo>
                    <a:pt x="1556" y="4197"/>
                  </a:lnTo>
                  <a:lnTo>
                    <a:pt x="1548" y="4199"/>
                  </a:lnTo>
                  <a:lnTo>
                    <a:pt x="1546" y="4195"/>
                  </a:lnTo>
                  <a:lnTo>
                    <a:pt x="1548" y="4189"/>
                  </a:lnTo>
                  <a:lnTo>
                    <a:pt x="1565" y="4183"/>
                  </a:lnTo>
                  <a:lnTo>
                    <a:pt x="1582" y="4186"/>
                  </a:lnTo>
                  <a:lnTo>
                    <a:pt x="1582" y="4176"/>
                  </a:lnTo>
                  <a:lnTo>
                    <a:pt x="1578" y="4176"/>
                  </a:lnTo>
                  <a:lnTo>
                    <a:pt x="1576" y="4172"/>
                  </a:lnTo>
                  <a:lnTo>
                    <a:pt x="1572" y="4169"/>
                  </a:lnTo>
                  <a:lnTo>
                    <a:pt x="1552" y="4176"/>
                  </a:lnTo>
                  <a:lnTo>
                    <a:pt x="1535" y="4174"/>
                  </a:lnTo>
                  <a:lnTo>
                    <a:pt x="1532" y="4168"/>
                  </a:lnTo>
                  <a:lnTo>
                    <a:pt x="1534" y="4166"/>
                  </a:lnTo>
                  <a:lnTo>
                    <a:pt x="1530" y="4159"/>
                  </a:lnTo>
                  <a:lnTo>
                    <a:pt x="1530" y="4155"/>
                  </a:lnTo>
                  <a:lnTo>
                    <a:pt x="1534" y="4152"/>
                  </a:lnTo>
                  <a:lnTo>
                    <a:pt x="1535" y="4115"/>
                  </a:lnTo>
                  <a:lnTo>
                    <a:pt x="1527" y="4112"/>
                  </a:lnTo>
                  <a:lnTo>
                    <a:pt x="1526" y="4121"/>
                  </a:lnTo>
                  <a:lnTo>
                    <a:pt x="1512" y="4133"/>
                  </a:lnTo>
                  <a:lnTo>
                    <a:pt x="1503" y="4149"/>
                  </a:lnTo>
                  <a:lnTo>
                    <a:pt x="1495" y="4147"/>
                  </a:lnTo>
                  <a:lnTo>
                    <a:pt x="1491" y="4136"/>
                  </a:lnTo>
                  <a:lnTo>
                    <a:pt x="1491" y="4131"/>
                  </a:lnTo>
                  <a:lnTo>
                    <a:pt x="1496" y="4115"/>
                  </a:lnTo>
                  <a:lnTo>
                    <a:pt x="1485" y="4115"/>
                  </a:lnTo>
                  <a:lnTo>
                    <a:pt x="1485" y="4106"/>
                  </a:lnTo>
                  <a:lnTo>
                    <a:pt x="1480" y="4106"/>
                  </a:lnTo>
                  <a:lnTo>
                    <a:pt x="1477" y="4097"/>
                  </a:lnTo>
                  <a:lnTo>
                    <a:pt x="1477" y="4091"/>
                  </a:lnTo>
                  <a:lnTo>
                    <a:pt x="1470" y="4083"/>
                  </a:lnTo>
                  <a:lnTo>
                    <a:pt x="1466" y="4071"/>
                  </a:lnTo>
                  <a:lnTo>
                    <a:pt x="1464" y="4073"/>
                  </a:lnTo>
                  <a:lnTo>
                    <a:pt x="1467" y="4086"/>
                  </a:lnTo>
                  <a:lnTo>
                    <a:pt x="1466" y="4094"/>
                  </a:lnTo>
                  <a:lnTo>
                    <a:pt x="1457" y="4081"/>
                  </a:lnTo>
                  <a:lnTo>
                    <a:pt x="1452" y="4095"/>
                  </a:lnTo>
                  <a:lnTo>
                    <a:pt x="1445" y="4101"/>
                  </a:lnTo>
                  <a:lnTo>
                    <a:pt x="1426" y="4100"/>
                  </a:lnTo>
                  <a:lnTo>
                    <a:pt x="1412" y="4088"/>
                  </a:lnTo>
                  <a:lnTo>
                    <a:pt x="1405" y="4081"/>
                  </a:lnTo>
                  <a:lnTo>
                    <a:pt x="1397" y="4071"/>
                  </a:lnTo>
                  <a:lnTo>
                    <a:pt x="1394" y="4064"/>
                  </a:lnTo>
                  <a:lnTo>
                    <a:pt x="1406" y="4054"/>
                  </a:lnTo>
                  <a:lnTo>
                    <a:pt x="1408" y="4049"/>
                  </a:lnTo>
                  <a:lnTo>
                    <a:pt x="1407" y="4037"/>
                  </a:lnTo>
                  <a:lnTo>
                    <a:pt x="1404" y="4031"/>
                  </a:lnTo>
                  <a:lnTo>
                    <a:pt x="1407" y="4018"/>
                  </a:lnTo>
                  <a:lnTo>
                    <a:pt x="1402" y="4016"/>
                  </a:lnTo>
                  <a:lnTo>
                    <a:pt x="1392" y="4024"/>
                  </a:lnTo>
                  <a:lnTo>
                    <a:pt x="1383" y="4025"/>
                  </a:lnTo>
                  <a:lnTo>
                    <a:pt x="1378" y="4018"/>
                  </a:lnTo>
                  <a:lnTo>
                    <a:pt x="1374" y="4002"/>
                  </a:lnTo>
                  <a:lnTo>
                    <a:pt x="1371" y="4002"/>
                  </a:lnTo>
                  <a:lnTo>
                    <a:pt x="1353" y="4012"/>
                  </a:lnTo>
                  <a:lnTo>
                    <a:pt x="1335" y="4005"/>
                  </a:lnTo>
                  <a:lnTo>
                    <a:pt x="1330" y="4011"/>
                  </a:lnTo>
                  <a:lnTo>
                    <a:pt x="1319" y="4000"/>
                  </a:lnTo>
                  <a:lnTo>
                    <a:pt x="1315" y="4008"/>
                  </a:lnTo>
                  <a:lnTo>
                    <a:pt x="1310" y="4012"/>
                  </a:lnTo>
                  <a:lnTo>
                    <a:pt x="1303" y="4006"/>
                  </a:lnTo>
                  <a:lnTo>
                    <a:pt x="1257" y="4003"/>
                  </a:lnTo>
                  <a:lnTo>
                    <a:pt x="1251" y="3998"/>
                  </a:lnTo>
                  <a:lnTo>
                    <a:pt x="1292" y="3987"/>
                  </a:lnTo>
                  <a:lnTo>
                    <a:pt x="1295" y="3981"/>
                  </a:lnTo>
                  <a:lnTo>
                    <a:pt x="1278" y="3980"/>
                  </a:lnTo>
                  <a:lnTo>
                    <a:pt x="1281" y="3967"/>
                  </a:lnTo>
                  <a:lnTo>
                    <a:pt x="1267" y="3959"/>
                  </a:lnTo>
                  <a:lnTo>
                    <a:pt x="1256" y="3958"/>
                  </a:lnTo>
                  <a:lnTo>
                    <a:pt x="1257" y="3956"/>
                  </a:lnTo>
                  <a:lnTo>
                    <a:pt x="1268" y="3956"/>
                  </a:lnTo>
                  <a:lnTo>
                    <a:pt x="1274" y="3952"/>
                  </a:lnTo>
                  <a:lnTo>
                    <a:pt x="1268" y="3942"/>
                  </a:lnTo>
                  <a:lnTo>
                    <a:pt x="1242" y="3939"/>
                  </a:lnTo>
                  <a:lnTo>
                    <a:pt x="1231" y="3950"/>
                  </a:lnTo>
                  <a:lnTo>
                    <a:pt x="1226" y="3944"/>
                  </a:lnTo>
                  <a:lnTo>
                    <a:pt x="1198" y="3941"/>
                  </a:lnTo>
                  <a:lnTo>
                    <a:pt x="1196" y="3949"/>
                  </a:lnTo>
                  <a:lnTo>
                    <a:pt x="1200" y="3953"/>
                  </a:lnTo>
                  <a:lnTo>
                    <a:pt x="1192" y="3956"/>
                  </a:lnTo>
                  <a:lnTo>
                    <a:pt x="1158" y="3939"/>
                  </a:lnTo>
                  <a:lnTo>
                    <a:pt x="1145" y="3923"/>
                  </a:lnTo>
                  <a:lnTo>
                    <a:pt x="1142" y="3913"/>
                  </a:lnTo>
                  <a:lnTo>
                    <a:pt x="1142" y="3905"/>
                  </a:lnTo>
                  <a:lnTo>
                    <a:pt x="1149" y="3900"/>
                  </a:lnTo>
                  <a:lnTo>
                    <a:pt x="1160" y="3901"/>
                  </a:lnTo>
                  <a:lnTo>
                    <a:pt x="1169" y="3897"/>
                  </a:lnTo>
                  <a:lnTo>
                    <a:pt x="1166" y="3890"/>
                  </a:lnTo>
                  <a:lnTo>
                    <a:pt x="1158" y="3887"/>
                  </a:lnTo>
                  <a:lnTo>
                    <a:pt x="1142" y="3890"/>
                  </a:lnTo>
                  <a:lnTo>
                    <a:pt x="1144" y="3884"/>
                  </a:lnTo>
                  <a:lnTo>
                    <a:pt x="1160" y="3875"/>
                  </a:lnTo>
                  <a:lnTo>
                    <a:pt x="1177" y="3877"/>
                  </a:lnTo>
                  <a:lnTo>
                    <a:pt x="1182" y="3874"/>
                  </a:lnTo>
                  <a:lnTo>
                    <a:pt x="1165" y="3867"/>
                  </a:lnTo>
                  <a:lnTo>
                    <a:pt x="1163" y="3861"/>
                  </a:lnTo>
                  <a:lnTo>
                    <a:pt x="1173" y="3849"/>
                  </a:lnTo>
                  <a:lnTo>
                    <a:pt x="1163" y="3836"/>
                  </a:lnTo>
                  <a:lnTo>
                    <a:pt x="1148" y="3856"/>
                  </a:lnTo>
                  <a:lnTo>
                    <a:pt x="1139" y="3858"/>
                  </a:lnTo>
                  <a:lnTo>
                    <a:pt x="1135" y="3856"/>
                  </a:lnTo>
                  <a:lnTo>
                    <a:pt x="1132" y="3844"/>
                  </a:lnTo>
                  <a:lnTo>
                    <a:pt x="1132" y="3826"/>
                  </a:lnTo>
                  <a:lnTo>
                    <a:pt x="1135" y="3805"/>
                  </a:lnTo>
                  <a:lnTo>
                    <a:pt x="1132" y="3804"/>
                  </a:lnTo>
                  <a:lnTo>
                    <a:pt x="1129" y="3798"/>
                  </a:lnTo>
                  <a:lnTo>
                    <a:pt x="1129" y="3791"/>
                  </a:lnTo>
                  <a:lnTo>
                    <a:pt x="1134" y="3773"/>
                  </a:lnTo>
                  <a:lnTo>
                    <a:pt x="1132" y="3763"/>
                  </a:lnTo>
                  <a:lnTo>
                    <a:pt x="1126" y="3760"/>
                  </a:lnTo>
                  <a:lnTo>
                    <a:pt x="1126" y="3748"/>
                  </a:lnTo>
                  <a:lnTo>
                    <a:pt x="1124" y="3741"/>
                  </a:lnTo>
                  <a:lnTo>
                    <a:pt x="1106" y="3751"/>
                  </a:lnTo>
                  <a:lnTo>
                    <a:pt x="1093" y="3752"/>
                  </a:lnTo>
                  <a:lnTo>
                    <a:pt x="1095" y="3744"/>
                  </a:lnTo>
                  <a:lnTo>
                    <a:pt x="1098" y="3741"/>
                  </a:lnTo>
                  <a:lnTo>
                    <a:pt x="1098" y="3734"/>
                  </a:lnTo>
                  <a:lnTo>
                    <a:pt x="1094" y="3726"/>
                  </a:lnTo>
                  <a:lnTo>
                    <a:pt x="1084" y="3726"/>
                  </a:lnTo>
                  <a:lnTo>
                    <a:pt x="1070" y="3731"/>
                  </a:lnTo>
                  <a:lnTo>
                    <a:pt x="1053" y="3729"/>
                  </a:lnTo>
                  <a:lnTo>
                    <a:pt x="1051" y="3724"/>
                  </a:lnTo>
                  <a:lnTo>
                    <a:pt x="1046" y="3702"/>
                  </a:lnTo>
                  <a:lnTo>
                    <a:pt x="1037" y="3699"/>
                  </a:lnTo>
                  <a:lnTo>
                    <a:pt x="1026" y="3681"/>
                  </a:lnTo>
                  <a:lnTo>
                    <a:pt x="1025" y="3673"/>
                  </a:lnTo>
                  <a:lnTo>
                    <a:pt x="1019" y="3661"/>
                  </a:lnTo>
                  <a:lnTo>
                    <a:pt x="1024" y="3644"/>
                  </a:lnTo>
                  <a:lnTo>
                    <a:pt x="1029" y="3635"/>
                  </a:lnTo>
                  <a:lnTo>
                    <a:pt x="1030" y="3617"/>
                  </a:lnTo>
                  <a:lnTo>
                    <a:pt x="1029" y="3600"/>
                  </a:lnTo>
                  <a:lnTo>
                    <a:pt x="1026" y="3596"/>
                  </a:lnTo>
                  <a:lnTo>
                    <a:pt x="1021" y="3591"/>
                  </a:lnTo>
                  <a:lnTo>
                    <a:pt x="1011" y="3598"/>
                  </a:lnTo>
                  <a:lnTo>
                    <a:pt x="1011" y="3602"/>
                  </a:lnTo>
                  <a:lnTo>
                    <a:pt x="1006" y="3600"/>
                  </a:lnTo>
                  <a:lnTo>
                    <a:pt x="1004" y="3596"/>
                  </a:lnTo>
                  <a:lnTo>
                    <a:pt x="1002" y="3596"/>
                  </a:lnTo>
                  <a:lnTo>
                    <a:pt x="978" y="3570"/>
                  </a:lnTo>
                  <a:lnTo>
                    <a:pt x="971" y="3556"/>
                  </a:lnTo>
                  <a:lnTo>
                    <a:pt x="963" y="3547"/>
                  </a:lnTo>
                  <a:lnTo>
                    <a:pt x="939" y="3526"/>
                  </a:lnTo>
                  <a:lnTo>
                    <a:pt x="937" y="3518"/>
                  </a:lnTo>
                  <a:lnTo>
                    <a:pt x="939" y="3507"/>
                  </a:lnTo>
                  <a:lnTo>
                    <a:pt x="945" y="3499"/>
                  </a:lnTo>
                  <a:lnTo>
                    <a:pt x="953" y="3495"/>
                  </a:lnTo>
                  <a:lnTo>
                    <a:pt x="952" y="3486"/>
                  </a:lnTo>
                  <a:lnTo>
                    <a:pt x="931" y="3487"/>
                  </a:lnTo>
                  <a:lnTo>
                    <a:pt x="923" y="3485"/>
                  </a:lnTo>
                  <a:lnTo>
                    <a:pt x="912" y="3463"/>
                  </a:lnTo>
                  <a:lnTo>
                    <a:pt x="907" y="3459"/>
                  </a:lnTo>
                  <a:lnTo>
                    <a:pt x="907" y="3437"/>
                  </a:lnTo>
                  <a:lnTo>
                    <a:pt x="913" y="3428"/>
                  </a:lnTo>
                  <a:lnTo>
                    <a:pt x="918" y="3417"/>
                  </a:lnTo>
                  <a:lnTo>
                    <a:pt x="926" y="3413"/>
                  </a:lnTo>
                  <a:lnTo>
                    <a:pt x="937" y="3423"/>
                  </a:lnTo>
                  <a:lnTo>
                    <a:pt x="938" y="3417"/>
                  </a:lnTo>
                  <a:lnTo>
                    <a:pt x="932" y="3407"/>
                  </a:lnTo>
                  <a:lnTo>
                    <a:pt x="932" y="3401"/>
                  </a:lnTo>
                  <a:lnTo>
                    <a:pt x="938" y="3384"/>
                  </a:lnTo>
                  <a:lnTo>
                    <a:pt x="944" y="3380"/>
                  </a:lnTo>
                  <a:lnTo>
                    <a:pt x="945" y="3373"/>
                  </a:lnTo>
                  <a:lnTo>
                    <a:pt x="941" y="3363"/>
                  </a:lnTo>
                  <a:lnTo>
                    <a:pt x="937" y="3363"/>
                  </a:lnTo>
                  <a:lnTo>
                    <a:pt x="939" y="3352"/>
                  </a:lnTo>
                  <a:lnTo>
                    <a:pt x="943" y="3346"/>
                  </a:lnTo>
                  <a:lnTo>
                    <a:pt x="945" y="3338"/>
                  </a:lnTo>
                  <a:lnTo>
                    <a:pt x="945" y="3329"/>
                  </a:lnTo>
                  <a:lnTo>
                    <a:pt x="939" y="3304"/>
                  </a:lnTo>
                  <a:lnTo>
                    <a:pt x="939" y="3262"/>
                  </a:lnTo>
                  <a:lnTo>
                    <a:pt x="943" y="3239"/>
                  </a:lnTo>
                  <a:lnTo>
                    <a:pt x="947" y="3231"/>
                  </a:lnTo>
                  <a:lnTo>
                    <a:pt x="947" y="3228"/>
                  </a:lnTo>
                  <a:lnTo>
                    <a:pt x="941" y="3217"/>
                  </a:lnTo>
                  <a:lnTo>
                    <a:pt x="937" y="3211"/>
                  </a:lnTo>
                  <a:lnTo>
                    <a:pt x="909" y="3204"/>
                  </a:lnTo>
                  <a:lnTo>
                    <a:pt x="900" y="3194"/>
                  </a:lnTo>
                  <a:lnTo>
                    <a:pt x="859" y="3161"/>
                  </a:lnTo>
                  <a:lnTo>
                    <a:pt x="804" y="3146"/>
                  </a:lnTo>
                  <a:lnTo>
                    <a:pt x="786" y="3135"/>
                  </a:lnTo>
                  <a:lnTo>
                    <a:pt x="777" y="3126"/>
                  </a:lnTo>
                  <a:lnTo>
                    <a:pt x="769" y="3112"/>
                  </a:lnTo>
                  <a:lnTo>
                    <a:pt x="763" y="3085"/>
                  </a:lnTo>
                  <a:lnTo>
                    <a:pt x="763" y="3080"/>
                  </a:lnTo>
                  <a:lnTo>
                    <a:pt x="757" y="3067"/>
                  </a:lnTo>
                  <a:lnTo>
                    <a:pt x="741" y="3054"/>
                  </a:lnTo>
                  <a:lnTo>
                    <a:pt x="740" y="3046"/>
                  </a:lnTo>
                  <a:lnTo>
                    <a:pt x="742" y="3039"/>
                  </a:lnTo>
                  <a:lnTo>
                    <a:pt x="742" y="3033"/>
                  </a:lnTo>
                  <a:lnTo>
                    <a:pt x="736" y="3022"/>
                  </a:lnTo>
                  <a:lnTo>
                    <a:pt x="716" y="2994"/>
                  </a:lnTo>
                  <a:lnTo>
                    <a:pt x="707" y="2965"/>
                  </a:lnTo>
                  <a:lnTo>
                    <a:pt x="702" y="2965"/>
                  </a:lnTo>
                  <a:lnTo>
                    <a:pt x="700" y="2961"/>
                  </a:lnTo>
                  <a:lnTo>
                    <a:pt x="691" y="2932"/>
                  </a:lnTo>
                  <a:lnTo>
                    <a:pt x="646" y="2861"/>
                  </a:lnTo>
                  <a:lnTo>
                    <a:pt x="630" y="2829"/>
                  </a:lnTo>
                  <a:lnTo>
                    <a:pt x="617" y="2798"/>
                  </a:lnTo>
                  <a:lnTo>
                    <a:pt x="600" y="2780"/>
                  </a:lnTo>
                  <a:lnTo>
                    <a:pt x="567" y="2766"/>
                  </a:lnTo>
                  <a:lnTo>
                    <a:pt x="562" y="2755"/>
                  </a:lnTo>
                  <a:lnTo>
                    <a:pt x="562" y="2752"/>
                  </a:lnTo>
                  <a:lnTo>
                    <a:pt x="556" y="2727"/>
                  </a:lnTo>
                  <a:lnTo>
                    <a:pt x="537" y="2710"/>
                  </a:lnTo>
                  <a:lnTo>
                    <a:pt x="534" y="2696"/>
                  </a:lnTo>
                  <a:lnTo>
                    <a:pt x="519" y="2674"/>
                  </a:lnTo>
                  <a:lnTo>
                    <a:pt x="514" y="2656"/>
                  </a:lnTo>
                  <a:lnTo>
                    <a:pt x="506" y="2656"/>
                  </a:lnTo>
                  <a:lnTo>
                    <a:pt x="500" y="2650"/>
                  </a:lnTo>
                  <a:lnTo>
                    <a:pt x="487" y="2621"/>
                  </a:lnTo>
                  <a:lnTo>
                    <a:pt x="477" y="2611"/>
                  </a:lnTo>
                  <a:lnTo>
                    <a:pt x="469" y="2610"/>
                  </a:lnTo>
                  <a:lnTo>
                    <a:pt x="435" y="2637"/>
                  </a:lnTo>
                  <a:lnTo>
                    <a:pt x="402" y="2645"/>
                  </a:lnTo>
                  <a:lnTo>
                    <a:pt x="394" y="2655"/>
                  </a:lnTo>
                  <a:lnTo>
                    <a:pt x="392" y="2674"/>
                  </a:lnTo>
                  <a:lnTo>
                    <a:pt x="388" y="2679"/>
                  </a:lnTo>
                  <a:lnTo>
                    <a:pt x="380" y="2684"/>
                  </a:lnTo>
                  <a:lnTo>
                    <a:pt x="375" y="2691"/>
                  </a:lnTo>
                  <a:lnTo>
                    <a:pt x="375" y="2703"/>
                  </a:lnTo>
                  <a:lnTo>
                    <a:pt x="369" y="2717"/>
                  </a:lnTo>
                  <a:lnTo>
                    <a:pt x="343" y="2724"/>
                  </a:lnTo>
                  <a:lnTo>
                    <a:pt x="319" y="2745"/>
                  </a:lnTo>
                  <a:lnTo>
                    <a:pt x="298" y="2754"/>
                  </a:lnTo>
                  <a:lnTo>
                    <a:pt x="294" y="2752"/>
                  </a:lnTo>
                  <a:lnTo>
                    <a:pt x="294" y="2745"/>
                  </a:lnTo>
                  <a:lnTo>
                    <a:pt x="289" y="2737"/>
                  </a:lnTo>
                  <a:lnTo>
                    <a:pt x="273" y="2699"/>
                  </a:lnTo>
                  <a:lnTo>
                    <a:pt x="247" y="2677"/>
                  </a:lnTo>
                  <a:lnTo>
                    <a:pt x="274" y="2656"/>
                  </a:lnTo>
                  <a:lnTo>
                    <a:pt x="272" y="2650"/>
                  </a:lnTo>
                  <a:lnTo>
                    <a:pt x="246" y="2633"/>
                  </a:lnTo>
                  <a:lnTo>
                    <a:pt x="264" y="2652"/>
                  </a:lnTo>
                  <a:lnTo>
                    <a:pt x="260" y="2660"/>
                  </a:lnTo>
                  <a:lnTo>
                    <a:pt x="242" y="2655"/>
                  </a:lnTo>
                  <a:lnTo>
                    <a:pt x="237" y="2666"/>
                  </a:lnTo>
                  <a:lnTo>
                    <a:pt x="233" y="2661"/>
                  </a:lnTo>
                  <a:lnTo>
                    <a:pt x="190" y="2608"/>
                  </a:lnTo>
                  <a:lnTo>
                    <a:pt x="182" y="2590"/>
                  </a:lnTo>
                  <a:lnTo>
                    <a:pt x="161" y="2571"/>
                  </a:lnTo>
                  <a:lnTo>
                    <a:pt x="151" y="2563"/>
                  </a:lnTo>
                  <a:lnTo>
                    <a:pt x="157" y="2562"/>
                  </a:lnTo>
                  <a:lnTo>
                    <a:pt x="158" y="2555"/>
                  </a:lnTo>
                  <a:lnTo>
                    <a:pt x="158" y="2519"/>
                  </a:lnTo>
                  <a:lnTo>
                    <a:pt x="105" y="2520"/>
                  </a:lnTo>
                  <a:lnTo>
                    <a:pt x="86" y="2543"/>
                  </a:lnTo>
                  <a:lnTo>
                    <a:pt x="77" y="2540"/>
                  </a:lnTo>
                  <a:lnTo>
                    <a:pt x="53" y="2524"/>
                  </a:lnTo>
                  <a:lnTo>
                    <a:pt x="32" y="2540"/>
                  </a:lnTo>
                  <a:lnTo>
                    <a:pt x="0" y="2521"/>
                  </a:lnTo>
                  <a:lnTo>
                    <a:pt x="0" y="2465"/>
                  </a:lnTo>
                  <a:lnTo>
                    <a:pt x="0" y="2292"/>
                  </a:lnTo>
                  <a:lnTo>
                    <a:pt x="0" y="2125"/>
                  </a:lnTo>
                  <a:lnTo>
                    <a:pt x="0" y="1968"/>
                  </a:lnTo>
                  <a:lnTo>
                    <a:pt x="0" y="1796"/>
                  </a:lnTo>
                  <a:lnTo>
                    <a:pt x="0" y="1601"/>
                  </a:lnTo>
                  <a:lnTo>
                    <a:pt x="0" y="1411"/>
                  </a:lnTo>
                  <a:lnTo>
                    <a:pt x="0" y="1230"/>
                  </a:lnTo>
                  <a:lnTo>
                    <a:pt x="0" y="1033"/>
                  </a:lnTo>
                  <a:lnTo>
                    <a:pt x="0" y="807"/>
                  </a:lnTo>
                  <a:lnTo>
                    <a:pt x="0" y="585"/>
                  </a:lnTo>
                  <a:lnTo>
                    <a:pt x="2" y="589"/>
                  </a:lnTo>
                  <a:lnTo>
                    <a:pt x="16" y="596"/>
                  </a:lnTo>
                  <a:lnTo>
                    <a:pt x="33" y="602"/>
                  </a:lnTo>
                  <a:lnTo>
                    <a:pt x="95" y="601"/>
                  </a:lnTo>
                  <a:lnTo>
                    <a:pt x="109" y="604"/>
                  </a:lnTo>
                  <a:lnTo>
                    <a:pt x="115" y="615"/>
                  </a:lnTo>
                  <a:lnTo>
                    <a:pt x="143" y="618"/>
                  </a:lnTo>
                  <a:lnTo>
                    <a:pt x="170" y="646"/>
                  </a:lnTo>
                  <a:lnTo>
                    <a:pt x="205" y="701"/>
                  </a:lnTo>
                  <a:lnTo>
                    <a:pt x="217" y="701"/>
                  </a:lnTo>
                  <a:lnTo>
                    <a:pt x="222" y="707"/>
                  </a:lnTo>
                  <a:lnTo>
                    <a:pt x="227" y="697"/>
                  </a:lnTo>
                  <a:lnTo>
                    <a:pt x="232" y="713"/>
                  </a:lnTo>
                  <a:lnTo>
                    <a:pt x="249" y="729"/>
                  </a:lnTo>
                  <a:lnTo>
                    <a:pt x="264" y="745"/>
                  </a:lnTo>
                  <a:lnTo>
                    <a:pt x="279" y="752"/>
                  </a:lnTo>
                  <a:lnTo>
                    <a:pt x="299" y="773"/>
                  </a:lnTo>
                  <a:lnTo>
                    <a:pt x="310" y="770"/>
                  </a:lnTo>
                  <a:lnTo>
                    <a:pt x="334" y="776"/>
                  </a:lnTo>
                  <a:lnTo>
                    <a:pt x="355" y="788"/>
                  </a:lnTo>
                  <a:lnTo>
                    <a:pt x="369" y="789"/>
                  </a:lnTo>
                  <a:lnTo>
                    <a:pt x="376" y="785"/>
                  </a:lnTo>
                  <a:lnTo>
                    <a:pt x="385" y="791"/>
                  </a:lnTo>
                  <a:lnTo>
                    <a:pt x="385" y="783"/>
                  </a:lnTo>
                  <a:lnTo>
                    <a:pt x="381" y="773"/>
                  </a:lnTo>
                  <a:lnTo>
                    <a:pt x="397" y="779"/>
                  </a:lnTo>
                  <a:lnTo>
                    <a:pt x="414" y="785"/>
                  </a:lnTo>
                  <a:lnTo>
                    <a:pt x="422" y="793"/>
                  </a:lnTo>
                  <a:lnTo>
                    <a:pt x="433" y="795"/>
                  </a:lnTo>
                  <a:lnTo>
                    <a:pt x="449" y="807"/>
                  </a:lnTo>
                  <a:lnTo>
                    <a:pt x="483" y="841"/>
                  </a:lnTo>
                  <a:lnTo>
                    <a:pt x="495" y="839"/>
                  </a:lnTo>
                  <a:lnTo>
                    <a:pt x="503" y="841"/>
                  </a:lnTo>
                  <a:lnTo>
                    <a:pt x="498" y="830"/>
                  </a:lnTo>
                  <a:lnTo>
                    <a:pt x="480" y="811"/>
                  </a:lnTo>
                  <a:lnTo>
                    <a:pt x="476" y="793"/>
                  </a:lnTo>
                  <a:lnTo>
                    <a:pt x="469" y="785"/>
                  </a:lnTo>
                  <a:lnTo>
                    <a:pt x="479" y="781"/>
                  </a:lnTo>
                  <a:lnTo>
                    <a:pt x="504" y="791"/>
                  </a:lnTo>
                  <a:lnTo>
                    <a:pt x="518" y="788"/>
                  </a:lnTo>
                  <a:lnTo>
                    <a:pt x="532" y="790"/>
                  </a:lnTo>
                  <a:lnTo>
                    <a:pt x="543" y="799"/>
                  </a:lnTo>
                  <a:lnTo>
                    <a:pt x="546" y="821"/>
                  </a:lnTo>
                  <a:lnTo>
                    <a:pt x="553" y="834"/>
                  </a:lnTo>
                  <a:lnTo>
                    <a:pt x="579" y="856"/>
                  </a:lnTo>
                  <a:lnTo>
                    <a:pt x="582" y="866"/>
                  </a:lnTo>
                  <a:lnTo>
                    <a:pt x="589" y="849"/>
                  </a:lnTo>
                  <a:lnTo>
                    <a:pt x="587" y="826"/>
                  </a:lnTo>
                  <a:lnTo>
                    <a:pt x="579" y="818"/>
                  </a:lnTo>
                  <a:lnTo>
                    <a:pt x="552" y="768"/>
                  </a:lnTo>
                  <a:lnTo>
                    <a:pt x="547" y="754"/>
                  </a:lnTo>
                  <a:lnTo>
                    <a:pt x="547" y="745"/>
                  </a:lnTo>
                  <a:lnTo>
                    <a:pt x="563" y="733"/>
                  </a:lnTo>
                  <a:lnTo>
                    <a:pt x="578" y="713"/>
                  </a:lnTo>
                  <a:lnTo>
                    <a:pt x="601" y="697"/>
                  </a:lnTo>
                  <a:lnTo>
                    <a:pt x="611" y="681"/>
                  </a:lnTo>
                  <a:lnTo>
                    <a:pt x="620" y="682"/>
                  </a:lnTo>
                  <a:lnTo>
                    <a:pt x="625" y="672"/>
                  </a:lnTo>
                  <a:lnTo>
                    <a:pt x="661" y="666"/>
                  </a:lnTo>
                  <a:lnTo>
                    <a:pt x="674" y="659"/>
                  </a:lnTo>
                  <a:lnTo>
                    <a:pt x="686" y="645"/>
                  </a:lnTo>
                  <a:lnTo>
                    <a:pt x="689" y="612"/>
                  </a:lnTo>
                  <a:lnTo>
                    <a:pt x="700" y="602"/>
                  </a:lnTo>
                  <a:lnTo>
                    <a:pt x="703" y="606"/>
                  </a:lnTo>
                  <a:lnTo>
                    <a:pt x="711" y="606"/>
                  </a:lnTo>
                  <a:lnTo>
                    <a:pt x="714" y="593"/>
                  </a:lnTo>
                  <a:lnTo>
                    <a:pt x="724" y="582"/>
                  </a:lnTo>
                  <a:lnTo>
                    <a:pt x="734" y="582"/>
                  </a:lnTo>
                  <a:lnTo>
                    <a:pt x="734" y="589"/>
                  </a:lnTo>
                  <a:lnTo>
                    <a:pt x="757" y="589"/>
                  </a:lnTo>
                  <a:lnTo>
                    <a:pt x="767" y="579"/>
                  </a:lnTo>
                  <a:lnTo>
                    <a:pt x="769" y="572"/>
                  </a:lnTo>
                  <a:lnTo>
                    <a:pt x="783" y="569"/>
                  </a:lnTo>
                  <a:lnTo>
                    <a:pt x="816" y="544"/>
                  </a:lnTo>
                  <a:lnTo>
                    <a:pt x="819" y="528"/>
                  </a:lnTo>
                  <a:lnTo>
                    <a:pt x="847" y="539"/>
                  </a:lnTo>
                  <a:lnTo>
                    <a:pt x="859" y="522"/>
                  </a:lnTo>
                  <a:lnTo>
                    <a:pt x="861" y="508"/>
                  </a:lnTo>
                  <a:lnTo>
                    <a:pt x="868" y="495"/>
                  </a:lnTo>
                  <a:lnTo>
                    <a:pt x="889" y="485"/>
                  </a:lnTo>
                  <a:lnTo>
                    <a:pt x="899" y="476"/>
                  </a:lnTo>
                  <a:lnTo>
                    <a:pt x="916" y="488"/>
                  </a:lnTo>
                  <a:lnTo>
                    <a:pt x="928" y="489"/>
                  </a:lnTo>
                  <a:lnTo>
                    <a:pt x="934" y="497"/>
                  </a:lnTo>
                  <a:lnTo>
                    <a:pt x="949" y="490"/>
                  </a:lnTo>
                  <a:lnTo>
                    <a:pt x="957" y="474"/>
                  </a:lnTo>
                  <a:lnTo>
                    <a:pt x="959" y="462"/>
                  </a:lnTo>
                  <a:lnTo>
                    <a:pt x="971" y="455"/>
                  </a:lnTo>
                  <a:lnTo>
                    <a:pt x="975" y="467"/>
                  </a:lnTo>
                  <a:lnTo>
                    <a:pt x="984" y="478"/>
                  </a:lnTo>
                  <a:lnTo>
                    <a:pt x="990" y="499"/>
                  </a:lnTo>
                  <a:lnTo>
                    <a:pt x="984" y="502"/>
                  </a:lnTo>
                  <a:lnTo>
                    <a:pt x="973" y="520"/>
                  </a:lnTo>
                  <a:lnTo>
                    <a:pt x="911" y="563"/>
                  </a:lnTo>
                  <a:lnTo>
                    <a:pt x="898" y="584"/>
                  </a:lnTo>
                  <a:lnTo>
                    <a:pt x="883" y="593"/>
                  </a:lnTo>
                  <a:lnTo>
                    <a:pt x="858" y="624"/>
                  </a:lnTo>
                  <a:lnTo>
                    <a:pt x="834" y="615"/>
                  </a:lnTo>
                  <a:lnTo>
                    <a:pt x="780" y="633"/>
                  </a:lnTo>
                  <a:lnTo>
                    <a:pt x="764" y="649"/>
                  </a:lnTo>
                  <a:lnTo>
                    <a:pt x="758" y="663"/>
                  </a:lnTo>
                  <a:lnTo>
                    <a:pt x="769" y="661"/>
                  </a:lnTo>
                  <a:lnTo>
                    <a:pt x="745" y="682"/>
                  </a:lnTo>
                  <a:lnTo>
                    <a:pt x="741" y="695"/>
                  </a:lnTo>
                  <a:lnTo>
                    <a:pt x="733" y="692"/>
                  </a:lnTo>
                  <a:lnTo>
                    <a:pt x="724" y="706"/>
                  </a:lnTo>
                  <a:lnTo>
                    <a:pt x="720" y="722"/>
                  </a:lnTo>
                  <a:lnTo>
                    <a:pt x="717" y="708"/>
                  </a:lnTo>
                  <a:lnTo>
                    <a:pt x="710" y="705"/>
                  </a:lnTo>
                  <a:lnTo>
                    <a:pt x="691" y="735"/>
                  </a:lnTo>
                  <a:lnTo>
                    <a:pt x="690" y="748"/>
                  </a:lnTo>
                  <a:lnTo>
                    <a:pt x="702" y="746"/>
                  </a:lnTo>
                  <a:lnTo>
                    <a:pt x="716" y="733"/>
                  </a:lnTo>
                  <a:lnTo>
                    <a:pt x="756" y="717"/>
                  </a:lnTo>
                  <a:lnTo>
                    <a:pt x="788" y="681"/>
                  </a:lnTo>
                  <a:lnTo>
                    <a:pt x="790" y="675"/>
                  </a:lnTo>
                  <a:lnTo>
                    <a:pt x="785" y="667"/>
                  </a:lnTo>
                  <a:lnTo>
                    <a:pt x="789" y="663"/>
                  </a:lnTo>
                  <a:lnTo>
                    <a:pt x="802" y="655"/>
                  </a:lnTo>
                  <a:lnTo>
                    <a:pt x="809" y="659"/>
                  </a:lnTo>
                  <a:lnTo>
                    <a:pt x="809" y="680"/>
                  </a:lnTo>
                  <a:lnTo>
                    <a:pt x="820" y="660"/>
                  </a:lnTo>
                  <a:lnTo>
                    <a:pt x="823" y="677"/>
                  </a:lnTo>
                  <a:lnTo>
                    <a:pt x="836" y="650"/>
                  </a:lnTo>
                  <a:lnTo>
                    <a:pt x="850" y="644"/>
                  </a:lnTo>
                  <a:lnTo>
                    <a:pt x="859" y="654"/>
                  </a:lnTo>
                  <a:lnTo>
                    <a:pt x="858" y="677"/>
                  </a:lnTo>
                  <a:lnTo>
                    <a:pt x="854" y="713"/>
                  </a:lnTo>
                  <a:lnTo>
                    <a:pt x="882" y="654"/>
                  </a:lnTo>
                  <a:lnTo>
                    <a:pt x="909" y="609"/>
                  </a:lnTo>
                  <a:lnTo>
                    <a:pt x="911" y="593"/>
                  </a:lnTo>
                  <a:lnTo>
                    <a:pt x="932" y="589"/>
                  </a:lnTo>
                  <a:lnTo>
                    <a:pt x="951" y="581"/>
                  </a:lnTo>
                  <a:lnTo>
                    <a:pt x="965" y="564"/>
                  </a:lnTo>
                  <a:lnTo>
                    <a:pt x="1010" y="550"/>
                  </a:lnTo>
                  <a:lnTo>
                    <a:pt x="1036" y="523"/>
                  </a:lnTo>
                  <a:lnTo>
                    <a:pt x="1034" y="553"/>
                  </a:lnTo>
                  <a:lnTo>
                    <a:pt x="1027" y="552"/>
                  </a:lnTo>
                  <a:lnTo>
                    <a:pt x="1017" y="573"/>
                  </a:lnTo>
                  <a:lnTo>
                    <a:pt x="1015" y="589"/>
                  </a:lnTo>
                  <a:lnTo>
                    <a:pt x="1053" y="565"/>
                  </a:lnTo>
                  <a:lnTo>
                    <a:pt x="1065" y="546"/>
                  </a:lnTo>
                  <a:lnTo>
                    <a:pt x="1083" y="528"/>
                  </a:lnTo>
                  <a:lnTo>
                    <a:pt x="1089" y="508"/>
                  </a:lnTo>
                  <a:lnTo>
                    <a:pt x="1085" y="495"/>
                  </a:lnTo>
                  <a:lnTo>
                    <a:pt x="1093" y="486"/>
                  </a:lnTo>
                  <a:lnTo>
                    <a:pt x="1134" y="468"/>
                  </a:lnTo>
                  <a:lnTo>
                    <a:pt x="1144" y="458"/>
                  </a:lnTo>
                  <a:lnTo>
                    <a:pt x="1120" y="450"/>
                  </a:lnTo>
                  <a:lnTo>
                    <a:pt x="1109" y="440"/>
                  </a:lnTo>
                  <a:lnTo>
                    <a:pt x="1113" y="433"/>
                  </a:lnTo>
                  <a:lnTo>
                    <a:pt x="1114" y="418"/>
                  </a:lnTo>
                  <a:lnTo>
                    <a:pt x="1109" y="409"/>
                  </a:lnTo>
                  <a:lnTo>
                    <a:pt x="1095" y="415"/>
                  </a:lnTo>
                  <a:lnTo>
                    <a:pt x="1096" y="402"/>
                  </a:lnTo>
                  <a:lnTo>
                    <a:pt x="1103" y="386"/>
                  </a:lnTo>
                  <a:lnTo>
                    <a:pt x="1110" y="378"/>
                  </a:lnTo>
                  <a:lnTo>
                    <a:pt x="1129" y="387"/>
                  </a:lnTo>
                  <a:lnTo>
                    <a:pt x="1175" y="441"/>
                  </a:lnTo>
                  <a:lnTo>
                    <a:pt x="1186" y="462"/>
                  </a:lnTo>
                  <a:lnTo>
                    <a:pt x="1190" y="506"/>
                  </a:lnTo>
                  <a:lnTo>
                    <a:pt x="1202" y="526"/>
                  </a:lnTo>
                  <a:lnTo>
                    <a:pt x="1221" y="589"/>
                  </a:lnTo>
                  <a:lnTo>
                    <a:pt x="1231" y="609"/>
                  </a:lnTo>
                  <a:lnTo>
                    <a:pt x="1247" y="619"/>
                  </a:lnTo>
                  <a:lnTo>
                    <a:pt x="1257" y="642"/>
                  </a:lnTo>
                  <a:lnTo>
                    <a:pt x="1259" y="641"/>
                  </a:lnTo>
                  <a:lnTo>
                    <a:pt x="1284" y="666"/>
                  </a:lnTo>
                  <a:lnTo>
                    <a:pt x="1301" y="672"/>
                  </a:lnTo>
                  <a:lnTo>
                    <a:pt x="1335" y="673"/>
                  </a:lnTo>
                  <a:lnTo>
                    <a:pt x="1334" y="667"/>
                  </a:lnTo>
                  <a:lnTo>
                    <a:pt x="1340" y="664"/>
                  </a:lnTo>
                  <a:lnTo>
                    <a:pt x="1356" y="663"/>
                  </a:lnTo>
                  <a:lnTo>
                    <a:pt x="1356" y="655"/>
                  </a:lnTo>
                  <a:lnTo>
                    <a:pt x="1343" y="649"/>
                  </a:lnTo>
                  <a:lnTo>
                    <a:pt x="1316" y="657"/>
                  </a:lnTo>
                  <a:lnTo>
                    <a:pt x="1321" y="641"/>
                  </a:lnTo>
                  <a:lnTo>
                    <a:pt x="1345" y="637"/>
                  </a:lnTo>
                  <a:lnTo>
                    <a:pt x="1357" y="632"/>
                  </a:lnTo>
                  <a:lnTo>
                    <a:pt x="1350" y="631"/>
                  </a:lnTo>
                  <a:lnTo>
                    <a:pt x="1333" y="606"/>
                  </a:lnTo>
                  <a:lnTo>
                    <a:pt x="1342" y="598"/>
                  </a:lnTo>
                  <a:lnTo>
                    <a:pt x="1363" y="589"/>
                  </a:lnTo>
                  <a:lnTo>
                    <a:pt x="1363" y="577"/>
                  </a:lnTo>
                  <a:lnTo>
                    <a:pt x="1351" y="574"/>
                  </a:lnTo>
                  <a:lnTo>
                    <a:pt x="1351" y="554"/>
                  </a:lnTo>
                  <a:lnTo>
                    <a:pt x="1356" y="569"/>
                  </a:lnTo>
                  <a:lnTo>
                    <a:pt x="1382" y="534"/>
                  </a:lnTo>
                  <a:lnTo>
                    <a:pt x="1388" y="518"/>
                  </a:lnTo>
                  <a:lnTo>
                    <a:pt x="1383" y="515"/>
                  </a:lnTo>
                  <a:lnTo>
                    <a:pt x="1372" y="521"/>
                  </a:lnTo>
                  <a:lnTo>
                    <a:pt x="1365" y="534"/>
                  </a:lnTo>
                  <a:lnTo>
                    <a:pt x="1360" y="530"/>
                  </a:lnTo>
                  <a:lnTo>
                    <a:pt x="1359" y="515"/>
                  </a:lnTo>
                  <a:lnTo>
                    <a:pt x="1363" y="502"/>
                  </a:lnTo>
                  <a:lnTo>
                    <a:pt x="1374" y="508"/>
                  </a:lnTo>
                  <a:lnTo>
                    <a:pt x="1388" y="503"/>
                  </a:lnTo>
                  <a:lnTo>
                    <a:pt x="1396" y="508"/>
                  </a:lnTo>
                  <a:lnTo>
                    <a:pt x="1402" y="526"/>
                  </a:lnTo>
                  <a:lnTo>
                    <a:pt x="1407" y="510"/>
                  </a:lnTo>
                  <a:lnTo>
                    <a:pt x="1419" y="509"/>
                  </a:lnTo>
                  <a:lnTo>
                    <a:pt x="1418" y="499"/>
                  </a:lnTo>
                  <a:lnTo>
                    <a:pt x="1406" y="496"/>
                  </a:lnTo>
                  <a:lnTo>
                    <a:pt x="1398" y="487"/>
                  </a:lnTo>
                  <a:lnTo>
                    <a:pt x="1421" y="484"/>
                  </a:lnTo>
                  <a:lnTo>
                    <a:pt x="1422" y="491"/>
                  </a:lnTo>
                  <a:lnTo>
                    <a:pt x="1427" y="502"/>
                  </a:lnTo>
                  <a:lnTo>
                    <a:pt x="1423" y="526"/>
                  </a:lnTo>
                  <a:lnTo>
                    <a:pt x="1421" y="563"/>
                  </a:lnTo>
                  <a:lnTo>
                    <a:pt x="1417" y="573"/>
                  </a:lnTo>
                  <a:lnTo>
                    <a:pt x="1419" y="585"/>
                  </a:lnTo>
                  <a:lnTo>
                    <a:pt x="1427" y="592"/>
                  </a:lnTo>
                  <a:lnTo>
                    <a:pt x="1439" y="583"/>
                  </a:lnTo>
                  <a:lnTo>
                    <a:pt x="1456" y="589"/>
                  </a:lnTo>
                  <a:lnTo>
                    <a:pt x="1427" y="641"/>
                  </a:lnTo>
                  <a:lnTo>
                    <a:pt x="1421" y="663"/>
                  </a:lnTo>
                  <a:lnTo>
                    <a:pt x="1417" y="647"/>
                  </a:lnTo>
                  <a:lnTo>
                    <a:pt x="1414" y="663"/>
                  </a:lnTo>
                  <a:lnTo>
                    <a:pt x="1414" y="673"/>
                  </a:lnTo>
                  <a:lnTo>
                    <a:pt x="1447" y="677"/>
                  </a:lnTo>
                  <a:lnTo>
                    <a:pt x="1459" y="666"/>
                  </a:lnTo>
                  <a:lnTo>
                    <a:pt x="1468" y="672"/>
                  </a:lnTo>
                  <a:lnTo>
                    <a:pt x="1494" y="674"/>
                  </a:lnTo>
                  <a:lnTo>
                    <a:pt x="1507" y="664"/>
                  </a:lnTo>
                  <a:lnTo>
                    <a:pt x="1510" y="649"/>
                  </a:lnTo>
                  <a:lnTo>
                    <a:pt x="1526" y="636"/>
                  </a:lnTo>
                  <a:lnTo>
                    <a:pt x="1527" y="618"/>
                  </a:lnTo>
                  <a:lnTo>
                    <a:pt x="1536" y="593"/>
                  </a:lnTo>
                  <a:lnTo>
                    <a:pt x="1538" y="564"/>
                  </a:lnTo>
                  <a:lnTo>
                    <a:pt x="1551" y="564"/>
                  </a:lnTo>
                  <a:lnTo>
                    <a:pt x="1573" y="556"/>
                  </a:lnTo>
                  <a:lnTo>
                    <a:pt x="1591" y="563"/>
                  </a:lnTo>
                  <a:lnTo>
                    <a:pt x="1604" y="562"/>
                  </a:lnTo>
                  <a:lnTo>
                    <a:pt x="1615" y="563"/>
                  </a:lnTo>
                  <a:lnTo>
                    <a:pt x="1617" y="568"/>
                  </a:lnTo>
                  <a:lnTo>
                    <a:pt x="1651" y="564"/>
                  </a:lnTo>
                  <a:lnTo>
                    <a:pt x="1685" y="574"/>
                  </a:lnTo>
                  <a:lnTo>
                    <a:pt x="1734" y="613"/>
                  </a:lnTo>
                  <a:lnTo>
                    <a:pt x="1764" y="655"/>
                  </a:lnTo>
                  <a:lnTo>
                    <a:pt x="1793" y="672"/>
                  </a:lnTo>
                  <a:lnTo>
                    <a:pt x="1825" y="676"/>
                  </a:lnTo>
                  <a:lnTo>
                    <a:pt x="1839" y="687"/>
                  </a:lnTo>
                  <a:lnTo>
                    <a:pt x="1859" y="687"/>
                  </a:lnTo>
                  <a:lnTo>
                    <a:pt x="1889" y="701"/>
                  </a:lnTo>
                  <a:lnTo>
                    <a:pt x="1901" y="698"/>
                  </a:lnTo>
                  <a:lnTo>
                    <a:pt x="1916" y="705"/>
                  </a:lnTo>
                  <a:lnTo>
                    <a:pt x="1924" y="721"/>
                  </a:lnTo>
                  <a:lnTo>
                    <a:pt x="1945" y="737"/>
                  </a:lnTo>
                  <a:lnTo>
                    <a:pt x="1967" y="745"/>
                  </a:lnTo>
                  <a:lnTo>
                    <a:pt x="2006" y="770"/>
                  </a:lnTo>
                  <a:lnTo>
                    <a:pt x="2036" y="771"/>
                  </a:lnTo>
                  <a:lnTo>
                    <a:pt x="2047" y="779"/>
                  </a:lnTo>
                  <a:lnTo>
                    <a:pt x="2064" y="784"/>
                  </a:lnTo>
                  <a:lnTo>
                    <a:pt x="2062" y="777"/>
                  </a:lnTo>
                  <a:lnTo>
                    <a:pt x="2109" y="786"/>
                  </a:lnTo>
                  <a:lnTo>
                    <a:pt x="2129" y="784"/>
                  </a:lnTo>
                  <a:lnTo>
                    <a:pt x="2146" y="804"/>
                  </a:lnTo>
                  <a:lnTo>
                    <a:pt x="2150" y="789"/>
                  </a:lnTo>
                  <a:lnTo>
                    <a:pt x="2124" y="765"/>
                  </a:lnTo>
                  <a:lnTo>
                    <a:pt x="2144" y="760"/>
                  </a:lnTo>
                  <a:lnTo>
                    <a:pt x="2153" y="767"/>
                  </a:lnTo>
                  <a:lnTo>
                    <a:pt x="2170" y="769"/>
                  </a:lnTo>
                  <a:lnTo>
                    <a:pt x="2170" y="760"/>
                  </a:lnTo>
                  <a:lnTo>
                    <a:pt x="2212" y="769"/>
                  </a:lnTo>
                  <a:lnTo>
                    <a:pt x="2204" y="777"/>
                  </a:lnTo>
                  <a:lnTo>
                    <a:pt x="2227" y="791"/>
                  </a:lnTo>
                  <a:lnTo>
                    <a:pt x="2230" y="804"/>
                  </a:lnTo>
                  <a:lnTo>
                    <a:pt x="2245" y="796"/>
                  </a:lnTo>
                  <a:lnTo>
                    <a:pt x="2245" y="811"/>
                  </a:lnTo>
                  <a:lnTo>
                    <a:pt x="2273" y="828"/>
                  </a:lnTo>
                  <a:lnTo>
                    <a:pt x="2292" y="857"/>
                  </a:lnTo>
                  <a:lnTo>
                    <a:pt x="2302" y="866"/>
                  </a:lnTo>
                  <a:lnTo>
                    <a:pt x="2302" y="900"/>
                  </a:lnTo>
                  <a:lnTo>
                    <a:pt x="2313" y="883"/>
                  </a:lnTo>
                  <a:lnTo>
                    <a:pt x="2313" y="903"/>
                  </a:lnTo>
                  <a:lnTo>
                    <a:pt x="2309" y="917"/>
                  </a:lnTo>
                  <a:lnTo>
                    <a:pt x="2316" y="927"/>
                  </a:lnTo>
                  <a:lnTo>
                    <a:pt x="2302" y="924"/>
                  </a:lnTo>
                  <a:lnTo>
                    <a:pt x="2297" y="936"/>
                  </a:lnTo>
                  <a:lnTo>
                    <a:pt x="2288" y="939"/>
                  </a:lnTo>
                  <a:lnTo>
                    <a:pt x="2280" y="924"/>
                  </a:lnTo>
                  <a:lnTo>
                    <a:pt x="2259" y="931"/>
                  </a:lnTo>
                  <a:lnTo>
                    <a:pt x="2230" y="927"/>
                  </a:lnTo>
                  <a:lnTo>
                    <a:pt x="2249" y="936"/>
                  </a:lnTo>
                  <a:lnTo>
                    <a:pt x="2237" y="951"/>
                  </a:lnTo>
                  <a:lnTo>
                    <a:pt x="2206" y="945"/>
                  </a:lnTo>
                  <a:lnTo>
                    <a:pt x="2212" y="955"/>
                  </a:lnTo>
                  <a:lnTo>
                    <a:pt x="2206" y="964"/>
                  </a:lnTo>
                  <a:lnTo>
                    <a:pt x="2206" y="986"/>
                  </a:lnTo>
                  <a:lnTo>
                    <a:pt x="2181" y="1001"/>
                  </a:lnTo>
                  <a:lnTo>
                    <a:pt x="2191" y="1011"/>
                  </a:lnTo>
                  <a:lnTo>
                    <a:pt x="2198" y="1013"/>
                  </a:lnTo>
                  <a:lnTo>
                    <a:pt x="2210" y="1008"/>
                  </a:lnTo>
                  <a:lnTo>
                    <a:pt x="2201" y="1017"/>
                  </a:lnTo>
                  <a:lnTo>
                    <a:pt x="2225" y="1025"/>
                  </a:lnTo>
                  <a:lnTo>
                    <a:pt x="2257" y="1044"/>
                  </a:lnTo>
                  <a:lnTo>
                    <a:pt x="2263" y="1032"/>
                  </a:lnTo>
                  <a:lnTo>
                    <a:pt x="2276" y="1037"/>
                  </a:lnTo>
                  <a:lnTo>
                    <a:pt x="2282" y="1046"/>
                  </a:lnTo>
                  <a:lnTo>
                    <a:pt x="2302" y="1044"/>
                  </a:lnTo>
                  <a:lnTo>
                    <a:pt x="2321" y="1052"/>
                  </a:lnTo>
                  <a:lnTo>
                    <a:pt x="2352" y="1048"/>
                  </a:lnTo>
                  <a:lnTo>
                    <a:pt x="2374" y="1056"/>
                  </a:lnTo>
                  <a:lnTo>
                    <a:pt x="2403" y="1048"/>
                  </a:lnTo>
                  <a:lnTo>
                    <a:pt x="2401" y="1054"/>
                  </a:lnTo>
                  <a:lnTo>
                    <a:pt x="2419" y="1058"/>
                  </a:lnTo>
                  <a:lnTo>
                    <a:pt x="2458" y="1056"/>
                  </a:lnTo>
                  <a:lnTo>
                    <a:pt x="2463" y="1044"/>
                  </a:lnTo>
                  <a:lnTo>
                    <a:pt x="2491" y="1044"/>
                  </a:lnTo>
                  <a:lnTo>
                    <a:pt x="2486" y="1056"/>
                  </a:lnTo>
                  <a:lnTo>
                    <a:pt x="2504" y="1056"/>
                  </a:lnTo>
                  <a:lnTo>
                    <a:pt x="2494" y="1048"/>
                  </a:lnTo>
                  <a:lnTo>
                    <a:pt x="2506" y="1037"/>
                  </a:lnTo>
                  <a:lnTo>
                    <a:pt x="2510" y="1048"/>
                  </a:lnTo>
                  <a:lnTo>
                    <a:pt x="2527" y="1052"/>
                  </a:lnTo>
                  <a:lnTo>
                    <a:pt x="2530" y="1044"/>
                  </a:lnTo>
                  <a:lnTo>
                    <a:pt x="2541" y="1046"/>
                  </a:lnTo>
                  <a:lnTo>
                    <a:pt x="2549" y="1020"/>
                  </a:lnTo>
                  <a:lnTo>
                    <a:pt x="2566" y="1015"/>
                  </a:lnTo>
                  <a:lnTo>
                    <a:pt x="2563" y="1044"/>
                  </a:lnTo>
                  <a:lnTo>
                    <a:pt x="2580" y="1044"/>
                  </a:lnTo>
                  <a:lnTo>
                    <a:pt x="2592" y="1037"/>
                  </a:lnTo>
                  <a:lnTo>
                    <a:pt x="2611" y="1008"/>
                  </a:lnTo>
                  <a:lnTo>
                    <a:pt x="2628" y="996"/>
                  </a:lnTo>
                  <a:lnTo>
                    <a:pt x="2648" y="996"/>
                  </a:lnTo>
                  <a:lnTo>
                    <a:pt x="2654" y="981"/>
                  </a:lnTo>
                  <a:lnTo>
                    <a:pt x="2666" y="1001"/>
                  </a:lnTo>
                  <a:lnTo>
                    <a:pt x="2662" y="1013"/>
                  </a:lnTo>
                  <a:lnTo>
                    <a:pt x="2672" y="1017"/>
                  </a:lnTo>
                  <a:lnTo>
                    <a:pt x="2676" y="1011"/>
                  </a:lnTo>
                  <a:lnTo>
                    <a:pt x="2681" y="1025"/>
                  </a:lnTo>
                  <a:lnTo>
                    <a:pt x="2685" y="1032"/>
                  </a:lnTo>
                  <a:lnTo>
                    <a:pt x="2685" y="1044"/>
                  </a:lnTo>
                  <a:lnTo>
                    <a:pt x="2681" y="1044"/>
                  </a:lnTo>
                  <a:lnTo>
                    <a:pt x="2710" y="1054"/>
                  </a:lnTo>
                  <a:lnTo>
                    <a:pt x="2707" y="1044"/>
                  </a:lnTo>
                  <a:lnTo>
                    <a:pt x="2751" y="1044"/>
                  </a:lnTo>
                  <a:lnTo>
                    <a:pt x="2748" y="1058"/>
                  </a:lnTo>
                  <a:lnTo>
                    <a:pt x="2751" y="1068"/>
                  </a:lnTo>
                  <a:lnTo>
                    <a:pt x="2748" y="1075"/>
                  </a:lnTo>
                  <a:lnTo>
                    <a:pt x="2755" y="1089"/>
                  </a:lnTo>
                  <a:lnTo>
                    <a:pt x="2751" y="1108"/>
                  </a:lnTo>
                  <a:lnTo>
                    <a:pt x="2759" y="1120"/>
                  </a:lnTo>
                  <a:lnTo>
                    <a:pt x="2759" y="1110"/>
                  </a:lnTo>
                  <a:lnTo>
                    <a:pt x="2763" y="1119"/>
                  </a:lnTo>
                  <a:lnTo>
                    <a:pt x="2769" y="1099"/>
                  </a:lnTo>
                  <a:lnTo>
                    <a:pt x="2772" y="1071"/>
                  </a:lnTo>
                  <a:lnTo>
                    <a:pt x="2779" y="1073"/>
                  </a:lnTo>
                  <a:lnTo>
                    <a:pt x="2779" y="1089"/>
                  </a:lnTo>
                  <a:lnTo>
                    <a:pt x="2786" y="1089"/>
                  </a:lnTo>
                  <a:lnTo>
                    <a:pt x="2782" y="1104"/>
                  </a:lnTo>
                  <a:lnTo>
                    <a:pt x="2782" y="1120"/>
                  </a:lnTo>
                  <a:lnTo>
                    <a:pt x="2794" y="1126"/>
                  </a:lnTo>
                  <a:lnTo>
                    <a:pt x="2800" y="1114"/>
                  </a:lnTo>
                  <a:lnTo>
                    <a:pt x="2813" y="1140"/>
                  </a:lnTo>
                  <a:lnTo>
                    <a:pt x="2827" y="1140"/>
                  </a:lnTo>
                  <a:lnTo>
                    <a:pt x="2835" y="1154"/>
                  </a:lnTo>
                  <a:lnTo>
                    <a:pt x="2845" y="1183"/>
                  </a:lnTo>
                  <a:lnTo>
                    <a:pt x="2833" y="1198"/>
                  </a:lnTo>
                  <a:lnTo>
                    <a:pt x="2820" y="1192"/>
                  </a:lnTo>
                  <a:lnTo>
                    <a:pt x="2806" y="1202"/>
                  </a:lnTo>
                  <a:lnTo>
                    <a:pt x="2798" y="1198"/>
                  </a:lnTo>
                  <a:lnTo>
                    <a:pt x="2804" y="1212"/>
                  </a:lnTo>
                  <a:lnTo>
                    <a:pt x="2821" y="1238"/>
                  </a:lnTo>
                  <a:lnTo>
                    <a:pt x="2837" y="1260"/>
                  </a:lnTo>
                  <a:lnTo>
                    <a:pt x="2849" y="1267"/>
                  </a:lnTo>
                  <a:lnTo>
                    <a:pt x="2851" y="1236"/>
                  </a:lnTo>
                  <a:lnTo>
                    <a:pt x="2859" y="1233"/>
                  </a:lnTo>
                  <a:lnTo>
                    <a:pt x="2872" y="1243"/>
                  </a:lnTo>
                  <a:lnTo>
                    <a:pt x="2885" y="1227"/>
                  </a:lnTo>
                  <a:lnTo>
                    <a:pt x="2899" y="1229"/>
                  </a:lnTo>
                  <a:lnTo>
                    <a:pt x="2882" y="1200"/>
                  </a:lnTo>
                  <a:lnTo>
                    <a:pt x="2897" y="1188"/>
                  </a:lnTo>
                  <a:lnTo>
                    <a:pt x="2895" y="1183"/>
                  </a:lnTo>
                  <a:lnTo>
                    <a:pt x="2882" y="1183"/>
                  </a:lnTo>
                  <a:lnTo>
                    <a:pt x="2872" y="1164"/>
                  </a:lnTo>
                  <a:lnTo>
                    <a:pt x="2866" y="1140"/>
                  </a:lnTo>
                  <a:lnTo>
                    <a:pt x="2854" y="1123"/>
                  </a:lnTo>
                  <a:lnTo>
                    <a:pt x="2861" y="1116"/>
                  </a:lnTo>
                  <a:lnTo>
                    <a:pt x="2861" y="1089"/>
                  </a:lnTo>
                  <a:lnTo>
                    <a:pt x="2854" y="1083"/>
                  </a:lnTo>
                  <a:lnTo>
                    <a:pt x="2854" y="1071"/>
                  </a:lnTo>
                  <a:lnTo>
                    <a:pt x="2833" y="1058"/>
                  </a:lnTo>
                  <a:lnTo>
                    <a:pt x="2825" y="1044"/>
                  </a:lnTo>
                  <a:lnTo>
                    <a:pt x="2837" y="1017"/>
                  </a:lnTo>
                  <a:lnTo>
                    <a:pt x="2847" y="1020"/>
                  </a:lnTo>
                  <a:lnTo>
                    <a:pt x="2851" y="1008"/>
                  </a:lnTo>
                  <a:lnTo>
                    <a:pt x="2861" y="1003"/>
                  </a:lnTo>
                  <a:lnTo>
                    <a:pt x="2849" y="999"/>
                  </a:lnTo>
                  <a:lnTo>
                    <a:pt x="2859" y="975"/>
                  </a:lnTo>
                  <a:lnTo>
                    <a:pt x="2880" y="975"/>
                  </a:lnTo>
                  <a:lnTo>
                    <a:pt x="2899" y="962"/>
                  </a:lnTo>
                  <a:lnTo>
                    <a:pt x="2901" y="955"/>
                  </a:lnTo>
                  <a:lnTo>
                    <a:pt x="2901" y="964"/>
                  </a:lnTo>
                  <a:lnTo>
                    <a:pt x="2938" y="960"/>
                  </a:lnTo>
                  <a:lnTo>
                    <a:pt x="2934" y="941"/>
                  </a:lnTo>
                  <a:lnTo>
                    <a:pt x="2950" y="936"/>
                  </a:lnTo>
                  <a:lnTo>
                    <a:pt x="2967" y="939"/>
                  </a:lnTo>
                  <a:lnTo>
                    <a:pt x="2964" y="912"/>
                  </a:lnTo>
                  <a:lnTo>
                    <a:pt x="2971" y="908"/>
                  </a:lnTo>
                  <a:lnTo>
                    <a:pt x="2975" y="927"/>
                  </a:lnTo>
                  <a:lnTo>
                    <a:pt x="2985" y="900"/>
                  </a:lnTo>
                  <a:lnTo>
                    <a:pt x="2993" y="890"/>
                  </a:lnTo>
                  <a:lnTo>
                    <a:pt x="2990" y="877"/>
                  </a:lnTo>
                  <a:lnTo>
                    <a:pt x="3012" y="866"/>
                  </a:lnTo>
                  <a:lnTo>
                    <a:pt x="3002" y="862"/>
                  </a:lnTo>
                  <a:lnTo>
                    <a:pt x="3014" y="849"/>
                  </a:lnTo>
                  <a:lnTo>
                    <a:pt x="3014" y="835"/>
                  </a:lnTo>
                  <a:lnTo>
                    <a:pt x="3002" y="840"/>
                  </a:lnTo>
                  <a:lnTo>
                    <a:pt x="3000" y="835"/>
                  </a:lnTo>
                  <a:lnTo>
                    <a:pt x="2950" y="855"/>
                  </a:lnTo>
                  <a:lnTo>
                    <a:pt x="2961" y="870"/>
                  </a:lnTo>
                  <a:lnTo>
                    <a:pt x="2934" y="873"/>
                  </a:lnTo>
                  <a:lnTo>
                    <a:pt x="2947" y="900"/>
                  </a:lnTo>
                  <a:lnTo>
                    <a:pt x="2950" y="888"/>
                  </a:lnTo>
                  <a:lnTo>
                    <a:pt x="2950" y="917"/>
                  </a:lnTo>
                  <a:lnTo>
                    <a:pt x="2946" y="924"/>
                  </a:lnTo>
                  <a:lnTo>
                    <a:pt x="2940" y="914"/>
                  </a:lnTo>
                  <a:lnTo>
                    <a:pt x="2942" y="908"/>
                  </a:lnTo>
                  <a:lnTo>
                    <a:pt x="2934" y="910"/>
                  </a:lnTo>
                  <a:lnTo>
                    <a:pt x="2933" y="900"/>
                  </a:lnTo>
                  <a:lnTo>
                    <a:pt x="2917" y="900"/>
                  </a:lnTo>
                  <a:lnTo>
                    <a:pt x="2909" y="905"/>
                  </a:lnTo>
                  <a:lnTo>
                    <a:pt x="2899" y="922"/>
                  </a:lnTo>
                  <a:lnTo>
                    <a:pt x="2895" y="912"/>
                  </a:lnTo>
                  <a:lnTo>
                    <a:pt x="2872" y="910"/>
                  </a:lnTo>
                  <a:lnTo>
                    <a:pt x="2868" y="903"/>
                  </a:lnTo>
                  <a:lnTo>
                    <a:pt x="2847" y="910"/>
                  </a:lnTo>
                  <a:lnTo>
                    <a:pt x="2837" y="919"/>
                  </a:lnTo>
                  <a:lnTo>
                    <a:pt x="2841" y="931"/>
                  </a:lnTo>
                  <a:lnTo>
                    <a:pt x="2854" y="933"/>
                  </a:lnTo>
                  <a:lnTo>
                    <a:pt x="2854" y="941"/>
                  </a:lnTo>
                  <a:lnTo>
                    <a:pt x="2861" y="945"/>
                  </a:lnTo>
                  <a:lnTo>
                    <a:pt x="2845" y="948"/>
                  </a:lnTo>
                  <a:lnTo>
                    <a:pt x="2833" y="958"/>
                  </a:lnTo>
                  <a:lnTo>
                    <a:pt x="2825" y="955"/>
                  </a:lnTo>
                  <a:lnTo>
                    <a:pt x="2835" y="948"/>
                  </a:lnTo>
                  <a:lnTo>
                    <a:pt x="2806" y="953"/>
                  </a:lnTo>
                  <a:lnTo>
                    <a:pt x="2806" y="943"/>
                  </a:lnTo>
                  <a:lnTo>
                    <a:pt x="2792" y="948"/>
                  </a:lnTo>
                  <a:lnTo>
                    <a:pt x="2796" y="936"/>
                  </a:lnTo>
                  <a:lnTo>
                    <a:pt x="2782" y="936"/>
                  </a:lnTo>
                  <a:lnTo>
                    <a:pt x="2786" y="924"/>
                  </a:lnTo>
                  <a:lnTo>
                    <a:pt x="2765" y="931"/>
                  </a:lnTo>
                  <a:lnTo>
                    <a:pt x="2759" y="924"/>
                  </a:lnTo>
                  <a:lnTo>
                    <a:pt x="2763" y="908"/>
                  </a:lnTo>
                  <a:lnTo>
                    <a:pt x="2779" y="883"/>
                  </a:lnTo>
                  <a:lnTo>
                    <a:pt x="2779" y="873"/>
                  </a:lnTo>
                  <a:lnTo>
                    <a:pt x="2792" y="849"/>
                  </a:lnTo>
                  <a:lnTo>
                    <a:pt x="2804" y="840"/>
                  </a:lnTo>
                  <a:lnTo>
                    <a:pt x="2854" y="835"/>
                  </a:lnTo>
                  <a:lnTo>
                    <a:pt x="2890" y="816"/>
                  </a:lnTo>
                  <a:lnTo>
                    <a:pt x="2913" y="809"/>
                  </a:lnTo>
                  <a:lnTo>
                    <a:pt x="2923" y="794"/>
                  </a:lnTo>
                  <a:lnTo>
                    <a:pt x="2947" y="786"/>
                  </a:lnTo>
                  <a:lnTo>
                    <a:pt x="2950" y="771"/>
                  </a:lnTo>
                  <a:lnTo>
                    <a:pt x="2971" y="777"/>
                  </a:lnTo>
                  <a:lnTo>
                    <a:pt x="2985" y="763"/>
                  </a:lnTo>
                  <a:lnTo>
                    <a:pt x="3000" y="771"/>
                  </a:lnTo>
                  <a:lnTo>
                    <a:pt x="3004" y="779"/>
                  </a:lnTo>
                  <a:lnTo>
                    <a:pt x="3016" y="781"/>
                  </a:lnTo>
                  <a:lnTo>
                    <a:pt x="3021" y="804"/>
                  </a:lnTo>
                  <a:lnTo>
                    <a:pt x="3043" y="818"/>
                  </a:lnTo>
                  <a:lnTo>
                    <a:pt x="3031" y="828"/>
                  </a:lnTo>
                  <a:lnTo>
                    <a:pt x="3043" y="842"/>
                  </a:lnTo>
                  <a:lnTo>
                    <a:pt x="3045" y="857"/>
                  </a:lnTo>
                  <a:lnTo>
                    <a:pt x="3060" y="863"/>
                  </a:lnTo>
                  <a:lnTo>
                    <a:pt x="3060" y="873"/>
                  </a:lnTo>
                  <a:lnTo>
                    <a:pt x="3045" y="873"/>
                  </a:lnTo>
                  <a:lnTo>
                    <a:pt x="3035" y="879"/>
                  </a:lnTo>
                  <a:lnTo>
                    <a:pt x="3035" y="886"/>
                  </a:lnTo>
                  <a:lnTo>
                    <a:pt x="3045" y="883"/>
                  </a:lnTo>
                  <a:lnTo>
                    <a:pt x="3060" y="900"/>
                  </a:lnTo>
                  <a:lnTo>
                    <a:pt x="3070" y="905"/>
                  </a:lnTo>
                  <a:lnTo>
                    <a:pt x="3072" y="912"/>
                  </a:lnTo>
                  <a:lnTo>
                    <a:pt x="3086" y="929"/>
                  </a:lnTo>
                  <a:lnTo>
                    <a:pt x="3115" y="936"/>
                  </a:lnTo>
                  <a:lnTo>
                    <a:pt x="3113" y="939"/>
                  </a:lnTo>
                  <a:lnTo>
                    <a:pt x="3115" y="953"/>
                  </a:lnTo>
                  <a:lnTo>
                    <a:pt x="3115" y="968"/>
                  </a:lnTo>
                  <a:lnTo>
                    <a:pt x="3129" y="979"/>
                  </a:lnTo>
                  <a:lnTo>
                    <a:pt x="3142" y="976"/>
                  </a:lnTo>
                  <a:lnTo>
                    <a:pt x="3163" y="986"/>
                  </a:lnTo>
                  <a:lnTo>
                    <a:pt x="3177" y="976"/>
                  </a:lnTo>
                  <a:lnTo>
                    <a:pt x="3191" y="984"/>
                  </a:lnTo>
                  <a:lnTo>
                    <a:pt x="3191" y="970"/>
                  </a:lnTo>
                  <a:lnTo>
                    <a:pt x="3204" y="976"/>
                  </a:lnTo>
                  <a:lnTo>
                    <a:pt x="3211" y="964"/>
                  </a:lnTo>
                  <a:lnTo>
                    <a:pt x="3211" y="948"/>
                  </a:lnTo>
                  <a:lnTo>
                    <a:pt x="3238" y="960"/>
                  </a:lnTo>
                  <a:lnTo>
                    <a:pt x="3238" y="986"/>
                  </a:lnTo>
                  <a:lnTo>
                    <a:pt x="3261" y="1011"/>
                  </a:lnTo>
                  <a:lnTo>
                    <a:pt x="3273" y="1017"/>
                  </a:lnTo>
                  <a:lnTo>
                    <a:pt x="3285" y="1044"/>
                  </a:lnTo>
                  <a:lnTo>
                    <a:pt x="3298" y="1044"/>
                  </a:lnTo>
                  <a:lnTo>
                    <a:pt x="3321" y="1063"/>
                  </a:lnTo>
                  <a:lnTo>
                    <a:pt x="3333" y="1061"/>
                  </a:lnTo>
                  <a:lnTo>
                    <a:pt x="3333" y="1046"/>
                  </a:lnTo>
                  <a:lnTo>
                    <a:pt x="3345" y="1048"/>
                  </a:lnTo>
                  <a:lnTo>
                    <a:pt x="3351" y="1044"/>
                  </a:lnTo>
                  <a:lnTo>
                    <a:pt x="3362" y="1054"/>
                  </a:lnTo>
                  <a:lnTo>
                    <a:pt x="3367" y="1048"/>
                  </a:lnTo>
                  <a:lnTo>
                    <a:pt x="3388" y="1061"/>
                  </a:lnTo>
                  <a:lnTo>
                    <a:pt x="3417" y="1044"/>
                  </a:lnTo>
                  <a:lnTo>
                    <a:pt x="3450" y="1054"/>
                  </a:lnTo>
                  <a:lnTo>
                    <a:pt x="3477" y="1044"/>
                  </a:lnTo>
                  <a:lnTo>
                    <a:pt x="3491" y="1025"/>
                  </a:lnTo>
                  <a:lnTo>
                    <a:pt x="3549" y="1034"/>
                  </a:lnTo>
                  <a:lnTo>
                    <a:pt x="3563" y="1030"/>
                  </a:lnTo>
                  <a:lnTo>
                    <a:pt x="3586" y="1052"/>
                  </a:lnTo>
                  <a:lnTo>
                    <a:pt x="3590" y="1046"/>
                  </a:lnTo>
                  <a:lnTo>
                    <a:pt x="3602" y="1044"/>
                  </a:lnTo>
                  <a:lnTo>
                    <a:pt x="3602" y="1054"/>
                  </a:lnTo>
                  <a:lnTo>
                    <a:pt x="3635" y="1044"/>
                  </a:lnTo>
                  <a:lnTo>
                    <a:pt x="3660" y="1044"/>
                  </a:lnTo>
                  <a:lnTo>
                    <a:pt x="3645" y="1025"/>
                  </a:lnTo>
                  <a:lnTo>
                    <a:pt x="3645" y="1017"/>
                  </a:lnTo>
                  <a:lnTo>
                    <a:pt x="3633" y="1003"/>
                  </a:lnTo>
                  <a:lnTo>
                    <a:pt x="3629" y="986"/>
                  </a:lnTo>
                  <a:lnTo>
                    <a:pt x="3635" y="975"/>
                  </a:lnTo>
                  <a:lnTo>
                    <a:pt x="3645" y="975"/>
                  </a:lnTo>
                  <a:lnTo>
                    <a:pt x="3650" y="979"/>
                  </a:lnTo>
                  <a:lnTo>
                    <a:pt x="3658" y="996"/>
                  </a:lnTo>
                  <a:lnTo>
                    <a:pt x="3668" y="1005"/>
                  </a:lnTo>
                  <a:lnTo>
                    <a:pt x="3668" y="1025"/>
                  </a:lnTo>
                  <a:lnTo>
                    <a:pt x="3679" y="1044"/>
                  </a:lnTo>
                  <a:lnTo>
                    <a:pt x="3693" y="1048"/>
                  </a:lnTo>
                  <a:lnTo>
                    <a:pt x="3701" y="1063"/>
                  </a:lnTo>
                  <a:lnTo>
                    <a:pt x="3722" y="1071"/>
                  </a:lnTo>
                  <a:lnTo>
                    <a:pt x="3732" y="1080"/>
                  </a:lnTo>
                  <a:lnTo>
                    <a:pt x="3751" y="1077"/>
                  </a:lnTo>
                  <a:lnTo>
                    <a:pt x="3765" y="1061"/>
                  </a:lnTo>
                  <a:lnTo>
                    <a:pt x="3763" y="1005"/>
                  </a:lnTo>
                  <a:lnTo>
                    <a:pt x="3756" y="1005"/>
                  </a:lnTo>
                  <a:lnTo>
                    <a:pt x="3754" y="1017"/>
                  </a:lnTo>
                  <a:lnTo>
                    <a:pt x="3742" y="1017"/>
                  </a:lnTo>
                  <a:lnTo>
                    <a:pt x="3742" y="1005"/>
                  </a:lnTo>
                  <a:lnTo>
                    <a:pt x="3734" y="996"/>
                  </a:lnTo>
                  <a:lnTo>
                    <a:pt x="3701" y="999"/>
                  </a:lnTo>
                  <a:lnTo>
                    <a:pt x="3693" y="1013"/>
                  </a:lnTo>
                  <a:lnTo>
                    <a:pt x="3695" y="1017"/>
                  </a:lnTo>
                  <a:lnTo>
                    <a:pt x="3699" y="1032"/>
                  </a:lnTo>
                  <a:lnTo>
                    <a:pt x="3686" y="1027"/>
                  </a:lnTo>
                  <a:lnTo>
                    <a:pt x="3676" y="996"/>
                  </a:lnTo>
                  <a:lnTo>
                    <a:pt x="3662" y="976"/>
                  </a:lnTo>
                  <a:lnTo>
                    <a:pt x="3655" y="962"/>
                  </a:lnTo>
                  <a:lnTo>
                    <a:pt x="3668" y="970"/>
                  </a:lnTo>
                  <a:lnTo>
                    <a:pt x="3668" y="948"/>
                  </a:lnTo>
                  <a:lnTo>
                    <a:pt x="3650" y="933"/>
                  </a:lnTo>
                  <a:lnTo>
                    <a:pt x="3650" y="924"/>
                  </a:lnTo>
                  <a:lnTo>
                    <a:pt x="3633" y="900"/>
                  </a:lnTo>
                  <a:lnTo>
                    <a:pt x="3645" y="900"/>
                  </a:lnTo>
                  <a:lnTo>
                    <a:pt x="3655" y="914"/>
                  </a:lnTo>
                  <a:lnTo>
                    <a:pt x="3662" y="908"/>
                  </a:lnTo>
                  <a:lnTo>
                    <a:pt x="3662" y="900"/>
                  </a:lnTo>
                  <a:lnTo>
                    <a:pt x="3679" y="900"/>
                  </a:lnTo>
                  <a:lnTo>
                    <a:pt x="3684" y="910"/>
                  </a:lnTo>
                  <a:lnTo>
                    <a:pt x="3717" y="905"/>
                  </a:lnTo>
                  <a:lnTo>
                    <a:pt x="3717" y="900"/>
                  </a:lnTo>
                  <a:lnTo>
                    <a:pt x="3691" y="869"/>
                  </a:lnTo>
                  <a:lnTo>
                    <a:pt x="3703" y="863"/>
                  </a:lnTo>
                  <a:lnTo>
                    <a:pt x="3722" y="869"/>
                  </a:lnTo>
                  <a:lnTo>
                    <a:pt x="3724" y="880"/>
                  </a:lnTo>
                  <a:lnTo>
                    <a:pt x="3742" y="900"/>
                  </a:lnTo>
                  <a:lnTo>
                    <a:pt x="3734" y="877"/>
                  </a:lnTo>
                  <a:lnTo>
                    <a:pt x="3756" y="879"/>
                  </a:lnTo>
                  <a:lnTo>
                    <a:pt x="3765" y="900"/>
                  </a:lnTo>
                  <a:lnTo>
                    <a:pt x="3789" y="912"/>
                  </a:lnTo>
                  <a:lnTo>
                    <a:pt x="3779" y="924"/>
                  </a:lnTo>
                  <a:lnTo>
                    <a:pt x="3792" y="931"/>
                  </a:lnTo>
                  <a:lnTo>
                    <a:pt x="3818" y="919"/>
                  </a:lnTo>
                  <a:lnTo>
                    <a:pt x="3818" y="931"/>
                  </a:lnTo>
                  <a:lnTo>
                    <a:pt x="3812" y="948"/>
                  </a:lnTo>
                  <a:lnTo>
                    <a:pt x="3808" y="964"/>
                  </a:lnTo>
                  <a:lnTo>
                    <a:pt x="3799" y="975"/>
                  </a:lnTo>
                  <a:lnTo>
                    <a:pt x="3806" y="984"/>
                  </a:lnTo>
                  <a:lnTo>
                    <a:pt x="3818" y="976"/>
                  </a:lnTo>
                  <a:lnTo>
                    <a:pt x="3826" y="989"/>
                  </a:lnTo>
                  <a:lnTo>
                    <a:pt x="3826" y="958"/>
                  </a:lnTo>
                  <a:lnTo>
                    <a:pt x="3861" y="933"/>
                  </a:lnTo>
                  <a:lnTo>
                    <a:pt x="3864" y="936"/>
                  </a:lnTo>
                  <a:lnTo>
                    <a:pt x="3861" y="951"/>
                  </a:lnTo>
                  <a:lnTo>
                    <a:pt x="3864" y="970"/>
                  </a:lnTo>
                  <a:lnTo>
                    <a:pt x="3861" y="996"/>
                  </a:lnTo>
                  <a:lnTo>
                    <a:pt x="3851" y="1017"/>
                  </a:lnTo>
                  <a:lnTo>
                    <a:pt x="3849" y="1046"/>
                  </a:lnTo>
                  <a:lnTo>
                    <a:pt x="3861" y="1071"/>
                  </a:lnTo>
                  <a:lnTo>
                    <a:pt x="3830" y="1089"/>
                  </a:lnTo>
                  <a:lnTo>
                    <a:pt x="3837" y="1116"/>
                  </a:lnTo>
                  <a:lnTo>
                    <a:pt x="3861" y="1114"/>
                  </a:lnTo>
                  <a:lnTo>
                    <a:pt x="3861" y="1152"/>
                  </a:lnTo>
                  <a:lnTo>
                    <a:pt x="3886" y="1128"/>
                  </a:lnTo>
                  <a:lnTo>
                    <a:pt x="3892" y="1140"/>
                  </a:lnTo>
                  <a:lnTo>
                    <a:pt x="3907" y="1126"/>
                  </a:lnTo>
                  <a:lnTo>
                    <a:pt x="3907" y="1140"/>
                  </a:lnTo>
                  <a:lnTo>
                    <a:pt x="3898" y="1150"/>
                  </a:lnTo>
                  <a:lnTo>
                    <a:pt x="3905" y="1164"/>
                  </a:lnTo>
                  <a:lnTo>
                    <a:pt x="3921" y="1167"/>
                  </a:lnTo>
                  <a:lnTo>
                    <a:pt x="3929" y="1140"/>
                  </a:lnTo>
                  <a:lnTo>
                    <a:pt x="3921" y="1114"/>
                  </a:lnTo>
                  <a:lnTo>
                    <a:pt x="3923" y="1089"/>
                  </a:lnTo>
                  <a:lnTo>
                    <a:pt x="3917" y="1068"/>
                  </a:lnTo>
                  <a:lnTo>
                    <a:pt x="3895" y="1054"/>
                  </a:lnTo>
                  <a:lnTo>
                    <a:pt x="3895" y="1044"/>
                  </a:lnTo>
                  <a:lnTo>
                    <a:pt x="3907" y="996"/>
                  </a:lnTo>
                  <a:lnTo>
                    <a:pt x="3902" y="989"/>
                  </a:lnTo>
                  <a:lnTo>
                    <a:pt x="3898" y="972"/>
                  </a:lnTo>
                  <a:lnTo>
                    <a:pt x="3907" y="972"/>
                  </a:lnTo>
                  <a:lnTo>
                    <a:pt x="3915" y="968"/>
                  </a:lnTo>
                  <a:lnTo>
                    <a:pt x="3921" y="972"/>
                  </a:lnTo>
                  <a:lnTo>
                    <a:pt x="3923" y="979"/>
                  </a:lnTo>
                  <a:lnTo>
                    <a:pt x="3931" y="975"/>
                  </a:lnTo>
                  <a:lnTo>
                    <a:pt x="3948" y="973"/>
                  </a:lnTo>
                  <a:lnTo>
                    <a:pt x="3968" y="983"/>
                  </a:lnTo>
                  <a:lnTo>
                    <a:pt x="3977" y="979"/>
                  </a:lnTo>
                  <a:lnTo>
                    <a:pt x="3984" y="960"/>
                  </a:lnTo>
                  <a:lnTo>
                    <a:pt x="3992" y="951"/>
                  </a:lnTo>
                  <a:lnTo>
                    <a:pt x="4013" y="939"/>
                  </a:lnTo>
                  <a:lnTo>
                    <a:pt x="4014" y="924"/>
                  </a:lnTo>
                  <a:lnTo>
                    <a:pt x="4023" y="899"/>
                  </a:lnTo>
                  <a:lnTo>
                    <a:pt x="4063" y="870"/>
                  </a:lnTo>
                  <a:lnTo>
                    <a:pt x="4075" y="853"/>
                  </a:lnTo>
                  <a:lnTo>
                    <a:pt x="4057" y="848"/>
                  </a:lnTo>
                  <a:lnTo>
                    <a:pt x="4061" y="814"/>
                  </a:lnTo>
                  <a:lnTo>
                    <a:pt x="4058" y="793"/>
                  </a:lnTo>
                  <a:lnTo>
                    <a:pt x="4054" y="769"/>
                  </a:lnTo>
                  <a:lnTo>
                    <a:pt x="4034" y="757"/>
                  </a:lnTo>
                  <a:lnTo>
                    <a:pt x="4033" y="769"/>
                  </a:lnTo>
                  <a:lnTo>
                    <a:pt x="4029" y="781"/>
                  </a:lnTo>
                  <a:lnTo>
                    <a:pt x="4027" y="798"/>
                  </a:lnTo>
                  <a:lnTo>
                    <a:pt x="4037" y="790"/>
                  </a:lnTo>
                  <a:lnTo>
                    <a:pt x="4044" y="780"/>
                  </a:lnTo>
                  <a:lnTo>
                    <a:pt x="4025" y="818"/>
                  </a:lnTo>
                  <a:lnTo>
                    <a:pt x="3995" y="828"/>
                  </a:lnTo>
                  <a:lnTo>
                    <a:pt x="3975" y="824"/>
                  </a:lnTo>
                  <a:lnTo>
                    <a:pt x="3980" y="809"/>
                  </a:lnTo>
                  <a:lnTo>
                    <a:pt x="3981" y="774"/>
                  </a:lnTo>
                  <a:lnTo>
                    <a:pt x="3989" y="769"/>
                  </a:lnTo>
                  <a:lnTo>
                    <a:pt x="4001" y="771"/>
                  </a:lnTo>
                  <a:lnTo>
                    <a:pt x="4013" y="738"/>
                  </a:lnTo>
                  <a:lnTo>
                    <a:pt x="4013" y="723"/>
                  </a:lnTo>
                  <a:lnTo>
                    <a:pt x="4003" y="729"/>
                  </a:lnTo>
                  <a:lnTo>
                    <a:pt x="4003" y="725"/>
                  </a:lnTo>
                  <a:lnTo>
                    <a:pt x="4006" y="705"/>
                  </a:lnTo>
                  <a:lnTo>
                    <a:pt x="4019" y="677"/>
                  </a:lnTo>
                  <a:lnTo>
                    <a:pt x="4049" y="667"/>
                  </a:lnTo>
                  <a:lnTo>
                    <a:pt x="4054" y="660"/>
                  </a:lnTo>
                  <a:lnTo>
                    <a:pt x="4043" y="684"/>
                  </a:lnTo>
                  <a:lnTo>
                    <a:pt x="4042" y="707"/>
                  </a:lnTo>
                  <a:lnTo>
                    <a:pt x="4047" y="718"/>
                  </a:lnTo>
                  <a:lnTo>
                    <a:pt x="4063" y="696"/>
                  </a:lnTo>
                  <a:lnTo>
                    <a:pt x="4068" y="671"/>
                  </a:lnTo>
                  <a:lnTo>
                    <a:pt x="4061" y="637"/>
                  </a:lnTo>
                  <a:lnTo>
                    <a:pt x="4044" y="637"/>
                  </a:lnTo>
                  <a:lnTo>
                    <a:pt x="4022" y="657"/>
                  </a:lnTo>
                  <a:lnTo>
                    <a:pt x="4001" y="654"/>
                  </a:lnTo>
                  <a:lnTo>
                    <a:pt x="3980" y="612"/>
                  </a:lnTo>
                  <a:lnTo>
                    <a:pt x="3971" y="604"/>
                  </a:lnTo>
                  <a:lnTo>
                    <a:pt x="3972" y="618"/>
                  </a:lnTo>
                  <a:lnTo>
                    <a:pt x="3964" y="625"/>
                  </a:lnTo>
                  <a:lnTo>
                    <a:pt x="3952" y="615"/>
                  </a:lnTo>
                  <a:lnTo>
                    <a:pt x="3951" y="606"/>
                  </a:lnTo>
                  <a:lnTo>
                    <a:pt x="3928" y="595"/>
                  </a:lnTo>
                  <a:lnTo>
                    <a:pt x="3922" y="582"/>
                  </a:lnTo>
                  <a:lnTo>
                    <a:pt x="3923" y="574"/>
                  </a:lnTo>
                  <a:lnTo>
                    <a:pt x="3882" y="579"/>
                  </a:lnTo>
                  <a:lnTo>
                    <a:pt x="3860" y="563"/>
                  </a:lnTo>
                  <a:lnTo>
                    <a:pt x="3855" y="552"/>
                  </a:lnTo>
                  <a:lnTo>
                    <a:pt x="3860" y="541"/>
                  </a:lnTo>
                  <a:lnTo>
                    <a:pt x="3833" y="527"/>
                  </a:lnTo>
                  <a:lnTo>
                    <a:pt x="3828" y="513"/>
                  </a:lnTo>
                  <a:lnTo>
                    <a:pt x="3815" y="498"/>
                  </a:lnTo>
                  <a:lnTo>
                    <a:pt x="3812" y="454"/>
                  </a:lnTo>
                  <a:lnTo>
                    <a:pt x="3812" y="431"/>
                  </a:lnTo>
                  <a:lnTo>
                    <a:pt x="3814" y="417"/>
                  </a:lnTo>
                  <a:lnTo>
                    <a:pt x="3823" y="409"/>
                  </a:lnTo>
                  <a:lnTo>
                    <a:pt x="3829" y="409"/>
                  </a:lnTo>
                  <a:lnTo>
                    <a:pt x="3845" y="369"/>
                  </a:lnTo>
                  <a:lnTo>
                    <a:pt x="3850" y="371"/>
                  </a:lnTo>
                  <a:lnTo>
                    <a:pt x="3854" y="379"/>
                  </a:lnTo>
                  <a:lnTo>
                    <a:pt x="3859" y="371"/>
                  </a:lnTo>
                  <a:lnTo>
                    <a:pt x="3861" y="348"/>
                  </a:lnTo>
                  <a:lnTo>
                    <a:pt x="3855" y="356"/>
                  </a:lnTo>
                  <a:lnTo>
                    <a:pt x="3839" y="319"/>
                  </a:lnTo>
                  <a:lnTo>
                    <a:pt x="3826" y="303"/>
                  </a:lnTo>
                  <a:lnTo>
                    <a:pt x="3826" y="289"/>
                  </a:lnTo>
                  <a:lnTo>
                    <a:pt x="3829" y="266"/>
                  </a:lnTo>
                  <a:lnTo>
                    <a:pt x="3839" y="245"/>
                  </a:lnTo>
                  <a:lnTo>
                    <a:pt x="3835" y="244"/>
                  </a:lnTo>
                  <a:lnTo>
                    <a:pt x="3835" y="227"/>
                  </a:lnTo>
                  <a:lnTo>
                    <a:pt x="3838" y="214"/>
                  </a:lnTo>
                  <a:lnTo>
                    <a:pt x="3838" y="191"/>
                  </a:lnTo>
                  <a:lnTo>
                    <a:pt x="3844" y="183"/>
                  </a:lnTo>
                  <a:lnTo>
                    <a:pt x="3851" y="186"/>
                  </a:lnTo>
                  <a:lnTo>
                    <a:pt x="3855" y="180"/>
                  </a:lnTo>
                  <a:lnTo>
                    <a:pt x="3855" y="167"/>
                  </a:lnTo>
                  <a:lnTo>
                    <a:pt x="3867" y="157"/>
                  </a:lnTo>
                  <a:lnTo>
                    <a:pt x="3896" y="196"/>
                  </a:lnTo>
                  <a:lnTo>
                    <a:pt x="3901" y="192"/>
                  </a:lnTo>
                  <a:lnTo>
                    <a:pt x="3908" y="167"/>
                  </a:lnTo>
                  <a:lnTo>
                    <a:pt x="3903" y="136"/>
                  </a:lnTo>
                  <a:lnTo>
                    <a:pt x="3895" y="134"/>
                  </a:lnTo>
                  <a:lnTo>
                    <a:pt x="3885" y="124"/>
                  </a:lnTo>
                  <a:lnTo>
                    <a:pt x="3882" y="106"/>
                  </a:lnTo>
                  <a:lnTo>
                    <a:pt x="3895" y="82"/>
                  </a:lnTo>
                  <a:lnTo>
                    <a:pt x="3918" y="56"/>
                  </a:lnTo>
                  <a:lnTo>
                    <a:pt x="3923" y="41"/>
                  </a:lnTo>
                  <a:lnTo>
                    <a:pt x="3926" y="26"/>
                  </a:lnTo>
                  <a:lnTo>
                    <a:pt x="3934" y="5"/>
                  </a:lnTo>
                  <a:lnTo>
                    <a:pt x="3949" y="1"/>
                  </a:lnTo>
                  <a:lnTo>
                    <a:pt x="3963" y="4"/>
                  </a:lnTo>
                  <a:lnTo>
                    <a:pt x="3978" y="0"/>
                  </a:lnTo>
                  <a:lnTo>
                    <a:pt x="3995" y="16"/>
                  </a:lnTo>
                  <a:lnTo>
                    <a:pt x="3992" y="28"/>
                  </a:lnTo>
                  <a:lnTo>
                    <a:pt x="3988" y="35"/>
                  </a:lnTo>
                  <a:lnTo>
                    <a:pt x="3984" y="49"/>
                  </a:lnTo>
                  <a:lnTo>
                    <a:pt x="3988" y="59"/>
                  </a:lnTo>
                  <a:lnTo>
                    <a:pt x="4000" y="49"/>
                  </a:lnTo>
                  <a:lnTo>
                    <a:pt x="4001" y="78"/>
                  </a:lnTo>
                  <a:lnTo>
                    <a:pt x="4014" y="64"/>
                  </a:lnTo>
                  <a:lnTo>
                    <a:pt x="4020" y="50"/>
                  </a:lnTo>
                  <a:lnTo>
                    <a:pt x="4034" y="69"/>
                  </a:lnTo>
                  <a:lnTo>
                    <a:pt x="4061" y="57"/>
                  </a:lnTo>
                  <a:lnTo>
                    <a:pt x="4061" y="74"/>
                  </a:lnTo>
                  <a:lnTo>
                    <a:pt x="4056" y="98"/>
                  </a:lnTo>
                  <a:lnTo>
                    <a:pt x="4063" y="117"/>
                  </a:lnTo>
                  <a:lnTo>
                    <a:pt x="4080" y="119"/>
                  </a:lnTo>
                  <a:lnTo>
                    <a:pt x="4120" y="181"/>
                  </a:lnTo>
                  <a:lnTo>
                    <a:pt x="4129" y="231"/>
                  </a:lnTo>
                  <a:lnTo>
                    <a:pt x="4130" y="263"/>
                  </a:lnTo>
                  <a:lnTo>
                    <a:pt x="4128" y="297"/>
                  </a:lnTo>
                  <a:lnTo>
                    <a:pt x="4123" y="296"/>
                  </a:lnTo>
                  <a:lnTo>
                    <a:pt x="4124" y="311"/>
                  </a:lnTo>
                  <a:lnTo>
                    <a:pt x="4142" y="315"/>
                  </a:lnTo>
                  <a:lnTo>
                    <a:pt x="4146" y="347"/>
                  </a:lnTo>
                  <a:lnTo>
                    <a:pt x="4169" y="345"/>
                  </a:lnTo>
                  <a:lnTo>
                    <a:pt x="4181" y="361"/>
                  </a:lnTo>
                  <a:lnTo>
                    <a:pt x="4182" y="383"/>
                  </a:lnTo>
                  <a:lnTo>
                    <a:pt x="4185" y="393"/>
                  </a:lnTo>
                  <a:lnTo>
                    <a:pt x="4198" y="414"/>
                  </a:lnTo>
                  <a:lnTo>
                    <a:pt x="4202" y="429"/>
                  </a:lnTo>
                  <a:lnTo>
                    <a:pt x="4205" y="446"/>
                  </a:lnTo>
                  <a:lnTo>
                    <a:pt x="4209" y="446"/>
                  </a:lnTo>
                  <a:lnTo>
                    <a:pt x="4216" y="436"/>
                  </a:lnTo>
                  <a:lnTo>
                    <a:pt x="4218" y="429"/>
                  </a:lnTo>
                  <a:lnTo>
                    <a:pt x="4228" y="438"/>
                  </a:lnTo>
                  <a:lnTo>
                    <a:pt x="4231" y="467"/>
                  </a:lnTo>
                  <a:lnTo>
                    <a:pt x="4242" y="470"/>
                  </a:lnTo>
                  <a:lnTo>
                    <a:pt x="4248" y="482"/>
                  </a:lnTo>
                  <a:lnTo>
                    <a:pt x="4219" y="489"/>
                  </a:lnTo>
                  <a:lnTo>
                    <a:pt x="4181" y="471"/>
                  </a:lnTo>
                  <a:lnTo>
                    <a:pt x="4171" y="474"/>
                  </a:lnTo>
                  <a:lnTo>
                    <a:pt x="4174" y="478"/>
                  </a:lnTo>
                  <a:lnTo>
                    <a:pt x="4173" y="488"/>
                  </a:lnTo>
                  <a:lnTo>
                    <a:pt x="4166" y="493"/>
                  </a:lnTo>
                  <a:lnTo>
                    <a:pt x="4167" y="498"/>
                  </a:lnTo>
                  <a:lnTo>
                    <a:pt x="4197" y="502"/>
                  </a:lnTo>
                  <a:lnTo>
                    <a:pt x="4209" y="523"/>
                  </a:lnTo>
                  <a:lnTo>
                    <a:pt x="4202" y="538"/>
                  </a:lnTo>
                  <a:lnTo>
                    <a:pt x="4191" y="552"/>
                  </a:lnTo>
                  <a:lnTo>
                    <a:pt x="4180" y="552"/>
                  </a:lnTo>
                  <a:lnTo>
                    <a:pt x="4170" y="560"/>
                  </a:lnTo>
                  <a:lnTo>
                    <a:pt x="4160" y="560"/>
                  </a:lnTo>
                  <a:lnTo>
                    <a:pt x="4159" y="570"/>
                  </a:lnTo>
                  <a:lnTo>
                    <a:pt x="4146" y="581"/>
                  </a:lnTo>
                  <a:lnTo>
                    <a:pt x="4150" y="592"/>
                  </a:lnTo>
                  <a:lnTo>
                    <a:pt x="4147" y="598"/>
                  </a:lnTo>
                  <a:lnTo>
                    <a:pt x="4178" y="596"/>
                  </a:lnTo>
                  <a:lnTo>
                    <a:pt x="4186" y="609"/>
                  </a:lnTo>
                  <a:lnTo>
                    <a:pt x="4195" y="630"/>
                  </a:lnTo>
                  <a:lnTo>
                    <a:pt x="4215" y="640"/>
                  </a:lnTo>
                  <a:lnTo>
                    <a:pt x="4236" y="634"/>
                  </a:lnTo>
                  <a:lnTo>
                    <a:pt x="4251" y="612"/>
                  </a:lnTo>
                  <a:lnTo>
                    <a:pt x="4263" y="610"/>
                  </a:lnTo>
                  <a:lnTo>
                    <a:pt x="4264" y="620"/>
                  </a:lnTo>
                  <a:lnTo>
                    <a:pt x="4257" y="633"/>
                  </a:lnTo>
                  <a:lnTo>
                    <a:pt x="4267" y="630"/>
                  </a:lnTo>
                  <a:lnTo>
                    <a:pt x="4277" y="646"/>
                  </a:lnTo>
                  <a:lnTo>
                    <a:pt x="4283" y="641"/>
                  </a:lnTo>
                  <a:lnTo>
                    <a:pt x="4298" y="651"/>
                  </a:lnTo>
                  <a:lnTo>
                    <a:pt x="4303" y="636"/>
                  </a:lnTo>
                  <a:lnTo>
                    <a:pt x="4307" y="660"/>
                  </a:lnTo>
                  <a:lnTo>
                    <a:pt x="4303" y="677"/>
                  </a:lnTo>
                  <a:lnTo>
                    <a:pt x="4297" y="688"/>
                  </a:lnTo>
                  <a:lnTo>
                    <a:pt x="4282" y="674"/>
                  </a:lnTo>
                  <a:lnTo>
                    <a:pt x="4272" y="680"/>
                  </a:lnTo>
                  <a:lnTo>
                    <a:pt x="4260" y="676"/>
                  </a:lnTo>
                  <a:lnTo>
                    <a:pt x="4299" y="729"/>
                  </a:lnTo>
                  <a:lnTo>
                    <a:pt x="4312" y="735"/>
                  </a:lnTo>
                  <a:lnTo>
                    <a:pt x="4314" y="749"/>
                  </a:lnTo>
                  <a:lnTo>
                    <a:pt x="4330" y="774"/>
                  </a:lnTo>
                  <a:lnTo>
                    <a:pt x="4328" y="781"/>
                  </a:lnTo>
                  <a:lnTo>
                    <a:pt x="4342" y="807"/>
                  </a:lnTo>
                  <a:lnTo>
                    <a:pt x="4335" y="832"/>
                  </a:lnTo>
                  <a:lnTo>
                    <a:pt x="4335" y="860"/>
                  </a:lnTo>
                  <a:lnTo>
                    <a:pt x="4331" y="873"/>
                  </a:lnTo>
                  <a:lnTo>
                    <a:pt x="4339" y="899"/>
                  </a:lnTo>
                  <a:lnTo>
                    <a:pt x="4346" y="911"/>
                  </a:lnTo>
                  <a:lnTo>
                    <a:pt x="4351" y="925"/>
                  </a:lnTo>
                  <a:lnTo>
                    <a:pt x="4363" y="910"/>
                  </a:lnTo>
                  <a:lnTo>
                    <a:pt x="4381" y="877"/>
                  </a:lnTo>
                  <a:lnTo>
                    <a:pt x="4381" y="847"/>
                  </a:lnTo>
                  <a:lnTo>
                    <a:pt x="4382" y="839"/>
                  </a:lnTo>
                  <a:lnTo>
                    <a:pt x="4385" y="832"/>
                  </a:lnTo>
                  <a:lnTo>
                    <a:pt x="4395" y="832"/>
                  </a:lnTo>
                  <a:lnTo>
                    <a:pt x="4396" y="805"/>
                  </a:lnTo>
                  <a:lnTo>
                    <a:pt x="4394" y="776"/>
                  </a:lnTo>
                  <a:lnTo>
                    <a:pt x="4394" y="752"/>
                  </a:lnTo>
                  <a:lnTo>
                    <a:pt x="4414" y="729"/>
                  </a:lnTo>
                  <a:lnTo>
                    <a:pt x="4425" y="702"/>
                  </a:lnTo>
                  <a:lnTo>
                    <a:pt x="4443" y="692"/>
                  </a:lnTo>
                  <a:lnTo>
                    <a:pt x="4463" y="695"/>
                  </a:lnTo>
                  <a:lnTo>
                    <a:pt x="4472" y="725"/>
                  </a:lnTo>
                  <a:lnTo>
                    <a:pt x="4489" y="752"/>
                  </a:lnTo>
                  <a:lnTo>
                    <a:pt x="4534" y="791"/>
                  </a:lnTo>
                  <a:lnTo>
                    <a:pt x="4542" y="811"/>
                  </a:lnTo>
                  <a:lnTo>
                    <a:pt x="4551" y="869"/>
                  </a:lnTo>
                  <a:lnTo>
                    <a:pt x="4562" y="901"/>
                  </a:lnTo>
                  <a:lnTo>
                    <a:pt x="4565" y="928"/>
                  </a:lnTo>
                  <a:lnTo>
                    <a:pt x="4550" y="939"/>
                  </a:lnTo>
                  <a:lnTo>
                    <a:pt x="4536" y="934"/>
                  </a:lnTo>
                  <a:lnTo>
                    <a:pt x="4531" y="928"/>
                  </a:lnTo>
                  <a:lnTo>
                    <a:pt x="4531" y="901"/>
                  </a:lnTo>
                  <a:lnTo>
                    <a:pt x="4516" y="936"/>
                  </a:lnTo>
                  <a:lnTo>
                    <a:pt x="4520" y="964"/>
                  </a:lnTo>
                  <a:lnTo>
                    <a:pt x="4515" y="989"/>
                  </a:lnTo>
                  <a:lnTo>
                    <a:pt x="4515" y="1005"/>
                  </a:lnTo>
                  <a:lnTo>
                    <a:pt x="4532" y="1038"/>
                  </a:lnTo>
                  <a:lnTo>
                    <a:pt x="4540" y="1061"/>
                  </a:lnTo>
                  <a:lnTo>
                    <a:pt x="4553" y="1080"/>
                  </a:lnTo>
                  <a:lnTo>
                    <a:pt x="4589" y="1148"/>
                  </a:lnTo>
                  <a:lnTo>
                    <a:pt x="4598" y="1155"/>
                  </a:lnTo>
                  <a:lnTo>
                    <a:pt x="4609" y="1169"/>
                  </a:lnTo>
                  <a:lnTo>
                    <a:pt x="4625" y="1160"/>
                  </a:lnTo>
                  <a:lnTo>
                    <a:pt x="4627" y="1148"/>
                  </a:lnTo>
                  <a:lnTo>
                    <a:pt x="4631" y="1129"/>
                  </a:lnTo>
                  <a:lnTo>
                    <a:pt x="4644" y="1123"/>
                  </a:lnTo>
                  <a:lnTo>
                    <a:pt x="4652" y="1129"/>
                  </a:lnTo>
                  <a:lnTo>
                    <a:pt x="4658" y="1120"/>
                  </a:lnTo>
                  <a:lnTo>
                    <a:pt x="4661" y="1127"/>
                  </a:lnTo>
                  <a:lnTo>
                    <a:pt x="4671" y="1130"/>
                  </a:lnTo>
                  <a:lnTo>
                    <a:pt x="4678" y="1096"/>
                  </a:lnTo>
                  <a:lnTo>
                    <a:pt x="4676" y="1065"/>
                  </a:lnTo>
                  <a:lnTo>
                    <a:pt x="4679" y="1055"/>
                  </a:lnTo>
                  <a:lnTo>
                    <a:pt x="4693" y="1024"/>
                  </a:lnTo>
                  <a:lnTo>
                    <a:pt x="4712" y="1002"/>
                  </a:lnTo>
                  <a:lnTo>
                    <a:pt x="4730" y="951"/>
                  </a:lnTo>
                  <a:lnTo>
                    <a:pt x="4731" y="928"/>
                  </a:lnTo>
                  <a:lnTo>
                    <a:pt x="4740" y="918"/>
                  </a:lnTo>
                  <a:lnTo>
                    <a:pt x="4745" y="855"/>
                  </a:lnTo>
                  <a:lnTo>
                    <a:pt x="4743" y="842"/>
                  </a:lnTo>
                  <a:lnTo>
                    <a:pt x="4752" y="832"/>
                  </a:lnTo>
                  <a:lnTo>
                    <a:pt x="4771" y="830"/>
                  </a:lnTo>
                  <a:lnTo>
                    <a:pt x="4775" y="819"/>
                  </a:lnTo>
                  <a:lnTo>
                    <a:pt x="4782" y="822"/>
                  </a:lnTo>
                  <a:lnTo>
                    <a:pt x="4798" y="814"/>
                  </a:lnTo>
                  <a:lnTo>
                    <a:pt x="4818" y="821"/>
                  </a:lnTo>
                  <a:lnTo>
                    <a:pt x="4834" y="817"/>
                  </a:lnTo>
                  <a:lnTo>
                    <a:pt x="4826" y="810"/>
                  </a:lnTo>
                  <a:lnTo>
                    <a:pt x="4806" y="806"/>
                  </a:lnTo>
                  <a:lnTo>
                    <a:pt x="4798" y="795"/>
                  </a:lnTo>
                  <a:lnTo>
                    <a:pt x="4805" y="785"/>
                  </a:lnTo>
                  <a:lnTo>
                    <a:pt x="4800" y="777"/>
                  </a:lnTo>
                  <a:lnTo>
                    <a:pt x="4815" y="777"/>
                  </a:lnTo>
                  <a:lnTo>
                    <a:pt x="4814" y="765"/>
                  </a:lnTo>
                  <a:lnTo>
                    <a:pt x="4820" y="762"/>
                  </a:lnTo>
                  <a:lnTo>
                    <a:pt x="4839" y="766"/>
                  </a:lnTo>
                  <a:lnTo>
                    <a:pt x="4835" y="750"/>
                  </a:lnTo>
                  <a:lnTo>
                    <a:pt x="4824" y="749"/>
                  </a:lnTo>
                  <a:lnTo>
                    <a:pt x="4812" y="735"/>
                  </a:lnTo>
                  <a:lnTo>
                    <a:pt x="4790" y="729"/>
                  </a:lnTo>
                  <a:lnTo>
                    <a:pt x="4778" y="713"/>
                  </a:lnTo>
                  <a:lnTo>
                    <a:pt x="4772" y="692"/>
                  </a:lnTo>
                  <a:lnTo>
                    <a:pt x="4773" y="676"/>
                  </a:lnTo>
                  <a:lnTo>
                    <a:pt x="4775" y="668"/>
                  </a:lnTo>
                  <a:lnTo>
                    <a:pt x="4769" y="643"/>
                  </a:lnTo>
                  <a:lnTo>
                    <a:pt x="4773" y="628"/>
                  </a:lnTo>
                  <a:lnTo>
                    <a:pt x="4767" y="604"/>
                  </a:lnTo>
                  <a:lnTo>
                    <a:pt x="4769" y="598"/>
                  </a:lnTo>
                  <a:lnTo>
                    <a:pt x="4773" y="581"/>
                  </a:lnTo>
                  <a:lnTo>
                    <a:pt x="4773" y="564"/>
                  </a:lnTo>
                  <a:lnTo>
                    <a:pt x="4802" y="572"/>
                  </a:lnTo>
                  <a:lnTo>
                    <a:pt x="4815" y="559"/>
                  </a:lnTo>
                  <a:lnTo>
                    <a:pt x="4849" y="557"/>
                  </a:lnTo>
                  <a:lnTo>
                    <a:pt x="4878" y="564"/>
                  </a:lnTo>
                  <a:lnTo>
                    <a:pt x="4893" y="582"/>
                  </a:lnTo>
                  <a:lnTo>
                    <a:pt x="4932" y="602"/>
                  </a:lnTo>
                  <a:lnTo>
                    <a:pt x="4970" y="596"/>
                  </a:lnTo>
                  <a:lnTo>
                    <a:pt x="4981" y="604"/>
                  </a:lnTo>
                  <a:lnTo>
                    <a:pt x="4999" y="601"/>
                  </a:lnTo>
                  <a:lnTo>
                    <a:pt x="5011" y="592"/>
                  </a:lnTo>
                  <a:lnTo>
                    <a:pt x="5019" y="604"/>
                  </a:lnTo>
                  <a:lnTo>
                    <a:pt x="5019" y="631"/>
                  </a:lnTo>
                  <a:lnTo>
                    <a:pt x="5022" y="644"/>
                  </a:lnTo>
                  <a:lnTo>
                    <a:pt x="5008" y="651"/>
                  </a:lnTo>
                  <a:lnTo>
                    <a:pt x="5020" y="652"/>
                  </a:lnTo>
                  <a:lnTo>
                    <a:pt x="5036" y="675"/>
                  </a:lnTo>
                  <a:lnTo>
                    <a:pt x="5049" y="697"/>
                  </a:lnTo>
                  <a:lnTo>
                    <a:pt x="5042" y="707"/>
                  </a:lnTo>
                  <a:lnTo>
                    <a:pt x="5045" y="709"/>
                  </a:lnTo>
                  <a:lnTo>
                    <a:pt x="5091" y="706"/>
                  </a:lnTo>
                  <a:lnTo>
                    <a:pt x="5105" y="717"/>
                  </a:lnTo>
                  <a:lnTo>
                    <a:pt x="5120" y="722"/>
                  </a:lnTo>
                  <a:lnTo>
                    <a:pt x="5124" y="737"/>
                  </a:lnTo>
                  <a:lnTo>
                    <a:pt x="5108" y="759"/>
                  </a:lnTo>
                  <a:lnTo>
                    <a:pt x="5083" y="778"/>
                  </a:lnTo>
                  <a:lnTo>
                    <a:pt x="5073" y="798"/>
                  </a:lnTo>
                  <a:lnTo>
                    <a:pt x="5123" y="805"/>
                  </a:lnTo>
                  <a:lnTo>
                    <a:pt x="5130" y="825"/>
                  </a:lnTo>
                  <a:lnTo>
                    <a:pt x="5129" y="848"/>
                  </a:lnTo>
                  <a:lnTo>
                    <a:pt x="5122" y="860"/>
                  </a:lnTo>
                  <a:lnTo>
                    <a:pt x="5103" y="874"/>
                  </a:lnTo>
                  <a:lnTo>
                    <a:pt x="5092" y="877"/>
                  </a:lnTo>
                  <a:lnTo>
                    <a:pt x="5083" y="892"/>
                  </a:lnTo>
                  <a:lnTo>
                    <a:pt x="5077" y="905"/>
                  </a:lnTo>
                  <a:lnTo>
                    <a:pt x="5067" y="894"/>
                  </a:lnTo>
                  <a:lnTo>
                    <a:pt x="5062" y="872"/>
                  </a:lnTo>
                  <a:lnTo>
                    <a:pt x="5051" y="877"/>
                  </a:lnTo>
                  <a:lnTo>
                    <a:pt x="5045" y="887"/>
                  </a:lnTo>
                  <a:lnTo>
                    <a:pt x="5023" y="877"/>
                  </a:lnTo>
                  <a:lnTo>
                    <a:pt x="5021" y="890"/>
                  </a:lnTo>
                  <a:lnTo>
                    <a:pt x="5042" y="922"/>
                  </a:lnTo>
                  <a:lnTo>
                    <a:pt x="5034" y="928"/>
                  </a:lnTo>
                  <a:lnTo>
                    <a:pt x="5034" y="933"/>
                  </a:lnTo>
                  <a:lnTo>
                    <a:pt x="5044" y="935"/>
                  </a:lnTo>
                  <a:lnTo>
                    <a:pt x="5044" y="949"/>
                  </a:lnTo>
                  <a:lnTo>
                    <a:pt x="5042" y="961"/>
                  </a:lnTo>
                  <a:lnTo>
                    <a:pt x="5071" y="946"/>
                  </a:lnTo>
                  <a:lnTo>
                    <a:pt x="5063" y="971"/>
                  </a:lnTo>
                  <a:lnTo>
                    <a:pt x="5058" y="999"/>
                  </a:lnTo>
                  <a:lnTo>
                    <a:pt x="5061" y="1020"/>
                  </a:lnTo>
                  <a:lnTo>
                    <a:pt x="5101" y="1078"/>
                  </a:lnTo>
                  <a:lnTo>
                    <a:pt x="5118" y="1095"/>
                  </a:lnTo>
                  <a:lnTo>
                    <a:pt x="5128" y="1114"/>
                  </a:lnTo>
                  <a:lnTo>
                    <a:pt x="5129" y="1125"/>
                  </a:lnTo>
                  <a:lnTo>
                    <a:pt x="5122" y="1133"/>
                  </a:lnTo>
                  <a:lnTo>
                    <a:pt x="5122" y="1156"/>
                  </a:lnTo>
                  <a:lnTo>
                    <a:pt x="5128" y="1171"/>
                  </a:lnTo>
                  <a:lnTo>
                    <a:pt x="5118" y="1183"/>
                  </a:lnTo>
                  <a:lnTo>
                    <a:pt x="5118" y="1197"/>
                  </a:lnTo>
                  <a:lnTo>
                    <a:pt x="5095" y="1208"/>
                  </a:lnTo>
                  <a:lnTo>
                    <a:pt x="5086" y="1216"/>
                  </a:lnTo>
                  <a:lnTo>
                    <a:pt x="5068" y="1237"/>
                  </a:lnTo>
                  <a:lnTo>
                    <a:pt x="5066" y="1250"/>
                  </a:lnTo>
                  <a:lnTo>
                    <a:pt x="5057" y="1265"/>
                  </a:lnTo>
                  <a:lnTo>
                    <a:pt x="5014" y="1309"/>
                  </a:lnTo>
                  <a:lnTo>
                    <a:pt x="4985" y="1315"/>
                  </a:lnTo>
                  <a:lnTo>
                    <a:pt x="4980" y="1333"/>
                  </a:lnTo>
                  <a:lnTo>
                    <a:pt x="4963" y="1353"/>
                  </a:lnTo>
                  <a:lnTo>
                    <a:pt x="4951" y="1352"/>
                  </a:lnTo>
                  <a:lnTo>
                    <a:pt x="4946" y="1345"/>
                  </a:lnTo>
                  <a:lnTo>
                    <a:pt x="4940" y="1333"/>
                  </a:lnTo>
                  <a:lnTo>
                    <a:pt x="4907" y="1303"/>
                  </a:lnTo>
                  <a:lnTo>
                    <a:pt x="4895" y="1283"/>
                  </a:lnTo>
                  <a:lnTo>
                    <a:pt x="4883" y="1296"/>
                  </a:lnTo>
                  <a:lnTo>
                    <a:pt x="4886" y="1311"/>
                  </a:lnTo>
                  <a:lnTo>
                    <a:pt x="4906" y="1339"/>
                  </a:lnTo>
                  <a:lnTo>
                    <a:pt x="4907" y="1360"/>
                  </a:lnTo>
                  <a:lnTo>
                    <a:pt x="4918" y="1387"/>
                  </a:lnTo>
                  <a:lnTo>
                    <a:pt x="4918" y="1396"/>
                  </a:lnTo>
                  <a:lnTo>
                    <a:pt x="4916" y="1387"/>
                  </a:lnTo>
                  <a:lnTo>
                    <a:pt x="4897" y="1386"/>
                  </a:lnTo>
                  <a:lnTo>
                    <a:pt x="4877" y="1363"/>
                  </a:lnTo>
                  <a:lnTo>
                    <a:pt x="4864" y="1356"/>
                  </a:lnTo>
                  <a:lnTo>
                    <a:pt x="4860" y="1352"/>
                  </a:lnTo>
                  <a:lnTo>
                    <a:pt x="4854" y="1352"/>
                  </a:lnTo>
                  <a:lnTo>
                    <a:pt x="4854" y="1389"/>
                  </a:lnTo>
                  <a:lnTo>
                    <a:pt x="4828" y="1379"/>
                  </a:lnTo>
                  <a:lnTo>
                    <a:pt x="4817" y="1382"/>
                  </a:lnTo>
                  <a:lnTo>
                    <a:pt x="4800" y="1370"/>
                  </a:lnTo>
                  <a:lnTo>
                    <a:pt x="4797" y="1377"/>
                  </a:lnTo>
                  <a:lnTo>
                    <a:pt x="4781" y="1311"/>
                  </a:lnTo>
                  <a:lnTo>
                    <a:pt x="4768" y="1309"/>
                  </a:lnTo>
                  <a:lnTo>
                    <a:pt x="4738" y="1330"/>
                  </a:lnTo>
                  <a:lnTo>
                    <a:pt x="4737" y="1325"/>
                  </a:lnTo>
                  <a:lnTo>
                    <a:pt x="4726" y="1327"/>
                  </a:lnTo>
                  <a:lnTo>
                    <a:pt x="4682" y="1312"/>
                  </a:lnTo>
                  <a:lnTo>
                    <a:pt x="4666" y="1327"/>
                  </a:lnTo>
                  <a:lnTo>
                    <a:pt x="4669" y="1336"/>
                  </a:lnTo>
                  <a:lnTo>
                    <a:pt x="4661" y="1341"/>
                  </a:lnTo>
                  <a:lnTo>
                    <a:pt x="4666" y="1355"/>
                  </a:lnTo>
                  <a:lnTo>
                    <a:pt x="4702" y="1374"/>
                  </a:lnTo>
                  <a:lnTo>
                    <a:pt x="4716" y="1375"/>
                  </a:lnTo>
                  <a:lnTo>
                    <a:pt x="4725" y="1388"/>
                  </a:lnTo>
                  <a:lnTo>
                    <a:pt x="4722" y="1403"/>
                  </a:lnTo>
                  <a:lnTo>
                    <a:pt x="4721" y="1419"/>
                  </a:lnTo>
                  <a:lnTo>
                    <a:pt x="4716" y="1425"/>
                  </a:lnTo>
                  <a:lnTo>
                    <a:pt x="4716" y="1433"/>
                  </a:lnTo>
                  <a:lnTo>
                    <a:pt x="4711" y="1443"/>
                  </a:lnTo>
                  <a:lnTo>
                    <a:pt x="4700" y="1453"/>
                  </a:lnTo>
                  <a:lnTo>
                    <a:pt x="4689" y="1480"/>
                  </a:lnTo>
                  <a:lnTo>
                    <a:pt x="4679" y="1494"/>
                  </a:lnTo>
                  <a:lnTo>
                    <a:pt x="4668" y="1505"/>
                  </a:lnTo>
                  <a:lnTo>
                    <a:pt x="4664" y="1516"/>
                  </a:lnTo>
                  <a:lnTo>
                    <a:pt x="4645" y="1525"/>
                  </a:lnTo>
                  <a:lnTo>
                    <a:pt x="4635" y="1553"/>
                  </a:lnTo>
                  <a:lnTo>
                    <a:pt x="4629" y="1561"/>
                  </a:lnTo>
                  <a:lnTo>
                    <a:pt x="4612" y="1566"/>
                  </a:lnTo>
                  <a:lnTo>
                    <a:pt x="4555" y="1570"/>
                  </a:lnTo>
                  <a:lnTo>
                    <a:pt x="4550" y="1557"/>
                  </a:lnTo>
                  <a:lnTo>
                    <a:pt x="4540" y="1542"/>
                  </a:lnTo>
                  <a:lnTo>
                    <a:pt x="4494" y="1501"/>
                  </a:lnTo>
                  <a:lnTo>
                    <a:pt x="4493" y="1497"/>
                  </a:lnTo>
                  <a:lnTo>
                    <a:pt x="4458" y="1484"/>
                  </a:lnTo>
                  <a:lnTo>
                    <a:pt x="4425" y="1458"/>
                  </a:lnTo>
                  <a:lnTo>
                    <a:pt x="4413" y="1455"/>
                  </a:lnTo>
                  <a:lnTo>
                    <a:pt x="4401" y="1461"/>
                  </a:lnTo>
                  <a:lnTo>
                    <a:pt x="4375" y="1454"/>
                  </a:lnTo>
                  <a:lnTo>
                    <a:pt x="4366" y="1473"/>
                  </a:lnTo>
                  <a:lnTo>
                    <a:pt x="4396" y="1489"/>
                  </a:lnTo>
                  <a:lnTo>
                    <a:pt x="4418" y="1515"/>
                  </a:lnTo>
                  <a:lnTo>
                    <a:pt x="4437" y="1545"/>
                  </a:lnTo>
                  <a:lnTo>
                    <a:pt x="4464" y="1570"/>
                  </a:lnTo>
                  <a:lnTo>
                    <a:pt x="4508" y="1576"/>
                  </a:lnTo>
                  <a:lnTo>
                    <a:pt x="4546" y="1591"/>
                  </a:lnTo>
                  <a:lnTo>
                    <a:pt x="4560" y="1584"/>
                  </a:lnTo>
                  <a:lnTo>
                    <a:pt x="4598" y="1587"/>
                  </a:lnTo>
                  <a:lnTo>
                    <a:pt x="4637" y="1591"/>
                  </a:lnTo>
                  <a:lnTo>
                    <a:pt x="4639" y="1599"/>
                  </a:lnTo>
                  <a:lnTo>
                    <a:pt x="4648" y="1598"/>
                  </a:lnTo>
                  <a:lnTo>
                    <a:pt x="4641" y="1618"/>
                  </a:lnTo>
                  <a:lnTo>
                    <a:pt x="4635" y="1631"/>
                  </a:lnTo>
                  <a:lnTo>
                    <a:pt x="4635" y="1645"/>
                  </a:lnTo>
                  <a:lnTo>
                    <a:pt x="4619" y="1664"/>
                  </a:lnTo>
                  <a:lnTo>
                    <a:pt x="4612" y="1694"/>
                  </a:lnTo>
                  <a:lnTo>
                    <a:pt x="4601" y="1698"/>
                  </a:lnTo>
                  <a:lnTo>
                    <a:pt x="4590" y="1729"/>
                  </a:lnTo>
                  <a:lnTo>
                    <a:pt x="4569" y="1738"/>
                  </a:lnTo>
                  <a:lnTo>
                    <a:pt x="4569" y="1763"/>
                  </a:lnTo>
                  <a:lnTo>
                    <a:pt x="4561" y="1773"/>
                  </a:lnTo>
                  <a:lnTo>
                    <a:pt x="4546" y="1807"/>
                  </a:lnTo>
                  <a:lnTo>
                    <a:pt x="4540" y="1804"/>
                  </a:lnTo>
                  <a:lnTo>
                    <a:pt x="4524" y="1825"/>
                  </a:lnTo>
                  <a:lnTo>
                    <a:pt x="4496" y="1839"/>
                  </a:lnTo>
                  <a:lnTo>
                    <a:pt x="4464" y="1831"/>
                  </a:lnTo>
                  <a:lnTo>
                    <a:pt x="4458" y="1842"/>
                  </a:lnTo>
                  <a:lnTo>
                    <a:pt x="4426" y="1819"/>
                  </a:lnTo>
                  <a:lnTo>
                    <a:pt x="4424" y="1826"/>
                  </a:lnTo>
                  <a:lnTo>
                    <a:pt x="4425" y="1834"/>
                  </a:lnTo>
                  <a:lnTo>
                    <a:pt x="4415" y="1816"/>
                  </a:lnTo>
                  <a:lnTo>
                    <a:pt x="4408" y="1819"/>
                  </a:lnTo>
                  <a:lnTo>
                    <a:pt x="4397" y="1810"/>
                  </a:lnTo>
                  <a:lnTo>
                    <a:pt x="4391" y="1808"/>
                  </a:lnTo>
                  <a:lnTo>
                    <a:pt x="4395" y="1821"/>
                  </a:lnTo>
                  <a:lnTo>
                    <a:pt x="4394" y="1835"/>
                  </a:lnTo>
                  <a:lnTo>
                    <a:pt x="4398" y="1849"/>
                  </a:lnTo>
                  <a:lnTo>
                    <a:pt x="4397" y="1852"/>
                  </a:lnTo>
                  <a:lnTo>
                    <a:pt x="4390" y="1852"/>
                  </a:lnTo>
                  <a:lnTo>
                    <a:pt x="4379" y="1845"/>
                  </a:lnTo>
                  <a:lnTo>
                    <a:pt x="4376" y="1862"/>
                  </a:lnTo>
                  <a:lnTo>
                    <a:pt x="4384" y="1873"/>
                  </a:lnTo>
                  <a:lnTo>
                    <a:pt x="4380" y="1882"/>
                  </a:lnTo>
                  <a:lnTo>
                    <a:pt x="4373" y="1902"/>
                  </a:lnTo>
                  <a:lnTo>
                    <a:pt x="4365" y="1914"/>
                  </a:lnTo>
                  <a:lnTo>
                    <a:pt x="4354" y="1914"/>
                  </a:lnTo>
                  <a:lnTo>
                    <a:pt x="4350" y="1925"/>
                  </a:lnTo>
                  <a:lnTo>
                    <a:pt x="4343" y="1928"/>
                  </a:lnTo>
                  <a:lnTo>
                    <a:pt x="4333" y="1924"/>
                  </a:lnTo>
                  <a:lnTo>
                    <a:pt x="4326" y="1939"/>
                  </a:lnTo>
                  <a:lnTo>
                    <a:pt x="4318" y="1927"/>
                  </a:lnTo>
                  <a:lnTo>
                    <a:pt x="4309" y="1922"/>
                  </a:lnTo>
                  <a:lnTo>
                    <a:pt x="4300" y="1912"/>
                  </a:lnTo>
                  <a:lnTo>
                    <a:pt x="4280" y="1906"/>
                  </a:lnTo>
                  <a:lnTo>
                    <a:pt x="4261" y="1889"/>
                  </a:lnTo>
                  <a:lnTo>
                    <a:pt x="4254" y="1893"/>
                  </a:lnTo>
                  <a:lnTo>
                    <a:pt x="4250" y="1872"/>
                  </a:lnTo>
                  <a:lnTo>
                    <a:pt x="4238" y="1886"/>
                  </a:lnTo>
                  <a:lnTo>
                    <a:pt x="4222" y="1888"/>
                  </a:lnTo>
                  <a:lnTo>
                    <a:pt x="4216" y="1880"/>
                  </a:lnTo>
                  <a:lnTo>
                    <a:pt x="4210" y="1886"/>
                  </a:lnTo>
                  <a:lnTo>
                    <a:pt x="4195" y="1886"/>
                  </a:lnTo>
                  <a:lnTo>
                    <a:pt x="4160" y="1872"/>
                  </a:lnTo>
                  <a:lnTo>
                    <a:pt x="4155" y="1863"/>
                  </a:lnTo>
                  <a:lnTo>
                    <a:pt x="4084" y="1827"/>
                  </a:lnTo>
                  <a:lnTo>
                    <a:pt x="4081" y="1834"/>
                  </a:lnTo>
                  <a:lnTo>
                    <a:pt x="4071" y="1852"/>
                  </a:lnTo>
                  <a:lnTo>
                    <a:pt x="4075" y="1863"/>
                  </a:lnTo>
                  <a:lnTo>
                    <a:pt x="4088" y="1872"/>
                  </a:lnTo>
                  <a:lnTo>
                    <a:pt x="4099" y="1866"/>
                  </a:lnTo>
                  <a:lnTo>
                    <a:pt x="4097" y="1859"/>
                  </a:lnTo>
                  <a:lnTo>
                    <a:pt x="4098" y="1850"/>
                  </a:lnTo>
                  <a:lnTo>
                    <a:pt x="4111" y="1863"/>
                  </a:lnTo>
                  <a:lnTo>
                    <a:pt x="4136" y="1870"/>
                  </a:lnTo>
                  <a:lnTo>
                    <a:pt x="4155" y="1879"/>
                  </a:lnTo>
                  <a:lnTo>
                    <a:pt x="4159" y="1889"/>
                  </a:lnTo>
                  <a:lnTo>
                    <a:pt x="4159" y="1897"/>
                  </a:lnTo>
                  <a:lnTo>
                    <a:pt x="4169" y="1885"/>
                  </a:lnTo>
                  <a:lnTo>
                    <a:pt x="4199" y="1893"/>
                  </a:lnTo>
                  <a:lnTo>
                    <a:pt x="4202" y="1902"/>
                  </a:lnTo>
                  <a:lnTo>
                    <a:pt x="4190" y="1910"/>
                  </a:lnTo>
                  <a:lnTo>
                    <a:pt x="4186" y="1922"/>
                  </a:lnTo>
                  <a:lnTo>
                    <a:pt x="4194" y="1923"/>
                  </a:lnTo>
                  <a:lnTo>
                    <a:pt x="4199" y="1910"/>
                  </a:lnTo>
                  <a:lnTo>
                    <a:pt x="4211" y="1902"/>
                  </a:lnTo>
                  <a:lnTo>
                    <a:pt x="4228" y="1897"/>
                  </a:lnTo>
                  <a:lnTo>
                    <a:pt x="4242" y="1902"/>
                  </a:lnTo>
                  <a:lnTo>
                    <a:pt x="4247" y="1914"/>
                  </a:lnTo>
                  <a:lnTo>
                    <a:pt x="4264" y="1931"/>
                  </a:lnTo>
                  <a:lnTo>
                    <a:pt x="4285" y="1937"/>
                  </a:lnTo>
                  <a:lnTo>
                    <a:pt x="4290" y="1945"/>
                  </a:lnTo>
                  <a:lnTo>
                    <a:pt x="4303" y="1941"/>
                  </a:lnTo>
                  <a:lnTo>
                    <a:pt x="4307" y="1948"/>
                  </a:lnTo>
                  <a:lnTo>
                    <a:pt x="4304" y="1955"/>
                  </a:lnTo>
                  <a:lnTo>
                    <a:pt x="4318" y="1971"/>
                  </a:lnTo>
                  <a:lnTo>
                    <a:pt x="4321" y="1980"/>
                  </a:lnTo>
                  <a:lnTo>
                    <a:pt x="4329" y="2016"/>
                  </a:lnTo>
                  <a:lnTo>
                    <a:pt x="4328" y="2033"/>
                  </a:lnTo>
                  <a:lnTo>
                    <a:pt x="4323" y="2044"/>
                  </a:lnTo>
                  <a:lnTo>
                    <a:pt x="4316" y="2053"/>
                  </a:lnTo>
                  <a:lnTo>
                    <a:pt x="4280" y="2054"/>
                  </a:lnTo>
                  <a:lnTo>
                    <a:pt x="4270" y="2064"/>
                  </a:lnTo>
                  <a:lnTo>
                    <a:pt x="4257" y="2069"/>
                  </a:lnTo>
                  <a:lnTo>
                    <a:pt x="4241" y="2072"/>
                  </a:lnTo>
                  <a:lnTo>
                    <a:pt x="4204" y="2068"/>
                  </a:lnTo>
                  <a:lnTo>
                    <a:pt x="4190" y="2073"/>
                  </a:lnTo>
                  <a:lnTo>
                    <a:pt x="4173" y="2066"/>
                  </a:lnTo>
                  <a:lnTo>
                    <a:pt x="4166" y="2077"/>
                  </a:lnTo>
                  <a:lnTo>
                    <a:pt x="4180" y="2102"/>
                  </a:lnTo>
                  <a:lnTo>
                    <a:pt x="4206" y="2099"/>
                  </a:lnTo>
                  <a:lnTo>
                    <a:pt x="4210" y="2110"/>
                  </a:lnTo>
                  <a:lnTo>
                    <a:pt x="4190" y="2116"/>
                  </a:lnTo>
                  <a:lnTo>
                    <a:pt x="4176" y="2112"/>
                  </a:lnTo>
                  <a:lnTo>
                    <a:pt x="4158" y="2114"/>
                  </a:lnTo>
                  <a:lnTo>
                    <a:pt x="4151" y="2144"/>
                  </a:lnTo>
                  <a:lnTo>
                    <a:pt x="4151" y="2161"/>
                  </a:lnTo>
                  <a:lnTo>
                    <a:pt x="4158" y="2208"/>
                  </a:lnTo>
                  <a:lnTo>
                    <a:pt x="4133" y="2178"/>
                  </a:lnTo>
                  <a:lnTo>
                    <a:pt x="4123" y="2182"/>
                  </a:lnTo>
                  <a:lnTo>
                    <a:pt x="4124" y="2194"/>
                  </a:lnTo>
                  <a:lnTo>
                    <a:pt x="4111" y="2203"/>
                  </a:lnTo>
                  <a:lnTo>
                    <a:pt x="4112" y="2213"/>
                  </a:lnTo>
                  <a:lnTo>
                    <a:pt x="4105" y="2227"/>
                  </a:lnTo>
                  <a:lnTo>
                    <a:pt x="4104" y="2233"/>
                  </a:lnTo>
                  <a:lnTo>
                    <a:pt x="4080" y="2233"/>
                  </a:lnTo>
                  <a:lnTo>
                    <a:pt x="4084" y="2250"/>
                  </a:lnTo>
                  <a:lnTo>
                    <a:pt x="4092" y="2258"/>
                  </a:lnTo>
                  <a:lnTo>
                    <a:pt x="4076" y="2287"/>
                  </a:lnTo>
                  <a:lnTo>
                    <a:pt x="4043" y="2311"/>
                  </a:lnTo>
                  <a:lnTo>
                    <a:pt x="4033" y="2323"/>
                  </a:lnTo>
                  <a:lnTo>
                    <a:pt x="3994" y="2325"/>
                  </a:lnTo>
                  <a:lnTo>
                    <a:pt x="3986" y="2333"/>
                  </a:lnTo>
                  <a:lnTo>
                    <a:pt x="4021" y="2359"/>
                  </a:lnTo>
                  <a:lnTo>
                    <a:pt x="4021" y="2368"/>
                  </a:lnTo>
                  <a:lnTo>
                    <a:pt x="4016" y="2387"/>
                  </a:lnTo>
                  <a:lnTo>
                    <a:pt x="4014" y="2408"/>
                  </a:lnTo>
                  <a:lnTo>
                    <a:pt x="4009" y="2419"/>
                  </a:lnTo>
                  <a:lnTo>
                    <a:pt x="3993" y="2425"/>
                  </a:lnTo>
                  <a:lnTo>
                    <a:pt x="3994" y="2464"/>
                  </a:lnTo>
                  <a:lnTo>
                    <a:pt x="3989" y="2479"/>
                  </a:lnTo>
                  <a:lnTo>
                    <a:pt x="3977" y="2483"/>
                  </a:lnTo>
                  <a:lnTo>
                    <a:pt x="3973" y="2489"/>
                  </a:lnTo>
                  <a:lnTo>
                    <a:pt x="3978" y="2516"/>
                  </a:lnTo>
                  <a:lnTo>
                    <a:pt x="3975" y="2557"/>
                  </a:lnTo>
                  <a:lnTo>
                    <a:pt x="3973" y="2571"/>
                  </a:lnTo>
                  <a:lnTo>
                    <a:pt x="3968" y="2624"/>
                  </a:lnTo>
                  <a:lnTo>
                    <a:pt x="3968" y="2666"/>
                  </a:lnTo>
                  <a:lnTo>
                    <a:pt x="3969" y="2693"/>
                  </a:lnTo>
                  <a:lnTo>
                    <a:pt x="3969" y="2708"/>
                  </a:lnTo>
                  <a:lnTo>
                    <a:pt x="3953" y="2736"/>
                  </a:lnTo>
                  <a:lnTo>
                    <a:pt x="3968" y="2740"/>
                  </a:lnTo>
                  <a:lnTo>
                    <a:pt x="3973" y="2754"/>
                  </a:lnTo>
                  <a:lnTo>
                    <a:pt x="3984" y="2774"/>
                  </a:lnTo>
                  <a:lnTo>
                    <a:pt x="3995" y="2782"/>
                  </a:lnTo>
                  <a:lnTo>
                    <a:pt x="3996" y="2783"/>
                  </a:lnTo>
                  <a:lnTo>
                    <a:pt x="4005" y="2776"/>
                  </a:lnTo>
                  <a:lnTo>
                    <a:pt x="4009" y="2787"/>
                  </a:lnTo>
                  <a:lnTo>
                    <a:pt x="4010" y="2823"/>
                  </a:lnTo>
                  <a:lnTo>
                    <a:pt x="4014" y="2814"/>
                  </a:lnTo>
                  <a:lnTo>
                    <a:pt x="4015" y="2780"/>
                  </a:lnTo>
                  <a:lnTo>
                    <a:pt x="4021" y="2777"/>
                  </a:lnTo>
                  <a:lnTo>
                    <a:pt x="4064" y="2776"/>
                  </a:lnTo>
                  <a:lnTo>
                    <a:pt x="4074" y="2782"/>
                  </a:lnTo>
                  <a:lnTo>
                    <a:pt x="4085" y="2783"/>
                  </a:lnTo>
                  <a:lnTo>
                    <a:pt x="4092" y="2779"/>
                  </a:lnTo>
                  <a:lnTo>
                    <a:pt x="4105" y="2787"/>
                  </a:lnTo>
                  <a:lnTo>
                    <a:pt x="4109" y="2797"/>
                  </a:lnTo>
                  <a:lnTo>
                    <a:pt x="4115" y="2838"/>
                  </a:lnTo>
                  <a:lnTo>
                    <a:pt x="4144" y="2907"/>
                  </a:lnTo>
                  <a:lnTo>
                    <a:pt x="4144" y="2939"/>
                  </a:lnTo>
                  <a:lnTo>
                    <a:pt x="4146" y="2962"/>
                  </a:lnTo>
                  <a:lnTo>
                    <a:pt x="4166" y="2991"/>
                  </a:lnTo>
                  <a:lnTo>
                    <a:pt x="4168" y="3032"/>
                  </a:lnTo>
                  <a:lnTo>
                    <a:pt x="4166" y="3045"/>
                  </a:lnTo>
                  <a:lnTo>
                    <a:pt x="4160" y="3060"/>
                  </a:lnTo>
                  <a:lnTo>
                    <a:pt x="4150" y="3070"/>
                  </a:lnTo>
                  <a:lnTo>
                    <a:pt x="4140" y="3076"/>
                  </a:lnTo>
                  <a:lnTo>
                    <a:pt x="4143" y="3082"/>
                  </a:lnTo>
                  <a:lnTo>
                    <a:pt x="4174" y="3063"/>
                  </a:lnTo>
                  <a:lnTo>
                    <a:pt x="4175" y="3076"/>
                  </a:lnTo>
                  <a:lnTo>
                    <a:pt x="4180" y="3076"/>
                  </a:lnTo>
                  <a:lnTo>
                    <a:pt x="4206" y="3058"/>
                  </a:lnTo>
                  <a:lnTo>
                    <a:pt x="4281" y="3023"/>
                  </a:lnTo>
                  <a:lnTo>
                    <a:pt x="4315" y="3032"/>
                  </a:lnTo>
                  <a:lnTo>
                    <a:pt x="4325" y="3042"/>
                  </a:lnTo>
                  <a:lnTo>
                    <a:pt x="4343" y="3053"/>
                  </a:lnTo>
                  <a:lnTo>
                    <a:pt x="4352" y="3066"/>
                  </a:lnTo>
                  <a:lnTo>
                    <a:pt x="4380" y="3076"/>
                  </a:lnTo>
                  <a:lnTo>
                    <a:pt x="4417" y="3096"/>
                  </a:lnTo>
                  <a:lnTo>
                    <a:pt x="4449" y="3097"/>
                  </a:lnTo>
                  <a:lnTo>
                    <a:pt x="4457" y="3102"/>
                  </a:lnTo>
                  <a:lnTo>
                    <a:pt x="4517" y="3143"/>
                  </a:lnTo>
                  <a:lnTo>
                    <a:pt x="4539" y="3151"/>
                  </a:lnTo>
                  <a:lnTo>
                    <a:pt x="4572" y="3200"/>
                  </a:lnTo>
                  <a:lnTo>
                    <a:pt x="4578" y="3210"/>
                  </a:lnTo>
                  <a:lnTo>
                    <a:pt x="4578" y="3221"/>
                  </a:lnTo>
                  <a:lnTo>
                    <a:pt x="4586" y="3228"/>
                  </a:lnTo>
                  <a:lnTo>
                    <a:pt x="4593" y="3223"/>
                  </a:lnTo>
                  <a:lnTo>
                    <a:pt x="4603" y="3227"/>
                  </a:lnTo>
                  <a:lnTo>
                    <a:pt x="4609" y="3233"/>
                  </a:lnTo>
                  <a:lnTo>
                    <a:pt x="4619" y="3237"/>
                  </a:lnTo>
                  <a:lnTo>
                    <a:pt x="4633" y="3233"/>
                  </a:lnTo>
                  <a:lnTo>
                    <a:pt x="4644" y="3237"/>
                  </a:lnTo>
                  <a:lnTo>
                    <a:pt x="4664" y="3252"/>
                  </a:lnTo>
                  <a:lnTo>
                    <a:pt x="4728" y="3273"/>
                  </a:lnTo>
                  <a:lnTo>
                    <a:pt x="4748" y="3288"/>
                  </a:lnTo>
                  <a:lnTo>
                    <a:pt x="4752" y="3299"/>
                  </a:lnTo>
                  <a:lnTo>
                    <a:pt x="4777" y="3314"/>
                  </a:lnTo>
                  <a:lnTo>
                    <a:pt x="4779" y="3324"/>
                  </a:lnTo>
                  <a:lnTo>
                    <a:pt x="4769" y="3348"/>
                  </a:lnTo>
                  <a:lnTo>
                    <a:pt x="4764" y="3367"/>
                  </a:lnTo>
                  <a:lnTo>
                    <a:pt x="4750" y="3397"/>
                  </a:lnTo>
                  <a:lnTo>
                    <a:pt x="4771" y="3366"/>
                  </a:lnTo>
                  <a:lnTo>
                    <a:pt x="4777" y="3346"/>
                  </a:lnTo>
                  <a:lnTo>
                    <a:pt x="4785" y="3332"/>
                  </a:lnTo>
                  <a:lnTo>
                    <a:pt x="4872" y="3331"/>
                  </a:lnTo>
                  <a:lnTo>
                    <a:pt x="4916" y="3341"/>
                  </a:lnTo>
                  <a:lnTo>
                    <a:pt x="4948" y="3336"/>
                  </a:lnTo>
                  <a:lnTo>
                    <a:pt x="4958" y="3339"/>
                  </a:lnTo>
                  <a:lnTo>
                    <a:pt x="4967" y="3333"/>
                  </a:lnTo>
                  <a:lnTo>
                    <a:pt x="4983" y="3336"/>
                  </a:lnTo>
                  <a:lnTo>
                    <a:pt x="4988" y="3349"/>
                  </a:lnTo>
                  <a:lnTo>
                    <a:pt x="5000" y="3345"/>
                  </a:lnTo>
                  <a:lnTo>
                    <a:pt x="5015" y="3351"/>
                  </a:lnTo>
                  <a:lnTo>
                    <a:pt x="5026" y="3360"/>
                  </a:lnTo>
                  <a:lnTo>
                    <a:pt x="5036" y="3353"/>
                  </a:lnTo>
                  <a:lnTo>
                    <a:pt x="5044" y="3392"/>
                  </a:lnTo>
                  <a:lnTo>
                    <a:pt x="5041" y="3445"/>
                  </a:lnTo>
                  <a:lnTo>
                    <a:pt x="5034" y="3474"/>
                  </a:lnTo>
                  <a:lnTo>
                    <a:pt x="5032" y="3503"/>
                  </a:lnTo>
                  <a:lnTo>
                    <a:pt x="5041" y="3518"/>
                  </a:lnTo>
                  <a:lnTo>
                    <a:pt x="5045" y="3537"/>
                  </a:lnTo>
                  <a:lnTo>
                    <a:pt x="5045" y="3572"/>
                  </a:lnTo>
                  <a:lnTo>
                    <a:pt x="5050" y="3624"/>
                  </a:lnTo>
                  <a:lnTo>
                    <a:pt x="5042" y="3638"/>
                  </a:lnTo>
                  <a:lnTo>
                    <a:pt x="5040" y="3669"/>
                  </a:lnTo>
                  <a:lnTo>
                    <a:pt x="5047" y="3679"/>
                  </a:lnTo>
                  <a:lnTo>
                    <a:pt x="5055" y="3684"/>
                  </a:lnTo>
                  <a:lnTo>
                    <a:pt x="5057" y="3694"/>
                  </a:lnTo>
                  <a:lnTo>
                    <a:pt x="5071" y="3711"/>
                  </a:lnTo>
                  <a:lnTo>
                    <a:pt x="5084" y="3717"/>
                  </a:lnTo>
                  <a:lnTo>
                    <a:pt x="5097" y="3731"/>
                  </a:lnTo>
                  <a:lnTo>
                    <a:pt x="5104" y="3747"/>
                  </a:lnTo>
                  <a:lnTo>
                    <a:pt x="5116" y="3764"/>
                  </a:lnTo>
                  <a:lnTo>
                    <a:pt x="5116" y="3767"/>
                  </a:lnTo>
                  <a:lnTo>
                    <a:pt x="5095" y="3771"/>
                  </a:lnTo>
                  <a:lnTo>
                    <a:pt x="5064" y="3788"/>
                  </a:lnTo>
                  <a:lnTo>
                    <a:pt x="5055" y="3796"/>
                  </a:lnTo>
                  <a:lnTo>
                    <a:pt x="5056" y="3798"/>
                  </a:lnTo>
                  <a:lnTo>
                    <a:pt x="5107" y="3784"/>
                  </a:lnTo>
                  <a:lnTo>
                    <a:pt x="5123" y="3786"/>
                  </a:lnTo>
                  <a:lnTo>
                    <a:pt x="5134" y="3793"/>
                  </a:lnTo>
                  <a:lnTo>
                    <a:pt x="5179" y="3838"/>
                  </a:lnTo>
                  <a:lnTo>
                    <a:pt x="5187" y="3853"/>
                  </a:lnTo>
                  <a:lnTo>
                    <a:pt x="5194" y="3881"/>
                  </a:lnTo>
                  <a:lnTo>
                    <a:pt x="5188" y="3894"/>
                  </a:lnTo>
                  <a:lnTo>
                    <a:pt x="5150" y="3938"/>
                  </a:lnTo>
                  <a:lnTo>
                    <a:pt x="5189" y="3908"/>
                  </a:lnTo>
                  <a:lnTo>
                    <a:pt x="5197" y="3899"/>
                  </a:lnTo>
                  <a:lnTo>
                    <a:pt x="5205" y="3898"/>
                  </a:lnTo>
                  <a:lnTo>
                    <a:pt x="5225" y="3915"/>
                  </a:lnTo>
                  <a:lnTo>
                    <a:pt x="5237" y="3917"/>
                  </a:lnTo>
                  <a:lnTo>
                    <a:pt x="5260" y="3935"/>
                  </a:lnTo>
                  <a:lnTo>
                    <a:pt x="5266" y="3932"/>
                  </a:lnTo>
                  <a:lnTo>
                    <a:pt x="5261" y="3888"/>
                  </a:lnTo>
                  <a:lnTo>
                    <a:pt x="5264" y="3879"/>
                  </a:lnTo>
                  <a:lnTo>
                    <a:pt x="5278" y="3879"/>
                  </a:lnTo>
                  <a:lnTo>
                    <a:pt x="5278" y="3869"/>
                  </a:lnTo>
                  <a:lnTo>
                    <a:pt x="5279" y="3859"/>
                  </a:lnTo>
                  <a:lnTo>
                    <a:pt x="5291" y="3855"/>
                  </a:lnTo>
                  <a:lnTo>
                    <a:pt x="5302" y="3856"/>
                  </a:lnTo>
                  <a:lnTo>
                    <a:pt x="5302" y="3864"/>
                  </a:lnTo>
                  <a:lnTo>
                    <a:pt x="5322" y="3877"/>
                  </a:lnTo>
                  <a:lnTo>
                    <a:pt x="5328" y="3908"/>
                  </a:lnTo>
                  <a:lnTo>
                    <a:pt x="5336" y="3905"/>
                  </a:lnTo>
                  <a:lnTo>
                    <a:pt x="5348" y="3897"/>
                  </a:lnTo>
                  <a:lnTo>
                    <a:pt x="5348" y="3887"/>
                  </a:lnTo>
                  <a:lnTo>
                    <a:pt x="5354" y="3881"/>
                  </a:lnTo>
                  <a:lnTo>
                    <a:pt x="5355" y="3870"/>
                  </a:lnTo>
                  <a:lnTo>
                    <a:pt x="5343" y="3865"/>
                  </a:lnTo>
                  <a:lnTo>
                    <a:pt x="5325" y="3839"/>
                  </a:lnTo>
                  <a:lnTo>
                    <a:pt x="5322" y="3828"/>
                  </a:lnTo>
                  <a:lnTo>
                    <a:pt x="5342" y="3825"/>
                  </a:lnTo>
                  <a:lnTo>
                    <a:pt x="5343" y="3817"/>
                  </a:lnTo>
                  <a:lnTo>
                    <a:pt x="5355" y="3809"/>
                  </a:lnTo>
                  <a:lnTo>
                    <a:pt x="5362" y="3793"/>
                  </a:lnTo>
                  <a:lnTo>
                    <a:pt x="5369" y="3783"/>
                  </a:lnTo>
                  <a:lnTo>
                    <a:pt x="5379" y="3775"/>
                  </a:lnTo>
                  <a:lnTo>
                    <a:pt x="5407" y="3777"/>
                  </a:lnTo>
                  <a:lnTo>
                    <a:pt x="5417" y="3772"/>
                  </a:lnTo>
                  <a:lnTo>
                    <a:pt x="5417" y="3766"/>
                  </a:lnTo>
                  <a:lnTo>
                    <a:pt x="5394" y="3771"/>
                  </a:lnTo>
                  <a:lnTo>
                    <a:pt x="5381" y="3769"/>
                  </a:lnTo>
                  <a:lnTo>
                    <a:pt x="5370" y="3761"/>
                  </a:lnTo>
                  <a:lnTo>
                    <a:pt x="5366" y="3745"/>
                  </a:lnTo>
                  <a:lnTo>
                    <a:pt x="5362" y="3738"/>
                  </a:lnTo>
                  <a:lnTo>
                    <a:pt x="5351" y="3733"/>
                  </a:lnTo>
                  <a:lnTo>
                    <a:pt x="5342" y="3705"/>
                  </a:lnTo>
                  <a:lnTo>
                    <a:pt x="5346" y="3699"/>
                  </a:lnTo>
                  <a:lnTo>
                    <a:pt x="5348" y="3691"/>
                  </a:lnTo>
                  <a:lnTo>
                    <a:pt x="5342" y="3686"/>
                  </a:lnTo>
                  <a:lnTo>
                    <a:pt x="5335" y="3617"/>
                  </a:lnTo>
                  <a:lnTo>
                    <a:pt x="5331" y="3601"/>
                  </a:lnTo>
                  <a:lnTo>
                    <a:pt x="5330" y="3561"/>
                  </a:lnTo>
                  <a:lnTo>
                    <a:pt x="5332" y="3546"/>
                  </a:lnTo>
                  <a:lnTo>
                    <a:pt x="5328" y="3528"/>
                  </a:lnTo>
                  <a:lnTo>
                    <a:pt x="5322" y="3513"/>
                  </a:lnTo>
                  <a:lnTo>
                    <a:pt x="5310" y="3497"/>
                  </a:lnTo>
                  <a:lnTo>
                    <a:pt x="5291" y="3455"/>
                  </a:lnTo>
                  <a:lnTo>
                    <a:pt x="5283" y="3446"/>
                  </a:lnTo>
                  <a:lnTo>
                    <a:pt x="5271" y="3442"/>
                  </a:lnTo>
                  <a:lnTo>
                    <a:pt x="5264" y="3438"/>
                  </a:lnTo>
                  <a:lnTo>
                    <a:pt x="5293" y="3425"/>
                  </a:lnTo>
                  <a:lnTo>
                    <a:pt x="5335" y="3397"/>
                  </a:lnTo>
                  <a:lnTo>
                    <a:pt x="5357" y="3386"/>
                  </a:lnTo>
                  <a:lnTo>
                    <a:pt x="5400" y="3352"/>
                  </a:lnTo>
                  <a:lnTo>
                    <a:pt x="5419" y="3341"/>
                  </a:lnTo>
                  <a:lnTo>
                    <a:pt x="5443" y="3319"/>
                  </a:lnTo>
                  <a:lnTo>
                    <a:pt x="5463" y="3295"/>
                  </a:lnTo>
                  <a:lnTo>
                    <a:pt x="5443" y="3311"/>
                  </a:lnTo>
                  <a:lnTo>
                    <a:pt x="5467" y="3278"/>
                  </a:lnTo>
                  <a:lnTo>
                    <a:pt x="5501" y="3220"/>
                  </a:lnTo>
                  <a:lnTo>
                    <a:pt x="5510" y="3198"/>
                  </a:lnTo>
                  <a:lnTo>
                    <a:pt x="5518" y="3190"/>
                  </a:lnTo>
                  <a:lnTo>
                    <a:pt x="5531" y="3192"/>
                  </a:lnTo>
                  <a:lnTo>
                    <a:pt x="5545" y="3202"/>
                  </a:lnTo>
                  <a:lnTo>
                    <a:pt x="5561" y="3196"/>
                  </a:lnTo>
                  <a:lnTo>
                    <a:pt x="5566" y="3183"/>
                  </a:lnTo>
                  <a:lnTo>
                    <a:pt x="5557" y="3180"/>
                  </a:lnTo>
                  <a:lnTo>
                    <a:pt x="5549" y="3144"/>
                  </a:lnTo>
                  <a:lnTo>
                    <a:pt x="5542" y="3134"/>
                  </a:lnTo>
                  <a:lnTo>
                    <a:pt x="5529" y="3167"/>
                  </a:lnTo>
                  <a:lnTo>
                    <a:pt x="5524" y="3179"/>
                  </a:lnTo>
                  <a:lnTo>
                    <a:pt x="5519" y="3175"/>
                  </a:lnTo>
                  <a:lnTo>
                    <a:pt x="5518" y="3139"/>
                  </a:lnTo>
                  <a:lnTo>
                    <a:pt x="5515" y="3102"/>
                  </a:lnTo>
                  <a:lnTo>
                    <a:pt x="5509" y="3070"/>
                  </a:lnTo>
                  <a:lnTo>
                    <a:pt x="5503" y="3061"/>
                  </a:lnTo>
                  <a:lnTo>
                    <a:pt x="5499" y="3050"/>
                  </a:lnTo>
                  <a:lnTo>
                    <a:pt x="5497" y="3019"/>
                  </a:lnTo>
                  <a:lnTo>
                    <a:pt x="5480" y="2963"/>
                  </a:lnTo>
                  <a:lnTo>
                    <a:pt x="5468" y="2914"/>
                  </a:lnTo>
                  <a:lnTo>
                    <a:pt x="5465" y="2897"/>
                  </a:lnTo>
                  <a:lnTo>
                    <a:pt x="5454" y="2874"/>
                  </a:lnTo>
                  <a:lnTo>
                    <a:pt x="5454" y="2866"/>
                  </a:lnTo>
                  <a:lnTo>
                    <a:pt x="5452" y="2860"/>
                  </a:lnTo>
                  <a:lnTo>
                    <a:pt x="5438" y="2861"/>
                  </a:lnTo>
                  <a:lnTo>
                    <a:pt x="5407" y="2844"/>
                  </a:lnTo>
                  <a:lnTo>
                    <a:pt x="5400" y="2835"/>
                  </a:lnTo>
                  <a:lnTo>
                    <a:pt x="5367" y="2809"/>
                  </a:lnTo>
                  <a:lnTo>
                    <a:pt x="5345" y="2785"/>
                  </a:lnTo>
                  <a:lnTo>
                    <a:pt x="5342" y="2775"/>
                  </a:lnTo>
                  <a:lnTo>
                    <a:pt x="5348" y="2768"/>
                  </a:lnTo>
                  <a:lnTo>
                    <a:pt x="5343" y="2756"/>
                  </a:lnTo>
                  <a:lnTo>
                    <a:pt x="5342" y="2741"/>
                  </a:lnTo>
                  <a:lnTo>
                    <a:pt x="5344" y="2727"/>
                  </a:lnTo>
                  <a:lnTo>
                    <a:pt x="5354" y="2724"/>
                  </a:lnTo>
                  <a:lnTo>
                    <a:pt x="5375" y="2710"/>
                  </a:lnTo>
                  <a:lnTo>
                    <a:pt x="5404" y="2710"/>
                  </a:lnTo>
                  <a:lnTo>
                    <a:pt x="5410" y="2700"/>
                  </a:lnTo>
                  <a:lnTo>
                    <a:pt x="5434" y="2697"/>
                  </a:lnTo>
                  <a:lnTo>
                    <a:pt x="5434" y="2677"/>
                  </a:lnTo>
                  <a:lnTo>
                    <a:pt x="5426" y="2672"/>
                  </a:lnTo>
                  <a:lnTo>
                    <a:pt x="5425" y="2655"/>
                  </a:lnTo>
                  <a:lnTo>
                    <a:pt x="5433" y="2637"/>
                  </a:lnTo>
                  <a:lnTo>
                    <a:pt x="5454" y="2643"/>
                  </a:lnTo>
                  <a:lnTo>
                    <a:pt x="5460" y="2650"/>
                  </a:lnTo>
                  <a:lnTo>
                    <a:pt x="5493" y="2642"/>
                  </a:lnTo>
                  <a:lnTo>
                    <a:pt x="5467" y="2634"/>
                  </a:lnTo>
                  <a:lnTo>
                    <a:pt x="5459" y="2624"/>
                  </a:lnTo>
                  <a:lnTo>
                    <a:pt x="5460" y="2607"/>
                  </a:lnTo>
                  <a:lnTo>
                    <a:pt x="5463" y="2598"/>
                  </a:lnTo>
                  <a:lnTo>
                    <a:pt x="5470" y="2598"/>
                  </a:lnTo>
                  <a:lnTo>
                    <a:pt x="5480" y="2574"/>
                  </a:lnTo>
                  <a:lnTo>
                    <a:pt x="5470" y="2581"/>
                  </a:lnTo>
                  <a:lnTo>
                    <a:pt x="5434" y="2576"/>
                  </a:lnTo>
                  <a:lnTo>
                    <a:pt x="5434" y="2561"/>
                  </a:lnTo>
                  <a:lnTo>
                    <a:pt x="5443" y="2566"/>
                  </a:lnTo>
                  <a:lnTo>
                    <a:pt x="5452" y="2560"/>
                  </a:lnTo>
                  <a:lnTo>
                    <a:pt x="5455" y="2546"/>
                  </a:lnTo>
                  <a:lnTo>
                    <a:pt x="5445" y="2531"/>
                  </a:lnTo>
                  <a:lnTo>
                    <a:pt x="5443" y="2530"/>
                  </a:lnTo>
                  <a:lnTo>
                    <a:pt x="5428" y="2503"/>
                  </a:lnTo>
                  <a:lnTo>
                    <a:pt x="5436" y="2471"/>
                  </a:lnTo>
                  <a:lnTo>
                    <a:pt x="5427" y="2468"/>
                  </a:lnTo>
                  <a:lnTo>
                    <a:pt x="5426" y="2457"/>
                  </a:lnTo>
                  <a:lnTo>
                    <a:pt x="5455" y="2448"/>
                  </a:lnTo>
                  <a:lnTo>
                    <a:pt x="5454" y="2445"/>
                  </a:lnTo>
                  <a:lnTo>
                    <a:pt x="5439" y="2445"/>
                  </a:lnTo>
                  <a:lnTo>
                    <a:pt x="5431" y="2438"/>
                  </a:lnTo>
                  <a:lnTo>
                    <a:pt x="5418" y="2445"/>
                  </a:lnTo>
                  <a:lnTo>
                    <a:pt x="5407" y="2443"/>
                  </a:lnTo>
                  <a:lnTo>
                    <a:pt x="5395" y="2429"/>
                  </a:lnTo>
                  <a:lnTo>
                    <a:pt x="5395" y="2411"/>
                  </a:lnTo>
                  <a:lnTo>
                    <a:pt x="5412" y="2386"/>
                  </a:lnTo>
                  <a:lnTo>
                    <a:pt x="5419" y="2357"/>
                  </a:lnTo>
                  <a:lnTo>
                    <a:pt x="5429" y="2349"/>
                  </a:lnTo>
                  <a:lnTo>
                    <a:pt x="5428" y="2329"/>
                  </a:lnTo>
                  <a:lnTo>
                    <a:pt x="5434" y="2326"/>
                  </a:lnTo>
                  <a:lnTo>
                    <a:pt x="5443" y="2314"/>
                  </a:lnTo>
                  <a:lnTo>
                    <a:pt x="5444" y="2299"/>
                  </a:lnTo>
                  <a:lnTo>
                    <a:pt x="5455" y="2295"/>
                  </a:lnTo>
                  <a:lnTo>
                    <a:pt x="5458" y="2267"/>
                  </a:lnTo>
                  <a:lnTo>
                    <a:pt x="5452" y="2278"/>
                  </a:lnTo>
                  <a:lnTo>
                    <a:pt x="5438" y="2282"/>
                  </a:lnTo>
                  <a:lnTo>
                    <a:pt x="5427" y="2274"/>
                  </a:lnTo>
                  <a:lnTo>
                    <a:pt x="5415" y="2271"/>
                  </a:lnTo>
                  <a:lnTo>
                    <a:pt x="5401" y="2257"/>
                  </a:lnTo>
                  <a:lnTo>
                    <a:pt x="5398" y="2237"/>
                  </a:lnTo>
                  <a:lnTo>
                    <a:pt x="5391" y="2222"/>
                  </a:lnTo>
                  <a:lnTo>
                    <a:pt x="5388" y="2199"/>
                  </a:lnTo>
                  <a:lnTo>
                    <a:pt x="5390" y="2180"/>
                  </a:lnTo>
                  <a:lnTo>
                    <a:pt x="5392" y="2172"/>
                  </a:lnTo>
                  <a:lnTo>
                    <a:pt x="5408" y="2161"/>
                  </a:lnTo>
                  <a:lnTo>
                    <a:pt x="5427" y="2130"/>
                  </a:lnTo>
                  <a:lnTo>
                    <a:pt x="5441" y="2115"/>
                  </a:lnTo>
                  <a:lnTo>
                    <a:pt x="5451" y="2110"/>
                  </a:lnTo>
                  <a:lnTo>
                    <a:pt x="5452" y="2123"/>
                  </a:lnTo>
                  <a:lnTo>
                    <a:pt x="5466" y="2120"/>
                  </a:lnTo>
                  <a:lnTo>
                    <a:pt x="5506" y="2123"/>
                  </a:lnTo>
                  <a:lnTo>
                    <a:pt x="5555" y="2135"/>
                  </a:lnTo>
                  <a:lnTo>
                    <a:pt x="5562" y="2141"/>
                  </a:lnTo>
                  <a:lnTo>
                    <a:pt x="5563" y="2146"/>
                  </a:lnTo>
                  <a:lnTo>
                    <a:pt x="5578" y="2153"/>
                  </a:lnTo>
                  <a:lnTo>
                    <a:pt x="5606" y="2156"/>
                  </a:lnTo>
                  <a:lnTo>
                    <a:pt x="5616" y="2161"/>
                  </a:lnTo>
                  <a:lnTo>
                    <a:pt x="5611" y="2175"/>
                  </a:lnTo>
                  <a:lnTo>
                    <a:pt x="5614" y="2178"/>
                  </a:lnTo>
                  <a:lnTo>
                    <a:pt x="5631" y="2167"/>
                  </a:lnTo>
                  <a:lnTo>
                    <a:pt x="5656" y="2166"/>
                  </a:lnTo>
                  <a:lnTo>
                    <a:pt x="5663" y="2176"/>
                  </a:lnTo>
                  <a:lnTo>
                    <a:pt x="5659" y="2187"/>
                  </a:lnTo>
                  <a:lnTo>
                    <a:pt x="5689" y="2186"/>
                  </a:lnTo>
                  <a:lnTo>
                    <a:pt x="5686" y="2178"/>
                  </a:lnTo>
                  <a:lnTo>
                    <a:pt x="5694" y="2169"/>
                  </a:lnTo>
                  <a:lnTo>
                    <a:pt x="5746" y="2150"/>
                  </a:lnTo>
                  <a:lnTo>
                    <a:pt x="5766" y="2131"/>
                  </a:lnTo>
                  <a:lnTo>
                    <a:pt x="5818" y="2158"/>
                  </a:lnTo>
                  <a:lnTo>
                    <a:pt x="5831" y="2179"/>
                  </a:lnTo>
                  <a:lnTo>
                    <a:pt x="5855" y="2188"/>
                  </a:lnTo>
                  <a:lnTo>
                    <a:pt x="5869" y="2190"/>
                  </a:lnTo>
                  <a:lnTo>
                    <a:pt x="5875" y="2198"/>
                  </a:lnTo>
                  <a:lnTo>
                    <a:pt x="5876" y="2211"/>
                  </a:lnTo>
                  <a:lnTo>
                    <a:pt x="5856" y="2253"/>
                  </a:lnTo>
                  <a:lnTo>
                    <a:pt x="5862" y="2248"/>
                  </a:lnTo>
                  <a:lnTo>
                    <a:pt x="5874" y="2251"/>
                  </a:lnTo>
                  <a:lnTo>
                    <a:pt x="5878" y="2244"/>
                  </a:lnTo>
                  <a:lnTo>
                    <a:pt x="5878" y="2228"/>
                  </a:lnTo>
                  <a:lnTo>
                    <a:pt x="5888" y="2227"/>
                  </a:lnTo>
                  <a:lnTo>
                    <a:pt x="5901" y="2232"/>
                  </a:lnTo>
                  <a:lnTo>
                    <a:pt x="5901" y="2257"/>
                  </a:lnTo>
                  <a:lnTo>
                    <a:pt x="5913" y="2269"/>
                  </a:lnTo>
                  <a:lnTo>
                    <a:pt x="5917" y="2280"/>
                  </a:lnTo>
                  <a:lnTo>
                    <a:pt x="5903" y="2289"/>
                  </a:lnTo>
                  <a:lnTo>
                    <a:pt x="5907" y="2301"/>
                  </a:lnTo>
                  <a:lnTo>
                    <a:pt x="5921" y="2295"/>
                  </a:lnTo>
                  <a:lnTo>
                    <a:pt x="5927" y="2283"/>
                  </a:lnTo>
                  <a:lnTo>
                    <a:pt x="5939" y="2281"/>
                  </a:lnTo>
                  <a:lnTo>
                    <a:pt x="5952" y="2283"/>
                  </a:lnTo>
                  <a:lnTo>
                    <a:pt x="5961" y="2293"/>
                  </a:lnTo>
                  <a:lnTo>
                    <a:pt x="5954" y="2305"/>
                  </a:lnTo>
                  <a:lnTo>
                    <a:pt x="5947" y="2309"/>
                  </a:lnTo>
                  <a:lnTo>
                    <a:pt x="5937" y="2316"/>
                  </a:lnTo>
                  <a:lnTo>
                    <a:pt x="5937" y="2333"/>
                  </a:lnTo>
                  <a:lnTo>
                    <a:pt x="5941" y="2342"/>
                  </a:lnTo>
                  <a:lnTo>
                    <a:pt x="5949" y="2352"/>
                  </a:lnTo>
                  <a:lnTo>
                    <a:pt x="5962" y="2355"/>
                  </a:lnTo>
                  <a:lnTo>
                    <a:pt x="5959" y="2366"/>
                  </a:lnTo>
                  <a:lnTo>
                    <a:pt x="5960" y="2372"/>
                  </a:lnTo>
                  <a:lnTo>
                    <a:pt x="5988" y="2366"/>
                  </a:lnTo>
                  <a:lnTo>
                    <a:pt x="6004" y="2370"/>
                  </a:lnTo>
                  <a:lnTo>
                    <a:pt x="6009" y="2386"/>
                  </a:lnTo>
                  <a:lnTo>
                    <a:pt x="6018" y="2398"/>
                  </a:lnTo>
                  <a:lnTo>
                    <a:pt x="6026" y="2387"/>
                  </a:lnTo>
                  <a:lnTo>
                    <a:pt x="6052" y="2395"/>
                  </a:lnTo>
                  <a:lnTo>
                    <a:pt x="6072" y="2386"/>
                  </a:lnTo>
                  <a:lnTo>
                    <a:pt x="6078" y="2396"/>
                  </a:lnTo>
                  <a:lnTo>
                    <a:pt x="6082" y="2406"/>
                  </a:lnTo>
                  <a:lnTo>
                    <a:pt x="6081" y="2419"/>
                  </a:lnTo>
                  <a:lnTo>
                    <a:pt x="6088" y="2421"/>
                  </a:lnTo>
                  <a:lnTo>
                    <a:pt x="6120" y="2406"/>
                  </a:lnTo>
                  <a:lnTo>
                    <a:pt x="6118" y="2394"/>
                  </a:lnTo>
                  <a:lnTo>
                    <a:pt x="6129" y="2387"/>
                  </a:lnTo>
                  <a:lnTo>
                    <a:pt x="6147" y="2415"/>
                  </a:lnTo>
                  <a:lnTo>
                    <a:pt x="6148" y="2425"/>
                  </a:lnTo>
                  <a:lnTo>
                    <a:pt x="6146" y="2433"/>
                  </a:lnTo>
                  <a:lnTo>
                    <a:pt x="6138" y="2444"/>
                  </a:lnTo>
                  <a:lnTo>
                    <a:pt x="6125" y="2454"/>
                  </a:lnTo>
                  <a:lnTo>
                    <a:pt x="6125" y="2466"/>
                  </a:lnTo>
                  <a:lnTo>
                    <a:pt x="6123" y="2481"/>
                  </a:lnTo>
                  <a:lnTo>
                    <a:pt x="6125" y="2495"/>
                  </a:lnTo>
                  <a:lnTo>
                    <a:pt x="6124" y="2504"/>
                  </a:lnTo>
                  <a:lnTo>
                    <a:pt x="6130" y="2506"/>
                  </a:lnTo>
                  <a:lnTo>
                    <a:pt x="6135" y="2530"/>
                  </a:lnTo>
                  <a:lnTo>
                    <a:pt x="6149" y="2557"/>
                  </a:lnTo>
                  <a:lnTo>
                    <a:pt x="6127" y="2560"/>
                  </a:lnTo>
                  <a:lnTo>
                    <a:pt x="6125" y="2567"/>
                  </a:lnTo>
                  <a:lnTo>
                    <a:pt x="6119" y="2572"/>
                  </a:lnTo>
                  <a:lnTo>
                    <a:pt x="6101" y="2572"/>
                  </a:lnTo>
                  <a:lnTo>
                    <a:pt x="6087" y="2568"/>
                  </a:lnTo>
                  <a:lnTo>
                    <a:pt x="6058" y="2570"/>
                  </a:lnTo>
                  <a:lnTo>
                    <a:pt x="6033" y="2567"/>
                  </a:lnTo>
                  <a:lnTo>
                    <a:pt x="6015" y="2556"/>
                  </a:lnTo>
                  <a:lnTo>
                    <a:pt x="6000" y="2558"/>
                  </a:lnTo>
                  <a:lnTo>
                    <a:pt x="5991" y="2563"/>
                  </a:lnTo>
                  <a:lnTo>
                    <a:pt x="6021" y="2567"/>
                  </a:lnTo>
                  <a:lnTo>
                    <a:pt x="6050" y="2584"/>
                  </a:lnTo>
                  <a:lnTo>
                    <a:pt x="6106" y="2583"/>
                  </a:lnTo>
                  <a:lnTo>
                    <a:pt x="6126" y="2590"/>
                  </a:lnTo>
                  <a:lnTo>
                    <a:pt x="6145" y="2607"/>
                  </a:lnTo>
                  <a:lnTo>
                    <a:pt x="6148" y="2622"/>
                  </a:lnTo>
                  <a:lnTo>
                    <a:pt x="6145" y="2627"/>
                  </a:lnTo>
                  <a:lnTo>
                    <a:pt x="6149" y="2635"/>
                  </a:lnTo>
                  <a:lnTo>
                    <a:pt x="6127" y="2684"/>
                  </a:lnTo>
                  <a:lnTo>
                    <a:pt x="6132" y="2690"/>
                  </a:lnTo>
                  <a:lnTo>
                    <a:pt x="6157" y="2683"/>
                  </a:lnTo>
                  <a:lnTo>
                    <a:pt x="6166" y="2690"/>
                  </a:lnTo>
                  <a:lnTo>
                    <a:pt x="6163" y="2697"/>
                  </a:lnTo>
                  <a:lnTo>
                    <a:pt x="6143" y="2711"/>
                  </a:lnTo>
                  <a:lnTo>
                    <a:pt x="6145" y="2720"/>
                  </a:lnTo>
                  <a:lnTo>
                    <a:pt x="6161" y="2720"/>
                  </a:lnTo>
                  <a:lnTo>
                    <a:pt x="6167" y="2730"/>
                  </a:lnTo>
                  <a:lnTo>
                    <a:pt x="6166" y="2738"/>
                  </a:lnTo>
                  <a:lnTo>
                    <a:pt x="6163" y="2743"/>
                  </a:lnTo>
                  <a:lnTo>
                    <a:pt x="6156" y="2743"/>
                  </a:lnTo>
                  <a:lnTo>
                    <a:pt x="6154" y="2737"/>
                  </a:lnTo>
                  <a:lnTo>
                    <a:pt x="6145" y="2749"/>
                  </a:lnTo>
                  <a:lnTo>
                    <a:pt x="6126" y="2766"/>
                  </a:lnTo>
                  <a:lnTo>
                    <a:pt x="6123" y="2749"/>
                  </a:lnTo>
                  <a:lnTo>
                    <a:pt x="6113" y="2741"/>
                  </a:lnTo>
                  <a:lnTo>
                    <a:pt x="6097" y="2743"/>
                  </a:lnTo>
                  <a:lnTo>
                    <a:pt x="6107" y="2762"/>
                  </a:lnTo>
                  <a:lnTo>
                    <a:pt x="6106" y="2773"/>
                  </a:lnTo>
                  <a:lnTo>
                    <a:pt x="6074" y="2779"/>
                  </a:lnTo>
                  <a:lnTo>
                    <a:pt x="6084" y="2786"/>
                  </a:lnTo>
                  <a:lnTo>
                    <a:pt x="6098" y="2786"/>
                  </a:lnTo>
                  <a:lnTo>
                    <a:pt x="6108" y="2787"/>
                  </a:lnTo>
                  <a:lnTo>
                    <a:pt x="6118" y="2799"/>
                  </a:lnTo>
                  <a:lnTo>
                    <a:pt x="6145" y="2773"/>
                  </a:lnTo>
                  <a:lnTo>
                    <a:pt x="6157" y="2765"/>
                  </a:lnTo>
                  <a:lnTo>
                    <a:pt x="6178" y="2765"/>
                  </a:lnTo>
                  <a:lnTo>
                    <a:pt x="6196" y="2758"/>
                  </a:lnTo>
                  <a:lnTo>
                    <a:pt x="6217" y="2756"/>
                  </a:lnTo>
                  <a:lnTo>
                    <a:pt x="6231" y="2763"/>
                  </a:lnTo>
                  <a:lnTo>
                    <a:pt x="6242" y="2802"/>
                  </a:lnTo>
                  <a:lnTo>
                    <a:pt x="6249" y="2809"/>
                  </a:lnTo>
                  <a:lnTo>
                    <a:pt x="6251" y="2833"/>
                  </a:lnTo>
                  <a:lnTo>
                    <a:pt x="6243" y="2879"/>
                  </a:lnTo>
                  <a:lnTo>
                    <a:pt x="6221" y="2899"/>
                  </a:lnTo>
                  <a:lnTo>
                    <a:pt x="6161" y="2932"/>
                  </a:lnTo>
                  <a:lnTo>
                    <a:pt x="6210" y="2912"/>
                  </a:lnTo>
                  <a:lnTo>
                    <a:pt x="6243" y="2889"/>
                  </a:lnTo>
                  <a:lnTo>
                    <a:pt x="6254" y="2866"/>
                  </a:lnTo>
                  <a:lnTo>
                    <a:pt x="6264" y="2824"/>
                  </a:lnTo>
                  <a:lnTo>
                    <a:pt x="6277" y="2806"/>
                  </a:lnTo>
                  <a:lnTo>
                    <a:pt x="6276" y="2838"/>
                  </a:lnTo>
                  <a:lnTo>
                    <a:pt x="6273" y="2848"/>
                  </a:lnTo>
                  <a:lnTo>
                    <a:pt x="6288" y="2831"/>
                  </a:lnTo>
                  <a:lnTo>
                    <a:pt x="6291" y="2846"/>
                  </a:lnTo>
                  <a:lnTo>
                    <a:pt x="6288" y="2859"/>
                  </a:lnTo>
                  <a:lnTo>
                    <a:pt x="6290" y="2882"/>
                  </a:lnTo>
                  <a:lnTo>
                    <a:pt x="6294" y="2889"/>
                  </a:lnTo>
                  <a:lnTo>
                    <a:pt x="6304" y="2862"/>
                  </a:lnTo>
                  <a:lnTo>
                    <a:pt x="6352" y="2833"/>
                  </a:lnTo>
                  <a:lnTo>
                    <a:pt x="6385" y="2824"/>
                  </a:lnTo>
                  <a:lnTo>
                    <a:pt x="6388" y="2803"/>
                  </a:lnTo>
                  <a:lnTo>
                    <a:pt x="6397" y="2782"/>
                  </a:lnTo>
                  <a:lnTo>
                    <a:pt x="6406" y="2767"/>
                  </a:lnTo>
                  <a:lnTo>
                    <a:pt x="6421" y="2782"/>
                  </a:lnTo>
                  <a:lnTo>
                    <a:pt x="6438" y="2789"/>
                  </a:lnTo>
                  <a:lnTo>
                    <a:pt x="6444" y="2806"/>
                  </a:lnTo>
                  <a:lnTo>
                    <a:pt x="6437" y="2835"/>
                  </a:lnTo>
                  <a:lnTo>
                    <a:pt x="6443" y="2825"/>
                  </a:lnTo>
                  <a:lnTo>
                    <a:pt x="6457" y="2792"/>
                  </a:lnTo>
                  <a:lnTo>
                    <a:pt x="6446" y="2776"/>
                  </a:lnTo>
                  <a:lnTo>
                    <a:pt x="6436" y="2766"/>
                  </a:lnTo>
                  <a:lnTo>
                    <a:pt x="6429" y="2754"/>
                  </a:lnTo>
                  <a:lnTo>
                    <a:pt x="6446" y="2767"/>
                  </a:lnTo>
                  <a:lnTo>
                    <a:pt x="6454" y="2763"/>
                  </a:lnTo>
                  <a:lnTo>
                    <a:pt x="6463" y="2754"/>
                  </a:lnTo>
                  <a:lnTo>
                    <a:pt x="6456" y="2749"/>
                  </a:lnTo>
                  <a:lnTo>
                    <a:pt x="6458" y="2735"/>
                  </a:lnTo>
                  <a:lnTo>
                    <a:pt x="6472" y="2736"/>
                  </a:lnTo>
                  <a:lnTo>
                    <a:pt x="6477" y="2714"/>
                  </a:lnTo>
                  <a:lnTo>
                    <a:pt x="6468" y="2692"/>
                  </a:lnTo>
                  <a:lnTo>
                    <a:pt x="6477" y="2703"/>
                  </a:lnTo>
                  <a:lnTo>
                    <a:pt x="6485" y="2690"/>
                  </a:lnTo>
                  <a:lnTo>
                    <a:pt x="6497" y="2682"/>
                  </a:lnTo>
                  <a:lnTo>
                    <a:pt x="6497" y="2670"/>
                  </a:lnTo>
                  <a:lnTo>
                    <a:pt x="6510" y="2661"/>
                  </a:lnTo>
                  <a:lnTo>
                    <a:pt x="6498" y="2642"/>
                  </a:lnTo>
                  <a:lnTo>
                    <a:pt x="6487" y="2630"/>
                  </a:lnTo>
                  <a:lnTo>
                    <a:pt x="6479" y="2615"/>
                  </a:lnTo>
                  <a:lnTo>
                    <a:pt x="6488" y="2597"/>
                  </a:lnTo>
                  <a:lnTo>
                    <a:pt x="6509" y="2561"/>
                  </a:lnTo>
                  <a:lnTo>
                    <a:pt x="6522" y="2555"/>
                  </a:lnTo>
                  <a:lnTo>
                    <a:pt x="6535" y="2540"/>
                  </a:lnTo>
                  <a:lnTo>
                    <a:pt x="6534" y="2537"/>
                  </a:lnTo>
                  <a:lnTo>
                    <a:pt x="6541" y="2520"/>
                  </a:lnTo>
                  <a:lnTo>
                    <a:pt x="6555" y="2518"/>
                  </a:lnTo>
                  <a:lnTo>
                    <a:pt x="6569" y="2521"/>
                  </a:lnTo>
                  <a:lnTo>
                    <a:pt x="6575" y="2530"/>
                  </a:lnTo>
                  <a:lnTo>
                    <a:pt x="6568" y="2539"/>
                  </a:lnTo>
                  <a:lnTo>
                    <a:pt x="6580" y="2541"/>
                  </a:lnTo>
                  <a:lnTo>
                    <a:pt x="6579" y="2555"/>
                  </a:lnTo>
                  <a:lnTo>
                    <a:pt x="6582" y="2567"/>
                  </a:lnTo>
                  <a:lnTo>
                    <a:pt x="6582" y="2584"/>
                  </a:lnTo>
                  <a:lnTo>
                    <a:pt x="6575" y="2594"/>
                  </a:lnTo>
                  <a:lnTo>
                    <a:pt x="6588" y="2587"/>
                  </a:lnTo>
                  <a:lnTo>
                    <a:pt x="6596" y="2594"/>
                  </a:lnTo>
                  <a:lnTo>
                    <a:pt x="6594" y="2630"/>
                  </a:lnTo>
                  <a:lnTo>
                    <a:pt x="6613" y="2632"/>
                  </a:lnTo>
                  <a:lnTo>
                    <a:pt x="6606" y="2637"/>
                  </a:lnTo>
                  <a:lnTo>
                    <a:pt x="6607" y="2649"/>
                  </a:lnTo>
                  <a:lnTo>
                    <a:pt x="6622" y="2644"/>
                  </a:lnTo>
                  <a:lnTo>
                    <a:pt x="6638" y="2652"/>
                  </a:lnTo>
                  <a:lnTo>
                    <a:pt x="6630" y="2664"/>
                  </a:lnTo>
                  <a:lnTo>
                    <a:pt x="6618" y="2676"/>
                  </a:lnTo>
                  <a:lnTo>
                    <a:pt x="6634" y="2679"/>
                  </a:lnTo>
                  <a:lnTo>
                    <a:pt x="6639" y="2692"/>
                  </a:lnTo>
                  <a:lnTo>
                    <a:pt x="6645" y="2679"/>
                  </a:lnTo>
                  <a:lnTo>
                    <a:pt x="6653" y="2682"/>
                  </a:lnTo>
                  <a:lnTo>
                    <a:pt x="6653" y="2701"/>
                  </a:lnTo>
                  <a:lnTo>
                    <a:pt x="6662" y="2695"/>
                  </a:lnTo>
                  <a:lnTo>
                    <a:pt x="6671" y="2701"/>
                  </a:lnTo>
                  <a:lnTo>
                    <a:pt x="6669" y="2716"/>
                  </a:lnTo>
                  <a:lnTo>
                    <a:pt x="6651" y="2727"/>
                  </a:lnTo>
                  <a:lnTo>
                    <a:pt x="6619" y="2726"/>
                  </a:lnTo>
                  <a:lnTo>
                    <a:pt x="6599" y="2736"/>
                  </a:lnTo>
                  <a:lnTo>
                    <a:pt x="6594" y="2745"/>
                  </a:lnTo>
                  <a:lnTo>
                    <a:pt x="6610" y="2734"/>
                  </a:lnTo>
                  <a:lnTo>
                    <a:pt x="6619" y="2740"/>
                  </a:lnTo>
                  <a:lnTo>
                    <a:pt x="6630" y="2736"/>
                  </a:lnTo>
                  <a:lnTo>
                    <a:pt x="6654" y="2736"/>
                  </a:lnTo>
                  <a:lnTo>
                    <a:pt x="6679" y="2728"/>
                  </a:lnTo>
                  <a:lnTo>
                    <a:pt x="6684" y="2730"/>
                  </a:lnTo>
                  <a:lnTo>
                    <a:pt x="6679" y="2747"/>
                  </a:lnTo>
                  <a:lnTo>
                    <a:pt x="6684" y="2749"/>
                  </a:lnTo>
                  <a:lnTo>
                    <a:pt x="6684" y="2762"/>
                  </a:lnTo>
                  <a:lnTo>
                    <a:pt x="6680" y="2775"/>
                  </a:lnTo>
                  <a:lnTo>
                    <a:pt x="6687" y="2772"/>
                  </a:lnTo>
                  <a:lnTo>
                    <a:pt x="6706" y="2774"/>
                  </a:lnTo>
                  <a:lnTo>
                    <a:pt x="6702" y="2789"/>
                  </a:lnTo>
                  <a:lnTo>
                    <a:pt x="6705" y="2795"/>
                  </a:lnTo>
                  <a:lnTo>
                    <a:pt x="6716" y="2799"/>
                  </a:lnTo>
                  <a:lnTo>
                    <a:pt x="6713" y="2807"/>
                  </a:lnTo>
                  <a:lnTo>
                    <a:pt x="6700" y="2813"/>
                  </a:lnTo>
                  <a:lnTo>
                    <a:pt x="6679" y="2817"/>
                  </a:lnTo>
                  <a:lnTo>
                    <a:pt x="6666" y="2810"/>
                  </a:lnTo>
                  <a:lnTo>
                    <a:pt x="6658" y="2815"/>
                  </a:lnTo>
                  <a:lnTo>
                    <a:pt x="6656" y="2824"/>
                  </a:lnTo>
                  <a:lnTo>
                    <a:pt x="6664" y="2828"/>
                  </a:lnTo>
                  <a:lnTo>
                    <a:pt x="6680" y="2825"/>
                  </a:lnTo>
                  <a:lnTo>
                    <a:pt x="6709" y="2827"/>
                  </a:lnTo>
                  <a:lnTo>
                    <a:pt x="6736" y="2825"/>
                  </a:lnTo>
                  <a:lnTo>
                    <a:pt x="6740" y="2843"/>
                  </a:lnTo>
                  <a:lnTo>
                    <a:pt x="6730" y="2850"/>
                  </a:lnTo>
                  <a:lnTo>
                    <a:pt x="6724" y="2859"/>
                  </a:lnTo>
                  <a:lnTo>
                    <a:pt x="6732" y="2862"/>
                  </a:lnTo>
                  <a:lnTo>
                    <a:pt x="6723" y="2871"/>
                  </a:lnTo>
                  <a:lnTo>
                    <a:pt x="6702" y="2876"/>
                  </a:lnTo>
                  <a:lnTo>
                    <a:pt x="6684" y="2899"/>
                  </a:lnTo>
                  <a:lnTo>
                    <a:pt x="6699" y="2899"/>
                  </a:lnTo>
                  <a:lnTo>
                    <a:pt x="6712" y="2886"/>
                  </a:lnTo>
                  <a:lnTo>
                    <a:pt x="6728" y="2885"/>
                  </a:lnTo>
                  <a:lnTo>
                    <a:pt x="6741" y="2878"/>
                  </a:lnTo>
                  <a:lnTo>
                    <a:pt x="6757" y="2901"/>
                  </a:lnTo>
                  <a:lnTo>
                    <a:pt x="6748" y="2903"/>
                  </a:lnTo>
                  <a:lnTo>
                    <a:pt x="6740" y="2913"/>
                  </a:lnTo>
                  <a:lnTo>
                    <a:pt x="6738" y="2923"/>
                  </a:lnTo>
                  <a:lnTo>
                    <a:pt x="6756" y="2914"/>
                  </a:lnTo>
                  <a:lnTo>
                    <a:pt x="6768" y="2921"/>
                  </a:lnTo>
                  <a:lnTo>
                    <a:pt x="6768" y="2926"/>
                  </a:lnTo>
                  <a:lnTo>
                    <a:pt x="6783" y="2942"/>
                  </a:lnTo>
                  <a:lnTo>
                    <a:pt x="6796" y="2951"/>
                  </a:lnTo>
                  <a:lnTo>
                    <a:pt x="6799" y="2965"/>
                  </a:lnTo>
                  <a:lnTo>
                    <a:pt x="6771" y="2988"/>
                  </a:lnTo>
                  <a:lnTo>
                    <a:pt x="6753" y="2988"/>
                  </a:lnTo>
                  <a:lnTo>
                    <a:pt x="6752" y="2999"/>
                  </a:lnTo>
                  <a:lnTo>
                    <a:pt x="6795" y="2996"/>
                  </a:lnTo>
                  <a:lnTo>
                    <a:pt x="6806" y="3012"/>
                  </a:lnTo>
                  <a:lnTo>
                    <a:pt x="6799" y="3026"/>
                  </a:lnTo>
                  <a:lnTo>
                    <a:pt x="6835" y="3039"/>
                  </a:lnTo>
                  <a:lnTo>
                    <a:pt x="6840" y="3061"/>
                  </a:lnTo>
                  <a:lnTo>
                    <a:pt x="6824" y="3074"/>
                  </a:lnTo>
                  <a:lnTo>
                    <a:pt x="6807" y="3092"/>
                  </a:lnTo>
                  <a:lnTo>
                    <a:pt x="6813" y="3113"/>
                  </a:lnTo>
                  <a:lnTo>
                    <a:pt x="6802" y="3115"/>
                  </a:lnTo>
                  <a:lnTo>
                    <a:pt x="6757" y="3091"/>
                  </a:lnTo>
                  <a:lnTo>
                    <a:pt x="6752" y="3101"/>
                  </a:lnTo>
                  <a:lnTo>
                    <a:pt x="6775" y="3107"/>
                  </a:lnTo>
                  <a:lnTo>
                    <a:pt x="6775" y="3112"/>
                  </a:lnTo>
                  <a:lnTo>
                    <a:pt x="6726" y="3117"/>
                  </a:lnTo>
                  <a:lnTo>
                    <a:pt x="6712" y="3122"/>
                  </a:lnTo>
                  <a:lnTo>
                    <a:pt x="6737" y="3127"/>
                  </a:lnTo>
                  <a:lnTo>
                    <a:pt x="6788" y="3125"/>
                  </a:lnTo>
                  <a:lnTo>
                    <a:pt x="6808" y="3129"/>
                  </a:lnTo>
                  <a:lnTo>
                    <a:pt x="6813" y="3136"/>
                  </a:lnTo>
                  <a:lnTo>
                    <a:pt x="6798" y="3138"/>
                  </a:lnTo>
                  <a:lnTo>
                    <a:pt x="6788" y="3148"/>
                  </a:lnTo>
                  <a:lnTo>
                    <a:pt x="6790" y="3153"/>
                  </a:lnTo>
                  <a:lnTo>
                    <a:pt x="6812" y="3167"/>
                  </a:lnTo>
                  <a:lnTo>
                    <a:pt x="6815" y="3177"/>
                  </a:lnTo>
                  <a:lnTo>
                    <a:pt x="6799" y="3175"/>
                  </a:lnTo>
                  <a:lnTo>
                    <a:pt x="6794" y="3189"/>
                  </a:lnTo>
                  <a:lnTo>
                    <a:pt x="6845" y="3186"/>
                  </a:lnTo>
                  <a:lnTo>
                    <a:pt x="6850" y="3220"/>
                  </a:lnTo>
                  <a:lnTo>
                    <a:pt x="6857" y="3227"/>
                  </a:lnTo>
                  <a:lnTo>
                    <a:pt x="6848" y="3235"/>
                  </a:lnTo>
                  <a:lnTo>
                    <a:pt x="6896" y="3240"/>
                  </a:lnTo>
                  <a:lnTo>
                    <a:pt x="6907" y="3249"/>
                  </a:lnTo>
                  <a:lnTo>
                    <a:pt x="6908" y="3264"/>
                  </a:lnTo>
                  <a:lnTo>
                    <a:pt x="6918" y="3258"/>
                  </a:lnTo>
                  <a:lnTo>
                    <a:pt x="6933" y="3257"/>
                  </a:lnTo>
                  <a:lnTo>
                    <a:pt x="6933" y="3273"/>
                  </a:lnTo>
                  <a:lnTo>
                    <a:pt x="6928" y="3284"/>
                  </a:lnTo>
                  <a:lnTo>
                    <a:pt x="6936" y="3292"/>
                  </a:lnTo>
                  <a:lnTo>
                    <a:pt x="6940" y="3305"/>
                  </a:lnTo>
                  <a:lnTo>
                    <a:pt x="6921" y="3324"/>
                  </a:lnTo>
                  <a:lnTo>
                    <a:pt x="6922" y="3331"/>
                  </a:lnTo>
                  <a:lnTo>
                    <a:pt x="6941" y="3319"/>
                  </a:lnTo>
                  <a:lnTo>
                    <a:pt x="6964" y="3336"/>
                  </a:lnTo>
                  <a:lnTo>
                    <a:pt x="6972" y="3329"/>
                  </a:lnTo>
                  <a:lnTo>
                    <a:pt x="6988" y="3321"/>
                  </a:lnTo>
                  <a:lnTo>
                    <a:pt x="6989" y="3335"/>
                  </a:lnTo>
                  <a:lnTo>
                    <a:pt x="7005" y="3340"/>
                  </a:lnTo>
                  <a:lnTo>
                    <a:pt x="6987" y="3386"/>
                  </a:lnTo>
                  <a:lnTo>
                    <a:pt x="6999" y="3375"/>
                  </a:lnTo>
                  <a:lnTo>
                    <a:pt x="7018" y="3350"/>
                  </a:lnTo>
                  <a:lnTo>
                    <a:pt x="7033" y="3339"/>
                  </a:lnTo>
                  <a:lnTo>
                    <a:pt x="7031" y="3359"/>
                  </a:lnTo>
                  <a:lnTo>
                    <a:pt x="7035" y="3359"/>
                  </a:lnTo>
                  <a:lnTo>
                    <a:pt x="7045" y="3349"/>
                  </a:lnTo>
                  <a:lnTo>
                    <a:pt x="7049" y="3367"/>
                  </a:lnTo>
                  <a:lnTo>
                    <a:pt x="7053" y="3382"/>
                  </a:lnTo>
                  <a:lnTo>
                    <a:pt x="7064" y="3390"/>
                  </a:lnTo>
                  <a:lnTo>
                    <a:pt x="7083" y="3395"/>
                  </a:lnTo>
                  <a:lnTo>
                    <a:pt x="7103" y="3405"/>
                  </a:lnTo>
                  <a:lnTo>
                    <a:pt x="7115" y="3401"/>
                  </a:lnTo>
                  <a:lnTo>
                    <a:pt x="7114" y="3389"/>
                  </a:lnTo>
                  <a:lnTo>
                    <a:pt x="7128" y="3377"/>
                  </a:lnTo>
                  <a:lnTo>
                    <a:pt x="7140" y="3393"/>
                  </a:lnTo>
                  <a:lnTo>
                    <a:pt x="7136" y="3405"/>
                  </a:lnTo>
                  <a:lnTo>
                    <a:pt x="7154" y="3410"/>
                  </a:lnTo>
                  <a:lnTo>
                    <a:pt x="7164" y="3417"/>
                  </a:lnTo>
                  <a:lnTo>
                    <a:pt x="7174" y="3420"/>
                  </a:lnTo>
                  <a:lnTo>
                    <a:pt x="7183" y="3434"/>
                  </a:lnTo>
                  <a:lnTo>
                    <a:pt x="7174" y="3444"/>
                  </a:lnTo>
                  <a:lnTo>
                    <a:pt x="7175" y="3453"/>
                  </a:lnTo>
                  <a:lnTo>
                    <a:pt x="7174" y="3455"/>
                  </a:lnTo>
                  <a:lnTo>
                    <a:pt x="7159" y="3459"/>
                  </a:lnTo>
                  <a:lnTo>
                    <a:pt x="7148" y="3456"/>
                  </a:lnTo>
                  <a:lnTo>
                    <a:pt x="7137" y="3457"/>
                  </a:lnTo>
                  <a:lnTo>
                    <a:pt x="7117" y="3467"/>
                  </a:lnTo>
                  <a:lnTo>
                    <a:pt x="7109" y="3472"/>
                  </a:lnTo>
                  <a:lnTo>
                    <a:pt x="7109" y="3475"/>
                  </a:lnTo>
                  <a:lnTo>
                    <a:pt x="7085" y="3489"/>
                  </a:lnTo>
                  <a:lnTo>
                    <a:pt x="7037" y="3497"/>
                  </a:lnTo>
                  <a:lnTo>
                    <a:pt x="7012" y="3506"/>
                  </a:lnTo>
                  <a:lnTo>
                    <a:pt x="6999" y="3519"/>
                  </a:lnTo>
                  <a:lnTo>
                    <a:pt x="7019" y="3518"/>
                  </a:lnTo>
                  <a:lnTo>
                    <a:pt x="7040" y="3511"/>
                  </a:lnTo>
                  <a:lnTo>
                    <a:pt x="7063" y="3499"/>
                  </a:lnTo>
                  <a:lnTo>
                    <a:pt x="7071" y="3501"/>
                  </a:lnTo>
                  <a:lnTo>
                    <a:pt x="7020" y="3527"/>
                  </a:lnTo>
                  <a:lnTo>
                    <a:pt x="6994" y="3535"/>
                  </a:lnTo>
                  <a:lnTo>
                    <a:pt x="6972" y="3535"/>
                  </a:lnTo>
                  <a:lnTo>
                    <a:pt x="6948" y="3571"/>
                  </a:lnTo>
                  <a:lnTo>
                    <a:pt x="6928" y="3566"/>
                  </a:lnTo>
                  <a:lnTo>
                    <a:pt x="6910" y="3552"/>
                  </a:lnTo>
                  <a:lnTo>
                    <a:pt x="6890" y="3547"/>
                  </a:lnTo>
                  <a:lnTo>
                    <a:pt x="6868" y="3548"/>
                  </a:lnTo>
                  <a:lnTo>
                    <a:pt x="6869" y="3561"/>
                  </a:lnTo>
                  <a:lnTo>
                    <a:pt x="6897" y="3565"/>
                  </a:lnTo>
                  <a:lnTo>
                    <a:pt x="6920" y="3575"/>
                  </a:lnTo>
                  <a:lnTo>
                    <a:pt x="6937" y="3586"/>
                  </a:lnTo>
                  <a:lnTo>
                    <a:pt x="6932" y="3624"/>
                  </a:lnTo>
                  <a:lnTo>
                    <a:pt x="6949" y="3616"/>
                  </a:lnTo>
                  <a:lnTo>
                    <a:pt x="6971" y="3601"/>
                  </a:lnTo>
                  <a:lnTo>
                    <a:pt x="6979" y="3589"/>
                  </a:lnTo>
                  <a:lnTo>
                    <a:pt x="6996" y="3576"/>
                  </a:lnTo>
                  <a:lnTo>
                    <a:pt x="7015" y="3559"/>
                  </a:lnTo>
                  <a:lnTo>
                    <a:pt x="7042" y="3548"/>
                  </a:lnTo>
                  <a:lnTo>
                    <a:pt x="7057" y="3528"/>
                  </a:lnTo>
                  <a:lnTo>
                    <a:pt x="7076" y="3516"/>
                  </a:lnTo>
                  <a:lnTo>
                    <a:pt x="7122" y="3504"/>
                  </a:lnTo>
                  <a:lnTo>
                    <a:pt x="7145" y="3509"/>
                  </a:lnTo>
                  <a:lnTo>
                    <a:pt x="7155" y="3506"/>
                  </a:lnTo>
                  <a:lnTo>
                    <a:pt x="7142" y="3499"/>
                  </a:lnTo>
                  <a:lnTo>
                    <a:pt x="7118" y="3494"/>
                  </a:lnTo>
                  <a:lnTo>
                    <a:pt x="7093" y="3499"/>
                  </a:lnTo>
                  <a:lnTo>
                    <a:pt x="7106" y="3493"/>
                  </a:lnTo>
                  <a:lnTo>
                    <a:pt x="7135" y="3486"/>
                  </a:lnTo>
                  <a:lnTo>
                    <a:pt x="7176" y="3490"/>
                  </a:lnTo>
                  <a:lnTo>
                    <a:pt x="7194" y="3489"/>
                  </a:lnTo>
                  <a:lnTo>
                    <a:pt x="7198" y="3498"/>
                  </a:lnTo>
                  <a:lnTo>
                    <a:pt x="7195" y="3514"/>
                  </a:lnTo>
                  <a:lnTo>
                    <a:pt x="7199" y="3529"/>
                  </a:lnTo>
                  <a:lnTo>
                    <a:pt x="7200" y="3548"/>
                  </a:lnTo>
                  <a:lnTo>
                    <a:pt x="7189" y="3563"/>
                  </a:lnTo>
                  <a:lnTo>
                    <a:pt x="7188" y="3578"/>
                  </a:lnTo>
                  <a:lnTo>
                    <a:pt x="7192" y="3604"/>
                  </a:lnTo>
                  <a:lnTo>
                    <a:pt x="7195" y="3603"/>
                  </a:lnTo>
                  <a:lnTo>
                    <a:pt x="7215" y="3562"/>
                  </a:lnTo>
                  <a:lnTo>
                    <a:pt x="7228" y="3551"/>
                  </a:lnTo>
                  <a:lnTo>
                    <a:pt x="7249" y="3550"/>
                  </a:lnTo>
                  <a:lnTo>
                    <a:pt x="7260" y="3554"/>
                  </a:lnTo>
                  <a:lnTo>
                    <a:pt x="7256" y="3562"/>
                  </a:lnTo>
                  <a:lnTo>
                    <a:pt x="7310" y="3580"/>
                  </a:lnTo>
                  <a:lnTo>
                    <a:pt x="7311" y="3588"/>
                  </a:lnTo>
                  <a:lnTo>
                    <a:pt x="7301" y="3593"/>
                  </a:lnTo>
                  <a:lnTo>
                    <a:pt x="7311" y="3608"/>
                  </a:lnTo>
                  <a:lnTo>
                    <a:pt x="7320" y="3613"/>
                  </a:lnTo>
                  <a:lnTo>
                    <a:pt x="7322" y="3623"/>
                  </a:lnTo>
                  <a:lnTo>
                    <a:pt x="7329" y="3627"/>
                  </a:lnTo>
                  <a:lnTo>
                    <a:pt x="7329" y="3639"/>
                  </a:lnTo>
                  <a:lnTo>
                    <a:pt x="7320" y="3643"/>
                  </a:lnTo>
                  <a:lnTo>
                    <a:pt x="7313" y="3651"/>
                  </a:lnTo>
                  <a:lnTo>
                    <a:pt x="7278" y="3637"/>
                  </a:lnTo>
                  <a:lnTo>
                    <a:pt x="7290" y="3655"/>
                  </a:lnTo>
                  <a:lnTo>
                    <a:pt x="7298" y="3660"/>
                  </a:lnTo>
                  <a:lnTo>
                    <a:pt x="7311" y="3660"/>
                  </a:lnTo>
                  <a:lnTo>
                    <a:pt x="7318" y="3680"/>
                  </a:lnTo>
                  <a:lnTo>
                    <a:pt x="7311" y="3686"/>
                  </a:lnTo>
                  <a:lnTo>
                    <a:pt x="7311" y="3692"/>
                  </a:lnTo>
                  <a:lnTo>
                    <a:pt x="7324" y="3714"/>
                  </a:lnTo>
                  <a:lnTo>
                    <a:pt x="7324" y="3717"/>
                  </a:lnTo>
                  <a:lnTo>
                    <a:pt x="7310" y="3715"/>
                  </a:lnTo>
                  <a:lnTo>
                    <a:pt x="7304" y="3725"/>
                  </a:lnTo>
                  <a:lnTo>
                    <a:pt x="7330" y="3733"/>
                  </a:lnTo>
                  <a:lnTo>
                    <a:pt x="7338" y="3752"/>
                  </a:lnTo>
                  <a:lnTo>
                    <a:pt x="7314" y="3750"/>
                  </a:lnTo>
                  <a:lnTo>
                    <a:pt x="7303" y="3745"/>
                  </a:lnTo>
                  <a:lnTo>
                    <a:pt x="7311" y="375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Freeform 83">
              <a:extLst>
                <a:ext uri="{FF2B5EF4-FFF2-40B4-BE49-F238E27FC236}">
                  <a16:creationId xmlns:a16="http://schemas.microsoft.com/office/drawing/2014/main" id="{FB5B8693-3B3E-D936-0E36-C61752A79E5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307061" y="1118244"/>
              <a:ext cx="70085" cy="75920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57" y="38"/>
                </a:cxn>
                <a:cxn ang="0">
                  <a:pos x="63" y="40"/>
                </a:cxn>
                <a:cxn ang="0">
                  <a:pos x="65" y="54"/>
                </a:cxn>
                <a:cxn ang="0">
                  <a:pos x="71" y="73"/>
                </a:cxn>
                <a:cxn ang="0">
                  <a:pos x="80" y="84"/>
                </a:cxn>
                <a:cxn ang="0">
                  <a:pos x="95" y="90"/>
                </a:cxn>
                <a:cxn ang="0">
                  <a:pos x="97" y="103"/>
                </a:cxn>
                <a:cxn ang="0">
                  <a:pos x="62" y="98"/>
                </a:cxn>
                <a:cxn ang="0">
                  <a:pos x="53" y="83"/>
                </a:cxn>
                <a:cxn ang="0">
                  <a:pos x="33" y="66"/>
                </a:cxn>
                <a:cxn ang="0">
                  <a:pos x="30" y="54"/>
                </a:cxn>
                <a:cxn ang="0">
                  <a:pos x="18" y="28"/>
                </a:cxn>
                <a:cxn ang="0">
                  <a:pos x="1" y="8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27" y="6"/>
                </a:cxn>
                <a:cxn ang="0">
                  <a:pos x="50" y="32"/>
                </a:cxn>
              </a:cxnLst>
              <a:rect l="0" t="0" r="r" b="b"/>
              <a:pathLst>
                <a:path w="97" h="103">
                  <a:moveTo>
                    <a:pt x="50" y="32"/>
                  </a:moveTo>
                  <a:lnTo>
                    <a:pt x="57" y="38"/>
                  </a:lnTo>
                  <a:lnTo>
                    <a:pt x="63" y="40"/>
                  </a:lnTo>
                  <a:lnTo>
                    <a:pt x="65" y="54"/>
                  </a:lnTo>
                  <a:lnTo>
                    <a:pt x="71" y="73"/>
                  </a:lnTo>
                  <a:lnTo>
                    <a:pt x="80" y="84"/>
                  </a:lnTo>
                  <a:lnTo>
                    <a:pt x="95" y="90"/>
                  </a:lnTo>
                  <a:lnTo>
                    <a:pt x="97" y="103"/>
                  </a:lnTo>
                  <a:lnTo>
                    <a:pt x="62" y="98"/>
                  </a:lnTo>
                  <a:lnTo>
                    <a:pt x="53" y="83"/>
                  </a:lnTo>
                  <a:lnTo>
                    <a:pt x="33" y="66"/>
                  </a:lnTo>
                  <a:lnTo>
                    <a:pt x="30" y="54"/>
                  </a:lnTo>
                  <a:lnTo>
                    <a:pt x="18" y="28"/>
                  </a:lnTo>
                  <a:lnTo>
                    <a:pt x="1" y="8"/>
                  </a:lnTo>
                  <a:lnTo>
                    <a:pt x="0" y="0"/>
                  </a:lnTo>
                  <a:lnTo>
                    <a:pt x="11" y="0"/>
                  </a:lnTo>
                  <a:lnTo>
                    <a:pt x="27" y="6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Freeform 84">
              <a:extLst>
                <a:ext uri="{FF2B5EF4-FFF2-40B4-BE49-F238E27FC236}">
                  <a16:creationId xmlns:a16="http://schemas.microsoft.com/office/drawing/2014/main" id="{DCD31B2A-F216-BBC3-BADA-C06C9EBE6A0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148087" y="1602967"/>
              <a:ext cx="40883" cy="2920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8" y="0"/>
                </a:cxn>
                <a:cxn ang="0">
                  <a:pos x="19" y="6"/>
                </a:cxn>
                <a:cxn ang="0">
                  <a:pos x="41" y="11"/>
                </a:cxn>
                <a:cxn ang="0">
                  <a:pos x="57" y="26"/>
                </a:cxn>
                <a:cxn ang="0">
                  <a:pos x="53" y="35"/>
                </a:cxn>
                <a:cxn ang="0">
                  <a:pos x="36" y="42"/>
                </a:cxn>
                <a:cxn ang="0">
                  <a:pos x="19" y="33"/>
                </a:cxn>
                <a:cxn ang="0">
                  <a:pos x="7" y="20"/>
                </a:cxn>
                <a:cxn ang="0">
                  <a:pos x="0" y="5"/>
                </a:cxn>
                <a:cxn ang="0">
                  <a:pos x="3" y="1"/>
                </a:cxn>
              </a:cxnLst>
              <a:rect l="0" t="0" r="r" b="b"/>
              <a:pathLst>
                <a:path w="57" h="42">
                  <a:moveTo>
                    <a:pt x="3" y="1"/>
                  </a:moveTo>
                  <a:lnTo>
                    <a:pt x="8" y="0"/>
                  </a:lnTo>
                  <a:lnTo>
                    <a:pt x="19" y="6"/>
                  </a:lnTo>
                  <a:lnTo>
                    <a:pt x="41" y="11"/>
                  </a:lnTo>
                  <a:lnTo>
                    <a:pt x="57" y="26"/>
                  </a:lnTo>
                  <a:lnTo>
                    <a:pt x="53" y="35"/>
                  </a:lnTo>
                  <a:lnTo>
                    <a:pt x="36" y="42"/>
                  </a:lnTo>
                  <a:lnTo>
                    <a:pt x="19" y="33"/>
                  </a:lnTo>
                  <a:lnTo>
                    <a:pt x="7" y="20"/>
                  </a:lnTo>
                  <a:lnTo>
                    <a:pt x="0" y="5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04822B9A-C01E-9594-6615-4B2FBC6BB8A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131848" y="1147444"/>
              <a:ext cx="443874" cy="402962"/>
            </a:xfrm>
            <a:custGeom>
              <a:avLst/>
              <a:gdLst/>
              <a:ahLst/>
              <a:cxnLst>
                <a:cxn ang="0">
                  <a:pos x="142" y="0"/>
                </a:cxn>
                <a:cxn ang="0">
                  <a:pos x="173" y="43"/>
                </a:cxn>
                <a:cxn ang="0">
                  <a:pos x="184" y="97"/>
                </a:cxn>
                <a:cxn ang="0">
                  <a:pos x="208" y="110"/>
                </a:cxn>
                <a:cxn ang="0">
                  <a:pos x="251" y="110"/>
                </a:cxn>
                <a:cxn ang="0">
                  <a:pos x="279" y="152"/>
                </a:cxn>
                <a:cxn ang="0">
                  <a:pos x="332" y="183"/>
                </a:cxn>
                <a:cxn ang="0">
                  <a:pos x="381" y="227"/>
                </a:cxn>
                <a:cxn ang="0">
                  <a:pos x="433" y="248"/>
                </a:cxn>
                <a:cxn ang="0">
                  <a:pos x="463" y="287"/>
                </a:cxn>
                <a:cxn ang="0">
                  <a:pos x="474" y="370"/>
                </a:cxn>
                <a:cxn ang="0">
                  <a:pos x="510" y="371"/>
                </a:cxn>
                <a:cxn ang="0">
                  <a:pos x="549" y="363"/>
                </a:cxn>
                <a:cxn ang="0">
                  <a:pos x="569" y="402"/>
                </a:cxn>
                <a:cxn ang="0">
                  <a:pos x="602" y="429"/>
                </a:cxn>
                <a:cxn ang="0">
                  <a:pos x="550" y="465"/>
                </a:cxn>
                <a:cxn ang="0">
                  <a:pos x="500" y="476"/>
                </a:cxn>
                <a:cxn ang="0">
                  <a:pos x="479" y="467"/>
                </a:cxn>
                <a:cxn ang="0">
                  <a:pos x="446" y="446"/>
                </a:cxn>
                <a:cxn ang="0">
                  <a:pos x="411" y="443"/>
                </a:cxn>
                <a:cxn ang="0">
                  <a:pos x="411" y="398"/>
                </a:cxn>
                <a:cxn ang="0">
                  <a:pos x="365" y="386"/>
                </a:cxn>
                <a:cxn ang="0">
                  <a:pos x="359" y="365"/>
                </a:cxn>
                <a:cxn ang="0">
                  <a:pos x="332" y="357"/>
                </a:cxn>
                <a:cxn ang="0">
                  <a:pos x="306" y="403"/>
                </a:cxn>
                <a:cxn ang="0">
                  <a:pos x="296" y="431"/>
                </a:cxn>
                <a:cxn ang="0">
                  <a:pos x="275" y="455"/>
                </a:cxn>
                <a:cxn ang="0">
                  <a:pos x="241" y="481"/>
                </a:cxn>
                <a:cxn ang="0">
                  <a:pos x="230" y="497"/>
                </a:cxn>
                <a:cxn ang="0">
                  <a:pos x="167" y="547"/>
                </a:cxn>
                <a:cxn ang="0">
                  <a:pos x="138" y="519"/>
                </a:cxn>
                <a:cxn ang="0">
                  <a:pos x="132" y="445"/>
                </a:cxn>
                <a:cxn ang="0">
                  <a:pos x="122" y="414"/>
                </a:cxn>
                <a:cxn ang="0">
                  <a:pos x="97" y="450"/>
                </a:cxn>
                <a:cxn ang="0">
                  <a:pos x="56" y="446"/>
                </a:cxn>
                <a:cxn ang="0">
                  <a:pos x="4" y="462"/>
                </a:cxn>
                <a:cxn ang="0">
                  <a:pos x="30" y="391"/>
                </a:cxn>
                <a:cxn ang="0">
                  <a:pos x="80" y="332"/>
                </a:cxn>
                <a:cxn ang="0">
                  <a:pos x="69" y="273"/>
                </a:cxn>
                <a:cxn ang="0">
                  <a:pos x="86" y="198"/>
                </a:cxn>
                <a:cxn ang="0">
                  <a:pos x="93" y="114"/>
                </a:cxn>
                <a:cxn ang="0">
                  <a:pos x="104" y="48"/>
                </a:cxn>
              </a:cxnLst>
              <a:rect l="0" t="0" r="r" b="b"/>
              <a:pathLst>
                <a:path w="602" h="547">
                  <a:moveTo>
                    <a:pt x="121" y="23"/>
                  </a:moveTo>
                  <a:lnTo>
                    <a:pt x="133" y="3"/>
                  </a:lnTo>
                  <a:lnTo>
                    <a:pt x="142" y="0"/>
                  </a:lnTo>
                  <a:lnTo>
                    <a:pt x="146" y="18"/>
                  </a:lnTo>
                  <a:lnTo>
                    <a:pt x="165" y="17"/>
                  </a:lnTo>
                  <a:lnTo>
                    <a:pt x="173" y="43"/>
                  </a:lnTo>
                  <a:lnTo>
                    <a:pt x="186" y="61"/>
                  </a:lnTo>
                  <a:lnTo>
                    <a:pt x="178" y="76"/>
                  </a:lnTo>
                  <a:lnTo>
                    <a:pt x="184" y="97"/>
                  </a:lnTo>
                  <a:lnTo>
                    <a:pt x="187" y="127"/>
                  </a:lnTo>
                  <a:lnTo>
                    <a:pt x="200" y="133"/>
                  </a:lnTo>
                  <a:lnTo>
                    <a:pt x="208" y="110"/>
                  </a:lnTo>
                  <a:lnTo>
                    <a:pt x="221" y="91"/>
                  </a:lnTo>
                  <a:lnTo>
                    <a:pt x="234" y="93"/>
                  </a:lnTo>
                  <a:lnTo>
                    <a:pt x="251" y="110"/>
                  </a:lnTo>
                  <a:lnTo>
                    <a:pt x="263" y="114"/>
                  </a:lnTo>
                  <a:lnTo>
                    <a:pt x="262" y="141"/>
                  </a:lnTo>
                  <a:lnTo>
                    <a:pt x="279" y="152"/>
                  </a:lnTo>
                  <a:lnTo>
                    <a:pt x="324" y="158"/>
                  </a:lnTo>
                  <a:lnTo>
                    <a:pt x="327" y="170"/>
                  </a:lnTo>
                  <a:lnTo>
                    <a:pt x="332" y="183"/>
                  </a:lnTo>
                  <a:lnTo>
                    <a:pt x="347" y="200"/>
                  </a:lnTo>
                  <a:lnTo>
                    <a:pt x="365" y="208"/>
                  </a:lnTo>
                  <a:lnTo>
                    <a:pt x="381" y="227"/>
                  </a:lnTo>
                  <a:lnTo>
                    <a:pt x="400" y="237"/>
                  </a:lnTo>
                  <a:lnTo>
                    <a:pt x="414" y="234"/>
                  </a:lnTo>
                  <a:lnTo>
                    <a:pt x="433" y="248"/>
                  </a:lnTo>
                  <a:lnTo>
                    <a:pt x="447" y="254"/>
                  </a:lnTo>
                  <a:lnTo>
                    <a:pt x="454" y="271"/>
                  </a:lnTo>
                  <a:lnTo>
                    <a:pt x="463" y="287"/>
                  </a:lnTo>
                  <a:lnTo>
                    <a:pt x="471" y="335"/>
                  </a:lnTo>
                  <a:lnTo>
                    <a:pt x="479" y="350"/>
                  </a:lnTo>
                  <a:lnTo>
                    <a:pt x="474" y="370"/>
                  </a:lnTo>
                  <a:lnTo>
                    <a:pt x="483" y="376"/>
                  </a:lnTo>
                  <a:lnTo>
                    <a:pt x="499" y="371"/>
                  </a:lnTo>
                  <a:lnTo>
                    <a:pt x="510" y="371"/>
                  </a:lnTo>
                  <a:lnTo>
                    <a:pt x="515" y="378"/>
                  </a:lnTo>
                  <a:lnTo>
                    <a:pt x="535" y="355"/>
                  </a:lnTo>
                  <a:lnTo>
                    <a:pt x="549" y="363"/>
                  </a:lnTo>
                  <a:lnTo>
                    <a:pt x="557" y="378"/>
                  </a:lnTo>
                  <a:lnTo>
                    <a:pt x="567" y="385"/>
                  </a:lnTo>
                  <a:lnTo>
                    <a:pt x="569" y="402"/>
                  </a:lnTo>
                  <a:lnTo>
                    <a:pt x="567" y="409"/>
                  </a:lnTo>
                  <a:lnTo>
                    <a:pt x="600" y="417"/>
                  </a:lnTo>
                  <a:lnTo>
                    <a:pt x="602" y="429"/>
                  </a:lnTo>
                  <a:lnTo>
                    <a:pt x="588" y="431"/>
                  </a:lnTo>
                  <a:lnTo>
                    <a:pt x="563" y="457"/>
                  </a:lnTo>
                  <a:lnTo>
                    <a:pt x="550" y="465"/>
                  </a:lnTo>
                  <a:lnTo>
                    <a:pt x="536" y="482"/>
                  </a:lnTo>
                  <a:lnTo>
                    <a:pt x="524" y="486"/>
                  </a:lnTo>
                  <a:lnTo>
                    <a:pt x="500" y="476"/>
                  </a:lnTo>
                  <a:lnTo>
                    <a:pt x="492" y="468"/>
                  </a:lnTo>
                  <a:lnTo>
                    <a:pt x="489" y="462"/>
                  </a:lnTo>
                  <a:lnTo>
                    <a:pt x="479" y="467"/>
                  </a:lnTo>
                  <a:lnTo>
                    <a:pt x="473" y="453"/>
                  </a:lnTo>
                  <a:lnTo>
                    <a:pt x="458" y="446"/>
                  </a:lnTo>
                  <a:lnTo>
                    <a:pt x="446" y="446"/>
                  </a:lnTo>
                  <a:lnTo>
                    <a:pt x="438" y="438"/>
                  </a:lnTo>
                  <a:lnTo>
                    <a:pt x="431" y="446"/>
                  </a:lnTo>
                  <a:lnTo>
                    <a:pt x="411" y="443"/>
                  </a:lnTo>
                  <a:lnTo>
                    <a:pt x="407" y="433"/>
                  </a:lnTo>
                  <a:lnTo>
                    <a:pt x="415" y="414"/>
                  </a:lnTo>
                  <a:lnTo>
                    <a:pt x="411" y="398"/>
                  </a:lnTo>
                  <a:lnTo>
                    <a:pt x="400" y="391"/>
                  </a:lnTo>
                  <a:lnTo>
                    <a:pt x="369" y="384"/>
                  </a:lnTo>
                  <a:lnTo>
                    <a:pt x="365" y="386"/>
                  </a:lnTo>
                  <a:lnTo>
                    <a:pt x="364" y="392"/>
                  </a:lnTo>
                  <a:lnTo>
                    <a:pt x="351" y="385"/>
                  </a:lnTo>
                  <a:lnTo>
                    <a:pt x="359" y="365"/>
                  </a:lnTo>
                  <a:lnTo>
                    <a:pt x="369" y="354"/>
                  </a:lnTo>
                  <a:lnTo>
                    <a:pt x="365" y="350"/>
                  </a:lnTo>
                  <a:lnTo>
                    <a:pt x="332" y="357"/>
                  </a:lnTo>
                  <a:lnTo>
                    <a:pt x="309" y="366"/>
                  </a:lnTo>
                  <a:lnTo>
                    <a:pt x="310" y="376"/>
                  </a:lnTo>
                  <a:lnTo>
                    <a:pt x="306" y="403"/>
                  </a:lnTo>
                  <a:lnTo>
                    <a:pt x="309" y="412"/>
                  </a:lnTo>
                  <a:lnTo>
                    <a:pt x="307" y="430"/>
                  </a:lnTo>
                  <a:lnTo>
                    <a:pt x="296" y="431"/>
                  </a:lnTo>
                  <a:lnTo>
                    <a:pt x="290" y="441"/>
                  </a:lnTo>
                  <a:lnTo>
                    <a:pt x="278" y="445"/>
                  </a:lnTo>
                  <a:lnTo>
                    <a:pt x="275" y="455"/>
                  </a:lnTo>
                  <a:lnTo>
                    <a:pt x="266" y="465"/>
                  </a:lnTo>
                  <a:lnTo>
                    <a:pt x="254" y="464"/>
                  </a:lnTo>
                  <a:lnTo>
                    <a:pt x="241" y="481"/>
                  </a:lnTo>
                  <a:lnTo>
                    <a:pt x="236" y="495"/>
                  </a:lnTo>
                  <a:lnTo>
                    <a:pt x="229" y="493"/>
                  </a:lnTo>
                  <a:lnTo>
                    <a:pt x="230" y="497"/>
                  </a:lnTo>
                  <a:lnTo>
                    <a:pt x="226" y="510"/>
                  </a:lnTo>
                  <a:lnTo>
                    <a:pt x="214" y="525"/>
                  </a:lnTo>
                  <a:lnTo>
                    <a:pt x="167" y="547"/>
                  </a:lnTo>
                  <a:lnTo>
                    <a:pt x="163" y="543"/>
                  </a:lnTo>
                  <a:lnTo>
                    <a:pt x="151" y="547"/>
                  </a:lnTo>
                  <a:lnTo>
                    <a:pt x="138" y="519"/>
                  </a:lnTo>
                  <a:lnTo>
                    <a:pt x="134" y="486"/>
                  </a:lnTo>
                  <a:lnTo>
                    <a:pt x="136" y="454"/>
                  </a:lnTo>
                  <a:lnTo>
                    <a:pt x="132" y="445"/>
                  </a:lnTo>
                  <a:lnTo>
                    <a:pt x="131" y="421"/>
                  </a:lnTo>
                  <a:lnTo>
                    <a:pt x="127" y="407"/>
                  </a:lnTo>
                  <a:lnTo>
                    <a:pt x="122" y="414"/>
                  </a:lnTo>
                  <a:lnTo>
                    <a:pt x="118" y="441"/>
                  </a:lnTo>
                  <a:lnTo>
                    <a:pt x="107" y="441"/>
                  </a:lnTo>
                  <a:lnTo>
                    <a:pt x="97" y="450"/>
                  </a:lnTo>
                  <a:lnTo>
                    <a:pt x="73" y="450"/>
                  </a:lnTo>
                  <a:lnTo>
                    <a:pt x="66" y="445"/>
                  </a:lnTo>
                  <a:lnTo>
                    <a:pt x="56" y="446"/>
                  </a:lnTo>
                  <a:lnTo>
                    <a:pt x="35" y="463"/>
                  </a:lnTo>
                  <a:lnTo>
                    <a:pt x="12" y="471"/>
                  </a:lnTo>
                  <a:lnTo>
                    <a:pt x="4" y="462"/>
                  </a:lnTo>
                  <a:lnTo>
                    <a:pt x="0" y="445"/>
                  </a:lnTo>
                  <a:lnTo>
                    <a:pt x="18" y="403"/>
                  </a:lnTo>
                  <a:lnTo>
                    <a:pt x="30" y="391"/>
                  </a:lnTo>
                  <a:lnTo>
                    <a:pt x="50" y="385"/>
                  </a:lnTo>
                  <a:lnTo>
                    <a:pt x="81" y="351"/>
                  </a:lnTo>
                  <a:lnTo>
                    <a:pt x="80" y="332"/>
                  </a:lnTo>
                  <a:lnTo>
                    <a:pt x="74" y="323"/>
                  </a:lnTo>
                  <a:lnTo>
                    <a:pt x="72" y="286"/>
                  </a:lnTo>
                  <a:lnTo>
                    <a:pt x="69" y="273"/>
                  </a:lnTo>
                  <a:lnTo>
                    <a:pt x="73" y="248"/>
                  </a:lnTo>
                  <a:lnTo>
                    <a:pt x="81" y="223"/>
                  </a:lnTo>
                  <a:lnTo>
                    <a:pt x="86" y="198"/>
                  </a:lnTo>
                  <a:lnTo>
                    <a:pt x="85" y="193"/>
                  </a:lnTo>
                  <a:lnTo>
                    <a:pt x="89" y="175"/>
                  </a:lnTo>
                  <a:lnTo>
                    <a:pt x="93" y="114"/>
                  </a:lnTo>
                  <a:lnTo>
                    <a:pt x="91" y="94"/>
                  </a:lnTo>
                  <a:lnTo>
                    <a:pt x="97" y="77"/>
                  </a:lnTo>
                  <a:lnTo>
                    <a:pt x="104" y="48"/>
                  </a:lnTo>
                  <a:lnTo>
                    <a:pt x="113" y="32"/>
                  </a:lnTo>
                  <a:lnTo>
                    <a:pt x="121" y="2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86">
              <a:extLst>
                <a:ext uri="{FF2B5EF4-FFF2-40B4-BE49-F238E27FC236}">
                  <a16:creationId xmlns:a16="http://schemas.microsoft.com/office/drawing/2014/main" id="{D1FF2D28-FF1A-068C-2A37-7A4AFAC71F5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914468" y="791202"/>
              <a:ext cx="75926" cy="7008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8" y="21"/>
                </a:cxn>
                <a:cxn ang="0">
                  <a:pos x="21" y="18"/>
                </a:cxn>
                <a:cxn ang="0">
                  <a:pos x="38" y="0"/>
                </a:cxn>
                <a:cxn ang="0">
                  <a:pos x="42" y="20"/>
                </a:cxn>
                <a:cxn ang="0">
                  <a:pos x="77" y="37"/>
                </a:cxn>
                <a:cxn ang="0">
                  <a:pos x="93" y="41"/>
                </a:cxn>
                <a:cxn ang="0">
                  <a:pos x="108" y="80"/>
                </a:cxn>
                <a:cxn ang="0">
                  <a:pos x="90" y="95"/>
                </a:cxn>
                <a:cxn ang="0">
                  <a:pos x="58" y="84"/>
                </a:cxn>
                <a:cxn ang="0">
                  <a:pos x="29" y="86"/>
                </a:cxn>
                <a:cxn ang="0">
                  <a:pos x="4" y="62"/>
                </a:cxn>
                <a:cxn ang="0">
                  <a:pos x="0" y="34"/>
                </a:cxn>
              </a:cxnLst>
              <a:rect l="0" t="0" r="r" b="b"/>
              <a:pathLst>
                <a:path w="108" h="95">
                  <a:moveTo>
                    <a:pt x="0" y="34"/>
                  </a:moveTo>
                  <a:lnTo>
                    <a:pt x="8" y="21"/>
                  </a:lnTo>
                  <a:lnTo>
                    <a:pt x="21" y="18"/>
                  </a:lnTo>
                  <a:lnTo>
                    <a:pt x="38" y="0"/>
                  </a:lnTo>
                  <a:lnTo>
                    <a:pt x="42" y="20"/>
                  </a:lnTo>
                  <a:lnTo>
                    <a:pt x="77" y="37"/>
                  </a:lnTo>
                  <a:lnTo>
                    <a:pt x="93" y="41"/>
                  </a:lnTo>
                  <a:lnTo>
                    <a:pt x="108" y="80"/>
                  </a:lnTo>
                  <a:lnTo>
                    <a:pt x="90" y="95"/>
                  </a:lnTo>
                  <a:lnTo>
                    <a:pt x="58" y="84"/>
                  </a:lnTo>
                  <a:lnTo>
                    <a:pt x="29" y="86"/>
                  </a:lnTo>
                  <a:lnTo>
                    <a:pt x="4" y="62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Freeform 87">
              <a:extLst>
                <a:ext uri="{FF2B5EF4-FFF2-40B4-BE49-F238E27FC236}">
                  <a16:creationId xmlns:a16="http://schemas.microsoft.com/office/drawing/2014/main" id="{3A53512A-6F93-10AB-8571-D0F002E107D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622446" y="580961"/>
              <a:ext cx="64245" cy="81760"/>
            </a:xfrm>
            <a:custGeom>
              <a:avLst/>
              <a:gdLst/>
              <a:ahLst/>
              <a:cxnLst>
                <a:cxn ang="0">
                  <a:pos x="74" y="50"/>
                </a:cxn>
                <a:cxn ang="0">
                  <a:pos x="66" y="62"/>
                </a:cxn>
                <a:cxn ang="0">
                  <a:pos x="52" y="96"/>
                </a:cxn>
                <a:cxn ang="0">
                  <a:pos x="36" y="111"/>
                </a:cxn>
                <a:cxn ang="0">
                  <a:pos x="0" y="116"/>
                </a:cxn>
                <a:cxn ang="0">
                  <a:pos x="1" y="98"/>
                </a:cxn>
                <a:cxn ang="0">
                  <a:pos x="17" y="70"/>
                </a:cxn>
                <a:cxn ang="0">
                  <a:pos x="36" y="60"/>
                </a:cxn>
                <a:cxn ang="0">
                  <a:pos x="57" y="28"/>
                </a:cxn>
                <a:cxn ang="0">
                  <a:pos x="64" y="9"/>
                </a:cxn>
                <a:cxn ang="0">
                  <a:pos x="70" y="2"/>
                </a:cxn>
                <a:cxn ang="0">
                  <a:pos x="87" y="0"/>
                </a:cxn>
                <a:cxn ang="0">
                  <a:pos x="95" y="4"/>
                </a:cxn>
                <a:cxn ang="0">
                  <a:pos x="95" y="29"/>
                </a:cxn>
                <a:cxn ang="0">
                  <a:pos x="90" y="38"/>
                </a:cxn>
                <a:cxn ang="0">
                  <a:pos x="80" y="38"/>
                </a:cxn>
                <a:cxn ang="0">
                  <a:pos x="74" y="50"/>
                </a:cxn>
              </a:cxnLst>
              <a:rect l="0" t="0" r="r" b="b"/>
              <a:pathLst>
                <a:path w="95" h="116">
                  <a:moveTo>
                    <a:pt x="74" y="50"/>
                  </a:moveTo>
                  <a:lnTo>
                    <a:pt x="66" y="62"/>
                  </a:lnTo>
                  <a:lnTo>
                    <a:pt x="52" y="96"/>
                  </a:lnTo>
                  <a:lnTo>
                    <a:pt x="36" y="111"/>
                  </a:lnTo>
                  <a:lnTo>
                    <a:pt x="0" y="116"/>
                  </a:lnTo>
                  <a:lnTo>
                    <a:pt x="1" y="98"/>
                  </a:lnTo>
                  <a:lnTo>
                    <a:pt x="17" y="70"/>
                  </a:lnTo>
                  <a:lnTo>
                    <a:pt x="36" y="60"/>
                  </a:lnTo>
                  <a:lnTo>
                    <a:pt x="57" y="28"/>
                  </a:lnTo>
                  <a:lnTo>
                    <a:pt x="64" y="9"/>
                  </a:lnTo>
                  <a:lnTo>
                    <a:pt x="70" y="2"/>
                  </a:lnTo>
                  <a:lnTo>
                    <a:pt x="87" y="0"/>
                  </a:lnTo>
                  <a:lnTo>
                    <a:pt x="95" y="4"/>
                  </a:lnTo>
                  <a:lnTo>
                    <a:pt x="95" y="29"/>
                  </a:lnTo>
                  <a:lnTo>
                    <a:pt x="90" y="38"/>
                  </a:lnTo>
                  <a:lnTo>
                    <a:pt x="80" y="38"/>
                  </a:lnTo>
                  <a:lnTo>
                    <a:pt x="74" y="5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88">
              <a:extLst>
                <a:ext uri="{FF2B5EF4-FFF2-40B4-BE49-F238E27FC236}">
                  <a16:creationId xmlns:a16="http://schemas.microsoft.com/office/drawing/2014/main" id="{37C9F002-AD4C-121D-65C3-7A1C67ADAF8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552360" y="505040"/>
              <a:ext cx="70085" cy="5256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0" y="9"/>
                </a:cxn>
                <a:cxn ang="0">
                  <a:pos x="40" y="15"/>
                </a:cxn>
                <a:cxn ang="0">
                  <a:pos x="48" y="18"/>
                </a:cxn>
                <a:cxn ang="0">
                  <a:pos x="59" y="4"/>
                </a:cxn>
                <a:cxn ang="0">
                  <a:pos x="69" y="0"/>
                </a:cxn>
                <a:cxn ang="0">
                  <a:pos x="84" y="4"/>
                </a:cxn>
                <a:cxn ang="0">
                  <a:pos x="94" y="15"/>
                </a:cxn>
                <a:cxn ang="0">
                  <a:pos x="90" y="36"/>
                </a:cxn>
                <a:cxn ang="0">
                  <a:pos x="55" y="52"/>
                </a:cxn>
                <a:cxn ang="0">
                  <a:pos x="40" y="37"/>
                </a:cxn>
                <a:cxn ang="0">
                  <a:pos x="40" y="78"/>
                </a:cxn>
                <a:cxn ang="0">
                  <a:pos x="12" y="44"/>
                </a:cxn>
                <a:cxn ang="0">
                  <a:pos x="0" y="4"/>
                </a:cxn>
                <a:cxn ang="0">
                  <a:pos x="24" y="0"/>
                </a:cxn>
              </a:cxnLst>
              <a:rect l="0" t="0" r="r" b="b"/>
              <a:pathLst>
                <a:path w="94" h="78">
                  <a:moveTo>
                    <a:pt x="24" y="0"/>
                  </a:moveTo>
                  <a:lnTo>
                    <a:pt x="30" y="9"/>
                  </a:lnTo>
                  <a:lnTo>
                    <a:pt x="40" y="15"/>
                  </a:lnTo>
                  <a:lnTo>
                    <a:pt x="48" y="18"/>
                  </a:lnTo>
                  <a:lnTo>
                    <a:pt x="59" y="4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94" y="15"/>
                  </a:lnTo>
                  <a:lnTo>
                    <a:pt x="90" y="36"/>
                  </a:lnTo>
                  <a:lnTo>
                    <a:pt x="55" y="52"/>
                  </a:lnTo>
                  <a:lnTo>
                    <a:pt x="40" y="37"/>
                  </a:lnTo>
                  <a:lnTo>
                    <a:pt x="40" y="78"/>
                  </a:lnTo>
                  <a:lnTo>
                    <a:pt x="12" y="44"/>
                  </a:lnTo>
                  <a:lnTo>
                    <a:pt x="0" y="4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Freeform 89">
              <a:extLst>
                <a:ext uri="{FF2B5EF4-FFF2-40B4-BE49-F238E27FC236}">
                  <a16:creationId xmlns:a16="http://schemas.microsoft.com/office/drawing/2014/main" id="{D584E8E3-4577-8153-A05A-3D7082CAB69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675010" y="1503686"/>
              <a:ext cx="64245" cy="58400"/>
            </a:xfrm>
            <a:custGeom>
              <a:avLst/>
              <a:gdLst/>
              <a:ahLst/>
              <a:cxnLst>
                <a:cxn ang="0">
                  <a:pos x="7" y="15"/>
                </a:cxn>
                <a:cxn ang="0">
                  <a:pos x="0" y="15"/>
                </a:cxn>
                <a:cxn ang="0">
                  <a:pos x="4" y="10"/>
                </a:cxn>
                <a:cxn ang="0">
                  <a:pos x="28" y="0"/>
                </a:cxn>
                <a:cxn ang="0">
                  <a:pos x="48" y="2"/>
                </a:cxn>
                <a:cxn ang="0">
                  <a:pos x="56" y="10"/>
                </a:cxn>
                <a:cxn ang="0">
                  <a:pos x="69" y="11"/>
                </a:cxn>
                <a:cxn ang="0">
                  <a:pos x="81" y="25"/>
                </a:cxn>
                <a:cxn ang="0">
                  <a:pos x="86" y="50"/>
                </a:cxn>
                <a:cxn ang="0">
                  <a:pos x="61" y="73"/>
                </a:cxn>
                <a:cxn ang="0">
                  <a:pos x="7" y="15"/>
                </a:cxn>
              </a:cxnLst>
              <a:rect l="0" t="0" r="r" b="b"/>
              <a:pathLst>
                <a:path w="86" h="73">
                  <a:moveTo>
                    <a:pt x="7" y="15"/>
                  </a:moveTo>
                  <a:lnTo>
                    <a:pt x="0" y="15"/>
                  </a:lnTo>
                  <a:lnTo>
                    <a:pt x="4" y="10"/>
                  </a:lnTo>
                  <a:lnTo>
                    <a:pt x="28" y="0"/>
                  </a:lnTo>
                  <a:lnTo>
                    <a:pt x="48" y="2"/>
                  </a:lnTo>
                  <a:lnTo>
                    <a:pt x="56" y="10"/>
                  </a:lnTo>
                  <a:lnTo>
                    <a:pt x="69" y="11"/>
                  </a:lnTo>
                  <a:lnTo>
                    <a:pt x="81" y="25"/>
                  </a:lnTo>
                  <a:lnTo>
                    <a:pt x="86" y="50"/>
                  </a:lnTo>
                  <a:lnTo>
                    <a:pt x="61" y="73"/>
                  </a:lnTo>
                  <a:lnTo>
                    <a:pt x="7" y="1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Freeform 90">
              <a:extLst>
                <a:ext uri="{FF2B5EF4-FFF2-40B4-BE49-F238E27FC236}">
                  <a16:creationId xmlns:a16="http://schemas.microsoft.com/office/drawing/2014/main" id="{E4AC2E41-4255-D850-5EC8-34AC6F4414C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745095" y="1474486"/>
              <a:ext cx="46724" cy="408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8"/>
                </a:cxn>
                <a:cxn ang="0">
                  <a:pos x="34" y="12"/>
                </a:cxn>
                <a:cxn ang="0">
                  <a:pos x="55" y="24"/>
                </a:cxn>
                <a:cxn ang="0">
                  <a:pos x="61" y="34"/>
                </a:cxn>
                <a:cxn ang="0">
                  <a:pos x="65" y="55"/>
                </a:cxn>
                <a:cxn ang="0">
                  <a:pos x="48" y="55"/>
                </a:cxn>
                <a:cxn ang="0">
                  <a:pos x="28" y="45"/>
                </a:cxn>
                <a:cxn ang="0">
                  <a:pos x="9" y="28"/>
                </a:cxn>
                <a:cxn ang="0">
                  <a:pos x="0" y="0"/>
                </a:cxn>
              </a:cxnLst>
              <a:rect l="0" t="0" r="r" b="b"/>
              <a:pathLst>
                <a:path w="65" h="55">
                  <a:moveTo>
                    <a:pt x="0" y="0"/>
                  </a:moveTo>
                  <a:lnTo>
                    <a:pt x="14" y="8"/>
                  </a:lnTo>
                  <a:lnTo>
                    <a:pt x="34" y="12"/>
                  </a:lnTo>
                  <a:lnTo>
                    <a:pt x="55" y="24"/>
                  </a:lnTo>
                  <a:lnTo>
                    <a:pt x="61" y="34"/>
                  </a:lnTo>
                  <a:lnTo>
                    <a:pt x="65" y="55"/>
                  </a:lnTo>
                  <a:lnTo>
                    <a:pt x="48" y="55"/>
                  </a:lnTo>
                  <a:lnTo>
                    <a:pt x="28" y="45"/>
                  </a:lnTo>
                  <a:lnTo>
                    <a:pt x="9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91">
              <a:extLst>
                <a:ext uri="{FF2B5EF4-FFF2-40B4-BE49-F238E27FC236}">
                  <a16:creationId xmlns:a16="http://schemas.microsoft.com/office/drawing/2014/main" id="{6B96B444-1464-0A02-9366-DE3796810C7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347945" y="1579607"/>
              <a:ext cx="110969" cy="116801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64" y="27"/>
                </a:cxn>
                <a:cxn ang="0">
                  <a:pos x="47" y="42"/>
                </a:cxn>
                <a:cxn ang="0">
                  <a:pos x="33" y="64"/>
                </a:cxn>
                <a:cxn ang="0">
                  <a:pos x="24" y="90"/>
                </a:cxn>
                <a:cxn ang="0">
                  <a:pos x="3" y="131"/>
                </a:cxn>
                <a:cxn ang="0">
                  <a:pos x="0" y="157"/>
                </a:cxn>
                <a:cxn ang="0">
                  <a:pos x="11" y="161"/>
                </a:cxn>
                <a:cxn ang="0">
                  <a:pos x="34" y="145"/>
                </a:cxn>
                <a:cxn ang="0">
                  <a:pos x="53" y="144"/>
                </a:cxn>
                <a:cxn ang="0">
                  <a:pos x="65" y="128"/>
                </a:cxn>
                <a:cxn ang="0">
                  <a:pos x="86" y="119"/>
                </a:cxn>
                <a:cxn ang="0">
                  <a:pos x="85" y="102"/>
                </a:cxn>
                <a:cxn ang="0">
                  <a:pos x="95" y="85"/>
                </a:cxn>
                <a:cxn ang="0">
                  <a:pos x="110" y="79"/>
                </a:cxn>
                <a:cxn ang="0">
                  <a:pos x="145" y="51"/>
                </a:cxn>
                <a:cxn ang="0">
                  <a:pos x="150" y="33"/>
                </a:cxn>
                <a:cxn ang="0">
                  <a:pos x="155" y="22"/>
                </a:cxn>
                <a:cxn ang="0">
                  <a:pos x="154" y="12"/>
                </a:cxn>
                <a:cxn ang="0">
                  <a:pos x="130" y="0"/>
                </a:cxn>
                <a:cxn ang="0">
                  <a:pos x="113" y="5"/>
                </a:cxn>
              </a:cxnLst>
              <a:rect l="0" t="0" r="r" b="b"/>
              <a:pathLst>
                <a:path w="155" h="161">
                  <a:moveTo>
                    <a:pt x="113" y="5"/>
                  </a:moveTo>
                  <a:lnTo>
                    <a:pt x="64" y="27"/>
                  </a:lnTo>
                  <a:lnTo>
                    <a:pt x="47" y="42"/>
                  </a:lnTo>
                  <a:lnTo>
                    <a:pt x="33" y="64"/>
                  </a:lnTo>
                  <a:lnTo>
                    <a:pt x="24" y="90"/>
                  </a:lnTo>
                  <a:lnTo>
                    <a:pt x="3" y="131"/>
                  </a:lnTo>
                  <a:lnTo>
                    <a:pt x="0" y="157"/>
                  </a:lnTo>
                  <a:lnTo>
                    <a:pt x="11" y="161"/>
                  </a:lnTo>
                  <a:lnTo>
                    <a:pt x="34" y="145"/>
                  </a:lnTo>
                  <a:lnTo>
                    <a:pt x="53" y="144"/>
                  </a:lnTo>
                  <a:lnTo>
                    <a:pt x="65" y="128"/>
                  </a:lnTo>
                  <a:lnTo>
                    <a:pt x="86" y="119"/>
                  </a:lnTo>
                  <a:lnTo>
                    <a:pt x="85" y="102"/>
                  </a:lnTo>
                  <a:lnTo>
                    <a:pt x="95" y="85"/>
                  </a:lnTo>
                  <a:lnTo>
                    <a:pt x="110" y="79"/>
                  </a:lnTo>
                  <a:lnTo>
                    <a:pt x="145" y="51"/>
                  </a:lnTo>
                  <a:lnTo>
                    <a:pt x="150" y="33"/>
                  </a:lnTo>
                  <a:lnTo>
                    <a:pt x="155" y="22"/>
                  </a:lnTo>
                  <a:lnTo>
                    <a:pt x="154" y="12"/>
                  </a:lnTo>
                  <a:lnTo>
                    <a:pt x="130" y="0"/>
                  </a:lnTo>
                  <a:lnTo>
                    <a:pt x="113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Freeform 92">
              <a:extLst>
                <a:ext uri="{FF2B5EF4-FFF2-40B4-BE49-F238E27FC236}">
                  <a16:creationId xmlns:a16="http://schemas.microsoft.com/office/drawing/2014/main" id="{BB9FBC73-6550-9FEC-D229-A83E3818628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564041" y="1661367"/>
              <a:ext cx="58405" cy="10512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6" y="2"/>
                </a:cxn>
                <a:cxn ang="0">
                  <a:pos x="19" y="4"/>
                </a:cxn>
                <a:cxn ang="0">
                  <a:pos x="17" y="12"/>
                </a:cxn>
                <a:cxn ang="0">
                  <a:pos x="9" y="17"/>
                </a:cxn>
                <a:cxn ang="0">
                  <a:pos x="6" y="32"/>
                </a:cxn>
                <a:cxn ang="0">
                  <a:pos x="2" y="55"/>
                </a:cxn>
                <a:cxn ang="0">
                  <a:pos x="0" y="83"/>
                </a:cxn>
                <a:cxn ang="0">
                  <a:pos x="0" y="104"/>
                </a:cxn>
                <a:cxn ang="0">
                  <a:pos x="12" y="111"/>
                </a:cxn>
                <a:cxn ang="0">
                  <a:pos x="23" y="125"/>
                </a:cxn>
                <a:cxn ang="0">
                  <a:pos x="31" y="144"/>
                </a:cxn>
                <a:cxn ang="0">
                  <a:pos x="41" y="146"/>
                </a:cxn>
                <a:cxn ang="0">
                  <a:pos x="51" y="128"/>
                </a:cxn>
                <a:cxn ang="0">
                  <a:pos x="50" y="111"/>
                </a:cxn>
                <a:cxn ang="0">
                  <a:pos x="67" y="80"/>
                </a:cxn>
                <a:cxn ang="0">
                  <a:pos x="77" y="52"/>
                </a:cxn>
                <a:cxn ang="0">
                  <a:pos x="82" y="27"/>
                </a:cxn>
                <a:cxn ang="0">
                  <a:pos x="83" y="13"/>
                </a:cxn>
                <a:cxn ang="0">
                  <a:pos x="69" y="2"/>
                </a:cxn>
                <a:cxn ang="0">
                  <a:pos x="26" y="0"/>
                </a:cxn>
              </a:cxnLst>
              <a:rect l="0" t="0" r="r" b="b"/>
              <a:pathLst>
                <a:path w="83" h="146">
                  <a:moveTo>
                    <a:pt x="26" y="0"/>
                  </a:moveTo>
                  <a:lnTo>
                    <a:pt x="26" y="2"/>
                  </a:lnTo>
                  <a:lnTo>
                    <a:pt x="19" y="4"/>
                  </a:lnTo>
                  <a:lnTo>
                    <a:pt x="17" y="12"/>
                  </a:lnTo>
                  <a:lnTo>
                    <a:pt x="9" y="17"/>
                  </a:lnTo>
                  <a:lnTo>
                    <a:pt x="6" y="32"/>
                  </a:lnTo>
                  <a:lnTo>
                    <a:pt x="2" y="55"/>
                  </a:lnTo>
                  <a:lnTo>
                    <a:pt x="0" y="83"/>
                  </a:lnTo>
                  <a:lnTo>
                    <a:pt x="0" y="104"/>
                  </a:lnTo>
                  <a:lnTo>
                    <a:pt x="12" y="111"/>
                  </a:lnTo>
                  <a:lnTo>
                    <a:pt x="23" y="125"/>
                  </a:lnTo>
                  <a:lnTo>
                    <a:pt x="31" y="144"/>
                  </a:lnTo>
                  <a:lnTo>
                    <a:pt x="41" y="146"/>
                  </a:lnTo>
                  <a:lnTo>
                    <a:pt x="51" y="128"/>
                  </a:lnTo>
                  <a:lnTo>
                    <a:pt x="50" y="111"/>
                  </a:lnTo>
                  <a:lnTo>
                    <a:pt x="67" y="80"/>
                  </a:lnTo>
                  <a:lnTo>
                    <a:pt x="77" y="52"/>
                  </a:lnTo>
                  <a:lnTo>
                    <a:pt x="82" y="27"/>
                  </a:lnTo>
                  <a:lnTo>
                    <a:pt x="83" y="13"/>
                  </a:lnTo>
                  <a:lnTo>
                    <a:pt x="69" y="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Freeform 93">
              <a:extLst>
                <a:ext uri="{FF2B5EF4-FFF2-40B4-BE49-F238E27FC236}">
                  <a16:creationId xmlns:a16="http://schemas.microsoft.com/office/drawing/2014/main" id="{AE2B893A-EA59-D4BA-B0CA-0E873CD971B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149369" y="762002"/>
              <a:ext cx="29202" cy="9344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2" y="11"/>
                </a:cxn>
                <a:cxn ang="0">
                  <a:pos x="39" y="48"/>
                </a:cxn>
                <a:cxn ang="0">
                  <a:pos x="42" y="102"/>
                </a:cxn>
                <a:cxn ang="0">
                  <a:pos x="35" y="126"/>
                </a:cxn>
                <a:cxn ang="0">
                  <a:pos x="23" y="125"/>
                </a:cxn>
                <a:cxn ang="0">
                  <a:pos x="2" y="102"/>
                </a:cxn>
                <a:cxn ang="0">
                  <a:pos x="0" y="59"/>
                </a:cxn>
                <a:cxn ang="0">
                  <a:pos x="3" y="20"/>
                </a:cxn>
                <a:cxn ang="0">
                  <a:pos x="16" y="0"/>
                </a:cxn>
                <a:cxn ang="0">
                  <a:pos x="30" y="12"/>
                </a:cxn>
              </a:cxnLst>
              <a:rect l="0" t="0" r="r" b="b"/>
              <a:pathLst>
                <a:path w="42" h="126">
                  <a:moveTo>
                    <a:pt x="30" y="12"/>
                  </a:moveTo>
                  <a:lnTo>
                    <a:pt x="32" y="11"/>
                  </a:lnTo>
                  <a:lnTo>
                    <a:pt x="39" y="48"/>
                  </a:lnTo>
                  <a:lnTo>
                    <a:pt x="42" y="102"/>
                  </a:lnTo>
                  <a:lnTo>
                    <a:pt x="35" y="126"/>
                  </a:lnTo>
                  <a:lnTo>
                    <a:pt x="23" y="125"/>
                  </a:lnTo>
                  <a:lnTo>
                    <a:pt x="2" y="102"/>
                  </a:lnTo>
                  <a:lnTo>
                    <a:pt x="0" y="59"/>
                  </a:lnTo>
                  <a:lnTo>
                    <a:pt x="3" y="20"/>
                  </a:lnTo>
                  <a:lnTo>
                    <a:pt x="16" y="0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94">
              <a:extLst>
                <a:ext uri="{FF2B5EF4-FFF2-40B4-BE49-F238E27FC236}">
                  <a16:creationId xmlns:a16="http://schemas.microsoft.com/office/drawing/2014/main" id="{DB931559-EFF2-8F95-8CE0-14D3CC3B53C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914468" y="1608807"/>
              <a:ext cx="46724" cy="11680"/>
            </a:xfrm>
            <a:custGeom>
              <a:avLst/>
              <a:gdLst/>
              <a:ahLst/>
              <a:cxnLst>
                <a:cxn ang="0">
                  <a:pos x="63" y="9"/>
                </a:cxn>
                <a:cxn ang="0">
                  <a:pos x="61" y="0"/>
                </a:cxn>
                <a:cxn ang="0">
                  <a:pos x="64" y="4"/>
                </a:cxn>
                <a:cxn ang="0">
                  <a:pos x="66" y="12"/>
                </a:cxn>
                <a:cxn ang="0">
                  <a:pos x="57" y="18"/>
                </a:cxn>
                <a:cxn ang="0">
                  <a:pos x="43" y="21"/>
                </a:cxn>
                <a:cxn ang="0">
                  <a:pos x="10" y="15"/>
                </a:cxn>
                <a:cxn ang="0">
                  <a:pos x="0" y="9"/>
                </a:cxn>
                <a:cxn ang="0">
                  <a:pos x="10" y="2"/>
                </a:cxn>
                <a:cxn ang="0">
                  <a:pos x="23" y="7"/>
                </a:cxn>
                <a:cxn ang="0">
                  <a:pos x="54" y="1"/>
                </a:cxn>
                <a:cxn ang="0">
                  <a:pos x="63" y="9"/>
                </a:cxn>
              </a:cxnLst>
              <a:rect l="0" t="0" r="r" b="b"/>
              <a:pathLst>
                <a:path w="66" h="21">
                  <a:moveTo>
                    <a:pt x="63" y="9"/>
                  </a:moveTo>
                  <a:lnTo>
                    <a:pt x="61" y="0"/>
                  </a:lnTo>
                  <a:lnTo>
                    <a:pt x="64" y="4"/>
                  </a:lnTo>
                  <a:lnTo>
                    <a:pt x="66" y="12"/>
                  </a:lnTo>
                  <a:lnTo>
                    <a:pt x="57" y="18"/>
                  </a:lnTo>
                  <a:lnTo>
                    <a:pt x="43" y="21"/>
                  </a:lnTo>
                  <a:lnTo>
                    <a:pt x="10" y="15"/>
                  </a:lnTo>
                  <a:lnTo>
                    <a:pt x="0" y="9"/>
                  </a:lnTo>
                  <a:lnTo>
                    <a:pt x="10" y="2"/>
                  </a:lnTo>
                  <a:lnTo>
                    <a:pt x="23" y="7"/>
                  </a:lnTo>
                  <a:lnTo>
                    <a:pt x="54" y="1"/>
                  </a:lnTo>
                  <a:lnTo>
                    <a:pt x="63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Freeform 96">
              <a:extLst>
                <a:ext uri="{FF2B5EF4-FFF2-40B4-BE49-F238E27FC236}">
                  <a16:creationId xmlns:a16="http://schemas.microsoft.com/office/drawing/2014/main" id="{CBCD40D0-9855-317C-E2DF-3039FB5DC29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750936" y="762002"/>
              <a:ext cx="140171" cy="181041"/>
            </a:xfrm>
            <a:custGeom>
              <a:avLst/>
              <a:gdLst/>
              <a:ahLst/>
              <a:cxnLst>
                <a:cxn ang="0">
                  <a:pos x="83" y="7"/>
                </a:cxn>
                <a:cxn ang="0">
                  <a:pos x="89" y="0"/>
                </a:cxn>
                <a:cxn ang="0">
                  <a:pos x="91" y="8"/>
                </a:cxn>
                <a:cxn ang="0">
                  <a:pos x="102" y="19"/>
                </a:cxn>
                <a:cxn ang="0">
                  <a:pos x="118" y="6"/>
                </a:cxn>
                <a:cxn ang="0">
                  <a:pos x="136" y="8"/>
                </a:cxn>
                <a:cxn ang="0">
                  <a:pos x="143" y="27"/>
                </a:cxn>
                <a:cxn ang="0">
                  <a:pos x="156" y="30"/>
                </a:cxn>
                <a:cxn ang="0">
                  <a:pos x="175" y="27"/>
                </a:cxn>
                <a:cxn ang="0">
                  <a:pos x="187" y="52"/>
                </a:cxn>
                <a:cxn ang="0">
                  <a:pos x="188" y="78"/>
                </a:cxn>
                <a:cxn ang="0">
                  <a:pos x="187" y="115"/>
                </a:cxn>
                <a:cxn ang="0">
                  <a:pos x="193" y="153"/>
                </a:cxn>
                <a:cxn ang="0">
                  <a:pos x="186" y="187"/>
                </a:cxn>
                <a:cxn ang="0">
                  <a:pos x="163" y="217"/>
                </a:cxn>
                <a:cxn ang="0">
                  <a:pos x="139" y="238"/>
                </a:cxn>
                <a:cxn ang="0">
                  <a:pos x="61" y="254"/>
                </a:cxn>
                <a:cxn ang="0">
                  <a:pos x="52" y="247"/>
                </a:cxn>
                <a:cxn ang="0">
                  <a:pos x="27" y="240"/>
                </a:cxn>
                <a:cxn ang="0">
                  <a:pos x="10" y="206"/>
                </a:cxn>
                <a:cxn ang="0">
                  <a:pos x="2" y="172"/>
                </a:cxn>
                <a:cxn ang="0">
                  <a:pos x="0" y="142"/>
                </a:cxn>
                <a:cxn ang="0">
                  <a:pos x="4" y="112"/>
                </a:cxn>
                <a:cxn ang="0">
                  <a:pos x="12" y="96"/>
                </a:cxn>
                <a:cxn ang="0">
                  <a:pos x="21" y="72"/>
                </a:cxn>
                <a:cxn ang="0">
                  <a:pos x="35" y="43"/>
                </a:cxn>
                <a:cxn ang="0">
                  <a:pos x="51" y="20"/>
                </a:cxn>
                <a:cxn ang="0">
                  <a:pos x="70" y="15"/>
                </a:cxn>
                <a:cxn ang="0">
                  <a:pos x="83" y="7"/>
                </a:cxn>
              </a:cxnLst>
              <a:rect l="0" t="0" r="r" b="b"/>
              <a:pathLst>
                <a:path w="193" h="254">
                  <a:moveTo>
                    <a:pt x="83" y="7"/>
                  </a:moveTo>
                  <a:lnTo>
                    <a:pt x="89" y="0"/>
                  </a:lnTo>
                  <a:lnTo>
                    <a:pt x="91" y="8"/>
                  </a:lnTo>
                  <a:lnTo>
                    <a:pt x="102" y="19"/>
                  </a:lnTo>
                  <a:lnTo>
                    <a:pt x="118" y="6"/>
                  </a:lnTo>
                  <a:lnTo>
                    <a:pt x="136" y="8"/>
                  </a:lnTo>
                  <a:lnTo>
                    <a:pt x="143" y="27"/>
                  </a:lnTo>
                  <a:lnTo>
                    <a:pt x="156" y="30"/>
                  </a:lnTo>
                  <a:lnTo>
                    <a:pt x="175" y="27"/>
                  </a:lnTo>
                  <a:lnTo>
                    <a:pt x="187" y="52"/>
                  </a:lnTo>
                  <a:lnTo>
                    <a:pt x="188" y="78"/>
                  </a:lnTo>
                  <a:lnTo>
                    <a:pt x="187" y="115"/>
                  </a:lnTo>
                  <a:lnTo>
                    <a:pt x="193" y="153"/>
                  </a:lnTo>
                  <a:lnTo>
                    <a:pt x="186" y="187"/>
                  </a:lnTo>
                  <a:lnTo>
                    <a:pt x="163" y="217"/>
                  </a:lnTo>
                  <a:lnTo>
                    <a:pt x="139" y="238"/>
                  </a:lnTo>
                  <a:lnTo>
                    <a:pt x="61" y="254"/>
                  </a:lnTo>
                  <a:lnTo>
                    <a:pt x="52" y="247"/>
                  </a:lnTo>
                  <a:lnTo>
                    <a:pt x="27" y="240"/>
                  </a:lnTo>
                  <a:lnTo>
                    <a:pt x="10" y="206"/>
                  </a:lnTo>
                  <a:lnTo>
                    <a:pt x="2" y="172"/>
                  </a:lnTo>
                  <a:lnTo>
                    <a:pt x="0" y="142"/>
                  </a:lnTo>
                  <a:lnTo>
                    <a:pt x="4" y="112"/>
                  </a:lnTo>
                  <a:lnTo>
                    <a:pt x="12" y="96"/>
                  </a:lnTo>
                  <a:lnTo>
                    <a:pt x="21" y="72"/>
                  </a:lnTo>
                  <a:lnTo>
                    <a:pt x="35" y="43"/>
                  </a:lnTo>
                  <a:lnTo>
                    <a:pt x="51" y="20"/>
                  </a:lnTo>
                  <a:lnTo>
                    <a:pt x="70" y="15"/>
                  </a:lnTo>
                  <a:lnTo>
                    <a:pt x="83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97">
              <a:extLst>
                <a:ext uri="{FF2B5EF4-FFF2-40B4-BE49-F238E27FC236}">
                  <a16:creationId xmlns:a16="http://schemas.microsoft.com/office/drawing/2014/main" id="{35C5267C-2C0D-8D7F-17C1-428C248C227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360908" y="481680"/>
              <a:ext cx="274501" cy="256961"/>
            </a:xfrm>
            <a:custGeom>
              <a:avLst/>
              <a:gdLst/>
              <a:ahLst/>
              <a:cxnLst>
                <a:cxn ang="0">
                  <a:pos x="207" y="61"/>
                </a:cxn>
                <a:cxn ang="0">
                  <a:pos x="186" y="55"/>
                </a:cxn>
                <a:cxn ang="0">
                  <a:pos x="186" y="30"/>
                </a:cxn>
                <a:cxn ang="0">
                  <a:pos x="163" y="9"/>
                </a:cxn>
                <a:cxn ang="0">
                  <a:pos x="135" y="1"/>
                </a:cxn>
                <a:cxn ang="0">
                  <a:pos x="116" y="35"/>
                </a:cxn>
                <a:cxn ang="0">
                  <a:pos x="113" y="85"/>
                </a:cxn>
                <a:cxn ang="0">
                  <a:pos x="104" y="82"/>
                </a:cxn>
                <a:cxn ang="0">
                  <a:pos x="82" y="93"/>
                </a:cxn>
                <a:cxn ang="0">
                  <a:pos x="83" y="118"/>
                </a:cxn>
                <a:cxn ang="0">
                  <a:pos x="79" y="155"/>
                </a:cxn>
                <a:cxn ang="0">
                  <a:pos x="64" y="173"/>
                </a:cxn>
                <a:cxn ang="0">
                  <a:pos x="17" y="190"/>
                </a:cxn>
                <a:cxn ang="0">
                  <a:pos x="0" y="216"/>
                </a:cxn>
                <a:cxn ang="0">
                  <a:pos x="15" y="257"/>
                </a:cxn>
                <a:cxn ang="0">
                  <a:pos x="32" y="250"/>
                </a:cxn>
                <a:cxn ang="0">
                  <a:pos x="50" y="241"/>
                </a:cxn>
                <a:cxn ang="0">
                  <a:pos x="69" y="264"/>
                </a:cxn>
                <a:cxn ang="0">
                  <a:pos x="86" y="276"/>
                </a:cxn>
                <a:cxn ang="0">
                  <a:pos x="98" y="262"/>
                </a:cxn>
                <a:cxn ang="0">
                  <a:pos x="113" y="285"/>
                </a:cxn>
                <a:cxn ang="0">
                  <a:pos x="140" y="285"/>
                </a:cxn>
                <a:cxn ang="0">
                  <a:pos x="172" y="319"/>
                </a:cxn>
                <a:cxn ang="0">
                  <a:pos x="207" y="330"/>
                </a:cxn>
                <a:cxn ang="0">
                  <a:pos x="214" y="319"/>
                </a:cxn>
                <a:cxn ang="0">
                  <a:pos x="261" y="347"/>
                </a:cxn>
                <a:cxn ang="0">
                  <a:pos x="293" y="308"/>
                </a:cxn>
                <a:cxn ang="0">
                  <a:pos x="326" y="283"/>
                </a:cxn>
                <a:cxn ang="0">
                  <a:pos x="340" y="294"/>
                </a:cxn>
                <a:cxn ang="0">
                  <a:pos x="365" y="274"/>
                </a:cxn>
                <a:cxn ang="0">
                  <a:pos x="363" y="256"/>
                </a:cxn>
                <a:cxn ang="0">
                  <a:pos x="324" y="242"/>
                </a:cxn>
                <a:cxn ang="0">
                  <a:pos x="317" y="209"/>
                </a:cxn>
                <a:cxn ang="0">
                  <a:pos x="280" y="159"/>
                </a:cxn>
                <a:cxn ang="0">
                  <a:pos x="225" y="97"/>
                </a:cxn>
              </a:cxnLst>
              <a:rect l="0" t="0" r="r" b="b"/>
              <a:pathLst>
                <a:path w="369" h="347">
                  <a:moveTo>
                    <a:pt x="221" y="88"/>
                  </a:moveTo>
                  <a:lnTo>
                    <a:pt x="207" y="61"/>
                  </a:lnTo>
                  <a:lnTo>
                    <a:pt x="198" y="53"/>
                  </a:lnTo>
                  <a:lnTo>
                    <a:pt x="186" y="55"/>
                  </a:lnTo>
                  <a:lnTo>
                    <a:pt x="189" y="39"/>
                  </a:lnTo>
                  <a:lnTo>
                    <a:pt x="186" y="30"/>
                  </a:lnTo>
                  <a:lnTo>
                    <a:pt x="170" y="25"/>
                  </a:lnTo>
                  <a:lnTo>
                    <a:pt x="163" y="9"/>
                  </a:lnTo>
                  <a:lnTo>
                    <a:pt x="149" y="0"/>
                  </a:lnTo>
                  <a:lnTo>
                    <a:pt x="135" y="1"/>
                  </a:lnTo>
                  <a:lnTo>
                    <a:pt x="132" y="19"/>
                  </a:lnTo>
                  <a:lnTo>
                    <a:pt x="116" y="35"/>
                  </a:lnTo>
                  <a:lnTo>
                    <a:pt x="103" y="72"/>
                  </a:lnTo>
                  <a:lnTo>
                    <a:pt x="113" y="85"/>
                  </a:lnTo>
                  <a:lnTo>
                    <a:pt x="111" y="91"/>
                  </a:lnTo>
                  <a:lnTo>
                    <a:pt x="104" y="82"/>
                  </a:lnTo>
                  <a:lnTo>
                    <a:pt x="88" y="82"/>
                  </a:lnTo>
                  <a:lnTo>
                    <a:pt x="82" y="93"/>
                  </a:lnTo>
                  <a:lnTo>
                    <a:pt x="84" y="99"/>
                  </a:lnTo>
                  <a:lnTo>
                    <a:pt x="83" y="118"/>
                  </a:lnTo>
                  <a:lnTo>
                    <a:pt x="90" y="144"/>
                  </a:lnTo>
                  <a:lnTo>
                    <a:pt x="79" y="155"/>
                  </a:lnTo>
                  <a:lnTo>
                    <a:pt x="75" y="172"/>
                  </a:lnTo>
                  <a:lnTo>
                    <a:pt x="64" y="173"/>
                  </a:lnTo>
                  <a:lnTo>
                    <a:pt x="39" y="186"/>
                  </a:lnTo>
                  <a:lnTo>
                    <a:pt x="17" y="190"/>
                  </a:lnTo>
                  <a:lnTo>
                    <a:pt x="4" y="197"/>
                  </a:lnTo>
                  <a:lnTo>
                    <a:pt x="0" y="216"/>
                  </a:lnTo>
                  <a:lnTo>
                    <a:pt x="1" y="241"/>
                  </a:lnTo>
                  <a:lnTo>
                    <a:pt x="15" y="257"/>
                  </a:lnTo>
                  <a:lnTo>
                    <a:pt x="33" y="265"/>
                  </a:lnTo>
                  <a:lnTo>
                    <a:pt x="32" y="250"/>
                  </a:lnTo>
                  <a:lnTo>
                    <a:pt x="39" y="242"/>
                  </a:lnTo>
                  <a:lnTo>
                    <a:pt x="50" y="241"/>
                  </a:lnTo>
                  <a:lnTo>
                    <a:pt x="65" y="250"/>
                  </a:lnTo>
                  <a:lnTo>
                    <a:pt x="69" y="264"/>
                  </a:lnTo>
                  <a:lnTo>
                    <a:pt x="80" y="268"/>
                  </a:lnTo>
                  <a:lnTo>
                    <a:pt x="86" y="276"/>
                  </a:lnTo>
                  <a:lnTo>
                    <a:pt x="94" y="271"/>
                  </a:lnTo>
                  <a:lnTo>
                    <a:pt x="98" y="262"/>
                  </a:lnTo>
                  <a:lnTo>
                    <a:pt x="111" y="271"/>
                  </a:lnTo>
                  <a:lnTo>
                    <a:pt x="113" y="285"/>
                  </a:lnTo>
                  <a:lnTo>
                    <a:pt x="121" y="289"/>
                  </a:lnTo>
                  <a:lnTo>
                    <a:pt x="140" y="285"/>
                  </a:lnTo>
                  <a:lnTo>
                    <a:pt x="157" y="310"/>
                  </a:lnTo>
                  <a:lnTo>
                    <a:pt x="172" y="319"/>
                  </a:lnTo>
                  <a:lnTo>
                    <a:pt x="201" y="326"/>
                  </a:lnTo>
                  <a:lnTo>
                    <a:pt x="207" y="330"/>
                  </a:lnTo>
                  <a:lnTo>
                    <a:pt x="210" y="319"/>
                  </a:lnTo>
                  <a:lnTo>
                    <a:pt x="214" y="319"/>
                  </a:lnTo>
                  <a:lnTo>
                    <a:pt x="238" y="337"/>
                  </a:lnTo>
                  <a:lnTo>
                    <a:pt x="261" y="347"/>
                  </a:lnTo>
                  <a:lnTo>
                    <a:pt x="276" y="340"/>
                  </a:lnTo>
                  <a:lnTo>
                    <a:pt x="293" y="308"/>
                  </a:lnTo>
                  <a:lnTo>
                    <a:pt x="303" y="306"/>
                  </a:lnTo>
                  <a:lnTo>
                    <a:pt x="326" y="283"/>
                  </a:lnTo>
                  <a:lnTo>
                    <a:pt x="338" y="282"/>
                  </a:lnTo>
                  <a:lnTo>
                    <a:pt x="340" y="294"/>
                  </a:lnTo>
                  <a:lnTo>
                    <a:pt x="351" y="289"/>
                  </a:lnTo>
                  <a:lnTo>
                    <a:pt x="365" y="274"/>
                  </a:lnTo>
                  <a:lnTo>
                    <a:pt x="369" y="258"/>
                  </a:lnTo>
                  <a:lnTo>
                    <a:pt x="363" y="256"/>
                  </a:lnTo>
                  <a:lnTo>
                    <a:pt x="344" y="267"/>
                  </a:lnTo>
                  <a:lnTo>
                    <a:pt x="324" y="242"/>
                  </a:lnTo>
                  <a:lnTo>
                    <a:pt x="317" y="224"/>
                  </a:lnTo>
                  <a:lnTo>
                    <a:pt x="317" y="209"/>
                  </a:lnTo>
                  <a:lnTo>
                    <a:pt x="299" y="174"/>
                  </a:lnTo>
                  <a:lnTo>
                    <a:pt x="280" y="159"/>
                  </a:lnTo>
                  <a:lnTo>
                    <a:pt x="272" y="142"/>
                  </a:lnTo>
                  <a:lnTo>
                    <a:pt x="225" y="97"/>
                  </a:lnTo>
                  <a:lnTo>
                    <a:pt x="221" y="8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98">
              <a:extLst>
                <a:ext uri="{FF2B5EF4-FFF2-40B4-BE49-F238E27FC236}">
                  <a16:creationId xmlns:a16="http://schemas.microsoft.com/office/drawing/2014/main" id="{3EE8C7D0-0256-5F02-90A0-B0720D0F7D0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453073" y="2741773"/>
              <a:ext cx="81766" cy="58400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50" y="0"/>
                </a:cxn>
                <a:cxn ang="0">
                  <a:pos x="71" y="8"/>
                </a:cxn>
                <a:cxn ang="0">
                  <a:pos x="88" y="9"/>
                </a:cxn>
                <a:cxn ang="0">
                  <a:pos x="99" y="20"/>
                </a:cxn>
                <a:cxn ang="0">
                  <a:pos x="106" y="35"/>
                </a:cxn>
                <a:cxn ang="0">
                  <a:pos x="108" y="51"/>
                </a:cxn>
                <a:cxn ang="0">
                  <a:pos x="116" y="67"/>
                </a:cxn>
                <a:cxn ang="0">
                  <a:pos x="113" y="74"/>
                </a:cxn>
                <a:cxn ang="0">
                  <a:pos x="100" y="65"/>
                </a:cxn>
                <a:cxn ang="0">
                  <a:pos x="85" y="65"/>
                </a:cxn>
                <a:cxn ang="0">
                  <a:pos x="51" y="40"/>
                </a:cxn>
                <a:cxn ang="0">
                  <a:pos x="23" y="36"/>
                </a:cxn>
                <a:cxn ang="0">
                  <a:pos x="0" y="25"/>
                </a:cxn>
                <a:cxn ang="0">
                  <a:pos x="9" y="9"/>
                </a:cxn>
              </a:cxnLst>
              <a:rect l="0" t="0" r="r" b="b"/>
              <a:pathLst>
                <a:path w="116" h="74">
                  <a:moveTo>
                    <a:pt x="9" y="9"/>
                  </a:moveTo>
                  <a:lnTo>
                    <a:pt x="50" y="0"/>
                  </a:lnTo>
                  <a:lnTo>
                    <a:pt x="71" y="8"/>
                  </a:lnTo>
                  <a:lnTo>
                    <a:pt x="88" y="9"/>
                  </a:lnTo>
                  <a:lnTo>
                    <a:pt x="99" y="20"/>
                  </a:lnTo>
                  <a:lnTo>
                    <a:pt x="106" y="35"/>
                  </a:lnTo>
                  <a:lnTo>
                    <a:pt x="108" y="51"/>
                  </a:lnTo>
                  <a:lnTo>
                    <a:pt x="116" y="67"/>
                  </a:lnTo>
                  <a:lnTo>
                    <a:pt x="113" y="74"/>
                  </a:lnTo>
                  <a:lnTo>
                    <a:pt x="100" y="65"/>
                  </a:lnTo>
                  <a:lnTo>
                    <a:pt x="85" y="65"/>
                  </a:lnTo>
                  <a:lnTo>
                    <a:pt x="51" y="40"/>
                  </a:lnTo>
                  <a:lnTo>
                    <a:pt x="23" y="36"/>
                  </a:lnTo>
                  <a:lnTo>
                    <a:pt x="0" y="25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4" name="Freeform 126">
              <a:extLst>
                <a:ext uri="{FF2B5EF4-FFF2-40B4-BE49-F238E27FC236}">
                  <a16:creationId xmlns:a16="http://schemas.microsoft.com/office/drawing/2014/main" id="{CF4E2382-442D-DBD3-CAE0-A3A9CBCDCA1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317460" y="1889128"/>
              <a:ext cx="29202" cy="40880"/>
            </a:xfrm>
            <a:custGeom>
              <a:avLst/>
              <a:gdLst/>
              <a:ahLst/>
              <a:cxnLst>
                <a:cxn ang="0">
                  <a:pos x="10" y="19"/>
                </a:cxn>
                <a:cxn ang="0">
                  <a:pos x="6" y="13"/>
                </a:cxn>
                <a:cxn ang="0">
                  <a:pos x="0" y="48"/>
                </a:cxn>
                <a:cxn ang="0">
                  <a:pos x="6" y="54"/>
                </a:cxn>
                <a:cxn ang="0">
                  <a:pos x="20" y="41"/>
                </a:cxn>
                <a:cxn ang="0">
                  <a:pos x="32" y="38"/>
                </a:cxn>
                <a:cxn ang="0">
                  <a:pos x="44" y="21"/>
                </a:cxn>
                <a:cxn ang="0">
                  <a:pos x="40" y="0"/>
                </a:cxn>
                <a:cxn ang="0">
                  <a:pos x="24" y="0"/>
                </a:cxn>
                <a:cxn ang="0">
                  <a:pos x="15" y="7"/>
                </a:cxn>
                <a:cxn ang="0">
                  <a:pos x="10" y="19"/>
                </a:cxn>
              </a:cxnLst>
              <a:rect l="0" t="0" r="r" b="b"/>
              <a:pathLst>
                <a:path w="44" h="54">
                  <a:moveTo>
                    <a:pt x="10" y="19"/>
                  </a:moveTo>
                  <a:lnTo>
                    <a:pt x="6" y="13"/>
                  </a:lnTo>
                  <a:lnTo>
                    <a:pt x="0" y="48"/>
                  </a:lnTo>
                  <a:lnTo>
                    <a:pt x="6" y="54"/>
                  </a:lnTo>
                  <a:lnTo>
                    <a:pt x="20" y="41"/>
                  </a:lnTo>
                  <a:lnTo>
                    <a:pt x="32" y="38"/>
                  </a:lnTo>
                  <a:lnTo>
                    <a:pt x="44" y="21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15" y="7"/>
                  </a:lnTo>
                  <a:lnTo>
                    <a:pt x="10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Freeform 127">
              <a:extLst>
                <a:ext uri="{FF2B5EF4-FFF2-40B4-BE49-F238E27FC236}">
                  <a16:creationId xmlns:a16="http://schemas.microsoft.com/office/drawing/2014/main" id="{60ABD7E6-F148-631A-9DBE-E99B7C6BA4D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492673" y="1743127"/>
              <a:ext cx="52564" cy="4672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40" y="0"/>
                </a:cxn>
                <a:cxn ang="0">
                  <a:pos x="48" y="8"/>
                </a:cxn>
                <a:cxn ang="0">
                  <a:pos x="54" y="20"/>
                </a:cxn>
                <a:cxn ang="0">
                  <a:pos x="64" y="20"/>
                </a:cxn>
                <a:cxn ang="0">
                  <a:pos x="67" y="24"/>
                </a:cxn>
                <a:cxn ang="0">
                  <a:pos x="64" y="61"/>
                </a:cxn>
                <a:cxn ang="0">
                  <a:pos x="53" y="66"/>
                </a:cxn>
                <a:cxn ang="0">
                  <a:pos x="35" y="60"/>
                </a:cxn>
                <a:cxn ang="0">
                  <a:pos x="33" y="45"/>
                </a:cxn>
                <a:cxn ang="0">
                  <a:pos x="25" y="46"/>
                </a:cxn>
                <a:cxn ang="0">
                  <a:pos x="13" y="28"/>
                </a:cxn>
                <a:cxn ang="0">
                  <a:pos x="0" y="31"/>
                </a:cxn>
                <a:cxn ang="0">
                  <a:pos x="1" y="14"/>
                </a:cxn>
                <a:cxn ang="0">
                  <a:pos x="16" y="4"/>
                </a:cxn>
                <a:cxn ang="0">
                  <a:pos x="38" y="3"/>
                </a:cxn>
              </a:cxnLst>
              <a:rect l="0" t="0" r="r" b="b"/>
              <a:pathLst>
                <a:path w="67" h="66">
                  <a:moveTo>
                    <a:pt x="38" y="3"/>
                  </a:moveTo>
                  <a:lnTo>
                    <a:pt x="40" y="0"/>
                  </a:lnTo>
                  <a:lnTo>
                    <a:pt x="48" y="8"/>
                  </a:lnTo>
                  <a:lnTo>
                    <a:pt x="54" y="20"/>
                  </a:lnTo>
                  <a:lnTo>
                    <a:pt x="64" y="20"/>
                  </a:lnTo>
                  <a:lnTo>
                    <a:pt x="67" y="24"/>
                  </a:lnTo>
                  <a:lnTo>
                    <a:pt x="64" y="61"/>
                  </a:lnTo>
                  <a:lnTo>
                    <a:pt x="53" y="66"/>
                  </a:lnTo>
                  <a:lnTo>
                    <a:pt x="35" y="60"/>
                  </a:lnTo>
                  <a:lnTo>
                    <a:pt x="33" y="45"/>
                  </a:lnTo>
                  <a:lnTo>
                    <a:pt x="25" y="46"/>
                  </a:lnTo>
                  <a:lnTo>
                    <a:pt x="13" y="28"/>
                  </a:lnTo>
                  <a:lnTo>
                    <a:pt x="0" y="31"/>
                  </a:lnTo>
                  <a:lnTo>
                    <a:pt x="1" y="14"/>
                  </a:lnTo>
                  <a:lnTo>
                    <a:pt x="16" y="4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Freeform 128">
              <a:extLst>
                <a:ext uri="{FF2B5EF4-FFF2-40B4-BE49-F238E27FC236}">
                  <a16:creationId xmlns:a16="http://schemas.microsoft.com/office/drawing/2014/main" id="{C2A9ED56-02D5-F44E-BE05-3B36FEE1D6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944953" y="-306724"/>
              <a:ext cx="1810541" cy="2032331"/>
            </a:xfrm>
            <a:custGeom>
              <a:avLst/>
              <a:gdLst/>
              <a:ahLst/>
              <a:cxnLst>
                <a:cxn ang="0">
                  <a:pos x="1772" y="2616"/>
                </a:cxn>
                <a:cxn ang="0">
                  <a:pos x="1875" y="2717"/>
                </a:cxn>
                <a:cxn ang="0">
                  <a:pos x="2062" y="2744"/>
                </a:cxn>
                <a:cxn ang="0">
                  <a:pos x="1912" y="2539"/>
                </a:cxn>
                <a:cxn ang="0">
                  <a:pos x="1971" y="2523"/>
                </a:cxn>
                <a:cxn ang="0">
                  <a:pos x="2154" y="2605"/>
                </a:cxn>
                <a:cxn ang="0">
                  <a:pos x="2193" y="2603"/>
                </a:cxn>
                <a:cxn ang="0">
                  <a:pos x="2204" y="2523"/>
                </a:cxn>
                <a:cxn ang="0">
                  <a:pos x="2167" y="2291"/>
                </a:cxn>
                <a:cxn ang="0">
                  <a:pos x="2054" y="2199"/>
                </a:cxn>
                <a:cxn ang="0">
                  <a:pos x="1964" y="2088"/>
                </a:cxn>
                <a:cxn ang="0">
                  <a:pos x="1945" y="1941"/>
                </a:cxn>
                <a:cxn ang="0">
                  <a:pos x="1981" y="1866"/>
                </a:cxn>
                <a:cxn ang="0">
                  <a:pos x="2170" y="2099"/>
                </a:cxn>
                <a:cxn ang="0">
                  <a:pos x="2303" y="2127"/>
                </a:cxn>
                <a:cxn ang="0">
                  <a:pos x="2369" y="1962"/>
                </a:cxn>
                <a:cxn ang="0">
                  <a:pos x="2476" y="1848"/>
                </a:cxn>
                <a:cxn ang="0">
                  <a:pos x="2305" y="1712"/>
                </a:cxn>
                <a:cxn ang="0">
                  <a:pos x="2154" y="1579"/>
                </a:cxn>
                <a:cxn ang="0">
                  <a:pos x="2011" y="1499"/>
                </a:cxn>
                <a:cxn ang="0">
                  <a:pos x="1921" y="1361"/>
                </a:cxn>
                <a:cxn ang="0">
                  <a:pos x="1955" y="1271"/>
                </a:cxn>
                <a:cxn ang="0">
                  <a:pos x="1846" y="1164"/>
                </a:cxn>
                <a:cxn ang="0">
                  <a:pos x="1883" y="1034"/>
                </a:cxn>
                <a:cxn ang="0">
                  <a:pos x="1865" y="947"/>
                </a:cxn>
                <a:cxn ang="0">
                  <a:pos x="1726" y="853"/>
                </a:cxn>
                <a:cxn ang="0">
                  <a:pos x="1596" y="782"/>
                </a:cxn>
                <a:cxn ang="0">
                  <a:pos x="1455" y="709"/>
                </a:cxn>
                <a:cxn ang="0">
                  <a:pos x="1359" y="600"/>
                </a:cxn>
                <a:cxn ang="0">
                  <a:pos x="1298" y="451"/>
                </a:cxn>
                <a:cxn ang="0">
                  <a:pos x="967" y="445"/>
                </a:cxn>
                <a:cxn ang="0">
                  <a:pos x="790" y="557"/>
                </a:cxn>
                <a:cxn ang="0">
                  <a:pos x="800" y="275"/>
                </a:cxn>
                <a:cxn ang="0">
                  <a:pos x="613" y="50"/>
                </a:cxn>
                <a:cxn ang="0">
                  <a:pos x="455" y="144"/>
                </a:cxn>
                <a:cxn ang="0">
                  <a:pos x="461" y="277"/>
                </a:cxn>
                <a:cxn ang="0">
                  <a:pos x="437" y="426"/>
                </a:cxn>
                <a:cxn ang="0">
                  <a:pos x="440" y="633"/>
                </a:cxn>
                <a:cxn ang="0">
                  <a:pos x="435" y="759"/>
                </a:cxn>
                <a:cxn ang="0">
                  <a:pos x="441" y="718"/>
                </a:cxn>
                <a:cxn ang="0">
                  <a:pos x="349" y="158"/>
                </a:cxn>
                <a:cxn ang="0">
                  <a:pos x="117" y="156"/>
                </a:cxn>
                <a:cxn ang="0">
                  <a:pos x="12" y="426"/>
                </a:cxn>
                <a:cxn ang="0">
                  <a:pos x="181" y="743"/>
                </a:cxn>
                <a:cxn ang="0">
                  <a:pos x="131" y="941"/>
                </a:cxn>
                <a:cxn ang="0">
                  <a:pos x="416" y="1065"/>
                </a:cxn>
                <a:cxn ang="0">
                  <a:pos x="702" y="1108"/>
                </a:cxn>
                <a:cxn ang="0">
                  <a:pos x="861" y="1066"/>
                </a:cxn>
                <a:cxn ang="0">
                  <a:pos x="1031" y="998"/>
                </a:cxn>
                <a:cxn ang="0">
                  <a:pos x="1175" y="1188"/>
                </a:cxn>
                <a:cxn ang="0">
                  <a:pos x="1330" y="1297"/>
                </a:cxn>
                <a:cxn ang="0">
                  <a:pos x="1430" y="1484"/>
                </a:cxn>
                <a:cxn ang="0">
                  <a:pos x="1489" y="1753"/>
                </a:cxn>
                <a:cxn ang="0">
                  <a:pos x="1422" y="2055"/>
                </a:cxn>
                <a:cxn ang="0">
                  <a:pos x="1165" y="2111"/>
                </a:cxn>
                <a:cxn ang="0">
                  <a:pos x="1048" y="2288"/>
                </a:cxn>
                <a:cxn ang="0">
                  <a:pos x="1222" y="2272"/>
                </a:cxn>
                <a:cxn ang="0">
                  <a:pos x="1325" y="2222"/>
                </a:cxn>
                <a:cxn ang="0">
                  <a:pos x="1440" y="2278"/>
                </a:cxn>
                <a:cxn ang="0">
                  <a:pos x="1517" y="2422"/>
                </a:cxn>
                <a:cxn ang="0">
                  <a:pos x="1573" y="2493"/>
                </a:cxn>
              </a:cxnLst>
              <a:rect l="0" t="0" r="r" b="b"/>
              <a:pathLst>
                <a:path w="2476" h="2784">
                  <a:moveTo>
                    <a:pt x="1625" y="2576"/>
                  </a:moveTo>
                  <a:lnTo>
                    <a:pt x="1648" y="2581"/>
                  </a:lnTo>
                  <a:lnTo>
                    <a:pt x="1678" y="2595"/>
                  </a:lnTo>
                  <a:lnTo>
                    <a:pt x="1680" y="2606"/>
                  </a:lnTo>
                  <a:lnTo>
                    <a:pt x="1690" y="2606"/>
                  </a:lnTo>
                  <a:lnTo>
                    <a:pt x="1709" y="2619"/>
                  </a:lnTo>
                  <a:lnTo>
                    <a:pt x="1726" y="2609"/>
                  </a:lnTo>
                  <a:lnTo>
                    <a:pt x="1739" y="2589"/>
                  </a:lnTo>
                  <a:lnTo>
                    <a:pt x="1741" y="2597"/>
                  </a:lnTo>
                  <a:lnTo>
                    <a:pt x="1739" y="2618"/>
                  </a:lnTo>
                  <a:lnTo>
                    <a:pt x="1752" y="2625"/>
                  </a:lnTo>
                  <a:lnTo>
                    <a:pt x="1758" y="2612"/>
                  </a:lnTo>
                  <a:lnTo>
                    <a:pt x="1772" y="2616"/>
                  </a:lnTo>
                  <a:lnTo>
                    <a:pt x="1782" y="2610"/>
                  </a:lnTo>
                  <a:lnTo>
                    <a:pt x="1778" y="2626"/>
                  </a:lnTo>
                  <a:lnTo>
                    <a:pt x="1783" y="2642"/>
                  </a:lnTo>
                  <a:lnTo>
                    <a:pt x="1793" y="2642"/>
                  </a:lnTo>
                  <a:lnTo>
                    <a:pt x="1800" y="2649"/>
                  </a:lnTo>
                  <a:lnTo>
                    <a:pt x="1801" y="2666"/>
                  </a:lnTo>
                  <a:lnTo>
                    <a:pt x="1816" y="2686"/>
                  </a:lnTo>
                  <a:lnTo>
                    <a:pt x="1833" y="2692"/>
                  </a:lnTo>
                  <a:lnTo>
                    <a:pt x="1841" y="2673"/>
                  </a:lnTo>
                  <a:lnTo>
                    <a:pt x="1841" y="2692"/>
                  </a:lnTo>
                  <a:lnTo>
                    <a:pt x="1852" y="2697"/>
                  </a:lnTo>
                  <a:lnTo>
                    <a:pt x="1857" y="2709"/>
                  </a:lnTo>
                  <a:lnTo>
                    <a:pt x="1875" y="2717"/>
                  </a:lnTo>
                  <a:lnTo>
                    <a:pt x="1887" y="2712"/>
                  </a:lnTo>
                  <a:lnTo>
                    <a:pt x="1902" y="2724"/>
                  </a:lnTo>
                  <a:lnTo>
                    <a:pt x="1935" y="2724"/>
                  </a:lnTo>
                  <a:lnTo>
                    <a:pt x="1940" y="2737"/>
                  </a:lnTo>
                  <a:lnTo>
                    <a:pt x="1956" y="2751"/>
                  </a:lnTo>
                  <a:lnTo>
                    <a:pt x="1965" y="2754"/>
                  </a:lnTo>
                  <a:lnTo>
                    <a:pt x="1987" y="2753"/>
                  </a:lnTo>
                  <a:lnTo>
                    <a:pt x="2006" y="2740"/>
                  </a:lnTo>
                  <a:lnTo>
                    <a:pt x="2046" y="2784"/>
                  </a:lnTo>
                  <a:lnTo>
                    <a:pt x="2076" y="2780"/>
                  </a:lnTo>
                  <a:lnTo>
                    <a:pt x="2072" y="2766"/>
                  </a:lnTo>
                  <a:lnTo>
                    <a:pt x="2062" y="2754"/>
                  </a:lnTo>
                  <a:lnTo>
                    <a:pt x="2062" y="2744"/>
                  </a:lnTo>
                  <a:lnTo>
                    <a:pt x="2069" y="2735"/>
                  </a:lnTo>
                  <a:lnTo>
                    <a:pt x="2071" y="2717"/>
                  </a:lnTo>
                  <a:lnTo>
                    <a:pt x="2066" y="2701"/>
                  </a:lnTo>
                  <a:lnTo>
                    <a:pt x="2039" y="2669"/>
                  </a:lnTo>
                  <a:lnTo>
                    <a:pt x="2012" y="2648"/>
                  </a:lnTo>
                  <a:lnTo>
                    <a:pt x="2002" y="2634"/>
                  </a:lnTo>
                  <a:lnTo>
                    <a:pt x="1989" y="2629"/>
                  </a:lnTo>
                  <a:lnTo>
                    <a:pt x="1963" y="2606"/>
                  </a:lnTo>
                  <a:lnTo>
                    <a:pt x="1956" y="2587"/>
                  </a:lnTo>
                  <a:lnTo>
                    <a:pt x="1935" y="2574"/>
                  </a:lnTo>
                  <a:lnTo>
                    <a:pt x="1935" y="2556"/>
                  </a:lnTo>
                  <a:lnTo>
                    <a:pt x="1919" y="2559"/>
                  </a:lnTo>
                  <a:lnTo>
                    <a:pt x="1912" y="2539"/>
                  </a:lnTo>
                  <a:lnTo>
                    <a:pt x="1906" y="2534"/>
                  </a:lnTo>
                  <a:lnTo>
                    <a:pt x="1901" y="2537"/>
                  </a:lnTo>
                  <a:lnTo>
                    <a:pt x="1895" y="2533"/>
                  </a:lnTo>
                  <a:lnTo>
                    <a:pt x="1862" y="2485"/>
                  </a:lnTo>
                  <a:lnTo>
                    <a:pt x="1846" y="2470"/>
                  </a:lnTo>
                  <a:lnTo>
                    <a:pt x="1829" y="2436"/>
                  </a:lnTo>
                  <a:lnTo>
                    <a:pt x="1850" y="2430"/>
                  </a:lnTo>
                  <a:lnTo>
                    <a:pt x="1875" y="2450"/>
                  </a:lnTo>
                  <a:lnTo>
                    <a:pt x="1906" y="2485"/>
                  </a:lnTo>
                  <a:lnTo>
                    <a:pt x="1927" y="2488"/>
                  </a:lnTo>
                  <a:lnTo>
                    <a:pt x="1922" y="2471"/>
                  </a:lnTo>
                  <a:lnTo>
                    <a:pt x="1936" y="2466"/>
                  </a:lnTo>
                  <a:lnTo>
                    <a:pt x="1971" y="2523"/>
                  </a:lnTo>
                  <a:lnTo>
                    <a:pt x="1987" y="2533"/>
                  </a:lnTo>
                  <a:lnTo>
                    <a:pt x="2005" y="2534"/>
                  </a:lnTo>
                  <a:lnTo>
                    <a:pt x="2016" y="2569"/>
                  </a:lnTo>
                  <a:lnTo>
                    <a:pt x="2064" y="2569"/>
                  </a:lnTo>
                  <a:lnTo>
                    <a:pt x="2084" y="2595"/>
                  </a:lnTo>
                  <a:lnTo>
                    <a:pt x="2091" y="2580"/>
                  </a:lnTo>
                  <a:lnTo>
                    <a:pt x="2101" y="2588"/>
                  </a:lnTo>
                  <a:lnTo>
                    <a:pt x="2114" y="2594"/>
                  </a:lnTo>
                  <a:lnTo>
                    <a:pt x="2124" y="2580"/>
                  </a:lnTo>
                  <a:lnTo>
                    <a:pt x="2130" y="2584"/>
                  </a:lnTo>
                  <a:lnTo>
                    <a:pt x="2132" y="2594"/>
                  </a:lnTo>
                  <a:lnTo>
                    <a:pt x="2141" y="2611"/>
                  </a:lnTo>
                  <a:lnTo>
                    <a:pt x="2154" y="2605"/>
                  </a:lnTo>
                  <a:lnTo>
                    <a:pt x="2154" y="2614"/>
                  </a:lnTo>
                  <a:lnTo>
                    <a:pt x="2149" y="2628"/>
                  </a:lnTo>
                  <a:lnTo>
                    <a:pt x="2148" y="2637"/>
                  </a:lnTo>
                  <a:lnTo>
                    <a:pt x="2165" y="2646"/>
                  </a:lnTo>
                  <a:lnTo>
                    <a:pt x="2173" y="2661"/>
                  </a:lnTo>
                  <a:lnTo>
                    <a:pt x="2184" y="2658"/>
                  </a:lnTo>
                  <a:lnTo>
                    <a:pt x="2179" y="2646"/>
                  </a:lnTo>
                  <a:lnTo>
                    <a:pt x="2176" y="2635"/>
                  </a:lnTo>
                  <a:lnTo>
                    <a:pt x="2165" y="2608"/>
                  </a:lnTo>
                  <a:lnTo>
                    <a:pt x="2163" y="2597"/>
                  </a:lnTo>
                  <a:lnTo>
                    <a:pt x="2170" y="2586"/>
                  </a:lnTo>
                  <a:lnTo>
                    <a:pt x="2183" y="2588"/>
                  </a:lnTo>
                  <a:lnTo>
                    <a:pt x="2193" y="2603"/>
                  </a:lnTo>
                  <a:lnTo>
                    <a:pt x="2210" y="2606"/>
                  </a:lnTo>
                  <a:lnTo>
                    <a:pt x="2214" y="2594"/>
                  </a:lnTo>
                  <a:lnTo>
                    <a:pt x="2211" y="2584"/>
                  </a:lnTo>
                  <a:lnTo>
                    <a:pt x="2204" y="2580"/>
                  </a:lnTo>
                  <a:lnTo>
                    <a:pt x="2204" y="2576"/>
                  </a:lnTo>
                  <a:lnTo>
                    <a:pt x="2197" y="2571"/>
                  </a:lnTo>
                  <a:lnTo>
                    <a:pt x="2182" y="2573"/>
                  </a:lnTo>
                  <a:lnTo>
                    <a:pt x="2172" y="2544"/>
                  </a:lnTo>
                  <a:lnTo>
                    <a:pt x="2163" y="2526"/>
                  </a:lnTo>
                  <a:lnTo>
                    <a:pt x="2166" y="2514"/>
                  </a:lnTo>
                  <a:lnTo>
                    <a:pt x="2167" y="2487"/>
                  </a:lnTo>
                  <a:lnTo>
                    <a:pt x="2185" y="2502"/>
                  </a:lnTo>
                  <a:lnTo>
                    <a:pt x="2204" y="2523"/>
                  </a:lnTo>
                  <a:lnTo>
                    <a:pt x="2205" y="2515"/>
                  </a:lnTo>
                  <a:lnTo>
                    <a:pt x="2201" y="2493"/>
                  </a:lnTo>
                  <a:lnTo>
                    <a:pt x="2207" y="2487"/>
                  </a:lnTo>
                  <a:lnTo>
                    <a:pt x="2207" y="2457"/>
                  </a:lnTo>
                  <a:lnTo>
                    <a:pt x="2212" y="2441"/>
                  </a:lnTo>
                  <a:lnTo>
                    <a:pt x="2202" y="2422"/>
                  </a:lnTo>
                  <a:lnTo>
                    <a:pt x="2195" y="2379"/>
                  </a:lnTo>
                  <a:lnTo>
                    <a:pt x="2175" y="2377"/>
                  </a:lnTo>
                  <a:lnTo>
                    <a:pt x="2154" y="2364"/>
                  </a:lnTo>
                  <a:lnTo>
                    <a:pt x="2143" y="2354"/>
                  </a:lnTo>
                  <a:lnTo>
                    <a:pt x="2142" y="2326"/>
                  </a:lnTo>
                  <a:lnTo>
                    <a:pt x="2161" y="2320"/>
                  </a:lnTo>
                  <a:lnTo>
                    <a:pt x="2167" y="2291"/>
                  </a:lnTo>
                  <a:lnTo>
                    <a:pt x="2162" y="2268"/>
                  </a:lnTo>
                  <a:lnTo>
                    <a:pt x="2142" y="2275"/>
                  </a:lnTo>
                  <a:lnTo>
                    <a:pt x="2143" y="2260"/>
                  </a:lnTo>
                  <a:lnTo>
                    <a:pt x="2140" y="2249"/>
                  </a:lnTo>
                  <a:lnTo>
                    <a:pt x="2133" y="2243"/>
                  </a:lnTo>
                  <a:lnTo>
                    <a:pt x="2110" y="2266"/>
                  </a:lnTo>
                  <a:lnTo>
                    <a:pt x="2109" y="2231"/>
                  </a:lnTo>
                  <a:lnTo>
                    <a:pt x="2105" y="2213"/>
                  </a:lnTo>
                  <a:lnTo>
                    <a:pt x="2087" y="2212"/>
                  </a:lnTo>
                  <a:lnTo>
                    <a:pt x="2061" y="2233"/>
                  </a:lnTo>
                  <a:lnTo>
                    <a:pt x="2049" y="2224"/>
                  </a:lnTo>
                  <a:lnTo>
                    <a:pt x="2068" y="2197"/>
                  </a:lnTo>
                  <a:lnTo>
                    <a:pt x="2054" y="2199"/>
                  </a:lnTo>
                  <a:lnTo>
                    <a:pt x="2036" y="2194"/>
                  </a:lnTo>
                  <a:lnTo>
                    <a:pt x="2023" y="2197"/>
                  </a:lnTo>
                  <a:lnTo>
                    <a:pt x="2018" y="2225"/>
                  </a:lnTo>
                  <a:lnTo>
                    <a:pt x="2010" y="2195"/>
                  </a:lnTo>
                  <a:lnTo>
                    <a:pt x="1998" y="2174"/>
                  </a:lnTo>
                  <a:lnTo>
                    <a:pt x="1997" y="2163"/>
                  </a:lnTo>
                  <a:lnTo>
                    <a:pt x="1992" y="2146"/>
                  </a:lnTo>
                  <a:lnTo>
                    <a:pt x="1970" y="2141"/>
                  </a:lnTo>
                  <a:lnTo>
                    <a:pt x="1971" y="2132"/>
                  </a:lnTo>
                  <a:lnTo>
                    <a:pt x="1978" y="2120"/>
                  </a:lnTo>
                  <a:lnTo>
                    <a:pt x="1968" y="2109"/>
                  </a:lnTo>
                  <a:lnTo>
                    <a:pt x="1978" y="2103"/>
                  </a:lnTo>
                  <a:lnTo>
                    <a:pt x="1964" y="2088"/>
                  </a:lnTo>
                  <a:lnTo>
                    <a:pt x="1960" y="2074"/>
                  </a:lnTo>
                  <a:lnTo>
                    <a:pt x="1968" y="2060"/>
                  </a:lnTo>
                  <a:lnTo>
                    <a:pt x="1944" y="2051"/>
                  </a:lnTo>
                  <a:lnTo>
                    <a:pt x="1914" y="2066"/>
                  </a:lnTo>
                  <a:lnTo>
                    <a:pt x="1912" y="2059"/>
                  </a:lnTo>
                  <a:lnTo>
                    <a:pt x="1918" y="2032"/>
                  </a:lnTo>
                  <a:lnTo>
                    <a:pt x="1914" y="2004"/>
                  </a:lnTo>
                  <a:lnTo>
                    <a:pt x="1926" y="1999"/>
                  </a:lnTo>
                  <a:lnTo>
                    <a:pt x="1935" y="2004"/>
                  </a:lnTo>
                  <a:lnTo>
                    <a:pt x="1960" y="1991"/>
                  </a:lnTo>
                  <a:lnTo>
                    <a:pt x="1979" y="1989"/>
                  </a:lnTo>
                  <a:lnTo>
                    <a:pt x="1968" y="1962"/>
                  </a:lnTo>
                  <a:lnTo>
                    <a:pt x="1945" y="1941"/>
                  </a:lnTo>
                  <a:lnTo>
                    <a:pt x="1915" y="1934"/>
                  </a:lnTo>
                  <a:lnTo>
                    <a:pt x="1903" y="1925"/>
                  </a:lnTo>
                  <a:lnTo>
                    <a:pt x="1893" y="1896"/>
                  </a:lnTo>
                  <a:lnTo>
                    <a:pt x="1921" y="1898"/>
                  </a:lnTo>
                  <a:lnTo>
                    <a:pt x="1914" y="1882"/>
                  </a:lnTo>
                  <a:lnTo>
                    <a:pt x="1927" y="1879"/>
                  </a:lnTo>
                  <a:lnTo>
                    <a:pt x="1963" y="1915"/>
                  </a:lnTo>
                  <a:lnTo>
                    <a:pt x="1974" y="1915"/>
                  </a:lnTo>
                  <a:lnTo>
                    <a:pt x="1960" y="1884"/>
                  </a:lnTo>
                  <a:lnTo>
                    <a:pt x="1975" y="1886"/>
                  </a:lnTo>
                  <a:lnTo>
                    <a:pt x="1953" y="1866"/>
                  </a:lnTo>
                  <a:lnTo>
                    <a:pt x="1964" y="1851"/>
                  </a:lnTo>
                  <a:lnTo>
                    <a:pt x="1981" y="1866"/>
                  </a:lnTo>
                  <a:lnTo>
                    <a:pt x="2000" y="1868"/>
                  </a:lnTo>
                  <a:lnTo>
                    <a:pt x="2002" y="1895"/>
                  </a:lnTo>
                  <a:lnTo>
                    <a:pt x="1994" y="1910"/>
                  </a:lnTo>
                  <a:lnTo>
                    <a:pt x="2018" y="1915"/>
                  </a:lnTo>
                  <a:lnTo>
                    <a:pt x="2062" y="1948"/>
                  </a:lnTo>
                  <a:lnTo>
                    <a:pt x="2082" y="1957"/>
                  </a:lnTo>
                  <a:lnTo>
                    <a:pt x="2088" y="1989"/>
                  </a:lnTo>
                  <a:lnTo>
                    <a:pt x="2114" y="1990"/>
                  </a:lnTo>
                  <a:lnTo>
                    <a:pt x="2134" y="1981"/>
                  </a:lnTo>
                  <a:lnTo>
                    <a:pt x="2128" y="2008"/>
                  </a:lnTo>
                  <a:lnTo>
                    <a:pt x="2134" y="2044"/>
                  </a:lnTo>
                  <a:lnTo>
                    <a:pt x="2140" y="2057"/>
                  </a:lnTo>
                  <a:lnTo>
                    <a:pt x="2170" y="2099"/>
                  </a:lnTo>
                  <a:lnTo>
                    <a:pt x="2193" y="2085"/>
                  </a:lnTo>
                  <a:lnTo>
                    <a:pt x="2197" y="2102"/>
                  </a:lnTo>
                  <a:lnTo>
                    <a:pt x="2185" y="2126"/>
                  </a:lnTo>
                  <a:lnTo>
                    <a:pt x="2202" y="2151"/>
                  </a:lnTo>
                  <a:lnTo>
                    <a:pt x="2228" y="2136"/>
                  </a:lnTo>
                  <a:lnTo>
                    <a:pt x="2241" y="2174"/>
                  </a:lnTo>
                  <a:lnTo>
                    <a:pt x="2259" y="2161"/>
                  </a:lnTo>
                  <a:lnTo>
                    <a:pt x="2265" y="2178"/>
                  </a:lnTo>
                  <a:lnTo>
                    <a:pt x="2273" y="2197"/>
                  </a:lnTo>
                  <a:lnTo>
                    <a:pt x="2286" y="2205"/>
                  </a:lnTo>
                  <a:lnTo>
                    <a:pt x="2295" y="2169"/>
                  </a:lnTo>
                  <a:lnTo>
                    <a:pt x="2297" y="2150"/>
                  </a:lnTo>
                  <a:lnTo>
                    <a:pt x="2303" y="2127"/>
                  </a:lnTo>
                  <a:lnTo>
                    <a:pt x="2316" y="2125"/>
                  </a:lnTo>
                  <a:lnTo>
                    <a:pt x="2311" y="2096"/>
                  </a:lnTo>
                  <a:lnTo>
                    <a:pt x="2298" y="2052"/>
                  </a:lnTo>
                  <a:lnTo>
                    <a:pt x="2299" y="2031"/>
                  </a:lnTo>
                  <a:lnTo>
                    <a:pt x="2336" y="2064"/>
                  </a:lnTo>
                  <a:lnTo>
                    <a:pt x="2360" y="2068"/>
                  </a:lnTo>
                  <a:lnTo>
                    <a:pt x="2362" y="2050"/>
                  </a:lnTo>
                  <a:lnTo>
                    <a:pt x="2369" y="2032"/>
                  </a:lnTo>
                  <a:lnTo>
                    <a:pt x="2387" y="2025"/>
                  </a:lnTo>
                  <a:lnTo>
                    <a:pt x="2388" y="1986"/>
                  </a:lnTo>
                  <a:lnTo>
                    <a:pt x="2414" y="1977"/>
                  </a:lnTo>
                  <a:lnTo>
                    <a:pt x="2402" y="1958"/>
                  </a:lnTo>
                  <a:lnTo>
                    <a:pt x="2369" y="1962"/>
                  </a:lnTo>
                  <a:lnTo>
                    <a:pt x="2372" y="1941"/>
                  </a:lnTo>
                  <a:lnTo>
                    <a:pt x="2392" y="1945"/>
                  </a:lnTo>
                  <a:lnTo>
                    <a:pt x="2396" y="1922"/>
                  </a:lnTo>
                  <a:lnTo>
                    <a:pt x="2370" y="1915"/>
                  </a:lnTo>
                  <a:lnTo>
                    <a:pt x="2390" y="1905"/>
                  </a:lnTo>
                  <a:lnTo>
                    <a:pt x="2427" y="1928"/>
                  </a:lnTo>
                  <a:lnTo>
                    <a:pt x="2448" y="1929"/>
                  </a:lnTo>
                  <a:lnTo>
                    <a:pt x="2456" y="1915"/>
                  </a:lnTo>
                  <a:lnTo>
                    <a:pt x="2440" y="1896"/>
                  </a:lnTo>
                  <a:lnTo>
                    <a:pt x="2444" y="1889"/>
                  </a:lnTo>
                  <a:lnTo>
                    <a:pt x="2450" y="1872"/>
                  </a:lnTo>
                  <a:lnTo>
                    <a:pt x="2465" y="1867"/>
                  </a:lnTo>
                  <a:lnTo>
                    <a:pt x="2476" y="1848"/>
                  </a:lnTo>
                  <a:lnTo>
                    <a:pt x="2464" y="1823"/>
                  </a:lnTo>
                  <a:lnTo>
                    <a:pt x="2435" y="1791"/>
                  </a:lnTo>
                  <a:lnTo>
                    <a:pt x="2418" y="1783"/>
                  </a:lnTo>
                  <a:lnTo>
                    <a:pt x="2406" y="1770"/>
                  </a:lnTo>
                  <a:lnTo>
                    <a:pt x="2387" y="1774"/>
                  </a:lnTo>
                  <a:lnTo>
                    <a:pt x="2370" y="1769"/>
                  </a:lnTo>
                  <a:lnTo>
                    <a:pt x="2345" y="1772"/>
                  </a:lnTo>
                  <a:lnTo>
                    <a:pt x="2309" y="1790"/>
                  </a:lnTo>
                  <a:lnTo>
                    <a:pt x="2319" y="1741"/>
                  </a:lnTo>
                  <a:lnTo>
                    <a:pt x="2335" y="1720"/>
                  </a:lnTo>
                  <a:lnTo>
                    <a:pt x="2334" y="1704"/>
                  </a:lnTo>
                  <a:lnTo>
                    <a:pt x="2315" y="1702"/>
                  </a:lnTo>
                  <a:lnTo>
                    <a:pt x="2305" y="1712"/>
                  </a:lnTo>
                  <a:lnTo>
                    <a:pt x="2255" y="1721"/>
                  </a:lnTo>
                  <a:lnTo>
                    <a:pt x="2234" y="1719"/>
                  </a:lnTo>
                  <a:lnTo>
                    <a:pt x="2247" y="1707"/>
                  </a:lnTo>
                  <a:lnTo>
                    <a:pt x="2228" y="1702"/>
                  </a:lnTo>
                  <a:lnTo>
                    <a:pt x="2236" y="1693"/>
                  </a:lnTo>
                  <a:lnTo>
                    <a:pt x="2256" y="1690"/>
                  </a:lnTo>
                  <a:lnTo>
                    <a:pt x="2256" y="1676"/>
                  </a:lnTo>
                  <a:lnTo>
                    <a:pt x="2231" y="1619"/>
                  </a:lnTo>
                  <a:lnTo>
                    <a:pt x="2218" y="1599"/>
                  </a:lnTo>
                  <a:lnTo>
                    <a:pt x="2210" y="1591"/>
                  </a:lnTo>
                  <a:lnTo>
                    <a:pt x="2195" y="1582"/>
                  </a:lnTo>
                  <a:lnTo>
                    <a:pt x="2161" y="1590"/>
                  </a:lnTo>
                  <a:lnTo>
                    <a:pt x="2154" y="1579"/>
                  </a:lnTo>
                  <a:lnTo>
                    <a:pt x="2157" y="1564"/>
                  </a:lnTo>
                  <a:lnTo>
                    <a:pt x="2165" y="1554"/>
                  </a:lnTo>
                  <a:lnTo>
                    <a:pt x="2166" y="1532"/>
                  </a:lnTo>
                  <a:lnTo>
                    <a:pt x="2136" y="1539"/>
                  </a:lnTo>
                  <a:lnTo>
                    <a:pt x="2103" y="1543"/>
                  </a:lnTo>
                  <a:lnTo>
                    <a:pt x="2082" y="1566"/>
                  </a:lnTo>
                  <a:lnTo>
                    <a:pt x="2072" y="1548"/>
                  </a:lnTo>
                  <a:lnTo>
                    <a:pt x="2056" y="1542"/>
                  </a:lnTo>
                  <a:lnTo>
                    <a:pt x="2058" y="1526"/>
                  </a:lnTo>
                  <a:lnTo>
                    <a:pt x="2073" y="1516"/>
                  </a:lnTo>
                  <a:lnTo>
                    <a:pt x="2061" y="1489"/>
                  </a:lnTo>
                  <a:lnTo>
                    <a:pt x="2031" y="1498"/>
                  </a:lnTo>
                  <a:lnTo>
                    <a:pt x="2011" y="1499"/>
                  </a:lnTo>
                  <a:lnTo>
                    <a:pt x="2002" y="1489"/>
                  </a:lnTo>
                  <a:lnTo>
                    <a:pt x="2012" y="1471"/>
                  </a:lnTo>
                  <a:lnTo>
                    <a:pt x="2018" y="1453"/>
                  </a:lnTo>
                  <a:lnTo>
                    <a:pt x="2004" y="1444"/>
                  </a:lnTo>
                  <a:lnTo>
                    <a:pt x="1960" y="1437"/>
                  </a:lnTo>
                  <a:lnTo>
                    <a:pt x="1906" y="1422"/>
                  </a:lnTo>
                  <a:lnTo>
                    <a:pt x="1886" y="1412"/>
                  </a:lnTo>
                  <a:lnTo>
                    <a:pt x="1877" y="1399"/>
                  </a:lnTo>
                  <a:lnTo>
                    <a:pt x="1904" y="1398"/>
                  </a:lnTo>
                  <a:lnTo>
                    <a:pt x="1905" y="1383"/>
                  </a:lnTo>
                  <a:lnTo>
                    <a:pt x="1933" y="1381"/>
                  </a:lnTo>
                  <a:lnTo>
                    <a:pt x="1918" y="1369"/>
                  </a:lnTo>
                  <a:lnTo>
                    <a:pt x="1921" y="1361"/>
                  </a:lnTo>
                  <a:lnTo>
                    <a:pt x="1893" y="1332"/>
                  </a:lnTo>
                  <a:lnTo>
                    <a:pt x="1895" y="1317"/>
                  </a:lnTo>
                  <a:lnTo>
                    <a:pt x="1924" y="1319"/>
                  </a:lnTo>
                  <a:lnTo>
                    <a:pt x="1927" y="1308"/>
                  </a:lnTo>
                  <a:lnTo>
                    <a:pt x="1911" y="1291"/>
                  </a:lnTo>
                  <a:lnTo>
                    <a:pt x="1884" y="1274"/>
                  </a:lnTo>
                  <a:lnTo>
                    <a:pt x="1862" y="1276"/>
                  </a:lnTo>
                  <a:lnTo>
                    <a:pt x="1860" y="1262"/>
                  </a:lnTo>
                  <a:lnTo>
                    <a:pt x="1883" y="1256"/>
                  </a:lnTo>
                  <a:lnTo>
                    <a:pt x="1892" y="1262"/>
                  </a:lnTo>
                  <a:lnTo>
                    <a:pt x="1904" y="1258"/>
                  </a:lnTo>
                  <a:lnTo>
                    <a:pt x="1902" y="1238"/>
                  </a:lnTo>
                  <a:lnTo>
                    <a:pt x="1955" y="1271"/>
                  </a:lnTo>
                  <a:lnTo>
                    <a:pt x="1979" y="1270"/>
                  </a:lnTo>
                  <a:lnTo>
                    <a:pt x="2005" y="1259"/>
                  </a:lnTo>
                  <a:lnTo>
                    <a:pt x="2028" y="1268"/>
                  </a:lnTo>
                  <a:lnTo>
                    <a:pt x="2036" y="1256"/>
                  </a:lnTo>
                  <a:lnTo>
                    <a:pt x="2036" y="1240"/>
                  </a:lnTo>
                  <a:lnTo>
                    <a:pt x="2014" y="1219"/>
                  </a:lnTo>
                  <a:lnTo>
                    <a:pt x="1988" y="1202"/>
                  </a:lnTo>
                  <a:lnTo>
                    <a:pt x="1956" y="1197"/>
                  </a:lnTo>
                  <a:lnTo>
                    <a:pt x="1924" y="1199"/>
                  </a:lnTo>
                  <a:lnTo>
                    <a:pt x="1897" y="1184"/>
                  </a:lnTo>
                  <a:lnTo>
                    <a:pt x="1889" y="1204"/>
                  </a:lnTo>
                  <a:lnTo>
                    <a:pt x="1866" y="1176"/>
                  </a:lnTo>
                  <a:lnTo>
                    <a:pt x="1846" y="1164"/>
                  </a:lnTo>
                  <a:lnTo>
                    <a:pt x="1833" y="1175"/>
                  </a:lnTo>
                  <a:lnTo>
                    <a:pt x="1850" y="1148"/>
                  </a:lnTo>
                  <a:lnTo>
                    <a:pt x="1883" y="1152"/>
                  </a:lnTo>
                  <a:lnTo>
                    <a:pt x="1903" y="1139"/>
                  </a:lnTo>
                  <a:lnTo>
                    <a:pt x="1915" y="1121"/>
                  </a:lnTo>
                  <a:lnTo>
                    <a:pt x="1940" y="1115"/>
                  </a:lnTo>
                  <a:lnTo>
                    <a:pt x="1971" y="1131"/>
                  </a:lnTo>
                  <a:lnTo>
                    <a:pt x="1985" y="1103"/>
                  </a:lnTo>
                  <a:lnTo>
                    <a:pt x="1976" y="1081"/>
                  </a:lnTo>
                  <a:lnTo>
                    <a:pt x="1921" y="1002"/>
                  </a:lnTo>
                  <a:lnTo>
                    <a:pt x="1891" y="988"/>
                  </a:lnTo>
                  <a:lnTo>
                    <a:pt x="1880" y="1011"/>
                  </a:lnTo>
                  <a:lnTo>
                    <a:pt x="1883" y="1034"/>
                  </a:lnTo>
                  <a:lnTo>
                    <a:pt x="1857" y="1053"/>
                  </a:lnTo>
                  <a:lnTo>
                    <a:pt x="1845" y="1076"/>
                  </a:lnTo>
                  <a:lnTo>
                    <a:pt x="1818" y="1073"/>
                  </a:lnTo>
                  <a:lnTo>
                    <a:pt x="1846" y="1034"/>
                  </a:lnTo>
                  <a:lnTo>
                    <a:pt x="1846" y="1015"/>
                  </a:lnTo>
                  <a:lnTo>
                    <a:pt x="1789" y="1020"/>
                  </a:lnTo>
                  <a:lnTo>
                    <a:pt x="1770" y="1032"/>
                  </a:lnTo>
                  <a:lnTo>
                    <a:pt x="1763" y="1020"/>
                  </a:lnTo>
                  <a:lnTo>
                    <a:pt x="1785" y="1001"/>
                  </a:lnTo>
                  <a:lnTo>
                    <a:pt x="1833" y="982"/>
                  </a:lnTo>
                  <a:lnTo>
                    <a:pt x="1845" y="948"/>
                  </a:lnTo>
                  <a:lnTo>
                    <a:pt x="1862" y="968"/>
                  </a:lnTo>
                  <a:lnTo>
                    <a:pt x="1865" y="947"/>
                  </a:lnTo>
                  <a:lnTo>
                    <a:pt x="1864" y="914"/>
                  </a:lnTo>
                  <a:lnTo>
                    <a:pt x="1809" y="891"/>
                  </a:lnTo>
                  <a:lnTo>
                    <a:pt x="1791" y="876"/>
                  </a:lnTo>
                  <a:lnTo>
                    <a:pt x="1773" y="869"/>
                  </a:lnTo>
                  <a:lnTo>
                    <a:pt x="1741" y="880"/>
                  </a:lnTo>
                  <a:lnTo>
                    <a:pt x="1722" y="907"/>
                  </a:lnTo>
                  <a:lnTo>
                    <a:pt x="1712" y="914"/>
                  </a:lnTo>
                  <a:lnTo>
                    <a:pt x="1697" y="935"/>
                  </a:lnTo>
                  <a:lnTo>
                    <a:pt x="1697" y="925"/>
                  </a:lnTo>
                  <a:lnTo>
                    <a:pt x="1706" y="900"/>
                  </a:lnTo>
                  <a:lnTo>
                    <a:pt x="1727" y="879"/>
                  </a:lnTo>
                  <a:lnTo>
                    <a:pt x="1739" y="847"/>
                  </a:lnTo>
                  <a:lnTo>
                    <a:pt x="1726" y="853"/>
                  </a:lnTo>
                  <a:lnTo>
                    <a:pt x="1708" y="868"/>
                  </a:lnTo>
                  <a:lnTo>
                    <a:pt x="1686" y="876"/>
                  </a:lnTo>
                  <a:lnTo>
                    <a:pt x="1658" y="899"/>
                  </a:lnTo>
                  <a:lnTo>
                    <a:pt x="1659" y="881"/>
                  </a:lnTo>
                  <a:lnTo>
                    <a:pt x="1671" y="862"/>
                  </a:lnTo>
                  <a:lnTo>
                    <a:pt x="1685" y="826"/>
                  </a:lnTo>
                  <a:lnTo>
                    <a:pt x="1678" y="795"/>
                  </a:lnTo>
                  <a:lnTo>
                    <a:pt x="1660" y="792"/>
                  </a:lnTo>
                  <a:lnTo>
                    <a:pt x="1636" y="813"/>
                  </a:lnTo>
                  <a:lnTo>
                    <a:pt x="1612" y="819"/>
                  </a:lnTo>
                  <a:lnTo>
                    <a:pt x="1598" y="802"/>
                  </a:lnTo>
                  <a:lnTo>
                    <a:pt x="1552" y="792"/>
                  </a:lnTo>
                  <a:lnTo>
                    <a:pt x="1596" y="782"/>
                  </a:lnTo>
                  <a:lnTo>
                    <a:pt x="1620" y="784"/>
                  </a:lnTo>
                  <a:lnTo>
                    <a:pt x="1633" y="765"/>
                  </a:lnTo>
                  <a:lnTo>
                    <a:pt x="1640" y="746"/>
                  </a:lnTo>
                  <a:lnTo>
                    <a:pt x="1633" y="711"/>
                  </a:lnTo>
                  <a:lnTo>
                    <a:pt x="1610" y="674"/>
                  </a:lnTo>
                  <a:lnTo>
                    <a:pt x="1545" y="643"/>
                  </a:lnTo>
                  <a:lnTo>
                    <a:pt x="1515" y="615"/>
                  </a:lnTo>
                  <a:lnTo>
                    <a:pt x="1512" y="616"/>
                  </a:lnTo>
                  <a:lnTo>
                    <a:pt x="1506" y="642"/>
                  </a:lnTo>
                  <a:lnTo>
                    <a:pt x="1487" y="665"/>
                  </a:lnTo>
                  <a:lnTo>
                    <a:pt x="1465" y="654"/>
                  </a:lnTo>
                  <a:lnTo>
                    <a:pt x="1445" y="661"/>
                  </a:lnTo>
                  <a:lnTo>
                    <a:pt x="1455" y="709"/>
                  </a:lnTo>
                  <a:lnTo>
                    <a:pt x="1452" y="724"/>
                  </a:lnTo>
                  <a:lnTo>
                    <a:pt x="1451" y="710"/>
                  </a:lnTo>
                  <a:lnTo>
                    <a:pt x="1431" y="715"/>
                  </a:lnTo>
                  <a:lnTo>
                    <a:pt x="1430" y="706"/>
                  </a:lnTo>
                  <a:lnTo>
                    <a:pt x="1418" y="692"/>
                  </a:lnTo>
                  <a:lnTo>
                    <a:pt x="1421" y="656"/>
                  </a:lnTo>
                  <a:lnTo>
                    <a:pt x="1404" y="652"/>
                  </a:lnTo>
                  <a:lnTo>
                    <a:pt x="1382" y="683"/>
                  </a:lnTo>
                  <a:lnTo>
                    <a:pt x="1403" y="638"/>
                  </a:lnTo>
                  <a:lnTo>
                    <a:pt x="1430" y="600"/>
                  </a:lnTo>
                  <a:lnTo>
                    <a:pt x="1427" y="590"/>
                  </a:lnTo>
                  <a:lnTo>
                    <a:pt x="1383" y="602"/>
                  </a:lnTo>
                  <a:lnTo>
                    <a:pt x="1359" y="600"/>
                  </a:lnTo>
                  <a:lnTo>
                    <a:pt x="1335" y="633"/>
                  </a:lnTo>
                  <a:lnTo>
                    <a:pt x="1322" y="642"/>
                  </a:lnTo>
                  <a:lnTo>
                    <a:pt x="1324" y="611"/>
                  </a:lnTo>
                  <a:lnTo>
                    <a:pt x="1298" y="626"/>
                  </a:lnTo>
                  <a:lnTo>
                    <a:pt x="1327" y="596"/>
                  </a:lnTo>
                  <a:lnTo>
                    <a:pt x="1353" y="578"/>
                  </a:lnTo>
                  <a:lnTo>
                    <a:pt x="1363" y="557"/>
                  </a:lnTo>
                  <a:lnTo>
                    <a:pt x="1359" y="522"/>
                  </a:lnTo>
                  <a:lnTo>
                    <a:pt x="1326" y="513"/>
                  </a:lnTo>
                  <a:lnTo>
                    <a:pt x="1294" y="514"/>
                  </a:lnTo>
                  <a:lnTo>
                    <a:pt x="1285" y="503"/>
                  </a:lnTo>
                  <a:lnTo>
                    <a:pt x="1303" y="476"/>
                  </a:lnTo>
                  <a:lnTo>
                    <a:pt x="1298" y="451"/>
                  </a:lnTo>
                  <a:lnTo>
                    <a:pt x="1282" y="413"/>
                  </a:lnTo>
                  <a:lnTo>
                    <a:pt x="1267" y="404"/>
                  </a:lnTo>
                  <a:lnTo>
                    <a:pt x="1273" y="390"/>
                  </a:lnTo>
                  <a:lnTo>
                    <a:pt x="1241" y="373"/>
                  </a:lnTo>
                  <a:lnTo>
                    <a:pt x="1207" y="373"/>
                  </a:lnTo>
                  <a:lnTo>
                    <a:pt x="1115" y="327"/>
                  </a:lnTo>
                  <a:lnTo>
                    <a:pt x="1073" y="323"/>
                  </a:lnTo>
                  <a:lnTo>
                    <a:pt x="1027" y="344"/>
                  </a:lnTo>
                  <a:lnTo>
                    <a:pt x="990" y="381"/>
                  </a:lnTo>
                  <a:lnTo>
                    <a:pt x="988" y="414"/>
                  </a:lnTo>
                  <a:lnTo>
                    <a:pt x="1012" y="437"/>
                  </a:lnTo>
                  <a:lnTo>
                    <a:pt x="994" y="445"/>
                  </a:lnTo>
                  <a:lnTo>
                    <a:pt x="967" y="445"/>
                  </a:lnTo>
                  <a:lnTo>
                    <a:pt x="950" y="468"/>
                  </a:lnTo>
                  <a:lnTo>
                    <a:pt x="922" y="427"/>
                  </a:lnTo>
                  <a:lnTo>
                    <a:pt x="902" y="451"/>
                  </a:lnTo>
                  <a:lnTo>
                    <a:pt x="886" y="442"/>
                  </a:lnTo>
                  <a:lnTo>
                    <a:pt x="887" y="417"/>
                  </a:lnTo>
                  <a:lnTo>
                    <a:pt x="881" y="391"/>
                  </a:lnTo>
                  <a:lnTo>
                    <a:pt x="863" y="431"/>
                  </a:lnTo>
                  <a:lnTo>
                    <a:pt x="863" y="441"/>
                  </a:lnTo>
                  <a:lnTo>
                    <a:pt x="855" y="478"/>
                  </a:lnTo>
                  <a:lnTo>
                    <a:pt x="841" y="474"/>
                  </a:lnTo>
                  <a:lnTo>
                    <a:pt x="835" y="502"/>
                  </a:lnTo>
                  <a:lnTo>
                    <a:pt x="815" y="538"/>
                  </a:lnTo>
                  <a:lnTo>
                    <a:pt x="790" y="557"/>
                  </a:lnTo>
                  <a:lnTo>
                    <a:pt x="792" y="540"/>
                  </a:lnTo>
                  <a:lnTo>
                    <a:pt x="782" y="523"/>
                  </a:lnTo>
                  <a:lnTo>
                    <a:pt x="790" y="506"/>
                  </a:lnTo>
                  <a:lnTo>
                    <a:pt x="811" y="514"/>
                  </a:lnTo>
                  <a:lnTo>
                    <a:pt x="815" y="506"/>
                  </a:lnTo>
                  <a:lnTo>
                    <a:pt x="802" y="487"/>
                  </a:lnTo>
                  <a:lnTo>
                    <a:pt x="792" y="488"/>
                  </a:lnTo>
                  <a:lnTo>
                    <a:pt x="803" y="451"/>
                  </a:lnTo>
                  <a:lnTo>
                    <a:pt x="813" y="426"/>
                  </a:lnTo>
                  <a:lnTo>
                    <a:pt x="827" y="359"/>
                  </a:lnTo>
                  <a:lnTo>
                    <a:pt x="837" y="329"/>
                  </a:lnTo>
                  <a:lnTo>
                    <a:pt x="813" y="304"/>
                  </a:lnTo>
                  <a:lnTo>
                    <a:pt x="800" y="275"/>
                  </a:lnTo>
                  <a:lnTo>
                    <a:pt x="798" y="260"/>
                  </a:lnTo>
                  <a:lnTo>
                    <a:pt x="813" y="248"/>
                  </a:lnTo>
                  <a:lnTo>
                    <a:pt x="815" y="229"/>
                  </a:lnTo>
                  <a:lnTo>
                    <a:pt x="803" y="209"/>
                  </a:lnTo>
                  <a:lnTo>
                    <a:pt x="778" y="189"/>
                  </a:lnTo>
                  <a:lnTo>
                    <a:pt x="744" y="178"/>
                  </a:lnTo>
                  <a:lnTo>
                    <a:pt x="767" y="153"/>
                  </a:lnTo>
                  <a:lnTo>
                    <a:pt x="758" y="72"/>
                  </a:lnTo>
                  <a:lnTo>
                    <a:pt x="744" y="51"/>
                  </a:lnTo>
                  <a:lnTo>
                    <a:pt x="738" y="33"/>
                  </a:lnTo>
                  <a:lnTo>
                    <a:pt x="655" y="40"/>
                  </a:lnTo>
                  <a:lnTo>
                    <a:pt x="629" y="36"/>
                  </a:lnTo>
                  <a:lnTo>
                    <a:pt x="613" y="50"/>
                  </a:lnTo>
                  <a:lnTo>
                    <a:pt x="593" y="55"/>
                  </a:lnTo>
                  <a:lnTo>
                    <a:pt x="562" y="76"/>
                  </a:lnTo>
                  <a:lnTo>
                    <a:pt x="532" y="105"/>
                  </a:lnTo>
                  <a:lnTo>
                    <a:pt x="556" y="129"/>
                  </a:lnTo>
                  <a:lnTo>
                    <a:pt x="551" y="160"/>
                  </a:lnTo>
                  <a:lnTo>
                    <a:pt x="545" y="143"/>
                  </a:lnTo>
                  <a:lnTo>
                    <a:pt x="533" y="123"/>
                  </a:lnTo>
                  <a:lnTo>
                    <a:pt x="510" y="112"/>
                  </a:lnTo>
                  <a:lnTo>
                    <a:pt x="481" y="125"/>
                  </a:lnTo>
                  <a:lnTo>
                    <a:pt x="478" y="144"/>
                  </a:lnTo>
                  <a:lnTo>
                    <a:pt x="492" y="184"/>
                  </a:lnTo>
                  <a:lnTo>
                    <a:pt x="474" y="175"/>
                  </a:lnTo>
                  <a:lnTo>
                    <a:pt x="455" y="144"/>
                  </a:lnTo>
                  <a:lnTo>
                    <a:pt x="435" y="150"/>
                  </a:lnTo>
                  <a:lnTo>
                    <a:pt x="427" y="177"/>
                  </a:lnTo>
                  <a:lnTo>
                    <a:pt x="447" y="203"/>
                  </a:lnTo>
                  <a:lnTo>
                    <a:pt x="538" y="237"/>
                  </a:lnTo>
                  <a:lnTo>
                    <a:pt x="535" y="248"/>
                  </a:lnTo>
                  <a:lnTo>
                    <a:pt x="509" y="244"/>
                  </a:lnTo>
                  <a:lnTo>
                    <a:pt x="417" y="215"/>
                  </a:lnTo>
                  <a:lnTo>
                    <a:pt x="414" y="229"/>
                  </a:lnTo>
                  <a:lnTo>
                    <a:pt x="403" y="225"/>
                  </a:lnTo>
                  <a:lnTo>
                    <a:pt x="393" y="230"/>
                  </a:lnTo>
                  <a:lnTo>
                    <a:pt x="409" y="244"/>
                  </a:lnTo>
                  <a:lnTo>
                    <a:pt x="434" y="249"/>
                  </a:lnTo>
                  <a:lnTo>
                    <a:pt x="461" y="277"/>
                  </a:lnTo>
                  <a:lnTo>
                    <a:pt x="489" y="289"/>
                  </a:lnTo>
                  <a:lnTo>
                    <a:pt x="521" y="318"/>
                  </a:lnTo>
                  <a:lnTo>
                    <a:pt x="501" y="321"/>
                  </a:lnTo>
                  <a:lnTo>
                    <a:pt x="439" y="275"/>
                  </a:lnTo>
                  <a:lnTo>
                    <a:pt x="401" y="265"/>
                  </a:lnTo>
                  <a:lnTo>
                    <a:pt x="381" y="266"/>
                  </a:lnTo>
                  <a:lnTo>
                    <a:pt x="373" y="281"/>
                  </a:lnTo>
                  <a:lnTo>
                    <a:pt x="375" y="328"/>
                  </a:lnTo>
                  <a:lnTo>
                    <a:pt x="389" y="370"/>
                  </a:lnTo>
                  <a:lnTo>
                    <a:pt x="381" y="384"/>
                  </a:lnTo>
                  <a:lnTo>
                    <a:pt x="392" y="411"/>
                  </a:lnTo>
                  <a:lnTo>
                    <a:pt x="422" y="428"/>
                  </a:lnTo>
                  <a:lnTo>
                    <a:pt x="437" y="426"/>
                  </a:lnTo>
                  <a:lnTo>
                    <a:pt x="447" y="419"/>
                  </a:lnTo>
                  <a:lnTo>
                    <a:pt x="452" y="426"/>
                  </a:lnTo>
                  <a:lnTo>
                    <a:pt x="443" y="456"/>
                  </a:lnTo>
                  <a:lnTo>
                    <a:pt x="428" y="472"/>
                  </a:lnTo>
                  <a:lnTo>
                    <a:pt x="399" y="467"/>
                  </a:lnTo>
                  <a:lnTo>
                    <a:pt x="391" y="488"/>
                  </a:lnTo>
                  <a:lnTo>
                    <a:pt x="389" y="506"/>
                  </a:lnTo>
                  <a:lnTo>
                    <a:pt x="355" y="536"/>
                  </a:lnTo>
                  <a:lnTo>
                    <a:pt x="360" y="553"/>
                  </a:lnTo>
                  <a:lnTo>
                    <a:pt x="385" y="569"/>
                  </a:lnTo>
                  <a:lnTo>
                    <a:pt x="386" y="595"/>
                  </a:lnTo>
                  <a:lnTo>
                    <a:pt x="407" y="622"/>
                  </a:lnTo>
                  <a:lnTo>
                    <a:pt x="440" y="633"/>
                  </a:lnTo>
                  <a:lnTo>
                    <a:pt x="463" y="633"/>
                  </a:lnTo>
                  <a:lnTo>
                    <a:pt x="468" y="654"/>
                  </a:lnTo>
                  <a:lnTo>
                    <a:pt x="461" y="690"/>
                  </a:lnTo>
                  <a:lnTo>
                    <a:pt x="461" y="699"/>
                  </a:lnTo>
                  <a:lnTo>
                    <a:pt x="454" y="710"/>
                  </a:lnTo>
                  <a:lnTo>
                    <a:pt x="456" y="735"/>
                  </a:lnTo>
                  <a:lnTo>
                    <a:pt x="454" y="757"/>
                  </a:lnTo>
                  <a:lnTo>
                    <a:pt x="453" y="788"/>
                  </a:lnTo>
                  <a:lnTo>
                    <a:pt x="441" y="821"/>
                  </a:lnTo>
                  <a:lnTo>
                    <a:pt x="432" y="811"/>
                  </a:lnTo>
                  <a:lnTo>
                    <a:pt x="435" y="782"/>
                  </a:lnTo>
                  <a:lnTo>
                    <a:pt x="441" y="767"/>
                  </a:lnTo>
                  <a:lnTo>
                    <a:pt x="435" y="759"/>
                  </a:lnTo>
                  <a:lnTo>
                    <a:pt x="424" y="764"/>
                  </a:lnTo>
                  <a:lnTo>
                    <a:pt x="399" y="761"/>
                  </a:lnTo>
                  <a:lnTo>
                    <a:pt x="379" y="767"/>
                  </a:lnTo>
                  <a:lnTo>
                    <a:pt x="356" y="778"/>
                  </a:lnTo>
                  <a:lnTo>
                    <a:pt x="325" y="805"/>
                  </a:lnTo>
                  <a:lnTo>
                    <a:pt x="298" y="802"/>
                  </a:lnTo>
                  <a:lnTo>
                    <a:pt x="337" y="774"/>
                  </a:lnTo>
                  <a:lnTo>
                    <a:pt x="356" y="752"/>
                  </a:lnTo>
                  <a:lnTo>
                    <a:pt x="396" y="743"/>
                  </a:lnTo>
                  <a:lnTo>
                    <a:pt x="403" y="734"/>
                  </a:lnTo>
                  <a:lnTo>
                    <a:pt x="419" y="725"/>
                  </a:lnTo>
                  <a:lnTo>
                    <a:pt x="441" y="730"/>
                  </a:lnTo>
                  <a:lnTo>
                    <a:pt x="441" y="718"/>
                  </a:lnTo>
                  <a:lnTo>
                    <a:pt x="435" y="698"/>
                  </a:lnTo>
                  <a:lnTo>
                    <a:pt x="429" y="683"/>
                  </a:lnTo>
                  <a:lnTo>
                    <a:pt x="401" y="677"/>
                  </a:lnTo>
                  <a:lnTo>
                    <a:pt x="322" y="565"/>
                  </a:lnTo>
                  <a:lnTo>
                    <a:pt x="308" y="522"/>
                  </a:lnTo>
                  <a:lnTo>
                    <a:pt x="309" y="477"/>
                  </a:lnTo>
                  <a:lnTo>
                    <a:pt x="324" y="428"/>
                  </a:lnTo>
                  <a:lnTo>
                    <a:pt x="310" y="393"/>
                  </a:lnTo>
                  <a:lnTo>
                    <a:pt x="290" y="358"/>
                  </a:lnTo>
                  <a:lnTo>
                    <a:pt x="294" y="309"/>
                  </a:lnTo>
                  <a:lnTo>
                    <a:pt x="325" y="241"/>
                  </a:lnTo>
                  <a:lnTo>
                    <a:pt x="331" y="194"/>
                  </a:lnTo>
                  <a:lnTo>
                    <a:pt x="349" y="158"/>
                  </a:lnTo>
                  <a:lnTo>
                    <a:pt x="370" y="135"/>
                  </a:lnTo>
                  <a:lnTo>
                    <a:pt x="387" y="102"/>
                  </a:lnTo>
                  <a:lnTo>
                    <a:pt x="431" y="57"/>
                  </a:lnTo>
                  <a:lnTo>
                    <a:pt x="447" y="36"/>
                  </a:lnTo>
                  <a:lnTo>
                    <a:pt x="447" y="31"/>
                  </a:lnTo>
                  <a:lnTo>
                    <a:pt x="437" y="24"/>
                  </a:lnTo>
                  <a:lnTo>
                    <a:pt x="422" y="10"/>
                  </a:lnTo>
                  <a:lnTo>
                    <a:pt x="324" y="0"/>
                  </a:lnTo>
                  <a:lnTo>
                    <a:pt x="299" y="2"/>
                  </a:lnTo>
                  <a:lnTo>
                    <a:pt x="229" y="30"/>
                  </a:lnTo>
                  <a:lnTo>
                    <a:pt x="180" y="64"/>
                  </a:lnTo>
                  <a:lnTo>
                    <a:pt x="128" y="118"/>
                  </a:lnTo>
                  <a:lnTo>
                    <a:pt x="117" y="156"/>
                  </a:lnTo>
                  <a:lnTo>
                    <a:pt x="97" y="184"/>
                  </a:lnTo>
                  <a:lnTo>
                    <a:pt x="88" y="191"/>
                  </a:lnTo>
                  <a:lnTo>
                    <a:pt x="78" y="209"/>
                  </a:lnTo>
                  <a:lnTo>
                    <a:pt x="69" y="231"/>
                  </a:lnTo>
                  <a:lnTo>
                    <a:pt x="81" y="253"/>
                  </a:lnTo>
                  <a:lnTo>
                    <a:pt x="61" y="268"/>
                  </a:lnTo>
                  <a:lnTo>
                    <a:pt x="59" y="310"/>
                  </a:lnTo>
                  <a:lnTo>
                    <a:pt x="76" y="319"/>
                  </a:lnTo>
                  <a:lnTo>
                    <a:pt x="46" y="319"/>
                  </a:lnTo>
                  <a:lnTo>
                    <a:pt x="39" y="359"/>
                  </a:lnTo>
                  <a:lnTo>
                    <a:pt x="25" y="368"/>
                  </a:lnTo>
                  <a:lnTo>
                    <a:pt x="23" y="407"/>
                  </a:lnTo>
                  <a:lnTo>
                    <a:pt x="12" y="426"/>
                  </a:lnTo>
                  <a:lnTo>
                    <a:pt x="19" y="483"/>
                  </a:lnTo>
                  <a:lnTo>
                    <a:pt x="43" y="484"/>
                  </a:lnTo>
                  <a:lnTo>
                    <a:pt x="27" y="494"/>
                  </a:lnTo>
                  <a:lnTo>
                    <a:pt x="11" y="515"/>
                  </a:lnTo>
                  <a:lnTo>
                    <a:pt x="0" y="540"/>
                  </a:lnTo>
                  <a:lnTo>
                    <a:pt x="11" y="576"/>
                  </a:lnTo>
                  <a:lnTo>
                    <a:pt x="21" y="596"/>
                  </a:lnTo>
                  <a:lnTo>
                    <a:pt x="6" y="627"/>
                  </a:lnTo>
                  <a:lnTo>
                    <a:pt x="6" y="690"/>
                  </a:lnTo>
                  <a:lnTo>
                    <a:pt x="14" y="710"/>
                  </a:lnTo>
                  <a:lnTo>
                    <a:pt x="20" y="719"/>
                  </a:lnTo>
                  <a:lnTo>
                    <a:pt x="99" y="736"/>
                  </a:lnTo>
                  <a:lnTo>
                    <a:pt x="181" y="743"/>
                  </a:lnTo>
                  <a:lnTo>
                    <a:pt x="198" y="766"/>
                  </a:lnTo>
                  <a:lnTo>
                    <a:pt x="226" y="792"/>
                  </a:lnTo>
                  <a:lnTo>
                    <a:pt x="254" y="806"/>
                  </a:lnTo>
                  <a:lnTo>
                    <a:pt x="207" y="826"/>
                  </a:lnTo>
                  <a:lnTo>
                    <a:pt x="167" y="827"/>
                  </a:lnTo>
                  <a:lnTo>
                    <a:pt x="114" y="797"/>
                  </a:lnTo>
                  <a:lnTo>
                    <a:pt x="82" y="795"/>
                  </a:lnTo>
                  <a:lnTo>
                    <a:pt x="57" y="788"/>
                  </a:lnTo>
                  <a:lnTo>
                    <a:pt x="71" y="804"/>
                  </a:lnTo>
                  <a:lnTo>
                    <a:pt x="60" y="833"/>
                  </a:lnTo>
                  <a:lnTo>
                    <a:pt x="76" y="856"/>
                  </a:lnTo>
                  <a:lnTo>
                    <a:pt x="95" y="899"/>
                  </a:lnTo>
                  <a:lnTo>
                    <a:pt x="131" y="941"/>
                  </a:lnTo>
                  <a:lnTo>
                    <a:pt x="185" y="976"/>
                  </a:lnTo>
                  <a:lnTo>
                    <a:pt x="166" y="979"/>
                  </a:lnTo>
                  <a:lnTo>
                    <a:pt x="195" y="991"/>
                  </a:lnTo>
                  <a:lnTo>
                    <a:pt x="200" y="982"/>
                  </a:lnTo>
                  <a:lnTo>
                    <a:pt x="221" y="979"/>
                  </a:lnTo>
                  <a:lnTo>
                    <a:pt x="263" y="989"/>
                  </a:lnTo>
                  <a:lnTo>
                    <a:pt x="293" y="981"/>
                  </a:lnTo>
                  <a:lnTo>
                    <a:pt x="304" y="948"/>
                  </a:lnTo>
                  <a:lnTo>
                    <a:pt x="309" y="993"/>
                  </a:lnTo>
                  <a:lnTo>
                    <a:pt x="327" y="1027"/>
                  </a:lnTo>
                  <a:lnTo>
                    <a:pt x="356" y="1053"/>
                  </a:lnTo>
                  <a:lnTo>
                    <a:pt x="396" y="1065"/>
                  </a:lnTo>
                  <a:lnTo>
                    <a:pt x="416" y="1065"/>
                  </a:lnTo>
                  <a:lnTo>
                    <a:pt x="392" y="1051"/>
                  </a:lnTo>
                  <a:lnTo>
                    <a:pt x="416" y="1046"/>
                  </a:lnTo>
                  <a:lnTo>
                    <a:pt x="459" y="1063"/>
                  </a:lnTo>
                  <a:lnTo>
                    <a:pt x="538" y="1076"/>
                  </a:lnTo>
                  <a:lnTo>
                    <a:pt x="562" y="1087"/>
                  </a:lnTo>
                  <a:lnTo>
                    <a:pt x="565" y="1077"/>
                  </a:lnTo>
                  <a:lnTo>
                    <a:pt x="602" y="1061"/>
                  </a:lnTo>
                  <a:lnTo>
                    <a:pt x="657" y="1096"/>
                  </a:lnTo>
                  <a:lnTo>
                    <a:pt x="680" y="1100"/>
                  </a:lnTo>
                  <a:lnTo>
                    <a:pt x="686" y="1106"/>
                  </a:lnTo>
                  <a:lnTo>
                    <a:pt x="692" y="1095"/>
                  </a:lnTo>
                  <a:lnTo>
                    <a:pt x="691" y="1099"/>
                  </a:lnTo>
                  <a:lnTo>
                    <a:pt x="702" y="1108"/>
                  </a:lnTo>
                  <a:lnTo>
                    <a:pt x="715" y="1084"/>
                  </a:lnTo>
                  <a:lnTo>
                    <a:pt x="734" y="1073"/>
                  </a:lnTo>
                  <a:lnTo>
                    <a:pt x="758" y="1087"/>
                  </a:lnTo>
                  <a:lnTo>
                    <a:pt x="777" y="1122"/>
                  </a:lnTo>
                  <a:lnTo>
                    <a:pt x="793" y="1123"/>
                  </a:lnTo>
                  <a:lnTo>
                    <a:pt x="784" y="1101"/>
                  </a:lnTo>
                  <a:lnTo>
                    <a:pt x="755" y="1063"/>
                  </a:lnTo>
                  <a:lnTo>
                    <a:pt x="723" y="1051"/>
                  </a:lnTo>
                  <a:lnTo>
                    <a:pt x="728" y="1031"/>
                  </a:lnTo>
                  <a:lnTo>
                    <a:pt x="810" y="1056"/>
                  </a:lnTo>
                  <a:lnTo>
                    <a:pt x="831" y="1066"/>
                  </a:lnTo>
                  <a:lnTo>
                    <a:pt x="852" y="1058"/>
                  </a:lnTo>
                  <a:lnTo>
                    <a:pt x="861" y="1066"/>
                  </a:lnTo>
                  <a:lnTo>
                    <a:pt x="873" y="1065"/>
                  </a:lnTo>
                  <a:lnTo>
                    <a:pt x="891" y="1105"/>
                  </a:lnTo>
                  <a:lnTo>
                    <a:pt x="934" y="1091"/>
                  </a:lnTo>
                  <a:lnTo>
                    <a:pt x="968" y="1089"/>
                  </a:lnTo>
                  <a:lnTo>
                    <a:pt x="980" y="1071"/>
                  </a:lnTo>
                  <a:lnTo>
                    <a:pt x="971" y="1031"/>
                  </a:lnTo>
                  <a:lnTo>
                    <a:pt x="948" y="977"/>
                  </a:lnTo>
                  <a:lnTo>
                    <a:pt x="925" y="978"/>
                  </a:lnTo>
                  <a:lnTo>
                    <a:pt x="911" y="966"/>
                  </a:lnTo>
                  <a:lnTo>
                    <a:pt x="928" y="948"/>
                  </a:lnTo>
                  <a:lnTo>
                    <a:pt x="971" y="960"/>
                  </a:lnTo>
                  <a:lnTo>
                    <a:pt x="1025" y="1014"/>
                  </a:lnTo>
                  <a:lnTo>
                    <a:pt x="1031" y="998"/>
                  </a:lnTo>
                  <a:lnTo>
                    <a:pt x="1051" y="1011"/>
                  </a:lnTo>
                  <a:lnTo>
                    <a:pt x="1071" y="1005"/>
                  </a:lnTo>
                  <a:lnTo>
                    <a:pt x="1074" y="1106"/>
                  </a:lnTo>
                  <a:lnTo>
                    <a:pt x="1088" y="1120"/>
                  </a:lnTo>
                  <a:lnTo>
                    <a:pt x="1100" y="1095"/>
                  </a:lnTo>
                  <a:lnTo>
                    <a:pt x="1114" y="1106"/>
                  </a:lnTo>
                  <a:lnTo>
                    <a:pt x="1134" y="1106"/>
                  </a:lnTo>
                  <a:lnTo>
                    <a:pt x="1142" y="1116"/>
                  </a:lnTo>
                  <a:lnTo>
                    <a:pt x="1139" y="1136"/>
                  </a:lnTo>
                  <a:lnTo>
                    <a:pt x="1120" y="1152"/>
                  </a:lnTo>
                  <a:lnTo>
                    <a:pt x="1139" y="1154"/>
                  </a:lnTo>
                  <a:lnTo>
                    <a:pt x="1156" y="1165"/>
                  </a:lnTo>
                  <a:lnTo>
                    <a:pt x="1175" y="1188"/>
                  </a:lnTo>
                  <a:lnTo>
                    <a:pt x="1233" y="1240"/>
                  </a:lnTo>
                  <a:lnTo>
                    <a:pt x="1242" y="1276"/>
                  </a:lnTo>
                  <a:lnTo>
                    <a:pt x="1211" y="1305"/>
                  </a:lnTo>
                  <a:lnTo>
                    <a:pt x="1179" y="1295"/>
                  </a:lnTo>
                  <a:lnTo>
                    <a:pt x="1155" y="1296"/>
                  </a:lnTo>
                  <a:lnTo>
                    <a:pt x="1164" y="1336"/>
                  </a:lnTo>
                  <a:lnTo>
                    <a:pt x="1161" y="1388"/>
                  </a:lnTo>
                  <a:lnTo>
                    <a:pt x="1193" y="1375"/>
                  </a:lnTo>
                  <a:lnTo>
                    <a:pt x="1241" y="1343"/>
                  </a:lnTo>
                  <a:lnTo>
                    <a:pt x="1251" y="1319"/>
                  </a:lnTo>
                  <a:lnTo>
                    <a:pt x="1272" y="1328"/>
                  </a:lnTo>
                  <a:lnTo>
                    <a:pt x="1298" y="1305"/>
                  </a:lnTo>
                  <a:lnTo>
                    <a:pt x="1330" y="1297"/>
                  </a:lnTo>
                  <a:lnTo>
                    <a:pt x="1361" y="1305"/>
                  </a:lnTo>
                  <a:lnTo>
                    <a:pt x="1310" y="1319"/>
                  </a:lnTo>
                  <a:lnTo>
                    <a:pt x="1319" y="1327"/>
                  </a:lnTo>
                  <a:lnTo>
                    <a:pt x="1309" y="1349"/>
                  </a:lnTo>
                  <a:lnTo>
                    <a:pt x="1345" y="1395"/>
                  </a:lnTo>
                  <a:lnTo>
                    <a:pt x="1367" y="1417"/>
                  </a:lnTo>
                  <a:lnTo>
                    <a:pt x="1376" y="1409"/>
                  </a:lnTo>
                  <a:lnTo>
                    <a:pt x="1366" y="1388"/>
                  </a:lnTo>
                  <a:lnTo>
                    <a:pt x="1366" y="1373"/>
                  </a:lnTo>
                  <a:lnTo>
                    <a:pt x="1398" y="1382"/>
                  </a:lnTo>
                  <a:lnTo>
                    <a:pt x="1394" y="1440"/>
                  </a:lnTo>
                  <a:lnTo>
                    <a:pt x="1403" y="1464"/>
                  </a:lnTo>
                  <a:lnTo>
                    <a:pt x="1430" y="1484"/>
                  </a:lnTo>
                  <a:lnTo>
                    <a:pt x="1449" y="1472"/>
                  </a:lnTo>
                  <a:lnTo>
                    <a:pt x="1473" y="1507"/>
                  </a:lnTo>
                  <a:lnTo>
                    <a:pt x="1476" y="1545"/>
                  </a:lnTo>
                  <a:lnTo>
                    <a:pt x="1486" y="1570"/>
                  </a:lnTo>
                  <a:lnTo>
                    <a:pt x="1497" y="1585"/>
                  </a:lnTo>
                  <a:lnTo>
                    <a:pt x="1501" y="1623"/>
                  </a:lnTo>
                  <a:lnTo>
                    <a:pt x="1513" y="1642"/>
                  </a:lnTo>
                  <a:lnTo>
                    <a:pt x="1514" y="1672"/>
                  </a:lnTo>
                  <a:lnTo>
                    <a:pt x="1521" y="1699"/>
                  </a:lnTo>
                  <a:lnTo>
                    <a:pt x="1531" y="1704"/>
                  </a:lnTo>
                  <a:lnTo>
                    <a:pt x="1523" y="1726"/>
                  </a:lnTo>
                  <a:lnTo>
                    <a:pt x="1510" y="1743"/>
                  </a:lnTo>
                  <a:lnTo>
                    <a:pt x="1489" y="1753"/>
                  </a:lnTo>
                  <a:lnTo>
                    <a:pt x="1475" y="1769"/>
                  </a:lnTo>
                  <a:lnTo>
                    <a:pt x="1475" y="1824"/>
                  </a:lnTo>
                  <a:lnTo>
                    <a:pt x="1469" y="1831"/>
                  </a:lnTo>
                  <a:lnTo>
                    <a:pt x="1447" y="1836"/>
                  </a:lnTo>
                  <a:lnTo>
                    <a:pt x="1429" y="1864"/>
                  </a:lnTo>
                  <a:lnTo>
                    <a:pt x="1402" y="1884"/>
                  </a:lnTo>
                  <a:lnTo>
                    <a:pt x="1381" y="1915"/>
                  </a:lnTo>
                  <a:lnTo>
                    <a:pt x="1350" y="1945"/>
                  </a:lnTo>
                  <a:lnTo>
                    <a:pt x="1353" y="1962"/>
                  </a:lnTo>
                  <a:lnTo>
                    <a:pt x="1373" y="1997"/>
                  </a:lnTo>
                  <a:lnTo>
                    <a:pt x="1401" y="2023"/>
                  </a:lnTo>
                  <a:lnTo>
                    <a:pt x="1408" y="2050"/>
                  </a:lnTo>
                  <a:lnTo>
                    <a:pt x="1422" y="2055"/>
                  </a:lnTo>
                  <a:lnTo>
                    <a:pt x="1422" y="2093"/>
                  </a:lnTo>
                  <a:lnTo>
                    <a:pt x="1392" y="2079"/>
                  </a:lnTo>
                  <a:lnTo>
                    <a:pt x="1391" y="2088"/>
                  </a:lnTo>
                  <a:lnTo>
                    <a:pt x="1370" y="2076"/>
                  </a:lnTo>
                  <a:lnTo>
                    <a:pt x="1366" y="2088"/>
                  </a:lnTo>
                  <a:lnTo>
                    <a:pt x="1351" y="2092"/>
                  </a:lnTo>
                  <a:lnTo>
                    <a:pt x="1327" y="2109"/>
                  </a:lnTo>
                  <a:lnTo>
                    <a:pt x="1288" y="2107"/>
                  </a:lnTo>
                  <a:lnTo>
                    <a:pt x="1286" y="2130"/>
                  </a:lnTo>
                  <a:lnTo>
                    <a:pt x="1272" y="2134"/>
                  </a:lnTo>
                  <a:lnTo>
                    <a:pt x="1243" y="2119"/>
                  </a:lnTo>
                  <a:lnTo>
                    <a:pt x="1198" y="2124"/>
                  </a:lnTo>
                  <a:lnTo>
                    <a:pt x="1165" y="2111"/>
                  </a:lnTo>
                  <a:lnTo>
                    <a:pt x="1144" y="2111"/>
                  </a:lnTo>
                  <a:lnTo>
                    <a:pt x="1125" y="2104"/>
                  </a:lnTo>
                  <a:lnTo>
                    <a:pt x="1114" y="2094"/>
                  </a:lnTo>
                  <a:lnTo>
                    <a:pt x="1095" y="2096"/>
                  </a:lnTo>
                  <a:lnTo>
                    <a:pt x="1108" y="2113"/>
                  </a:lnTo>
                  <a:lnTo>
                    <a:pt x="1092" y="2113"/>
                  </a:lnTo>
                  <a:lnTo>
                    <a:pt x="1095" y="2151"/>
                  </a:lnTo>
                  <a:lnTo>
                    <a:pt x="1078" y="2157"/>
                  </a:lnTo>
                  <a:lnTo>
                    <a:pt x="1048" y="2181"/>
                  </a:lnTo>
                  <a:lnTo>
                    <a:pt x="1035" y="2204"/>
                  </a:lnTo>
                  <a:lnTo>
                    <a:pt x="1031" y="2231"/>
                  </a:lnTo>
                  <a:lnTo>
                    <a:pt x="1032" y="2255"/>
                  </a:lnTo>
                  <a:lnTo>
                    <a:pt x="1048" y="2288"/>
                  </a:lnTo>
                  <a:lnTo>
                    <a:pt x="1067" y="2307"/>
                  </a:lnTo>
                  <a:lnTo>
                    <a:pt x="1081" y="2306"/>
                  </a:lnTo>
                  <a:lnTo>
                    <a:pt x="1101" y="2329"/>
                  </a:lnTo>
                  <a:lnTo>
                    <a:pt x="1113" y="2326"/>
                  </a:lnTo>
                  <a:lnTo>
                    <a:pt x="1145" y="2334"/>
                  </a:lnTo>
                  <a:lnTo>
                    <a:pt x="1154" y="2342"/>
                  </a:lnTo>
                  <a:lnTo>
                    <a:pt x="1159" y="2337"/>
                  </a:lnTo>
                  <a:lnTo>
                    <a:pt x="1193" y="2327"/>
                  </a:lnTo>
                  <a:lnTo>
                    <a:pt x="1188" y="2313"/>
                  </a:lnTo>
                  <a:lnTo>
                    <a:pt x="1217" y="2310"/>
                  </a:lnTo>
                  <a:lnTo>
                    <a:pt x="1227" y="2307"/>
                  </a:lnTo>
                  <a:lnTo>
                    <a:pt x="1229" y="2290"/>
                  </a:lnTo>
                  <a:lnTo>
                    <a:pt x="1222" y="2272"/>
                  </a:lnTo>
                  <a:lnTo>
                    <a:pt x="1242" y="2266"/>
                  </a:lnTo>
                  <a:lnTo>
                    <a:pt x="1264" y="2266"/>
                  </a:lnTo>
                  <a:lnTo>
                    <a:pt x="1272" y="2280"/>
                  </a:lnTo>
                  <a:lnTo>
                    <a:pt x="1277" y="2295"/>
                  </a:lnTo>
                  <a:lnTo>
                    <a:pt x="1316" y="2298"/>
                  </a:lnTo>
                  <a:lnTo>
                    <a:pt x="1330" y="2303"/>
                  </a:lnTo>
                  <a:lnTo>
                    <a:pt x="1329" y="2286"/>
                  </a:lnTo>
                  <a:lnTo>
                    <a:pt x="1340" y="2275"/>
                  </a:lnTo>
                  <a:lnTo>
                    <a:pt x="1344" y="2284"/>
                  </a:lnTo>
                  <a:lnTo>
                    <a:pt x="1329" y="2257"/>
                  </a:lnTo>
                  <a:lnTo>
                    <a:pt x="1308" y="2249"/>
                  </a:lnTo>
                  <a:lnTo>
                    <a:pt x="1307" y="2227"/>
                  </a:lnTo>
                  <a:lnTo>
                    <a:pt x="1325" y="2222"/>
                  </a:lnTo>
                  <a:lnTo>
                    <a:pt x="1334" y="2212"/>
                  </a:lnTo>
                  <a:lnTo>
                    <a:pt x="1334" y="2230"/>
                  </a:lnTo>
                  <a:lnTo>
                    <a:pt x="1337" y="2246"/>
                  </a:lnTo>
                  <a:lnTo>
                    <a:pt x="1348" y="2233"/>
                  </a:lnTo>
                  <a:lnTo>
                    <a:pt x="1350" y="2247"/>
                  </a:lnTo>
                  <a:lnTo>
                    <a:pt x="1363" y="2259"/>
                  </a:lnTo>
                  <a:lnTo>
                    <a:pt x="1372" y="2251"/>
                  </a:lnTo>
                  <a:lnTo>
                    <a:pt x="1388" y="2247"/>
                  </a:lnTo>
                  <a:lnTo>
                    <a:pt x="1393" y="2249"/>
                  </a:lnTo>
                  <a:lnTo>
                    <a:pt x="1408" y="2270"/>
                  </a:lnTo>
                  <a:lnTo>
                    <a:pt x="1420" y="2260"/>
                  </a:lnTo>
                  <a:lnTo>
                    <a:pt x="1431" y="2264"/>
                  </a:lnTo>
                  <a:lnTo>
                    <a:pt x="1440" y="2278"/>
                  </a:lnTo>
                  <a:lnTo>
                    <a:pt x="1435" y="2288"/>
                  </a:lnTo>
                  <a:lnTo>
                    <a:pt x="1437" y="2307"/>
                  </a:lnTo>
                  <a:lnTo>
                    <a:pt x="1443" y="2323"/>
                  </a:lnTo>
                  <a:lnTo>
                    <a:pt x="1452" y="2320"/>
                  </a:lnTo>
                  <a:lnTo>
                    <a:pt x="1470" y="2344"/>
                  </a:lnTo>
                  <a:lnTo>
                    <a:pt x="1474" y="2359"/>
                  </a:lnTo>
                  <a:lnTo>
                    <a:pt x="1472" y="2371"/>
                  </a:lnTo>
                  <a:lnTo>
                    <a:pt x="1475" y="2377"/>
                  </a:lnTo>
                  <a:lnTo>
                    <a:pt x="1479" y="2392"/>
                  </a:lnTo>
                  <a:lnTo>
                    <a:pt x="1490" y="2388"/>
                  </a:lnTo>
                  <a:lnTo>
                    <a:pt x="1497" y="2392"/>
                  </a:lnTo>
                  <a:lnTo>
                    <a:pt x="1509" y="2418"/>
                  </a:lnTo>
                  <a:lnTo>
                    <a:pt x="1517" y="2422"/>
                  </a:lnTo>
                  <a:lnTo>
                    <a:pt x="1528" y="2412"/>
                  </a:lnTo>
                  <a:lnTo>
                    <a:pt x="1536" y="2415"/>
                  </a:lnTo>
                  <a:lnTo>
                    <a:pt x="1536" y="2428"/>
                  </a:lnTo>
                  <a:lnTo>
                    <a:pt x="1545" y="2442"/>
                  </a:lnTo>
                  <a:lnTo>
                    <a:pt x="1557" y="2446"/>
                  </a:lnTo>
                  <a:lnTo>
                    <a:pt x="1558" y="2433"/>
                  </a:lnTo>
                  <a:lnTo>
                    <a:pt x="1567" y="2413"/>
                  </a:lnTo>
                  <a:lnTo>
                    <a:pt x="1585" y="2440"/>
                  </a:lnTo>
                  <a:lnTo>
                    <a:pt x="1596" y="2445"/>
                  </a:lnTo>
                  <a:lnTo>
                    <a:pt x="1600" y="2459"/>
                  </a:lnTo>
                  <a:lnTo>
                    <a:pt x="1619" y="2459"/>
                  </a:lnTo>
                  <a:lnTo>
                    <a:pt x="1597" y="2485"/>
                  </a:lnTo>
                  <a:lnTo>
                    <a:pt x="1573" y="2493"/>
                  </a:lnTo>
                  <a:lnTo>
                    <a:pt x="1555" y="2471"/>
                  </a:lnTo>
                  <a:lnTo>
                    <a:pt x="1564" y="2496"/>
                  </a:lnTo>
                  <a:lnTo>
                    <a:pt x="1589" y="2547"/>
                  </a:lnTo>
                  <a:lnTo>
                    <a:pt x="1605" y="2553"/>
                  </a:lnTo>
                  <a:lnTo>
                    <a:pt x="1623" y="2570"/>
                  </a:lnTo>
                  <a:lnTo>
                    <a:pt x="1625" y="257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Freeform 137">
              <a:extLst>
                <a:ext uri="{FF2B5EF4-FFF2-40B4-BE49-F238E27FC236}">
                  <a16:creationId xmlns:a16="http://schemas.microsoft.com/office/drawing/2014/main" id="{8EAA8ED0-04DF-695C-2625-2EDA6F663BB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118174" y="510880"/>
              <a:ext cx="87607" cy="128481"/>
            </a:xfrm>
            <a:custGeom>
              <a:avLst/>
              <a:gdLst/>
              <a:ahLst/>
              <a:cxnLst>
                <a:cxn ang="0">
                  <a:pos x="25" y="90"/>
                </a:cxn>
                <a:cxn ang="0">
                  <a:pos x="34" y="95"/>
                </a:cxn>
                <a:cxn ang="0">
                  <a:pos x="38" y="87"/>
                </a:cxn>
                <a:cxn ang="0">
                  <a:pos x="28" y="72"/>
                </a:cxn>
                <a:cxn ang="0">
                  <a:pos x="37" y="72"/>
                </a:cxn>
                <a:cxn ang="0">
                  <a:pos x="45" y="80"/>
                </a:cxn>
                <a:cxn ang="0">
                  <a:pos x="53" y="74"/>
                </a:cxn>
                <a:cxn ang="0">
                  <a:pos x="60" y="82"/>
                </a:cxn>
                <a:cxn ang="0">
                  <a:pos x="70" y="72"/>
                </a:cxn>
                <a:cxn ang="0">
                  <a:pos x="73" y="59"/>
                </a:cxn>
                <a:cxn ang="0">
                  <a:pos x="66" y="64"/>
                </a:cxn>
                <a:cxn ang="0">
                  <a:pos x="60" y="59"/>
                </a:cxn>
                <a:cxn ang="0">
                  <a:pos x="66" y="51"/>
                </a:cxn>
                <a:cxn ang="0">
                  <a:pos x="75" y="28"/>
                </a:cxn>
                <a:cxn ang="0">
                  <a:pos x="69" y="18"/>
                </a:cxn>
                <a:cxn ang="0">
                  <a:pos x="66" y="4"/>
                </a:cxn>
                <a:cxn ang="0">
                  <a:pos x="73" y="0"/>
                </a:cxn>
                <a:cxn ang="0">
                  <a:pos x="73" y="15"/>
                </a:cxn>
                <a:cxn ang="0">
                  <a:pos x="90" y="27"/>
                </a:cxn>
                <a:cxn ang="0">
                  <a:pos x="89" y="41"/>
                </a:cxn>
                <a:cxn ang="0">
                  <a:pos x="94" y="49"/>
                </a:cxn>
                <a:cxn ang="0">
                  <a:pos x="103" y="55"/>
                </a:cxn>
                <a:cxn ang="0">
                  <a:pos x="119" y="37"/>
                </a:cxn>
                <a:cxn ang="0">
                  <a:pos x="126" y="47"/>
                </a:cxn>
                <a:cxn ang="0">
                  <a:pos x="125" y="64"/>
                </a:cxn>
                <a:cxn ang="0">
                  <a:pos x="122" y="77"/>
                </a:cxn>
                <a:cxn ang="0">
                  <a:pos x="110" y="91"/>
                </a:cxn>
                <a:cxn ang="0">
                  <a:pos x="78" y="146"/>
                </a:cxn>
                <a:cxn ang="0">
                  <a:pos x="54" y="172"/>
                </a:cxn>
                <a:cxn ang="0">
                  <a:pos x="35" y="166"/>
                </a:cxn>
                <a:cxn ang="0">
                  <a:pos x="33" y="171"/>
                </a:cxn>
                <a:cxn ang="0">
                  <a:pos x="34" y="177"/>
                </a:cxn>
                <a:cxn ang="0">
                  <a:pos x="25" y="166"/>
                </a:cxn>
                <a:cxn ang="0">
                  <a:pos x="27" y="158"/>
                </a:cxn>
                <a:cxn ang="0">
                  <a:pos x="41" y="161"/>
                </a:cxn>
                <a:cxn ang="0">
                  <a:pos x="52" y="150"/>
                </a:cxn>
                <a:cxn ang="0">
                  <a:pos x="59" y="132"/>
                </a:cxn>
                <a:cxn ang="0">
                  <a:pos x="39" y="151"/>
                </a:cxn>
                <a:cxn ang="0">
                  <a:pos x="19" y="136"/>
                </a:cxn>
                <a:cxn ang="0">
                  <a:pos x="12" y="113"/>
                </a:cxn>
                <a:cxn ang="0">
                  <a:pos x="10" y="95"/>
                </a:cxn>
                <a:cxn ang="0">
                  <a:pos x="2" y="89"/>
                </a:cxn>
                <a:cxn ang="0">
                  <a:pos x="0" y="80"/>
                </a:cxn>
                <a:cxn ang="0">
                  <a:pos x="3" y="72"/>
                </a:cxn>
                <a:cxn ang="0">
                  <a:pos x="9" y="72"/>
                </a:cxn>
                <a:cxn ang="0">
                  <a:pos x="25" y="90"/>
                </a:cxn>
              </a:cxnLst>
              <a:rect l="0" t="0" r="r" b="b"/>
              <a:pathLst>
                <a:path w="126" h="177">
                  <a:moveTo>
                    <a:pt x="25" y="90"/>
                  </a:moveTo>
                  <a:lnTo>
                    <a:pt x="34" y="95"/>
                  </a:lnTo>
                  <a:lnTo>
                    <a:pt x="38" y="87"/>
                  </a:lnTo>
                  <a:lnTo>
                    <a:pt x="28" y="72"/>
                  </a:lnTo>
                  <a:lnTo>
                    <a:pt x="37" y="72"/>
                  </a:lnTo>
                  <a:lnTo>
                    <a:pt x="45" y="80"/>
                  </a:lnTo>
                  <a:lnTo>
                    <a:pt x="53" y="74"/>
                  </a:lnTo>
                  <a:lnTo>
                    <a:pt x="60" y="82"/>
                  </a:lnTo>
                  <a:lnTo>
                    <a:pt x="70" y="72"/>
                  </a:lnTo>
                  <a:lnTo>
                    <a:pt x="73" y="59"/>
                  </a:lnTo>
                  <a:lnTo>
                    <a:pt x="66" y="64"/>
                  </a:lnTo>
                  <a:lnTo>
                    <a:pt x="60" y="59"/>
                  </a:lnTo>
                  <a:lnTo>
                    <a:pt x="66" y="51"/>
                  </a:lnTo>
                  <a:lnTo>
                    <a:pt x="75" y="28"/>
                  </a:lnTo>
                  <a:lnTo>
                    <a:pt x="69" y="18"/>
                  </a:lnTo>
                  <a:lnTo>
                    <a:pt x="66" y="4"/>
                  </a:lnTo>
                  <a:lnTo>
                    <a:pt x="73" y="0"/>
                  </a:lnTo>
                  <a:lnTo>
                    <a:pt x="73" y="15"/>
                  </a:lnTo>
                  <a:lnTo>
                    <a:pt x="90" y="27"/>
                  </a:lnTo>
                  <a:lnTo>
                    <a:pt x="89" y="41"/>
                  </a:lnTo>
                  <a:lnTo>
                    <a:pt x="94" y="49"/>
                  </a:lnTo>
                  <a:lnTo>
                    <a:pt x="103" y="55"/>
                  </a:lnTo>
                  <a:lnTo>
                    <a:pt x="119" y="37"/>
                  </a:lnTo>
                  <a:lnTo>
                    <a:pt x="126" y="47"/>
                  </a:lnTo>
                  <a:lnTo>
                    <a:pt x="125" y="64"/>
                  </a:lnTo>
                  <a:lnTo>
                    <a:pt x="122" y="77"/>
                  </a:lnTo>
                  <a:lnTo>
                    <a:pt x="110" y="91"/>
                  </a:lnTo>
                  <a:lnTo>
                    <a:pt x="78" y="146"/>
                  </a:lnTo>
                  <a:lnTo>
                    <a:pt x="54" y="172"/>
                  </a:lnTo>
                  <a:lnTo>
                    <a:pt x="35" y="166"/>
                  </a:lnTo>
                  <a:lnTo>
                    <a:pt x="33" y="171"/>
                  </a:lnTo>
                  <a:lnTo>
                    <a:pt x="34" y="177"/>
                  </a:lnTo>
                  <a:lnTo>
                    <a:pt x="25" y="166"/>
                  </a:lnTo>
                  <a:lnTo>
                    <a:pt x="27" y="158"/>
                  </a:lnTo>
                  <a:lnTo>
                    <a:pt x="41" y="161"/>
                  </a:lnTo>
                  <a:lnTo>
                    <a:pt x="52" y="150"/>
                  </a:lnTo>
                  <a:lnTo>
                    <a:pt x="59" y="132"/>
                  </a:lnTo>
                  <a:lnTo>
                    <a:pt x="39" y="151"/>
                  </a:lnTo>
                  <a:lnTo>
                    <a:pt x="19" y="136"/>
                  </a:lnTo>
                  <a:lnTo>
                    <a:pt x="12" y="113"/>
                  </a:lnTo>
                  <a:lnTo>
                    <a:pt x="10" y="95"/>
                  </a:lnTo>
                  <a:lnTo>
                    <a:pt x="2" y="89"/>
                  </a:lnTo>
                  <a:lnTo>
                    <a:pt x="0" y="80"/>
                  </a:lnTo>
                  <a:lnTo>
                    <a:pt x="3" y="72"/>
                  </a:lnTo>
                  <a:lnTo>
                    <a:pt x="9" y="72"/>
                  </a:lnTo>
                  <a:lnTo>
                    <a:pt x="25" y="9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Freeform 138">
              <a:extLst>
                <a:ext uri="{FF2B5EF4-FFF2-40B4-BE49-F238E27FC236}">
                  <a16:creationId xmlns:a16="http://schemas.microsoft.com/office/drawing/2014/main" id="{7D6837CD-C968-1369-F9B1-CB39222AE5F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077290" y="592641"/>
              <a:ext cx="58405" cy="64240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1" y="4"/>
                </a:cxn>
                <a:cxn ang="0">
                  <a:pos x="0" y="13"/>
                </a:cxn>
                <a:cxn ang="0">
                  <a:pos x="1" y="33"/>
                </a:cxn>
                <a:cxn ang="0">
                  <a:pos x="14" y="43"/>
                </a:cxn>
                <a:cxn ang="0">
                  <a:pos x="18" y="57"/>
                </a:cxn>
                <a:cxn ang="0">
                  <a:pos x="35" y="60"/>
                </a:cxn>
                <a:cxn ang="0">
                  <a:pos x="48" y="75"/>
                </a:cxn>
                <a:cxn ang="0">
                  <a:pos x="64" y="77"/>
                </a:cxn>
                <a:cxn ang="0">
                  <a:pos x="67" y="85"/>
                </a:cxn>
                <a:cxn ang="0">
                  <a:pos x="74" y="89"/>
                </a:cxn>
                <a:cxn ang="0">
                  <a:pos x="82" y="87"/>
                </a:cxn>
                <a:cxn ang="0">
                  <a:pos x="84" y="78"/>
                </a:cxn>
                <a:cxn ang="0">
                  <a:pos x="71" y="60"/>
                </a:cxn>
                <a:cxn ang="0">
                  <a:pos x="47" y="43"/>
                </a:cxn>
                <a:cxn ang="0">
                  <a:pos x="51" y="33"/>
                </a:cxn>
                <a:cxn ang="0">
                  <a:pos x="30" y="23"/>
                </a:cxn>
                <a:cxn ang="0">
                  <a:pos x="22" y="4"/>
                </a:cxn>
                <a:cxn ang="0">
                  <a:pos x="17" y="0"/>
                </a:cxn>
                <a:cxn ang="0">
                  <a:pos x="9" y="0"/>
                </a:cxn>
                <a:cxn ang="0">
                  <a:pos x="3" y="4"/>
                </a:cxn>
              </a:cxnLst>
              <a:rect l="0" t="0" r="r" b="b"/>
              <a:pathLst>
                <a:path w="84" h="89">
                  <a:moveTo>
                    <a:pt x="3" y="4"/>
                  </a:moveTo>
                  <a:lnTo>
                    <a:pt x="1" y="4"/>
                  </a:lnTo>
                  <a:lnTo>
                    <a:pt x="0" y="13"/>
                  </a:lnTo>
                  <a:lnTo>
                    <a:pt x="1" y="33"/>
                  </a:lnTo>
                  <a:lnTo>
                    <a:pt x="14" y="43"/>
                  </a:lnTo>
                  <a:lnTo>
                    <a:pt x="18" y="57"/>
                  </a:lnTo>
                  <a:lnTo>
                    <a:pt x="35" y="60"/>
                  </a:lnTo>
                  <a:lnTo>
                    <a:pt x="48" y="75"/>
                  </a:lnTo>
                  <a:lnTo>
                    <a:pt x="64" y="77"/>
                  </a:lnTo>
                  <a:lnTo>
                    <a:pt x="67" y="85"/>
                  </a:lnTo>
                  <a:lnTo>
                    <a:pt x="74" y="89"/>
                  </a:lnTo>
                  <a:lnTo>
                    <a:pt x="82" y="87"/>
                  </a:lnTo>
                  <a:lnTo>
                    <a:pt x="84" y="78"/>
                  </a:lnTo>
                  <a:lnTo>
                    <a:pt x="71" y="60"/>
                  </a:lnTo>
                  <a:lnTo>
                    <a:pt x="47" y="43"/>
                  </a:lnTo>
                  <a:lnTo>
                    <a:pt x="51" y="33"/>
                  </a:lnTo>
                  <a:lnTo>
                    <a:pt x="30" y="23"/>
                  </a:lnTo>
                  <a:lnTo>
                    <a:pt x="22" y="4"/>
                  </a:lnTo>
                  <a:lnTo>
                    <a:pt x="17" y="0"/>
                  </a:lnTo>
                  <a:lnTo>
                    <a:pt x="9" y="0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Freeform 139">
              <a:extLst>
                <a:ext uri="{FF2B5EF4-FFF2-40B4-BE49-F238E27FC236}">
                  <a16:creationId xmlns:a16="http://schemas.microsoft.com/office/drawing/2014/main" id="{F0A81F27-EE52-240D-5189-C84B9A8E586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497803" y="2776813"/>
              <a:ext cx="17521" cy="292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2"/>
                </a:cxn>
                <a:cxn ang="0">
                  <a:pos x="9" y="11"/>
                </a:cxn>
                <a:cxn ang="0">
                  <a:pos x="16" y="22"/>
                </a:cxn>
                <a:cxn ang="0">
                  <a:pos x="20" y="30"/>
                </a:cxn>
                <a:cxn ang="0">
                  <a:pos x="21" y="44"/>
                </a:cxn>
                <a:cxn ang="0">
                  <a:pos x="15" y="41"/>
                </a:cxn>
                <a:cxn ang="0">
                  <a:pos x="9" y="32"/>
                </a:cxn>
                <a:cxn ang="0">
                  <a:pos x="0" y="13"/>
                </a:cxn>
                <a:cxn ang="0">
                  <a:pos x="1" y="0"/>
                </a:cxn>
              </a:cxnLst>
              <a:rect l="0" t="0" r="r" b="b"/>
              <a:pathLst>
                <a:path w="21" h="44">
                  <a:moveTo>
                    <a:pt x="1" y="0"/>
                  </a:moveTo>
                  <a:lnTo>
                    <a:pt x="6" y="2"/>
                  </a:lnTo>
                  <a:lnTo>
                    <a:pt x="9" y="11"/>
                  </a:lnTo>
                  <a:lnTo>
                    <a:pt x="16" y="22"/>
                  </a:lnTo>
                  <a:lnTo>
                    <a:pt x="20" y="30"/>
                  </a:lnTo>
                  <a:lnTo>
                    <a:pt x="21" y="44"/>
                  </a:lnTo>
                  <a:lnTo>
                    <a:pt x="15" y="41"/>
                  </a:lnTo>
                  <a:lnTo>
                    <a:pt x="9" y="32"/>
                  </a:lnTo>
                  <a:lnTo>
                    <a:pt x="0" y="1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Freeform 140">
              <a:extLst>
                <a:ext uri="{FF2B5EF4-FFF2-40B4-BE49-F238E27FC236}">
                  <a16:creationId xmlns:a16="http://schemas.microsoft.com/office/drawing/2014/main" id="{1AE473EC-2501-1146-A0B7-7CC9B3D1285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556208" y="2975374"/>
              <a:ext cx="315384" cy="245281"/>
            </a:xfrm>
            <a:custGeom>
              <a:avLst/>
              <a:gdLst/>
              <a:ahLst/>
              <a:cxnLst>
                <a:cxn ang="0">
                  <a:pos x="75" y="62"/>
                </a:cxn>
                <a:cxn ang="0">
                  <a:pos x="75" y="62"/>
                </a:cxn>
                <a:cxn ang="0">
                  <a:pos x="71" y="33"/>
                </a:cxn>
                <a:cxn ang="0">
                  <a:pos x="30" y="22"/>
                </a:cxn>
                <a:cxn ang="0">
                  <a:pos x="21" y="42"/>
                </a:cxn>
                <a:cxn ang="0">
                  <a:pos x="0" y="27"/>
                </a:cxn>
                <a:cxn ang="0">
                  <a:pos x="4" y="10"/>
                </a:cxn>
                <a:cxn ang="0">
                  <a:pos x="28" y="0"/>
                </a:cxn>
                <a:cxn ang="0">
                  <a:pos x="59" y="12"/>
                </a:cxn>
                <a:cxn ang="0">
                  <a:pos x="88" y="26"/>
                </a:cxn>
                <a:cxn ang="0">
                  <a:pos x="187" y="58"/>
                </a:cxn>
                <a:cxn ang="0">
                  <a:pos x="233" y="71"/>
                </a:cxn>
                <a:cxn ang="0">
                  <a:pos x="246" y="87"/>
                </a:cxn>
                <a:cxn ang="0">
                  <a:pos x="295" y="152"/>
                </a:cxn>
                <a:cxn ang="0">
                  <a:pos x="295" y="165"/>
                </a:cxn>
                <a:cxn ang="0">
                  <a:pos x="303" y="180"/>
                </a:cxn>
                <a:cxn ang="0">
                  <a:pos x="336" y="201"/>
                </a:cxn>
                <a:cxn ang="0">
                  <a:pos x="358" y="209"/>
                </a:cxn>
                <a:cxn ang="0">
                  <a:pos x="391" y="236"/>
                </a:cxn>
                <a:cxn ang="0">
                  <a:pos x="408" y="271"/>
                </a:cxn>
                <a:cxn ang="0">
                  <a:pos x="414" y="295"/>
                </a:cxn>
                <a:cxn ang="0">
                  <a:pos x="422" y="293"/>
                </a:cxn>
                <a:cxn ang="0">
                  <a:pos x="428" y="315"/>
                </a:cxn>
                <a:cxn ang="0">
                  <a:pos x="414" y="334"/>
                </a:cxn>
                <a:cxn ang="0">
                  <a:pos x="376" y="323"/>
                </a:cxn>
                <a:cxn ang="0">
                  <a:pos x="348" y="304"/>
                </a:cxn>
                <a:cxn ang="0">
                  <a:pos x="330" y="305"/>
                </a:cxn>
                <a:cxn ang="0">
                  <a:pos x="308" y="288"/>
                </a:cxn>
                <a:cxn ang="0">
                  <a:pos x="316" y="272"/>
                </a:cxn>
                <a:cxn ang="0">
                  <a:pos x="308" y="283"/>
                </a:cxn>
                <a:cxn ang="0">
                  <a:pos x="284" y="275"/>
                </a:cxn>
                <a:cxn ang="0">
                  <a:pos x="281" y="260"/>
                </a:cxn>
                <a:cxn ang="0">
                  <a:pos x="297" y="249"/>
                </a:cxn>
                <a:cxn ang="0">
                  <a:pos x="278" y="242"/>
                </a:cxn>
                <a:cxn ang="0">
                  <a:pos x="260" y="249"/>
                </a:cxn>
                <a:cxn ang="0">
                  <a:pos x="225" y="240"/>
                </a:cxn>
                <a:cxn ang="0">
                  <a:pos x="246" y="238"/>
                </a:cxn>
                <a:cxn ang="0">
                  <a:pos x="225" y="211"/>
                </a:cxn>
                <a:cxn ang="0">
                  <a:pos x="204" y="201"/>
                </a:cxn>
                <a:cxn ang="0">
                  <a:pos x="171" y="195"/>
                </a:cxn>
                <a:cxn ang="0">
                  <a:pos x="157" y="175"/>
                </a:cxn>
                <a:cxn ang="0">
                  <a:pos x="184" y="170"/>
                </a:cxn>
                <a:cxn ang="0">
                  <a:pos x="185" y="155"/>
                </a:cxn>
                <a:cxn ang="0">
                  <a:pos x="168" y="154"/>
                </a:cxn>
                <a:cxn ang="0">
                  <a:pos x="155" y="154"/>
                </a:cxn>
                <a:cxn ang="0">
                  <a:pos x="133" y="127"/>
                </a:cxn>
                <a:cxn ang="0">
                  <a:pos x="124" y="124"/>
                </a:cxn>
                <a:cxn ang="0">
                  <a:pos x="101" y="124"/>
                </a:cxn>
                <a:cxn ang="0">
                  <a:pos x="109" y="102"/>
                </a:cxn>
                <a:cxn ang="0">
                  <a:pos x="93" y="94"/>
                </a:cxn>
                <a:cxn ang="0">
                  <a:pos x="77" y="93"/>
                </a:cxn>
                <a:cxn ang="0">
                  <a:pos x="62" y="90"/>
                </a:cxn>
                <a:cxn ang="0">
                  <a:pos x="47" y="99"/>
                </a:cxn>
                <a:cxn ang="0">
                  <a:pos x="47" y="87"/>
                </a:cxn>
                <a:cxn ang="0">
                  <a:pos x="38" y="68"/>
                </a:cxn>
                <a:cxn ang="0">
                  <a:pos x="51" y="53"/>
                </a:cxn>
                <a:cxn ang="0">
                  <a:pos x="71" y="63"/>
                </a:cxn>
              </a:cxnLst>
              <a:rect l="0" t="0" r="r" b="b"/>
              <a:pathLst>
                <a:path w="431" h="334">
                  <a:moveTo>
                    <a:pt x="71" y="63"/>
                  </a:moveTo>
                  <a:lnTo>
                    <a:pt x="75" y="62"/>
                  </a:lnTo>
                  <a:lnTo>
                    <a:pt x="75" y="64"/>
                  </a:lnTo>
                  <a:lnTo>
                    <a:pt x="75" y="62"/>
                  </a:lnTo>
                  <a:lnTo>
                    <a:pt x="71" y="46"/>
                  </a:lnTo>
                  <a:lnTo>
                    <a:pt x="71" y="33"/>
                  </a:lnTo>
                  <a:lnTo>
                    <a:pt x="39" y="31"/>
                  </a:lnTo>
                  <a:lnTo>
                    <a:pt x="30" y="22"/>
                  </a:lnTo>
                  <a:lnTo>
                    <a:pt x="24" y="32"/>
                  </a:lnTo>
                  <a:lnTo>
                    <a:pt x="21" y="42"/>
                  </a:lnTo>
                  <a:lnTo>
                    <a:pt x="9" y="35"/>
                  </a:lnTo>
                  <a:lnTo>
                    <a:pt x="0" y="27"/>
                  </a:lnTo>
                  <a:lnTo>
                    <a:pt x="0" y="16"/>
                  </a:lnTo>
                  <a:lnTo>
                    <a:pt x="4" y="10"/>
                  </a:lnTo>
                  <a:lnTo>
                    <a:pt x="13" y="1"/>
                  </a:lnTo>
                  <a:lnTo>
                    <a:pt x="28" y="0"/>
                  </a:lnTo>
                  <a:lnTo>
                    <a:pt x="45" y="4"/>
                  </a:lnTo>
                  <a:lnTo>
                    <a:pt x="59" y="12"/>
                  </a:lnTo>
                  <a:lnTo>
                    <a:pt x="74" y="15"/>
                  </a:lnTo>
                  <a:lnTo>
                    <a:pt x="88" y="26"/>
                  </a:lnTo>
                  <a:lnTo>
                    <a:pt x="139" y="47"/>
                  </a:lnTo>
                  <a:lnTo>
                    <a:pt x="187" y="58"/>
                  </a:lnTo>
                  <a:lnTo>
                    <a:pt x="209" y="67"/>
                  </a:lnTo>
                  <a:lnTo>
                    <a:pt x="233" y="71"/>
                  </a:lnTo>
                  <a:lnTo>
                    <a:pt x="241" y="77"/>
                  </a:lnTo>
                  <a:lnTo>
                    <a:pt x="246" y="87"/>
                  </a:lnTo>
                  <a:lnTo>
                    <a:pt x="249" y="102"/>
                  </a:lnTo>
                  <a:lnTo>
                    <a:pt x="295" y="152"/>
                  </a:lnTo>
                  <a:lnTo>
                    <a:pt x="297" y="157"/>
                  </a:lnTo>
                  <a:lnTo>
                    <a:pt x="295" y="165"/>
                  </a:lnTo>
                  <a:lnTo>
                    <a:pt x="297" y="174"/>
                  </a:lnTo>
                  <a:lnTo>
                    <a:pt x="303" y="180"/>
                  </a:lnTo>
                  <a:lnTo>
                    <a:pt x="323" y="195"/>
                  </a:lnTo>
                  <a:lnTo>
                    <a:pt x="336" y="201"/>
                  </a:lnTo>
                  <a:lnTo>
                    <a:pt x="350" y="202"/>
                  </a:lnTo>
                  <a:lnTo>
                    <a:pt x="358" y="209"/>
                  </a:lnTo>
                  <a:lnTo>
                    <a:pt x="368" y="213"/>
                  </a:lnTo>
                  <a:lnTo>
                    <a:pt x="391" y="236"/>
                  </a:lnTo>
                  <a:lnTo>
                    <a:pt x="397" y="250"/>
                  </a:lnTo>
                  <a:lnTo>
                    <a:pt x="408" y="271"/>
                  </a:lnTo>
                  <a:lnTo>
                    <a:pt x="409" y="280"/>
                  </a:lnTo>
                  <a:lnTo>
                    <a:pt x="414" y="295"/>
                  </a:lnTo>
                  <a:lnTo>
                    <a:pt x="418" y="302"/>
                  </a:lnTo>
                  <a:lnTo>
                    <a:pt x="422" y="293"/>
                  </a:lnTo>
                  <a:lnTo>
                    <a:pt x="431" y="314"/>
                  </a:lnTo>
                  <a:lnTo>
                    <a:pt x="428" y="315"/>
                  </a:lnTo>
                  <a:lnTo>
                    <a:pt x="425" y="326"/>
                  </a:lnTo>
                  <a:lnTo>
                    <a:pt x="414" y="334"/>
                  </a:lnTo>
                  <a:lnTo>
                    <a:pt x="402" y="333"/>
                  </a:lnTo>
                  <a:lnTo>
                    <a:pt x="376" y="323"/>
                  </a:lnTo>
                  <a:lnTo>
                    <a:pt x="348" y="308"/>
                  </a:lnTo>
                  <a:lnTo>
                    <a:pt x="348" y="304"/>
                  </a:lnTo>
                  <a:lnTo>
                    <a:pt x="340" y="301"/>
                  </a:lnTo>
                  <a:lnTo>
                    <a:pt x="330" y="305"/>
                  </a:lnTo>
                  <a:lnTo>
                    <a:pt x="308" y="295"/>
                  </a:lnTo>
                  <a:lnTo>
                    <a:pt x="308" y="288"/>
                  </a:lnTo>
                  <a:lnTo>
                    <a:pt x="314" y="281"/>
                  </a:lnTo>
                  <a:lnTo>
                    <a:pt x="316" y="272"/>
                  </a:lnTo>
                  <a:lnTo>
                    <a:pt x="312" y="273"/>
                  </a:lnTo>
                  <a:lnTo>
                    <a:pt x="308" y="283"/>
                  </a:lnTo>
                  <a:lnTo>
                    <a:pt x="298" y="286"/>
                  </a:lnTo>
                  <a:lnTo>
                    <a:pt x="284" y="275"/>
                  </a:lnTo>
                  <a:lnTo>
                    <a:pt x="282" y="269"/>
                  </a:lnTo>
                  <a:lnTo>
                    <a:pt x="281" y="260"/>
                  </a:lnTo>
                  <a:lnTo>
                    <a:pt x="289" y="258"/>
                  </a:lnTo>
                  <a:lnTo>
                    <a:pt x="297" y="249"/>
                  </a:lnTo>
                  <a:lnTo>
                    <a:pt x="289" y="248"/>
                  </a:lnTo>
                  <a:lnTo>
                    <a:pt x="278" y="242"/>
                  </a:lnTo>
                  <a:lnTo>
                    <a:pt x="270" y="251"/>
                  </a:lnTo>
                  <a:lnTo>
                    <a:pt x="260" y="249"/>
                  </a:lnTo>
                  <a:lnTo>
                    <a:pt x="241" y="253"/>
                  </a:lnTo>
                  <a:lnTo>
                    <a:pt x="225" y="240"/>
                  </a:lnTo>
                  <a:lnTo>
                    <a:pt x="232" y="241"/>
                  </a:lnTo>
                  <a:lnTo>
                    <a:pt x="246" y="238"/>
                  </a:lnTo>
                  <a:lnTo>
                    <a:pt x="241" y="227"/>
                  </a:lnTo>
                  <a:lnTo>
                    <a:pt x="225" y="211"/>
                  </a:lnTo>
                  <a:lnTo>
                    <a:pt x="208" y="209"/>
                  </a:lnTo>
                  <a:lnTo>
                    <a:pt x="204" y="201"/>
                  </a:lnTo>
                  <a:lnTo>
                    <a:pt x="188" y="193"/>
                  </a:lnTo>
                  <a:lnTo>
                    <a:pt x="171" y="195"/>
                  </a:lnTo>
                  <a:lnTo>
                    <a:pt x="163" y="192"/>
                  </a:lnTo>
                  <a:lnTo>
                    <a:pt x="157" y="175"/>
                  </a:lnTo>
                  <a:lnTo>
                    <a:pt x="164" y="169"/>
                  </a:lnTo>
                  <a:lnTo>
                    <a:pt x="184" y="170"/>
                  </a:lnTo>
                  <a:lnTo>
                    <a:pt x="202" y="162"/>
                  </a:lnTo>
                  <a:lnTo>
                    <a:pt x="185" y="155"/>
                  </a:lnTo>
                  <a:lnTo>
                    <a:pt x="171" y="158"/>
                  </a:lnTo>
                  <a:lnTo>
                    <a:pt x="168" y="154"/>
                  </a:lnTo>
                  <a:lnTo>
                    <a:pt x="165" y="146"/>
                  </a:lnTo>
                  <a:lnTo>
                    <a:pt x="155" y="154"/>
                  </a:lnTo>
                  <a:lnTo>
                    <a:pt x="149" y="138"/>
                  </a:lnTo>
                  <a:lnTo>
                    <a:pt x="133" y="127"/>
                  </a:lnTo>
                  <a:lnTo>
                    <a:pt x="129" y="130"/>
                  </a:lnTo>
                  <a:lnTo>
                    <a:pt x="124" y="124"/>
                  </a:lnTo>
                  <a:lnTo>
                    <a:pt x="113" y="134"/>
                  </a:lnTo>
                  <a:lnTo>
                    <a:pt x="101" y="124"/>
                  </a:lnTo>
                  <a:lnTo>
                    <a:pt x="105" y="109"/>
                  </a:lnTo>
                  <a:lnTo>
                    <a:pt x="109" y="102"/>
                  </a:lnTo>
                  <a:lnTo>
                    <a:pt x="105" y="102"/>
                  </a:lnTo>
                  <a:lnTo>
                    <a:pt x="93" y="94"/>
                  </a:lnTo>
                  <a:lnTo>
                    <a:pt x="88" y="109"/>
                  </a:lnTo>
                  <a:lnTo>
                    <a:pt x="77" y="93"/>
                  </a:lnTo>
                  <a:lnTo>
                    <a:pt x="70" y="94"/>
                  </a:lnTo>
                  <a:lnTo>
                    <a:pt x="62" y="90"/>
                  </a:lnTo>
                  <a:lnTo>
                    <a:pt x="55" y="102"/>
                  </a:lnTo>
                  <a:lnTo>
                    <a:pt x="47" y="99"/>
                  </a:lnTo>
                  <a:lnTo>
                    <a:pt x="43" y="94"/>
                  </a:lnTo>
                  <a:lnTo>
                    <a:pt x="47" y="87"/>
                  </a:lnTo>
                  <a:lnTo>
                    <a:pt x="48" y="74"/>
                  </a:lnTo>
                  <a:lnTo>
                    <a:pt x="38" y="68"/>
                  </a:lnTo>
                  <a:lnTo>
                    <a:pt x="37" y="57"/>
                  </a:lnTo>
                  <a:lnTo>
                    <a:pt x="51" y="53"/>
                  </a:lnTo>
                  <a:lnTo>
                    <a:pt x="65" y="55"/>
                  </a:lnTo>
                  <a:lnTo>
                    <a:pt x="71" y="6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9" name="Freeform 141">
              <a:extLst>
                <a:ext uri="{FF2B5EF4-FFF2-40B4-BE49-F238E27FC236}">
                  <a16:creationId xmlns:a16="http://schemas.microsoft.com/office/drawing/2014/main" id="{452707E2-6484-6A38-CC70-39CE2BCBD40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252504" y="2636652"/>
              <a:ext cx="93447" cy="110961"/>
            </a:xfrm>
            <a:custGeom>
              <a:avLst/>
              <a:gdLst/>
              <a:ahLst/>
              <a:cxnLst>
                <a:cxn ang="0">
                  <a:pos x="92" y="20"/>
                </a:cxn>
                <a:cxn ang="0">
                  <a:pos x="108" y="13"/>
                </a:cxn>
                <a:cxn ang="0">
                  <a:pos x="113" y="4"/>
                </a:cxn>
                <a:cxn ang="0">
                  <a:pos x="118" y="7"/>
                </a:cxn>
                <a:cxn ang="0">
                  <a:pos x="121" y="26"/>
                </a:cxn>
                <a:cxn ang="0">
                  <a:pos x="115" y="53"/>
                </a:cxn>
                <a:cxn ang="0">
                  <a:pos x="106" y="69"/>
                </a:cxn>
                <a:cxn ang="0">
                  <a:pos x="102" y="88"/>
                </a:cxn>
                <a:cxn ang="0">
                  <a:pos x="102" y="117"/>
                </a:cxn>
                <a:cxn ang="0">
                  <a:pos x="91" y="137"/>
                </a:cxn>
                <a:cxn ang="0">
                  <a:pos x="86" y="129"/>
                </a:cxn>
                <a:cxn ang="0">
                  <a:pos x="74" y="127"/>
                </a:cxn>
                <a:cxn ang="0">
                  <a:pos x="70" y="129"/>
                </a:cxn>
                <a:cxn ang="0">
                  <a:pos x="64" y="148"/>
                </a:cxn>
                <a:cxn ang="0">
                  <a:pos x="60" y="137"/>
                </a:cxn>
                <a:cxn ang="0">
                  <a:pos x="53" y="131"/>
                </a:cxn>
                <a:cxn ang="0">
                  <a:pos x="49" y="115"/>
                </a:cxn>
                <a:cxn ang="0">
                  <a:pos x="51" y="118"/>
                </a:cxn>
                <a:cxn ang="0">
                  <a:pos x="63" y="111"/>
                </a:cxn>
                <a:cxn ang="0">
                  <a:pos x="59" y="99"/>
                </a:cxn>
                <a:cxn ang="0">
                  <a:pos x="44" y="96"/>
                </a:cxn>
                <a:cxn ang="0">
                  <a:pos x="33" y="89"/>
                </a:cxn>
                <a:cxn ang="0">
                  <a:pos x="24" y="80"/>
                </a:cxn>
                <a:cxn ang="0">
                  <a:pos x="9" y="35"/>
                </a:cxn>
                <a:cxn ang="0">
                  <a:pos x="0" y="31"/>
                </a:cxn>
                <a:cxn ang="0">
                  <a:pos x="3" y="0"/>
                </a:cxn>
                <a:cxn ang="0">
                  <a:pos x="39" y="1"/>
                </a:cxn>
                <a:cxn ang="0">
                  <a:pos x="44" y="4"/>
                </a:cxn>
                <a:cxn ang="0">
                  <a:pos x="39" y="20"/>
                </a:cxn>
                <a:cxn ang="0">
                  <a:pos x="39" y="30"/>
                </a:cxn>
                <a:cxn ang="0">
                  <a:pos x="45" y="20"/>
                </a:cxn>
                <a:cxn ang="0">
                  <a:pos x="55" y="11"/>
                </a:cxn>
                <a:cxn ang="0">
                  <a:pos x="66" y="7"/>
                </a:cxn>
                <a:cxn ang="0">
                  <a:pos x="74" y="24"/>
                </a:cxn>
                <a:cxn ang="0">
                  <a:pos x="76" y="49"/>
                </a:cxn>
                <a:cxn ang="0">
                  <a:pos x="67" y="53"/>
                </a:cxn>
                <a:cxn ang="0">
                  <a:pos x="41" y="72"/>
                </a:cxn>
                <a:cxn ang="0">
                  <a:pos x="58" y="70"/>
                </a:cxn>
                <a:cxn ang="0">
                  <a:pos x="56" y="80"/>
                </a:cxn>
                <a:cxn ang="0">
                  <a:pos x="66" y="80"/>
                </a:cxn>
                <a:cxn ang="0">
                  <a:pos x="77" y="67"/>
                </a:cxn>
                <a:cxn ang="0">
                  <a:pos x="82" y="57"/>
                </a:cxn>
                <a:cxn ang="0">
                  <a:pos x="89" y="39"/>
                </a:cxn>
                <a:cxn ang="0">
                  <a:pos x="89" y="20"/>
                </a:cxn>
                <a:cxn ang="0">
                  <a:pos x="92" y="20"/>
                </a:cxn>
              </a:cxnLst>
              <a:rect l="0" t="0" r="r" b="b"/>
              <a:pathLst>
                <a:path w="121" h="148">
                  <a:moveTo>
                    <a:pt x="92" y="20"/>
                  </a:moveTo>
                  <a:lnTo>
                    <a:pt x="108" y="13"/>
                  </a:lnTo>
                  <a:lnTo>
                    <a:pt x="113" y="4"/>
                  </a:lnTo>
                  <a:lnTo>
                    <a:pt x="118" y="7"/>
                  </a:lnTo>
                  <a:lnTo>
                    <a:pt x="121" y="26"/>
                  </a:lnTo>
                  <a:lnTo>
                    <a:pt x="115" y="53"/>
                  </a:lnTo>
                  <a:lnTo>
                    <a:pt x="106" y="69"/>
                  </a:lnTo>
                  <a:lnTo>
                    <a:pt x="102" y="88"/>
                  </a:lnTo>
                  <a:lnTo>
                    <a:pt x="102" y="117"/>
                  </a:lnTo>
                  <a:lnTo>
                    <a:pt x="91" y="137"/>
                  </a:lnTo>
                  <a:lnTo>
                    <a:pt x="86" y="129"/>
                  </a:lnTo>
                  <a:lnTo>
                    <a:pt x="74" y="127"/>
                  </a:lnTo>
                  <a:lnTo>
                    <a:pt x="70" y="129"/>
                  </a:lnTo>
                  <a:lnTo>
                    <a:pt x="64" y="148"/>
                  </a:lnTo>
                  <a:lnTo>
                    <a:pt x="60" y="137"/>
                  </a:lnTo>
                  <a:lnTo>
                    <a:pt x="53" y="131"/>
                  </a:lnTo>
                  <a:lnTo>
                    <a:pt x="49" y="115"/>
                  </a:lnTo>
                  <a:lnTo>
                    <a:pt x="51" y="118"/>
                  </a:lnTo>
                  <a:lnTo>
                    <a:pt x="63" y="111"/>
                  </a:lnTo>
                  <a:lnTo>
                    <a:pt x="59" y="99"/>
                  </a:lnTo>
                  <a:lnTo>
                    <a:pt x="44" y="96"/>
                  </a:lnTo>
                  <a:lnTo>
                    <a:pt x="33" y="89"/>
                  </a:lnTo>
                  <a:lnTo>
                    <a:pt x="24" y="80"/>
                  </a:lnTo>
                  <a:lnTo>
                    <a:pt x="9" y="35"/>
                  </a:lnTo>
                  <a:lnTo>
                    <a:pt x="0" y="31"/>
                  </a:lnTo>
                  <a:lnTo>
                    <a:pt x="3" y="0"/>
                  </a:lnTo>
                  <a:lnTo>
                    <a:pt x="39" y="1"/>
                  </a:lnTo>
                  <a:lnTo>
                    <a:pt x="44" y="4"/>
                  </a:lnTo>
                  <a:lnTo>
                    <a:pt x="39" y="20"/>
                  </a:lnTo>
                  <a:lnTo>
                    <a:pt x="39" y="30"/>
                  </a:lnTo>
                  <a:lnTo>
                    <a:pt x="45" y="20"/>
                  </a:lnTo>
                  <a:lnTo>
                    <a:pt x="55" y="11"/>
                  </a:lnTo>
                  <a:lnTo>
                    <a:pt x="66" y="7"/>
                  </a:lnTo>
                  <a:lnTo>
                    <a:pt x="74" y="24"/>
                  </a:lnTo>
                  <a:lnTo>
                    <a:pt x="76" y="49"/>
                  </a:lnTo>
                  <a:lnTo>
                    <a:pt x="67" y="53"/>
                  </a:lnTo>
                  <a:lnTo>
                    <a:pt x="41" y="72"/>
                  </a:lnTo>
                  <a:lnTo>
                    <a:pt x="58" y="70"/>
                  </a:lnTo>
                  <a:lnTo>
                    <a:pt x="56" y="80"/>
                  </a:lnTo>
                  <a:lnTo>
                    <a:pt x="66" y="80"/>
                  </a:lnTo>
                  <a:lnTo>
                    <a:pt x="77" y="67"/>
                  </a:lnTo>
                  <a:lnTo>
                    <a:pt x="82" y="57"/>
                  </a:lnTo>
                  <a:lnTo>
                    <a:pt x="89" y="39"/>
                  </a:lnTo>
                  <a:lnTo>
                    <a:pt x="89" y="20"/>
                  </a:lnTo>
                  <a:lnTo>
                    <a:pt x="92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Freeform 142">
              <a:extLst>
                <a:ext uri="{FF2B5EF4-FFF2-40B4-BE49-F238E27FC236}">
                  <a16:creationId xmlns:a16="http://schemas.microsoft.com/office/drawing/2014/main" id="{B66105FB-B618-FAF2-FF66-AF66B978CEC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299228" y="2730093"/>
              <a:ext cx="75926" cy="116801"/>
            </a:xfrm>
            <a:custGeom>
              <a:avLst/>
              <a:gdLst/>
              <a:ahLst/>
              <a:cxnLst>
                <a:cxn ang="0">
                  <a:pos x="24" y="79"/>
                </a:cxn>
                <a:cxn ang="0">
                  <a:pos x="20" y="68"/>
                </a:cxn>
                <a:cxn ang="0">
                  <a:pos x="24" y="44"/>
                </a:cxn>
                <a:cxn ang="0">
                  <a:pos x="15" y="57"/>
                </a:cxn>
                <a:cxn ang="0">
                  <a:pos x="8" y="51"/>
                </a:cxn>
                <a:cxn ang="0">
                  <a:pos x="10" y="44"/>
                </a:cxn>
                <a:cxn ang="0">
                  <a:pos x="17" y="33"/>
                </a:cxn>
                <a:cxn ang="0">
                  <a:pos x="0" y="29"/>
                </a:cxn>
                <a:cxn ang="0">
                  <a:pos x="28" y="16"/>
                </a:cxn>
                <a:cxn ang="0">
                  <a:pos x="46" y="0"/>
                </a:cxn>
                <a:cxn ang="0">
                  <a:pos x="50" y="2"/>
                </a:cxn>
                <a:cxn ang="0">
                  <a:pos x="62" y="25"/>
                </a:cxn>
                <a:cxn ang="0">
                  <a:pos x="42" y="28"/>
                </a:cxn>
                <a:cxn ang="0">
                  <a:pos x="41" y="31"/>
                </a:cxn>
                <a:cxn ang="0">
                  <a:pos x="62" y="37"/>
                </a:cxn>
                <a:cxn ang="0">
                  <a:pos x="65" y="48"/>
                </a:cxn>
                <a:cxn ang="0">
                  <a:pos x="58" y="56"/>
                </a:cxn>
                <a:cxn ang="0">
                  <a:pos x="49" y="52"/>
                </a:cxn>
                <a:cxn ang="0">
                  <a:pos x="44" y="56"/>
                </a:cxn>
                <a:cxn ang="0">
                  <a:pos x="45" y="71"/>
                </a:cxn>
                <a:cxn ang="0">
                  <a:pos x="39" y="73"/>
                </a:cxn>
                <a:cxn ang="0">
                  <a:pos x="41" y="83"/>
                </a:cxn>
                <a:cxn ang="0">
                  <a:pos x="49" y="98"/>
                </a:cxn>
                <a:cxn ang="0">
                  <a:pos x="71" y="103"/>
                </a:cxn>
                <a:cxn ang="0">
                  <a:pos x="73" y="113"/>
                </a:cxn>
                <a:cxn ang="0">
                  <a:pos x="80" y="114"/>
                </a:cxn>
                <a:cxn ang="0">
                  <a:pos x="86" y="129"/>
                </a:cxn>
                <a:cxn ang="0">
                  <a:pos x="100" y="152"/>
                </a:cxn>
                <a:cxn ang="0">
                  <a:pos x="100" y="160"/>
                </a:cxn>
                <a:cxn ang="0">
                  <a:pos x="97" y="161"/>
                </a:cxn>
                <a:cxn ang="0">
                  <a:pos x="76" y="140"/>
                </a:cxn>
                <a:cxn ang="0">
                  <a:pos x="58" y="125"/>
                </a:cxn>
                <a:cxn ang="0">
                  <a:pos x="56" y="120"/>
                </a:cxn>
                <a:cxn ang="0">
                  <a:pos x="58" y="119"/>
                </a:cxn>
                <a:cxn ang="0">
                  <a:pos x="58" y="112"/>
                </a:cxn>
                <a:cxn ang="0">
                  <a:pos x="51" y="111"/>
                </a:cxn>
                <a:cxn ang="0">
                  <a:pos x="41" y="100"/>
                </a:cxn>
                <a:cxn ang="0">
                  <a:pos x="27" y="79"/>
                </a:cxn>
                <a:cxn ang="0">
                  <a:pos x="24" y="79"/>
                </a:cxn>
              </a:cxnLst>
              <a:rect l="0" t="0" r="r" b="b"/>
              <a:pathLst>
                <a:path w="100" h="161">
                  <a:moveTo>
                    <a:pt x="24" y="79"/>
                  </a:moveTo>
                  <a:lnTo>
                    <a:pt x="20" y="68"/>
                  </a:lnTo>
                  <a:lnTo>
                    <a:pt x="24" y="44"/>
                  </a:lnTo>
                  <a:lnTo>
                    <a:pt x="15" y="57"/>
                  </a:lnTo>
                  <a:lnTo>
                    <a:pt x="8" y="51"/>
                  </a:lnTo>
                  <a:lnTo>
                    <a:pt x="10" y="44"/>
                  </a:lnTo>
                  <a:lnTo>
                    <a:pt x="17" y="33"/>
                  </a:lnTo>
                  <a:lnTo>
                    <a:pt x="0" y="29"/>
                  </a:lnTo>
                  <a:lnTo>
                    <a:pt x="28" y="16"/>
                  </a:lnTo>
                  <a:lnTo>
                    <a:pt x="46" y="0"/>
                  </a:lnTo>
                  <a:lnTo>
                    <a:pt x="50" y="2"/>
                  </a:lnTo>
                  <a:lnTo>
                    <a:pt x="62" y="25"/>
                  </a:lnTo>
                  <a:lnTo>
                    <a:pt x="42" y="28"/>
                  </a:lnTo>
                  <a:lnTo>
                    <a:pt x="41" y="31"/>
                  </a:lnTo>
                  <a:lnTo>
                    <a:pt x="62" y="37"/>
                  </a:lnTo>
                  <a:lnTo>
                    <a:pt x="65" y="48"/>
                  </a:lnTo>
                  <a:lnTo>
                    <a:pt x="58" y="56"/>
                  </a:lnTo>
                  <a:lnTo>
                    <a:pt x="49" y="52"/>
                  </a:lnTo>
                  <a:lnTo>
                    <a:pt x="44" y="56"/>
                  </a:lnTo>
                  <a:lnTo>
                    <a:pt x="45" y="71"/>
                  </a:lnTo>
                  <a:lnTo>
                    <a:pt x="39" y="73"/>
                  </a:lnTo>
                  <a:lnTo>
                    <a:pt x="41" y="83"/>
                  </a:lnTo>
                  <a:lnTo>
                    <a:pt x="49" y="98"/>
                  </a:lnTo>
                  <a:lnTo>
                    <a:pt x="71" y="103"/>
                  </a:lnTo>
                  <a:lnTo>
                    <a:pt x="73" y="113"/>
                  </a:lnTo>
                  <a:lnTo>
                    <a:pt x="80" y="114"/>
                  </a:lnTo>
                  <a:lnTo>
                    <a:pt x="86" y="129"/>
                  </a:lnTo>
                  <a:lnTo>
                    <a:pt x="100" y="152"/>
                  </a:lnTo>
                  <a:lnTo>
                    <a:pt x="100" y="160"/>
                  </a:lnTo>
                  <a:lnTo>
                    <a:pt x="97" y="161"/>
                  </a:lnTo>
                  <a:lnTo>
                    <a:pt x="76" y="140"/>
                  </a:lnTo>
                  <a:lnTo>
                    <a:pt x="58" y="125"/>
                  </a:lnTo>
                  <a:lnTo>
                    <a:pt x="56" y="120"/>
                  </a:lnTo>
                  <a:lnTo>
                    <a:pt x="58" y="119"/>
                  </a:lnTo>
                  <a:lnTo>
                    <a:pt x="58" y="112"/>
                  </a:lnTo>
                  <a:lnTo>
                    <a:pt x="51" y="111"/>
                  </a:lnTo>
                  <a:lnTo>
                    <a:pt x="41" y="100"/>
                  </a:lnTo>
                  <a:lnTo>
                    <a:pt x="27" y="79"/>
                  </a:lnTo>
                  <a:lnTo>
                    <a:pt x="24" y="7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Freeform 143">
              <a:extLst>
                <a:ext uri="{FF2B5EF4-FFF2-40B4-BE49-F238E27FC236}">
                  <a16:creationId xmlns:a16="http://schemas.microsoft.com/office/drawing/2014/main" id="{6E48A3F1-5921-D1F0-F85B-2E84E59CB1A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410196" y="2648333"/>
              <a:ext cx="23362" cy="2336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5" y="8"/>
                </a:cxn>
                <a:cxn ang="0">
                  <a:pos x="17" y="0"/>
                </a:cxn>
                <a:cxn ang="0">
                  <a:pos x="29" y="12"/>
                </a:cxn>
                <a:cxn ang="0">
                  <a:pos x="31" y="22"/>
                </a:cxn>
                <a:cxn ang="0">
                  <a:pos x="22" y="33"/>
                </a:cxn>
                <a:cxn ang="0">
                  <a:pos x="8" y="21"/>
                </a:cxn>
                <a:cxn ang="0">
                  <a:pos x="0" y="18"/>
                </a:cxn>
              </a:cxnLst>
              <a:rect l="0" t="0" r="r" b="b"/>
              <a:pathLst>
                <a:path w="31" h="33">
                  <a:moveTo>
                    <a:pt x="0" y="18"/>
                  </a:moveTo>
                  <a:lnTo>
                    <a:pt x="5" y="8"/>
                  </a:lnTo>
                  <a:lnTo>
                    <a:pt x="17" y="0"/>
                  </a:lnTo>
                  <a:lnTo>
                    <a:pt x="29" y="12"/>
                  </a:lnTo>
                  <a:lnTo>
                    <a:pt x="31" y="22"/>
                  </a:lnTo>
                  <a:lnTo>
                    <a:pt x="22" y="33"/>
                  </a:lnTo>
                  <a:lnTo>
                    <a:pt x="8" y="21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Freeform 144">
              <a:extLst>
                <a:ext uri="{FF2B5EF4-FFF2-40B4-BE49-F238E27FC236}">
                  <a16:creationId xmlns:a16="http://schemas.microsoft.com/office/drawing/2014/main" id="{72BDB3EC-1089-E7B8-36F4-1ED5CCC516C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416037" y="2695053"/>
              <a:ext cx="46724" cy="467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9"/>
                </a:cxn>
                <a:cxn ang="0">
                  <a:pos x="42" y="22"/>
                </a:cxn>
                <a:cxn ang="0">
                  <a:pos x="50" y="30"/>
                </a:cxn>
                <a:cxn ang="0">
                  <a:pos x="60" y="55"/>
                </a:cxn>
                <a:cxn ang="0">
                  <a:pos x="61" y="65"/>
                </a:cxn>
                <a:cxn ang="0">
                  <a:pos x="55" y="65"/>
                </a:cxn>
                <a:cxn ang="0">
                  <a:pos x="38" y="42"/>
                </a:cxn>
                <a:cxn ang="0">
                  <a:pos x="26" y="35"/>
                </a:cxn>
                <a:cxn ang="0">
                  <a:pos x="20" y="25"/>
                </a:cxn>
                <a:cxn ang="0">
                  <a:pos x="10" y="17"/>
                </a:cxn>
                <a:cxn ang="0">
                  <a:pos x="0" y="0"/>
                </a:cxn>
              </a:cxnLst>
              <a:rect l="0" t="0" r="r" b="b"/>
              <a:pathLst>
                <a:path w="61" h="65">
                  <a:moveTo>
                    <a:pt x="0" y="0"/>
                  </a:moveTo>
                  <a:lnTo>
                    <a:pt x="23" y="9"/>
                  </a:lnTo>
                  <a:lnTo>
                    <a:pt x="42" y="22"/>
                  </a:lnTo>
                  <a:lnTo>
                    <a:pt x="50" y="30"/>
                  </a:lnTo>
                  <a:lnTo>
                    <a:pt x="60" y="55"/>
                  </a:lnTo>
                  <a:lnTo>
                    <a:pt x="61" y="65"/>
                  </a:lnTo>
                  <a:lnTo>
                    <a:pt x="55" y="65"/>
                  </a:lnTo>
                  <a:lnTo>
                    <a:pt x="38" y="42"/>
                  </a:lnTo>
                  <a:lnTo>
                    <a:pt x="26" y="35"/>
                  </a:lnTo>
                  <a:lnTo>
                    <a:pt x="20" y="25"/>
                  </a:lnTo>
                  <a:lnTo>
                    <a:pt x="10" y="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Freeform 145">
              <a:extLst>
                <a:ext uri="{FF2B5EF4-FFF2-40B4-BE49-F238E27FC236}">
                  <a16:creationId xmlns:a16="http://schemas.microsoft.com/office/drawing/2014/main" id="{8C9C6CD5-DCDB-3C69-F450-E1F2B1633DC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4433558" y="2665853"/>
              <a:ext cx="46724" cy="75920"/>
            </a:xfrm>
            <a:custGeom>
              <a:avLst/>
              <a:gdLst/>
              <a:ahLst/>
              <a:cxnLst>
                <a:cxn ang="0">
                  <a:pos x="36" y="37"/>
                </a:cxn>
                <a:cxn ang="0">
                  <a:pos x="39" y="36"/>
                </a:cxn>
                <a:cxn ang="0">
                  <a:pos x="43" y="43"/>
                </a:cxn>
                <a:cxn ang="0">
                  <a:pos x="52" y="51"/>
                </a:cxn>
                <a:cxn ang="0">
                  <a:pos x="62" y="66"/>
                </a:cxn>
                <a:cxn ang="0">
                  <a:pos x="62" y="90"/>
                </a:cxn>
                <a:cxn ang="0">
                  <a:pos x="56" y="100"/>
                </a:cxn>
                <a:cxn ang="0">
                  <a:pos x="35" y="57"/>
                </a:cxn>
                <a:cxn ang="0">
                  <a:pos x="18" y="35"/>
                </a:cxn>
                <a:cxn ang="0">
                  <a:pos x="16" y="30"/>
                </a:cxn>
                <a:cxn ang="0">
                  <a:pos x="16" y="20"/>
                </a:cxn>
                <a:cxn ang="0">
                  <a:pos x="7" y="18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22" y="15"/>
                </a:cxn>
                <a:cxn ang="0">
                  <a:pos x="36" y="37"/>
                </a:cxn>
              </a:cxnLst>
              <a:rect l="0" t="0" r="r" b="b"/>
              <a:pathLst>
                <a:path w="62" h="100">
                  <a:moveTo>
                    <a:pt x="36" y="37"/>
                  </a:moveTo>
                  <a:lnTo>
                    <a:pt x="39" y="36"/>
                  </a:lnTo>
                  <a:lnTo>
                    <a:pt x="43" y="43"/>
                  </a:lnTo>
                  <a:lnTo>
                    <a:pt x="52" y="51"/>
                  </a:lnTo>
                  <a:lnTo>
                    <a:pt x="62" y="66"/>
                  </a:lnTo>
                  <a:lnTo>
                    <a:pt x="62" y="90"/>
                  </a:lnTo>
                  <a:lnTo>
                    <a:pt x="56" y="100"/>
                  </a:lnTo>
                  <a:lnTo>
                    <a:pt x="35" y="57"/>
                  </a:lnTo>
                  <a:lnTo>
                    <a:pt x="18" y="35"/>
                  </a:lnTo>
                  <a:lnTo>
                    <a:pt x="16" y="30"/>
                  </a:lnTo>
                  <a:lnTo>
                    <a:pt x="16" y="20"/>
                  </a:lnTo>
                  <a:lnTo>
                    <a:pt x="7" y="18"/>
                  </a:lnTo>
                  <a:lnTo>
                    <a:pt x="0" y="6"/>
                  </a:lnTo>
                  <a:lnTo>
                    <a:pt x="0" y="0"/>
                  </a:lnTo>
                  <a:lnTo>
                    <a:pt x="7" y="2"/>
                  </a:lnTo>
                  <a:lnTo>
                    <a:pt x="22" y="15"/>
                  </a:lnTo>
                  <a:lnTo>
                    <a:pt x="36" y="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" name="Freeform 147">
              <a:extLst>
                <a:ext uri="{FF2B5EF4-FFF2-40B4-BE49-F238E27FC236}">
                  <a16:creationId xmlns:a16="http://schemas.microsoft.com/office/drawing/2014/main" id="{7EEA5E2F-A45F-5182-2395-17FA0D49261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114327" y="5731871"/>
              <a:ext cx="262820" cy="268641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21" y="18"/>
                </a:cxn>
                <a:cxn ang="0">
                  <a:pos x="293" y="24"/>
                </a:cxn>
                <a:cxn ang="0">
                  <a:pos x="255" y="32"/>
                </a:cxn>
                <a:cxn ang="0">
                  <a:pos x="245" y="22"/>
                </a:cxn>
                <a:cxn ang="0">
                  <a:pos x="234" y="24"/>
                </a:cxn>
                <a:cxn ang="0">
                  <a:pos x="223" y="30"/>
                </a:cxn>
                <a:cxn ang="0">
                  <a:pos x="213" y="60"/>
                </a:cxn>
                <a:cxn ang="0">
                  <a:pos x="193" y="66"/>
                </a:cxn>
                <a:cxn ang="0">
                  <a:pos x="183" y="80"/>
                </a:cxn>
                <a:cxn ang="0">
                  <a:pos x="171" y="90"/>
                </a:cxn>
                <a:cxn ang="0">
                  <a:pos x="160" y="95"/>
                </a:cxn>
                <a:cxn ang="0">
                  <a:pos x="144" y="98"/>
                </a:cxn>
                <a:cxn ang="0">
                  <a:pos x="122" y="85"/>
                </a:cxn>
                <a:cxn ang="0">
                  <a:pos x="105" y="114"/>
                </a:cxn>
                <a:cxn ang="0">
                  <a:pos x="72" y="114"/>
                </a:cxn>
                <a:cxn ang="0">
                  <a:pos x="69" y="148"/>
                </a:cxn>
                <a:cxn ang="0">
                  <a:pos x="55" y="158"/>
                </a:cxn>
                <a:cxn ang="0">
                  <a:pos x="44" y="174"/>
                </a:cxn>
                <a:cxn ang="0">
                  <a:pos x="2" y="175"/>
                </a:cxn>
                <a:cxn ang="0">
                  <a:pos x="2" y="189"/>
                </a:cxn>
                <a:cxn ang="0">
                  <a:pos x="32" y="222"/>
                </a:cxn>
                <a:cxn ang="0">
                  <a:pos x="89" y="283"/>
                </a:cxn>
                <a:cxn ang="0">
                  <a:pos x="111" y="303"/>
                </a:cxn>
                <a:cxn ang="0">
                  <a:pos x="147" y="331"/>
                </a:cxn>
                <a:cxn ang="0">
                  <a:pos x="153" y="346"/>
                </a:cxn>
                <a:cxn ang="0">
                  <a:pos x="165" y="338"/>
                </a:cxn>
                <a:cxn ang="0">
                  <a:pos x="187" y="345"/>
                </a:cxn>
                <a:cxn ang="0">
                  <a:pos x="237" y="353"/>
                </a:cxn>
                <a:cxn ang="0">
                  <a:pos x="258" y="350"/>
                </a:cxn>
                <a:cxn ang="0">
                  <a:pos x="286" y="367"/>
                </a:cxn>
                <a:cxn ang="0">
                  <a:pos x="309" y="370"/>
                </a:cxn>
                <a:cxn ang="0">
                  <a:pos x="334" y="362"/>
                </a:cxn>
                <a:cxn ang="0">
                  <a:pos x="332" y="351"/>
                </a:cxn>
                <a:cxn ang="0">
                  <a:pos x="319" y="313"/>
                </a:cxn>
                <a:cxn ang="0">
                  <a:pos x="330" y="283"/>
                </a:cxn>
                <a:cxn ang="0">
                  <a:pos x="342" y="183"/>
                </a:cxn>
                <a:cxn ang="0">
                  <a:pos x="363" y="66"/>
                </a:cxn>
                <a:cxn ang="0">
                  <a:pos x="367" y="1"/>
                </a:cxn>
              </a:cxnLst>
              <a:rect l="0" t="0" r="r" b="b"/>
              <a:pathLst>
                <a:path w="367" h="370">
                  <a:moveTo>
                    <a:pt x="367" y="1"/>
                  </a:moveTo>
                  <a:lnTo>
                    <a:pt x="348" y="0"/>
                  </a:lnTo>
                  <a:lnTo>
                    <a:pt x="328" y="10"/>
                  </a:lnTo>
                  <a:lnTo>
                    <a:pt x="321" y="18"/>
                  </a:lnTo>
                  <a:lnTo>
                    <a:pt x="307" y="24"/>
                  </a:lnTo>
                  <a:lnTo>
                    <a:pt x="293" y="24"/>
                  </a:lnTo>
                  <a:lnTo>
                    <a:pt x="280" y="33"/>
                  </a:lnTo>
                  <a:lnTo>
                    <a:pt x="255" y="32"/>
                  </a:lnTo>
                  <a:lnTo>
                    <a:pt x="249" y="29"/>
                  </a:lnTo>
                  <a:lnTo>
                    <a:pt x="245" y="22"/>
                  </a:lnTo>
                  <a:lnTo>
                    <a:pt x="236" y="19"/>
                  </a:lnTo>
                  <a:lnTo>
                    <a:pt x="234" y="24"/>
                  </a:lnTo>
                  <a:lnTo>
                    <a:pt x="229" y="27"/>
                  </a:lnTo>
                  <a:lnTo>
                    <a:pt x="223" y="30"/>
                  </a:lnTo>
                  <a:lnTo>
                    <a:pt x="217" y="37"/>
                  </a:lnTo>
                  <a:lnTo>
                    <a:pt x="213" y="60"/>
                  </a:lnTo>
                  <a:lnTo>
                    <a:pt x="208" y="64"/>
                  </a:lnTo>
                  <a:lnTo>
                    <a:pt x="193" y="66"/>
                  </a:lnTo>
                  <a:lnTo>
                    <a:pt x="185" y="75"/>
                  </a:lnTo>
                  <a:lnTo>
                    <a:pt x="183" y="80"/>
                  </a:lnTo>
                  <a:lnTo>
                    <a:pt x="178" y="82"/>
                  </a:lnTo>
                  <a:lnTo>
                    <a:pt x="171" y="90"/>
                  </a:lnTo>
                  <a:lnTo>
                    <a:pt x="160" y="93"/>
                  </a:lnTo>
                  <a:lnTo>
                    <a:pt x="160" y="95"/>
                  </a:lnTo>
                  <a:lnTo>
                    <a:pt x="154" y="97"/>
                  </a:lnTo>
                  <a:lnTo>
                    <a:pt x="144" y="98"/>
                  </a:lnTo>
                  <a:lnTo>
                    <a:pt x="132" y="88"/>
                  </a:lnTo>
                  <a:lnTo>
                    <a:pt x="122" y="85"/>
                  </a:lnTo>
                  <a:lnTo>
                    <a:pt x="112" y="99"/>
                  </a:lnTo>
                  <a:lnTo>
                    <a:pt x="105" y="114"/>
                  </a:lnTo>
                  <a:lnTo>
                    <a:pt x="80" y="115"/>
                  </a:lnTo>
                  <a:lnTo>
                    <a:pt x="72" y="114"/>
                  </a:lnTo>
                  <a:lnTo>
                    <a:pt x="68" y="125"/>
                  </a:lnTo>
                  <a:lnTo>
                    <a:pt x="69" y="148"/>
                  </a:lnTo>
                  <a:lnTo>
                    <a:pt x="63" y="149"/>
                  </a:lnTo>
                  <a:lnTo>
                    <a:pt x="55" y="158"/>
                  </a:lnTo>
                  <a:lnTo>
                    <a:pt x="50" y="169"/>
                  </a:lnTo>
                  <a:lnTo>
                    <a:pt x="44" y="174"/>
                  </a:lnTo>
                  <a:lnTo>
                    <a:pt x="18" y="175"/>
                  </a:lnTo>
                  <a:lnTo>
                    <a:pt x="2" y="175"/>
                  </a:lnTo>
                  <a:lnTo>
                    <a:pt x="0" y="184"/>
                  </a:lnTo>
                  <a:lnTo>
                    <a:pt x="2" y="189"/>
                  </a:lnTo>
                  <a:lnTo>
                    <a:pt x="26" y="212"/>
                  </a:lnTo>
                  <a:lnTo>
                    <a:pt x="32" y="222"/>
                  </a:lnTo>
                  <a:lnTo>
                    <a:pt x="66" y="255"/>
                  </a:lnTo>
                  <a:lnTo>
                    <a:pt x="89" y="283"/>
                  </a:lnTo>
                  <a:lnTo>
                    <a:pt x="102" y="297"/>
                  </a:lnTo>
                  <a:lnTo>
                    <a:pt x="111" y="303"/>
                  </a:lnTo>
                  <a:lnTo>
                    <a:pt x="120" y="308"/>
                  </a:lnTo>
                  <a:lnTo>
                    <a:pt x="147" y="331"/>
                  </a:lnTo>
                  <a:lnTo>
                    <a:pt x="152" y="341"/>
                  </a:lnTo>
                  <a:lnTo>
                    <a:pt x="153" y="346"/>
                  </a:lnTo>
                  <a:lnTo>
                    <a:pt x="154" y="346"/>
                  </a:lnTo>
                  <a:lnTo>
                    <a:pt x="165" y="338"/>
                  </a:lnTo>
                  <a:lnTo>
                    <a:pt x="171" y="338"/>
                  </a:lnTo>
                  <a:lnTo>
                    <a:pt x="187" y="345"/>
                  </a:lnTo>
                  <a:lnTo>
                    <a:pt x="223" y="354"/>
                  </a:lnTo>
                  <a:lnTo>
                    <a:pt x="237" y="353"/>
                  </a:lnTo>
                  <a:lnTo>
                    <a:pt x="249" y="350"/>
                  </a:lnTo>
                  <a:lnTo>
                    <a:pt x="258" y="350"/>
                  </a:lnTo>
                  <a:lnTo>
                    <a:pt x="271" y="356"/>
                  </a:lnTo>
                  <a:lnTo>
                    <a:pt x="286" y="367"/>
                  </a:lnTo>
                  <a:lnTo>
                    <a:pt x="293" y="370"/>
                  </a:lnTo>
                  <a:lnTo>
                    <a:pt x="309" y="370"/>
                  </a:lnTo>
                  <a:lnTo>
                    <a:pt x="328" y="365"/>
                  </a:lnTo>
                  <a:lnTo>
                    <a:pt x="334" y="362"/>
                  </a:lnTo>
                  <a:lnTo>
                    <a:pt x="334" y="359"/>
                  </a:lnTo>
                  <a:lnTo>
                    <a:pt x="332" y="351"/>
                  </a:lnTo>
                  <a:lnTo>
                    <a:pt x="320" y="331"/>
                  </a:lnTo>
                  <a:lnTo>
                    <a:pt x="319" y="313"/>
                  </a:lnTo>
                  <a:lnTo>
                    <a:pt x="328" y="298"/>
                  </a:lnTo>
                  <a:lnTo>
                    <a:pt x="330" y="283"/>
                  </a:lnTo>
                  <a:lnTo>
                    <a:pt x="333" y="243"/>
                  </a:lnTo>
                  <a:lnTo>
                    <a:pt x="342" y="183"/>
                  </a:lnTo>
                  <a:lnTo>
                    <a:pt x="342" y="128"/>
                  </a:lnTo>
                  <a:lnTo>
                    <a:pt x="363" y="66"/>
                  </a:lnTo>
                  <a:lnTo>
                    <a:pt x="367" y="36"/>
                  </a:lnTo>
                  <a:lnTo>
                    <a:pt x="367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37" name="Group 148">
              <a:extLst>
                <a:ext uri="{FF2B5EF4-FFF2-40B4-BE49-F238E27FC236}">
                  <a16:creationId xmlns:a16="http://schemas.microsoft.com/office/drawing/2014/main" id="{608D223D-EC82-B016-9F96-0E9EC46EAA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394669" y="6076432"/>
              <a:ext cx="367949" cy="151842"/>
              <a:chOff x="3040" y="2444"/>
              <a:chExt cx="63" cy="26"/>
            </a:xfrm>
            <a:grpFill/>
          </p:grpSpPr>
          <p:sp>
            <p:nvSpPr>
              <p:cNvPr id="101" name="Freeform 149">
                <a:extLst>
                  <a:ext uri="{FF2B5EF4-FFF2-40B4-BE49-F238E27FC236}">
                    <a16:creationId xmlns:a16="http://schemas.microsoft.com/office/drawing/2014/main" id="{A9B0224F-5866-F767-4799-AA40C61C2A4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53" y="2464"/>
                <a:ext cx="1" cy="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1"/>
                  </a:cxn>
                  <a:cxn ang="0">
                    <a:pos x="11" y="0"/>
                  </a:cxn>
                  <a:cxn ang="0">
                    <a:pos x="2" y="11"/>
                  </a:cxn>
                  <a:cxn ang="0">
                    <a:pos x="0" y="24"/>
                  </a:cxn>
                  <a:cxn ang="0">
                    <a:pos x="13" y="35"/>
                  </a:cxn>
                  <a:cxn ang="0">
                    <a:pos x="16" y="2"/>
                  </a:cxn>
                  <a:cxn ang="0">
                    <a:pos x="8" y="0"/>
                  </a:cxn>
                </a:cxnLst>
                <a:rect l="0" t="0" r="r" b="b"/>
                <a:pathLst>
                  <a:path w="16" h="35">
                    <a:moveTo>
                      <a:pt x="8" y="0"/>
                    </a:moveTo>
                    <a:lnTo>
                      <a:pt x="11" y="1"/>
                    </a:lnTo>
                    <a:lnTo>
                      <a:pt x="11" y="0"/>
                    </a:lnTo>
                    <a:lnTo>
                      <a:pt x="2" y="11"/>
                    </a:lnTo>
                    <a:lnTo>
                      <a:pt x="0" y="24"/>
                    </a:lnTo>
                    <a:lnTo>
                      <a:pt x="13" y="35"/>
                    </a:lnTo>
                    <a:lnTo>
                      <a:pt x="16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2" name="Freeform 150">
                <a:extLst>
                  <a:ext uri="{FF2B5EF4-FFF2-40B4-BE49-F238E27FC236}">
                    <a16:creationId xmlns:a16="http://schemas.microsoft.com/office/drawing/2014/main" id="{E49723CC-4507-5B66-1F04-1BFC86B4CD9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40" y="2444"/>
                <a:ext cx="63" cy="26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11" y="14"/>
                  </a:cxn>
                  <a:cxn ang="0">
                    <a:pos x="25" y="49"/>
                  </a:cxn>
                  <a:cxn ang="0">
                    <a:pos x="15" y="68"/>
                  </a:cxn>
                  <a:cxn ang="0">
                    <a:pos x="2" y="110"/>
                  </a:cxn>
                  <a:cxn ang="0">
                    <a:pos x="11" y="127"/>
                  </a:cxn>
                  <a:cxn ang="0">
                    <a:pos x="35" y="113"/>
                  </a:cxn>
                  <a:cxn ang="0">
                    <a:pos x="91" y="125"/>
                  </a:cxn>
                  <a:cxn ang="0">
                    <a:pos x="117" y="136"/>
                  </a:cxn>
                  <a:cxn ang="0">
                    <a:pos x="145" y="175"/>
                  </a:cxn>
                  <a:cxn ang="0">
                    <a:pos x="172" y="161"/>
                  </a:cxn>
                  <a:cxn ang="0">
                    <a:pos x="182" y="206"/>
                  </a:cxn>
                  <a:cxn ang="0">
                    <a:pos x="213" y="209"/>
                  </a:cxn>
                  <a:cxn ang="0">
                    <a:pos x="247" y="172"/>
                  </a:cxn>
                  <a:cxn ang="0">
                    <a:pos x="218" y="147"/>
                  </a:cxn>
                  <a:cxn ang="0">
                    <a:pos x="219" y="126"/>
                  </a:cxn>
                  <a:cxn ang="0">
                    <a:pos x="250" y="113"/>
                  </a:cxn>
                  <a:cxn ang="0">
                    <a:pos x="292" y="66"/>
                  </a:cxn>
                  <a:cxn ang="0">
                    <a:pos x="316" y="54"/>
                  </a:cxn>
                  <a:cxn ang="0">
                    <a:pos x="349" y="70"/>
                  </a:cxn>
                  <a:cxn ang="0">
                    <a:pos x="407" y="98"/>
                  </a:cxn>
                  <a:cxn ang="0">
                    <a:pos x="427" y="110"/>
                  </a:cxn>
                  <a:cxn ang="0">
                    <a:pos x="403" y="132"/>
                  </a:cxn>
                  <a:cxn ang="0">
                    <a:pos x="411" y="173"/>
                  </a:cxn>
                  <a:cxn ang="0">
                    <a:pos x="442" y="200"/>
                  </a:cxn>
                  <a:cxn ang="0">
                    <a:pos x="454" y="170"/>
                  </a:cxn>
                  <a:cxn ang="0">
                    <a:pos x="474" y="170"/>
                  </a:cxn>
                  <a:cxn ang="0">
                    <a:pos x="498" y="137"/>
                  </a:cxn>
                  <a:cxn ang="0">
                    <a:pos x="491" y="120"/>
                  </a:cxn>
                  <a:cxn ang="0">
                    <a:pos x="476" y="104"/>
                  </a:cxn>
                  <a:cxn ang="0">
                    <a:pos x="466" y="75"/>
                  </a:cxn>
                  <a:cxn ang="0">
                    <a:pos x="419" y="28"/>
                  </a:cxn>
                  <a:cxn ang="0">
                    <a:pos x="362" y="16"/>
                  </a:cxn>
                  <a:cxn ang="0">
                    <a:pos x="297" y="1"/>
                  </a:cxn>
                  <a:cxn ang="0">
                    <a:pos x="275" y="17"/>
                  </a:cxn>
                  <a:cxn ang="0">
                    <a:pos x="258" y="47"/>
                  </a:cxn>
                  <a:cxn ang="0">
                    <a:pos x="245" y="31"/>
                  </a:cxn>
                  <a:cxn ang="0">
                    <a:pos x="184" y="55"/>
                  </a:cxn>
                  <a:cxn ang="0">
                    <a:pos x="157" y="68"/>
                  </a:cxn>
                  <a:cxn ang="0">
                    <a:pos x="112" y="54"/>
                  </a:cxn>
                  <a:cxn ang="0">
                    <a:pos x="71" y="35"/>
                  </a:cxn>
                  <a:cxn ang="0">
                    <a:pos x="56" y="12"/>
                  </a:cxn>
                </a:cxnLst>
                <a:rect l="0" t="0" r="r" b="b"/>
                <a:pathLst>
                  <a:path w="498" h="210">
                    <a:moveTo>
                      <a:pt x="36" y="0"/>
                    </a:moveTo>
                    <a:lnTo>
                      <a:pt x="35" y="2"/>
                    </a:lnTo>
                    <a:lnTo>
                      <a:pt x="31" y="2"/>
                    </a:lnTo>
                    <a:lnTo>
                      <a:pt x="28" y="0"/>
                    </a:lnTo>
                    <a:lnTo>
                      <a:pt x="21" y="0"/>
                    </a:lnTo>
                    <a:lnTo>
                      <a:pt x="11" y="14"/>
                    </a:lnTo>
                    <a:lnTo>
                      <a:pt x="8" y="36"/>
                    </a:lnTo>
                    <a:lnTo>
                      <a:pt x="20" y="43"/>
                    </a:lnTo>
                    <a:lnTo>
                      <a:pt x="25" y="49"/>
                    </a:lnTo>
                    <a:lnTo>
                      <a:pt x="23" y="56"/>
                    </a:lnTo>
                    <a:lnTo>
                      <a:pt x="18" y="63"/>
                    </a:lnTo>
                    <a:lnTo>
                      <a:pt x="15" y="68"/>
                    </a:lnTo>
                    <a:lnTo>
                      <a:pt x="17" y="87"/>
                    </a:lnTo>
                    <a:lnTo>
                      <a:pt x="12" y="96"/>
                    </a:lnTo>
                    <a:lnTo>
                      <a:pt x="2" y="110"/>
                    </a:lnTo>
                    <a:lnTo>
                      <a:pt x="0" y="110"/>
                    </a:lnTo>
                    <a:lnTo>
                      <a:pt x="9" y="128"/>
                    </a:lnTo>
                    <a:lnTo>
                      <a:pt x="11" y="127"/>
                    </a:lnTo>
                    <a:lnTo>
                      <a:pt x="15" y="117"/>
                    </a:lnTo>
                    <a:lnTo>
                      <a:pt x="20" y="113"/>
                    </a:lnTo>
                    <a:lnTo>
                      <a:pt x="35" y="113"/>
                    </a:lnTo>
                    <a:lnTo>
                      <a:pt x="64" y="116"/>
                    </a:lnTo>
                    <a:lnTo>
                      <a:pt x="74" y="118"/>
                    </a:lnTo>
                    <a:lnTo>
                      <a:pt x="91" y="125"/>
                    </a:lnTo>
                    <a:lnTo>
                      <a:pt x="105" y="126"/>
                    </a:lnTo>
                    <a:lnTo>
                      <a:pt x="110" y="128"/>
                    </a:lnTo>
                    <a:lnTo>
                      <a:pt x="117" y="136"/>
                    </a:lnTo>
                    <a:lnTo>
                      <a:pt x="124" y="149"/>
                    </a:lnTo>
                    <a:lnTo>
                      <a:pt x="132" y="161"/>
                    </a:lnTo>
                    <a:lnTo>
                      <a:pt x="145" y="175"/>
                    </a:lnTo>
                    <a:lnTo>
                      <a:pt x="154" y="175"/>
                    </a:lnTo>
                    <a:lnTo>
                      <a:pt x="161" y="165"/>
                    </a:lnTo>
                    <a:lnTo>
                      <a:pt x="172" y="161"/>
                    </a:lnTo>
                    <a:lnTo>
                      <a:pt x="176" y="175"/>
                    </a:lnTo>
                    <a:lnTo>
                      <a:pt x="177" y="189"/>
                    </a:lnTo>
                    <a:lnTo>
                      <a:pt x="182" y="206"/>
                    </a:lnTo>
                    <a:lnTo>
                      <a:pt x="184" y="209"/>
                    </a:lnTo>
                    <a:lnTo>
                      <a:pt x="204" y="210"/>
                    </a:lnTo>
                    <a:lnTo>
                      <a:pt x="213" y="209"/>
                    </a:lnTo>
                    <a:lnTo>
                      <a:pt x="238" y="193"/>
                    </a:lnTo>
                    <a:lnTo>
                      <a:pt x="249" y="182"/>
                    </a:lnTo>
                    <a:lnTo>
                      <a:pt x="247" y="172"/>
                    </a:lnTo>
                    <a:lnTo>
                      <a:pt x="238" y="167"/>
                    </a:lnTo>
                    <a:lnTo>
                      <a:pt x="231" y="159"/>
                    </a:lnTo>
                    <a:lnTo>
                      <a:pt x="218" y="147"/>
                    </a:lnTo>
                    <a:lnTo>
                      <a:pt x="216" y="142"/>
                    </a:lnTo>
                    <a:lnTo>
                      <a:pt x="216" y="136"/>
                    </a:lnTo>
                    <a:lnTo>
                      <a:pt x="219" y="126"/>
                    </a:lnTo>
                    <a:lnTo>
                      <a:pt x="233" y="117"/>
                    </a:lnTo>
                    <a:lnTo>
                      <a:pt x="245" y="113"/>
                    </a:lnTo>
                    <a:lnTo>
                      <a:pt x="250" y="113"/>
                    </a:lnTo>
                    <a:lnTo>
                      <a:pt x="264" y="105"/>
                    </a:lnTo>
                    <a:lnTo>
                      <a:pt x="277" y="89"/>
                    </a:lnTo>
                    <a:lnTo>
                      <a:pt x="292" y="66"/>
                    </a:lnTo>
                    <a:lnTo>
                      <a:pt x="296" y="62"/>
                    </a:lnTo>
                    <a:lnTo>
                      <a:pt x="299" y="59"/>
                    </a:lnTo>
                    <a:lnTo>
                      <a:pt x="316" y="54"/>
                    </a:lnTo>
                    <a:lnTo>
                      <a:pt x="322" y="54"/>
                    </a:lnTo>
                    <a:lnTo>
                      <a:pt x="327" y="55"/>
                    </a:lnTo>
                    <a:lnTo>
                      <a:pt x="349" y="70"/>
                    </a:lnTo>
                    <a:lnTo>
                      <a:pt x="378" y="84"/>
                    </a:lnTo>
                    <a:lnTo>
                      <a:pt x="394" y="104"/>
                    </a:lnTo>
                    <a:lnTo>
                      <a:pt x="407" y="98"/>
                    </a:lnTo>
                    <a:lnTo>
                      <a:pt x="419" y="98"/>
                    </a:lnTo>
                    <a:lnTo>
                      <a:pt x="426" y="106"/>
                    </a:lnTo>
                    <a:lnTo>
                      <a:pt x="427" y="110"/>
                    </a:lnTo>
                    <a:lnTo>
                      <a:pt x="421" y="111"/>
                    </a:lnTo>
                    <a:lnTo>
                      <a:pt x="405" y="124"/>
                    </a:lnTo>
                    <a:lnTo>
                      <a:pt x="403" y="132"/>
                    </a:lnTo>
                    <a:lnTo>
                      <a:pt x="402" y="146"/>
                    </a:lnTo>
                    <a:lnTo>
                      <a:pt x="404" y="164"/>
                    </a:lnTo>
                    <a:lnTo>
                      <a:pt x="411" y="173"/>
                    </a:lnTo>
                    <a:lnTo>
                      <a:pt x="426" y="192"/>
                    </a:lnTo>
                    <a:lnTo>
                      <a:pt x="438" y="200"/>
                    </a:lnTo>
                    <a:lnTo>
                      <a:pt x="442" y="200"/>
                    </a:lnTo>
                    <a:lnTo>
                      <a:pt x="442" y="192"/>
                    </a:lnTo>
                    <a:lnTo>
                      <a:pt x="453" y="182"/>
                    </a:lnTo>
                    <a:lnTo>
                      <a:pt x="454" y="170"/>
                    </a:lnTo>
                    <a:lnTo>
                      <a:pt x="460" y="169"/>
                    </a:lnTo>
                    <a:lnTo>
                      <a:pt x="468" y="175"/>
                    </a:lnTo>
                    <a:lnTo>
                      <a:pt x="474" y="170"/>
                    </a:lnTo>
                    <a:lnTo>
                      <a:pt x="489" y="149"/>
                    </a:lnTo>
                    <a:lnTo>
                      <a:pt x="498" y="141"/>
                    </a:lnTo>
                    <a:lnTo>
                      <a:pt x="498" y="137"/>
                    </a:lnTo>
                    <a:lnTo>
                      <a:pt x="494" y="132"/>
                    </a:lnTo>
                    <a:lnTo>
                      <a:pt x="491" y="131"/>
                    </a:lnTo>
                    <a:lnTo>
                      <a:pt x="491" y="120"/>
                    </a:lnTo>
                    <a:lnTo>
                      <a:pt x="485" y="110"/>
                    </a:lnTo>
                    <a:lnTo>
                      <a:pt x="477" y="106"/>
                    </a:lnTo>
                    <a:lnTo>
                      <a:pt x="476" y="104"/>
                    </a:lnTo>
                    <a:lnTo>
                      <a:pt x="478" y="89"/>
                    </a:lnTo>
                    <a:lnTo>
                      <a:pt x="481" y="85"/>
                    </a:lnTo>
                    <a:lnTo>
                      <a:pt x="466" y="75"/>
                    </a:lnTo>
                    <a:lnTo>
                      <a:pt x="451" y="56"/>
                    </a:lnTo>
                    <a:lnTo>
                      <a:pt x="444" y="52"/>
                    </a:lnTo>
                    <a:lnTo>
                      <a:pt x="419" y="28"/>
                    </a:lnTo>
                    <a:lnTo>
                      <a:pt x="402" y="22"/>
                    </a:lnTo>
                    <a:lnTo>
                      <a:pt x="383" y="17"/>
                    </a:lnTo>
                    <a:lnTo>
                      <a:pt x="362" y="16"/>
                    </a:lnTo>
                    <a:lnTo>
                      <a:pt x="342" y="10"/>
                    </a:lnTo>
                    <a:lnTo>
                      <a:pt x="327" y="2"/>
                    </a:lnTo>
                    <a:lnTo>
                      <a:pt x="297" y="1"/>
                    </a:lnTo>
                    <a:lnTo>
                      <a:pt x="288" y="3"/>
                    </a:lnTo>
                    <a:lnTo>
                      <a:pt x="285" y="5"/>
                    </a:lnTo>
                    <a:lnTo>
                      <a:pt x="275" y="17"/>
                    </a:lnTo>
                    <a:lnTo>
                      <a:pt x="272" y="43"/>
                    </a:lnTo>
                    <a:lnTo>
                      <a:pt x="261" y="48"/>
                    </a:lnTo>
                    <a:lnTo>
                      <a:pt x="258" y="47"/>
                    </a:lnTo>
                    <a:lnTo>
                      <a:pt x="257" y="33"/>
                    </a:lnTo>
                    <a:lnTo>
                      <a:pt x="250" y="31"/>
                    </a:lnTo>
                    <a:lnTo>
                      <a:pt x="245" y="31"/>
                    </a:lnTo>
                    <a:lnTo>
                      <a:pt x="216" y="47"/>
                    </a:lnTo>
                    <a:lnTo>
                      <a:pt x="192" y="52"/>
                    </a:lnTo>
                    <a:lnTo>
                      <a:pt x="184" y="55"/>
                    </a:lnTo>
                    <a:lnTo>
                      <a:pt x="173" y="66"/>
                    </a:lnTo>
                    <a:lnTo>
                      <a:pt x="166" y="68"/>
                    </a:lnTo>
                    <a:lnTo>
                      <a:pt x="157" y="68"/>
                    </a:lnTo>
                    <a:lnTo>
                      <a:pt x="145" y="67"/>
                    </a:lnTo>
                    <a:lnTo>
                      <a:pt x="117" y="55"/>
                    </a:lnTo>
                    <a:lnTo>
                      <a:pt x="112" y="54"/>
                    </a:lnTo>
                    <a:lnTo>
                      <a:pt x="74" y="54"/>
                    </a:lnTo>
                    <a:lnTo>
                      <a:pt x="71" y="44"/>
                    </a:lnTo>
                    <a:lnTo>
                      <a:pt x="71" y="35"/>
                    </a:lnTo>
                    <a:lnTo>
                      <a:pt x="62" y="29"/>
                    </a:lnTo>
                    <a:lnTo>
                      <a:pt x="59" y="14"/>
                    </a:lnTo>
                    <a:lnTo>
                      <a:pt x="56" y="12"/>
                    </a:lnTo>
                    <a:lnTo>
                      <a:pt x="42" y="6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38" name="Freeform 151">
              <a:extLst>
                <a:ext uri="{FF2B5EF4-FFF2-40B4-BE49-F238E27FC236}">
                  <a16:creationId xmlns:a16="http://schemas.microsoft.com/office/drawing/2014/main" id="{5705CC54-EA10-72B2-E290-032A9A5A530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816464" y="5544989"/>
              <a:ext cx="245299" cy="268641"/>
            </a:xfrm>
            <a:custGeom>
              <a:avLst/>
              <a:gdLst/>
              <a:ahLst/>
              <a:cxnLst>
                <a:cxn ang="0">
                  <a:pos x="113" y="1"/>
                </a:cxn>
                <a:cxn ang="0">
                  <a:pos x="62" y="44"/>
                </a:cxn>
                <a:cxn ang="0">
                  <a:pos x="100" y="82"/>
                </a:cxn>
                <a:cxn ang="0">
                  <a:pos x="131" y="112"/>
                </a:cxn>
                <a:cxn ang="0">
                  <a:pos x="150" y="133"/>
                </a:cxn>
                <a:cxn ang="0">
                  <a:pos x="146" y="158"/>
                </a:cxn>
                <a:cxn ang="0">
                  <a:pos x="109" y="157"/>
                </a:cxn>
                <a:cxn ang="0">
                  <a:pos x="27" y="218"/>
                </a:cxn>
                <a:cxn ang="0">
                  <a:pos x="15" y="239"/>
                </a:cxn>
                <a:cxn ang="0">
                  <a:pos x="9" y="248"/>
                </a:cxn>
                <a:cxn ang="0">
                  <a:pos x="11" y="264"/>
                </a:cxn>
                <a:cxn ang="0">
                  <a:pos x="5" y="292"/>
                </a:cxn>
                <a:cxn ang="0">
                  <a:pos x="6" y="301"/>
                </a:cxn>
                <a:cxn ang="0">
                  <a:pos x="15" y="309"/>
                </a:cxn>
                <a:cxn ang="0">
                  <a:pos x="29" y="319"/>
                </a:cxn>
                <a:cxn ang="0">
                  <a:pos x="60" y="340"/>
                </a:cxn>
                <a:cxn ang="0">
                  <a:pos x="88" y="353"/>
                </a:cxn>
                <a:cxn ang="0">
                  <a:pos x="135" y="355"/>
                </a:cxn>
                <a:cxn ang="0">
                  <a:pos x="176" y="363"/>
                </a:cxn>
                <a:cxn ang="0">
                  <a:pos x="188" y="364"/>
                </a:cxn>
                <a:cxn ang="0">
                  <a:pos x="211" y="344"/>
                </a:cxn>
                <a:cxn ang="0">
                  <a:pos x="228" y="331"/>
                </a:cxn>
                <a:cxn ang="0">
                  <a:pos x="235" y="312"/>
                </a:cxn>
                <a:cxn ang="0">
                  <a:pos x="244" y="305"/>
                </a:cxn>
                <a:cxn ang="0">
                  <a:pos x="259" y="288"/>
                </a:cxn>
                <a:cxn ang="0">
                  <a:pos x="257" y="276"/>
                </a:cxn>
                <a:cxn ang="0">
                  <a:pos x="255" y="266"/>
                </a:cxn>
                <a:cxn ang="0">
                  <a:pos x="270" y="250"/>
                </a:cxn>
                <a:cxn ang="0">
                  <a:pos x="279" y="246"/>
                </a:cxn>
                <a:cxn ang="0">
                  <a:pos x="326" y="209"/>
                </a:cxn>
                <a:cxn ang="0">
                  <a:pos x="335" y="194"/>
                </a:cxn>
                <a:cxn ang="0">
                  <a:pos x="332" y="190"/>
                </a:cxn>
                <a:cxn ang="0">
                  <a:pos x="329" y="185"/>
                </a:cxn>
                <a:cxn ang="0">
                  <a:pos x="308" y="190"/>
                </a:cxn>
                <a:cxn ang="0">
                  <a:pos x="293" y="183"/>
                </a:cxn>
                <a:cxn ang="0">
                  <a:pos x="289" y="175"/>
                </a:cxn>
                <a:cxn ang="0">
                  <a:pos x="257" y="169"/>
                </a:cxn>
                <a:cxn ang="0">
                  <a:pos x="260" y="114"/>
                </a:cxn>
              </a:cxnLst>
              <a:rect l="0" t="0" r="r" b="b"/>
              <a:pathLst>
                <a:path w="335" h="370">
                  <a:moveTo>
                    <a:pt x="261" y="0"/>
                  </a:moveTo>
                  <a:lnTo>
                    <a:pt x="113" y="1"/>
                  </a:lnTo>
                  <a:lnTo>
                    <a:pt x="112" y="44"/>
                  </a:lnTo>
                  <a:lnTo>
                    <a:pt x="62" y="44"/>
                  </a:lnTo>
                  <a:lnTo>
                    <a:pt x="60" y="43"/>
                  </a:lnTo>
                  <a:lnTo>
                    <a:pt x="100" y="82"/>
                  </a:lnTo>
                  <a:lnTo>
                    <a:pt x="125" y="97"/>
                  </a:lnTo>
                  <a:lnTo>
                    <a:pt x="131" y="112"/>
                  </a:lnTo>
                  <a:lnTo>
                    <a:pt x="145" y="125"/>
                  </a:lnTo>
                  <a:lnTo>
                    <a:pt x="150" y="133"/>
                  </a:lnTo>
                  <a:lnTo>
                    <a:pt x="147" y="156"/>
                  </a:lnTo>
                  <a:lnTo>
                    <a:pt x="146" y="158"/>
                  </a:lnTo>
                  <a:lnTo>
                    <a:pt x="145" y="157"/>
                  </a:lnTo>
                  <a:lnTo>
                    <a:pt x="109" y="157"/>
                  </a:lnTo>
                  <a:lnTo>
                    <a:pt x="63" y="159"/>
                  </a:lnTo>
                  <a:lnTo>
                    <a:pt x="27" y="218"/>
                  </a:lnTo>
                  <a:lnTo>
                    <a:pt x="26" y="223"/>
                  </a:lnTo>
                  <a:lnTo>
                    <a:pt x="15" y="239"/>
                  </a:lnTo>
                  <a:lnTo>
                    <a:pt x="11" y="247"/>
                  </a:lnTo>
                  <a:lnTo>
                    <a:pt x="9" y="248"/>
                  </a:lnTo>
                  <a:lnTo>
                    <a:pt x="12" y="259"/>
                  </a:lnTo>
                  <a:lnTo>
                    <a:pt x="11" y="264"/>
                  </a:lnTo>
                  <a:lnTo>
                    <a:pt x="7" y="268"/>
                  </a:lnTo>
                  <a:lnTo>
                    <a:pt x="5" y="292"/>
                  </a:lnTo>
                  <a:lnTo>
                    <a:pt x="0" y="293"/>
                  </a:lnTo>
                  <a:lnTo>
                    <a:pt x="6" y="301"/>
                  </a:lnTo>
                  <a:lnTo>
                    <a:pt x="12" y="306"/>
                  </a:lnTo>
                  <a:lnTo>
                    <a:pt x="15" y="309"/>
                  </a:lnTo>
                  <a:lnTo>
                    <a:pt x="27" y="316"/>
                  </a:lnTo>
                  <a:lnTo>
                    <a:pt x="29" y="319"/>
                  </a:lnTo>
                  <a:lnTo>
                    <a:pt x="49" y="336"/>
                  </a:lnTo>
                  <a:lnTo>
                    <a:pt x="60" y="340"/>
                  </a:lnTo>
                  <a:lnTo>
                    <a:pt x="73" y="349"/>
                  </a:lnTo>
                  <a:lnTo>
                    <a:pt x="88" y="353"/>
                  </a:lnTo>
                  <a:lnTo>
                    <a:pt x="105" y="355"/>
                  </a:lnTo>
                  <a:lnTo>
                    <a:pt x="135" y="355"/>
                  </a:lnTo>
                  <a:lnTo>
                    <a:pt x="152" y="359"/>
                  </a:lnTo>
                  <a:lnTo>
                    <a:pt x="176" y="363"/>
                  </a:lnTo>
                  <a:lnTo>
                    <a:pt x="187" y="370"/>
                  </a:lnTo>
                  <a:lnTo>
                    <a:pt x="188" y="364"/>
                  </a:lnTo>
                  <a:lnTo>
                    <a:pt x="197" y="348"/>
                  </a:lnTo>
                  <a:lnTo>
                    <a:pt x="211" y="344"/>
                  </a:lnTo>
                  <a:lnTo>
                    <a:pt x="217" y="334"/>
                  </a:lnTo>
                  <a:lnTo>
                    <a:pt x="228" y="331"/>
                  </a:lnTo>
                  <a:lnTo>
                    <a:pt x="233" y="323"/>
                  </a:lnTo>
                  <a:lnTo>
                    <a:pt x="235" y="312"/>
                  </a:lnTo>
                  <a:lnTo>
                    <a:pt x="239" y="306"/>
                  </a:lnTo>
                  <a:lnTo>
                    <a:pt x="244" y="305"/>
                  </a:lnTo>
                  <a:lnTo>
                    <a:pt x="246" y="297"/>
                  </a:lnTo>
                  <a:lnTo>
                    <a:pt x="259" y="288"/>
                  </a:lnTo>
                  <a:lnTo>
                    <a:pt x="259" y="282"/>
                  </a:lnTo>
                  <a:lnTo>
                    <a:pt x="257" y="276"/>
                  </a:lnTo>
                  <a:lnTo>
                    <a:pt x="255" y="274"/>
                  </a:lnTo>
                  <a:lnTo>
                    <a:pt x="255" y="266"/>
                  </a:lnTo>
                  <a:lnTo>
                    <a:pt x="257" y="260"/>
                  </a:lnTo>
                  <a:lnTo>
                    <a:pt x="270" y="250"/>
                  </a:lnTo>
                  <a:lnTo>
                    <a:pt x="271" y="248"/>
                  </a:lnTo>
                  <a:lnTo>
                    <a:pt x="279" y="246"/>
                  </a:lnTo>
                  <a:lnTo>
                    <a:pt x="298" y="229"/>
                  </a:lnTo>
                  <a:lnTo>
                    <a:pt x="326" y="209"/>
                  </a:lnTo>
                  <a:lnTo>
                    <a:pt x="332" y="200"/>
                  </a:lnTo>
                  <a:lnTo>
                    <a:pt x="335" y="194"/>
                  </a:lnTo>
                  <a:lnTo>
                    <a:pt x="335" y="192"/>
                  </a:lnTo>
                  <a:lnTo>
                    <a:pt x="332" y="190"/>
                  </a:lnTo>
                  <a:lnTo>
                    <a:pt x="331" y="190"/>
                  </a:lnTo>
                  <a:lnTo>
                    <a:pt x="329" y="185"/>
                  </a:lnTo>
                  <a:lnTo>
                    <a:pt x="319" y="183"/>
                  </a:lnTo>
                  <a:lnTo>
                    <a:pt x="308" y="190"/>
                  </a:lnTo>
                  <a:lnTo>
                    <a:pt x="305" y="190"/>
                  </a:lnTo>
                  <a:lnTo>
                    <a:pt x="293" y="183"/>
                  </a:lnTo>
                  <a:lnTo>
                    <a:pt x="287" y="174"/>
                  </a:lnTo>
                  <a:lnTo>
                    <a:pt x="289" y="175"/>
                  </a:lnTo>
                  <a:lnTo>
                    <a:pt x="269" y="174"/>
                  </a:lnTo>
                  <a:lnTo>
                    <a:pt x="257" y="169"/>
                  </a:lnTo>
                  <a:lnTo>
                    <a:pt x="258" y="167"/>
                  </a:lnTo>
                  <a:lnTo>
                    <a:pt x="260" y="114"/>
                  </a:lnTo>
                  <a:lnTo>
                    <a:pt x="26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Freeform 152">
              <a:extLst>
                <a:ext uri="{FF2B5EF4-FFF2-40B4-BE49-F238E27FC236}">
                  <a16:creationId xmlns:a16="http://schemas.microsoft.com/office/drawing/2014/main" id="{FA680206-A8FF-50A5-DFB9-9251B34E20D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009199" y="5504108"/>
              <a:ext cx="70085" cy="16352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63" y="0"/>
                </a:cxn>
                <a:cxn ang="0">
                  <a:pos x="57" y="3"/>
                </a:cxn>
                <a:cxn ang="0">
                  <a:pos x="33" y="48"/>
                </a:cxn>
                <a:cxn ang="0">
                  <a:pos x="26" y="48"/>
                </a:cxn>
                <a:cxn ang="0">
                  <a:pos x="4" y="52"/>
                </a:cxn>
                <a:cxn ang="0">
                  <a:pos x="3" y="166"/>
                </a:cxn>
                <a:cxn ang="0">
                  <a:pos x="1" y="219"/>
                </a:cxn>
                <a:cxn ang="0">
                  <a:pos x="0" y="221"/>
                </a:cxn>
                <a:cxn ang="0">
                  <a:pos x="13" y="226"/>
                </a:cxn>
                <a:cxn ang="0">
                  <a:pos x="32" y="227"/>
                </a:cxn>
                <a:cxn ang="0">
                  <a:pos x="30" y="226"/>
                </a:cxn>
                <a:cxn ang="0">
                  <a:pos x="30" y="211"/>
                </a:cxn>
                <a:cxn ang="0">
                  <a:pos x="32" y="207"/>
                </a:cxn>
                <a:cxn ang="0">
                  <a:pos x="42" y="196"/>
                </a:cxn>
                <a:cxn ang="0">
                  <a:pos x="59" y="185"/>
                </a:cxn>
                <a:cxn ang="0">
                  <a:pos x="70" y="172"/>
                </a:cxn>
                <a:cxn ang="0">
                  <a:pos x="74" y="160"/>
                </a:cxn>
                <a:cxn ang="0">
                  <a:pos x="75" y="160"/>
                </a:cxn>
                <a:cxn ang="0">
                  <a:pos x="80" y="138"/>
                </a:cxn>
                <a:cxn ang="0">
                  <a:pos x="81" y="118"/>
                </a:cxn>
                <a:cxn ang="0">
                  <a:pos x="80" y="86"/>
                </a:cxn>
                <a:cxn ang="0">
                  <a:pos x="82" y="64"/>
                </a:cxn>
                <a:cxn ang="0">
                  <a:pos x="88" y="43"/>
                </a:cxn>
                <a:cxn ang="0">
                  <a:pos x="96" y="28"/>
                </a:cxn>
                <a:cxn ang="0">
                  <a:pos x="96" y="20"/>
                </a:cxn>
                <a:cxn ang="0">
                  <a:pos x="91" y="12"/>
                </a:cxn>
                <a:cxn ang="0">
                  <a:pos x="74" y="4"/>
                </a:cxn>
                <a:cxn ang="0">
                  <a:pos x="72" y="2"/>
                </a:cxn>
              </a:cxnLst>
              <a:rect l="0" t="0" r="r" b="b"/>
              <a:pathLst>
                <a:path w="96" h="227">
                  <a:moveTo>
                    <a:pt x="72" y="2"/>
                  </a:moveTo>
                  <a:lnTo>
                    <a:pt x="63" y="0"/>
                  </a:lnTo>
                  <a:lnTo>
                    <a:pt x="57" y="3"/>
                  </a:lnTo>
                  <a:lnTo>
                    <a:pt x="33" y="48"/>
                  </a:lnTo>
                  <a:lnTo>
                    <a:pt x="26" y="48"/>
                  </a:lnTo>
                  <a:lnTo>
                    <a:pt x="4" y="52"/>
                  </a:lnTo>
                  <a:lnTo>
                    <a:pt x="3" y="166"/>
                  </a:lnTo>
                  <a:lnTo>
                    <a:pt x="1" y="219"/>
                  </a:lnTo>
                  <a:lnTo>
                    <a:pt x="0" y="221"/>
                  </a:lnTo>
                  <a:lnTo>
                    <a:pt x="13" y="226"/>
                  </a:lnTo>
                  <a:lnTo>
                    <a:pt x="32" y="227"/>
                  </a:lnTo>
                  <a:lnTo>
                    <a:pt x="30" y="226"/>
                  </a:lnTo>
                  <a:lnTo>
                    <a:pt x="30" y="211"/>
                  </a:lnTo>
                  <a:lnTo>
                    <a:pt x="32" y="207"/>
                  </a:lnTo>
                  <a:lnTo>
                    <a:pt x="42" y="196"/>
                  </a:lnTo>
                  <a:lnTo>
                    <a:pt x="59" y="185"/>
                  </a:lnTo>
                  <a:lnTo>
                    <a:pt x="70" y="172"/>
                  </a:lnTo>
                  <a:lnTo>
                    <a:pt x="74" y="160"/>
                  </a:lnTo>
                  <a:lnTo>
                    <a:pt x="75" y="160"/>
                  </a:lnTo>
                  <a:lnTo>
                    <a:pt x="80" y="138"/>
                  </a:lnTo>
                  <a:lnTo>
                    <a:pt x="81" y="118"/>
                  </a:lnTo>
                  <a:lnTo>
                    <a:pt x="80" y="86"/>
                  </a:lnTo>
                  <a:lnTo>
                    <a:pt x="82" y="64"/>
                  </a:lnTo>
                  <a:lnTo>
                    <a:pt x="88" y="43"/>
                  </a:lnTo>
                  <a:lnTo>
                    <a:pt x="96" y="28"/>
                  </a:lnTo>
                  <a:lnTo>
                    <a:pt x="96" y="20"/>
                  </a:lnTo>
                  <a:lnTo>
                    <a:pt x="91" y="12"/>
                  </a:lnTo>
                  <a:lnTo>
                    <a:pt x="74" y="4"/>
                  </a:lnTo>
                  <a:lnTo>
                    <a:pt x="72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153">
              <a:extLst>
                <a:ext uri="{FF2B5EF4-FFF2-40B4-BE49-F238E27FC236}">
                  <a16:creationId xmlns:a16="http://schemas.microsoft.com/office/drawing/2014/main" id="{1B728FF2-7803-2FF4-ACFE-3E12ED76817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956635" y="5766911"/>
              <a:ext cx="140171" cy="81761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8" y="6"/>
                </a:cxn>
                <a:cxn ang="0">
                  <a:pos x="46" y="17"/>
                </a:cxn>
                <a:cxn ang="0">
                  <a:pos x="41" y="25"/>
                </a:cxn>
                <a:cxn ang="0">
                  <a:pos x="30" y="28"/>
                </a:cxn>
                <a:cxn ang="0">
                  <a:pos x="24" y="38"/>
                </a:cxn>
                <a:cxn ang="0">
                  <a:pos x="11" y="42"/>
                </a:cxn>
                <a:cxn ang="0">
                  <a:pos x="1" y="58"/>
                </a:cxn>
                <a:cxn ang="0">
                  <a:pos x="0" y="64"/>
                </a:cxn>
                <a:cxn ang="0">
                  <a:pos x="14" y="74"/>
                </a:cxn>
                <a:cxn ang="0">
                  <a:pos x="34" y="83"/>
                </a:cxn>
                <a:cxn ang="0">
                  <a:pos x="56" y="86"/>
                </a:cxn>
                <a:cxn ang="0">
                  <a:pos x="71" y="89"/>
                </a:cxn>
                <a:cxn ang="0">
                  <a:pos x="92" y="102"/>
                </a:cxn>
                <a:cxn ang="0">
                  <a:pos x="120" y="110"/>
                </a:cxn>
                <a:cxn ang="0">
                  <a:pos x="163" y="111"/>
                </a:cxn>
                <a:cxn ang="0">
                  <a:pos x="190" y="100"/>
                </a:cxn>
                <a:cxn ang="0">
                  <a:pos x="197" y="93"/>
                </a:cxn>
                <a:cxn ang="0">
                  <a:pos x="193" y="89"/>
                </a:cxn>
                <a:cxn ang="0">
                  <a:pos x="194" y="61"/>
                </a:cxn>
                <a:cxn ang="0">
                  <a:pos x="193" y="57"/>
                </a:cxn>
                <a:cxn ang="0">
                  <a:pos x="184" y="49"/>
                </a:cxn>
                <a:cxn ang="0">
                  <a:pos x="172" y="46"/>
                </a:cxn>
                <a:cxn ang="0">
                  <a:pos x="168" y="43"/>
                </a:cxn>
                <a:cxn ang="0">
                  <a:pos x="156" y="44"/>
                </a:cxn>
                <a:cxn ang="0">
                  <a:pos x="150" y="52"/>
                </a:cxn>
                <a:cxn ang="0">
                  <a:pos x="141" y="52"/>
                </a:cxn>
                <a:cxn ang="0">
                  <a:pos x="134" y="48"/>
                </a:cxn>
                <a:cxn ang="0">
                  <a:pos x="129" y="44"/>
                </a:cxn>
                <a:cxn ang="0">
                  <a:pos x="129" y="41"/>
                </a:cxn>
                <a:cxn ang="0">
                  <a:pos x="119" y="40"/>
                </a:cxn>
                <a:cxn ang="0">
                  <a:pos x="114" y="36"/>
                </a:cxn>
                <a:cxn ang="0">
                  <a:pos x="112" y="32"/>
                </a:cxn>
                <a:cxn ang="0">
                  <a:pos x="104" y="31"/>
                </a:cxn>
                <a:cxn ang="0">
                  <a:pos x="93" y="22"/>
                </a:cxn>
                <a:cxn ang="0">
                  <a:pos x="90" y="15"/>
                </a:cxn>
                <a:cxn ang="0">
                  <a:pos x="82" y="6"/>
                </a:cxn>
                <a:cxn ang="0">
                  <a:pos x="63" y="5"/>
                </a:cxn>
                <a:cxn ang="0">
                  <a:pos x="52" y="0"/>
                </a:cxn>
              </a:cxnLst>
              <a:rect l="0" t="0" r="r" b="b"/>
              <a:pathLst>
                <a:path w="197" h="111">
                  <a:moveTo>
                    <a:pt x="52" y="0"/>
                  </a:moveTo>
                  <a:lnTo>
                    <a:pt x="48" y="6"/>
                  </a:lnTo>
                  <a:lnTo>
                    <a:pt x="46" y="17"/>
                  </a:lnTo>
                  <a:lnTo>
                    <a:pt x="41" y="25"/>
                  </a:lnTo>
                  <a:lnTo>
                    <a:pt x="30" y="28"/>
                  </a:lnTo>
                  <a:lnTo>
                    <a:pt x="24" y="38"/>
                  </a:lnTo>
                  <a:lnTo>
                    <a:pt x="11" y="42"/>
                  </a:lnTo>
                  <a:lnTo>
                    <a:pt x="1" y="58"/>
                  </a:lnTo>
                  <a:lnTo>
                    <a:pt x="0" y="64"/>
                  </a:lnTo>
                  <a:lnTo>
                    <a:pt x="14" y="74"/>
                  </a:lnTo>
                  <a:lnTo>
                    <a:pt x="34" y="83"/>
                  </a:lnTo>
                  <a:lnTo>
                    <a:pt x="56" y="86"/>
                  </a:lnTo>
                  <a:lnTo>
                    <a:pt x="71" y="89"/>
                  </a:lnTo>
                  <a:lnTo>
                    <a:pt x="92" y="102"/>
                  </a:lnTo>
                  <a:lnTo>
                    <a:pt x="120" y="110"/>
                  </a:lnTo>
                  <a:lnTo>
                    <a:pt x="163" y="111"/>
                  </a:lnTo>
                  <a:lnTo>
                    <a:pt x="190" y="100"/>
                  </a:lnTo>
                  <a:lnTo>
                    <a:pt x="197" y="93"/>
                  </a:lnTo>
                  <a:lnTo>
                    <a:pt x="193" y="89"/>
                  </a:lnTo>
                  <a:lnTo>
                    <a:pt x="194" y="61"/>
                  </a:lnTo>
                  <a:lnTo>
                    <a:pt x="193" y="57"/>
                  </a:lnTo>
                  <a:lnTo>
                    <a:pt x="184" y="49"/>
                  </a:lnTo>
                  <a:lnTo>
                    <a:pt x="172" y="46"/>
                  </a:lnTo>
                  <a:lnTo>
                    <a:pt x="168" y="43"/>
                  </a:lnTo>
                  <a:lnTo>
                    <a:pt x="156" y="44"/>
                  </a:lnTo>
                  <a:lnTo>
                    <a:pt x="150" y="52"/>
                  </a:lnTo>
                  <a:lnTo>
                    <a:pt x="141" y="52"/>
                  </a:lnTo>
                  <a:lnTo>
                    <a:pt x="134" y="48"/>
                  </a:lnTo>
                  <a:lnTo>
                    <a:pt x="129" y="44"/>
                  </a:lnTo>
                  <a:lnTo>
                    <a:pt x="129" y="41"/>
                  </a:lnTo>
                  <a:lnTo>
                    <a:pt x="119" y="40"/>
                  </a:lnTo>
                  <a:lnTo>
                    <a:pt x="114" y="36"/>
                  </a:lnTo>
                  <a:lnTo>
                    <a:pt x="112" y="32"/>
                  </a:lnTo>
                  <a:lnTo>
                    <a:pt x="104" y="31"/>
                  </a:lnTo>
                  <a:lnTo>
                    <a:pt x="93" y="22"/>
                  </a:lnTo>
                  <a:lnTo>
                    <a:pt x="90" y="15"/>
                  </a:lnTo>
                  <a:lnTo>
                    <a:pt x="82" y="6"/>
                  </a:lnTo>
                  <a:lnTo>
                    <a:pt x="63" y="5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Freeform 154">
              <a:extLst>
                <a:ext uri="{FF2B5EF4-FFF2-40B4-BE49-F238E27FC236}">
                  <a16:creationId xmlns:a16="http://schemas.microsoft.com/office/drawing/2014/main" id="{662D4806-71CC-CC70-B46E-109407B232C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219455" y="5977152"/>
              <a:ext cx="204416" cy="175201"/>
            </a:xfrm>
            <a:custGeom>
              <a:avLst/>
              <a:gdLst/>
              <a:ahLst/>
              <a:cxnLst>
                <a:cxn ang="0">
                  <a:pos x="184" y="27"/>
                </a:cxn>
                <a:cxn ang="0">
                  <a:pos x="148" y="32"/>
                </a:cxn>
                <a:cxn ang="0">
                  <a:pos x="126" y="18"/>
                </a:cxn>
                <a:cxn ang="0">
                  <a:pos x="105" y="12"/>
                </a:cxn>
                <a:cxn ang="0">
                  <a:pos x="78" y="16"/>
                </a:cxn>
                <a:cxn ang="0">
                  <a:pos x="26" y="0"/>
                </a:cxn>
                <a:cxn ang="0">
                  <a:pos x="10" y="8"/>
                </a:cxn>
                <a:cxn ang="0">
                  <a:pos x="2" y="18"/>
                </a:cxn>
                <a:cxn ang="0">
                  <a:pos x="10" y="32"/>
                </a:cxn>
                <a:cxn ang="0">
                  <a:pos x="3" y="55"/>
                </a:cxn>
                <a:cxn ang="0">
                  <a:pos x="5" y="82"/>
                </a:cxn>
                <a:cxn ang="0">
                  <a:pos x="18" y="103"/>
                </a:cxn>
                <a:cxn ang="0">
                  <a:pos x="37" y="110"/>
                </a:cxn>
                <a:cxn ang="0">
                  <a:pos x="62" y="127"/>
                </a:cxn>
                <a:cxn ang="0">
                  <a:pos x="71" y="131"/>
                </a:cxn>
                <a:cxn ang="0">
                  <a:pos x="77" y="107"/>
                </a:cxn>
                <a:cxn ang="0">
                  <a:pos x="61" y="96"/>
                </a:cxn>
                <a:cxn ang="0">
                  <a:pos x="80" y="94"/>
                </a:cxn>
                <a:cxn ang="0">
                  <a:pos x="102" y="120"/>
                </a:cxn>
                <a:cxn ang="0">
                  <a:pos x="120" y="144"/>
                </a:cxn>
                <a:cxn ang="0">
                  <a:pos x="166" y="162"/>
                </a:cxn>
                <a:cxn ang="0">
                  <a:pos x="189" y="221"/>
                </a:cxn>
                <a:cxn ang="0">
                  <a:pos x="204" y="232"/>
                </a:cxn>
                <a:cxn ang="0">
                  <a:pos x="220" y="233"/>
                </a:cxn>
                <a:cxn ang="0">
                  <a:pos x="218" y="212"/>
                </a:cxn>
                <a:cxn ang="0">
                  <a:pos x="227" y="217"/>
                </a:cxn>
                <a:cxn ang="0">
                  <a:pos x="242" y="243"/>
                </a:cxn>
                <a:cxn ang="0">
                  <a:pos x="248" y="244"/>
                </a:cxn>
                <a:cxn ang="0">
                  <a:pos x="263" y="221"/>
                </a:cxn>
                <a:cxn ang="0">
                  <a:pos x="264" y="197"/>
                </a:cxn>
                <a:cxn ang="0">
                  <a:pos x="271" y="183"/>
                </a:cxn>
                <a:cxn ang="0">
                  <a:pos x="255" y="170"/>
                </a:cxn>
                <a:cxn ang="0">
                  <a:pos x="267" y="134"/>
                </a:cxn>
                <a:cxn ang="0">
                  <a:pos x="277" y="136"/>
                </a:cxn>
                <a:cxn ang="0">
                  <a:pos x="282" y="134"/>
                </a:cxn>
                <a:cxn ang="0">
                  <a:pos x="253" y="113"/>
                </a:cxn>
                <a:cxn ang="0">
                  <a:pos x="209" y="66"/>
                </a:cxn>
                <a:cxn ang="0">
                  <a:pos x="195" y="37"/>
                </a:cxn>
                <a:cxn ang="0">
                  <a:pos x="189" y="24"/>
                </a:cxn>
              </a:cxnLst>
              <a:rect l="0" t="0" r="r" b="b"/>
              <a:pathLst>
                <a:path w="282" h="244">
                  <a:moveTo>
                    <a:pt x="189" y="24"/>
                  </a:moveTo>
                  <a:lnTo>
                    <a:pt x="184" y="27"/>
                  </a:lnTo>
                  <a:lnTo>
                    <a:pt x="164" y="32"/>
                  </a:lnTo>
                  <a:lnTo>
                    <a:pt x="148" y="32"/>
                  </a:lnTo>
                  <a:lnTo>
                    <a:pt x="141" y="29"/>
                  </a:lnTo>
                  <a:lnTo>
                    <a:pt x="126" y="18"/>
                  </a:lnTo>
                  <a:lnTo>
                    <a:pt x="113" y="12"/>
                  </a:lnTo>
                  <a:lnTo>
                    <a:pt x="105" y="12"/>
                  </a:lnTo>
                  <a:lnTo>
                    <a:pt x="92" y="15"/>
                  </a:lnTo>
                  <a:lnTo>
                    <a:pt x="78" y="16"/>
                  </a:lnTo>
                  <a:lnTo>
                    <a:pt x="42" y="7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0" y="8"/>
                  </a:lnTo>
                  <a:lnTo>
                    <a:pt x="7" y="10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10" y="32"/>
                  </a:lnTo>
                  <a:lnTo>
                    <a:pt x="9" y="49"/>
                  </a:lnTo>
                  <a:lnTo>
                    <a:pt x="3" y="55"/>
                  </a:lnTo>
                  <a:lnTo>
                    <a:pt x="0" y="64"/>
                  </a:lnTo>
                  <a:lnTo>
                    <a:pt x="5" y="82"/>
                  </a:lnTo>
                  <a:lnTo>
                    <a:pt x="11" y="94"/>
                  </a:lnTo>
                  <a:lnTo>
                    <a:pt x="18" y="103"/>
                  </a:lnTo>
                  <a:lnTo>
                    <a:pt x="28" y="110"/>
                  </a:lnTo>
                  <a:lnTo>
                    <a:pt x="37" y="110"/>
                  </a:lnTo>
                  <a:lnTo>
                    <a:pt x="52" y="119"/>
                  </a:lnTo>
                  <a:lnTo>
                    <a:pt x="62" y="127"/>
                  </a:lnTo>
                  <a:lnTo>
                    <a:pt x="69" y="131"/>
                  </a:lnTo>
                  <a:lnTo>
                    <a:pt x="71" y="131"/>
                  </a:lnTo>
                  <a:lnTo>
                    <a:pt x="78" y="114"/>
                  </a:lnTo>
                  <a:lnTo>
                    <a:pt x="77" y="107"/>
                  </a:lnTo>
                  <a:lnTo>
                    <a:pt x="64" y="101"/>
                  </a:lnTo>
                  <a:lnTo>
                    <a:pt x="61" y="96"/>
                  </a:lnTo>
                  <a:lnTo>
                    <a:pt x="71" y="92"/>
                  </a:lnTo>
                  <a:lnTo>
                    <a:pt x="80" y="94"/>
                  </a:lnTo>
                  <a:lnTo>
                    <a:pt x="92" y="104"/>
                  </a:lnTo>
                  <a:lnTo>
                    <a:pt x="102" y="120"/>
                  </a:lnTo>
                  <a:lnTo>
                    <a:pt x="108" y="130"/>
                  </a:lnTo>
                  <a:lnTo>
                    <a:pt x="120" y="144"/>
                  </a:lnTo>
                  <a:lnTo>
                    <a:pt x="124" y="144"/>
                  </a:lnTo>
                  <a:lnTo>
                    <a:pt x="166" y="162"/>
                  </a:lnTo>
                  <a:lnTo>
                    <a:pt x="186" y="179"/>
                  </a:lnTo>
                  <a:lnTo>
                    <a:pt x="189" y="221"/>
                  </a:lnTo>
                  <a:lnTo>
                    <a:pt x="192" y="224"/>
                  </a:lnTo>
                  <a:lnTo>
                    <a:pt x="204" y="232"/>
                  </a:lnTo>
                  <a:lnTo>
                    <a:pt x="217" y="235"/>
                  </a:lnTo>
                  <a:lnTo>
                    <a:pt x="220" y="233"/>
                  </a:lnTo>
                  <a:lnTo>
                    <a:pt x="213" y="216"/>
                  </a:lnTo>
                  <a:lnTo>
                    <a:pt x="218" y="212"/>
                  </a:lnTo>
                  <a:lnTo>
                    <a:pt x="222" y="213"/>
                  </a:lnTo>
                  <a:lnTo>
                    <a:pt x="227" y="217"/>
                  </a:lnTo>
                  <a:lnTo>
                    <a:pt x="236" y="226"/>
                  </a:lnTo>
                  <a:lnTo>
                    <a:pt x="242" y="243"/>
                  </a:lnTo>
                  <a:lnTo>
                    <a:pt x="246" y="244"/>
                  </a:lnTo>
                  <a:lnTo>
                    <a:pt x="248" y="244"/>
                  </a:lnTo>
                  <a:lnTo>
                    <a:pt x="259" y="230"/>
                  </a:lnTo>
                  <a:lnTo>
                    <a:pt x="263" y="221"/>
                  </a:lnTo>
                  <a:lnTo>
                    <a:pt x="261" y="202"/>
                  </a:lnTo>
                  <a:lnTo>
                    <a:pt x="264" y="197"/>
                  </a:lnTo>
                  <a:lnTo>
                    <a:pt x="269" y="190"/>
                  </a:lnTo>
                  <a:lnTo>
                    <a:pt x="271" y="183"/>
                  </a:lnTo>
                  <a:lnTo>
                    <a:pt x="266" y="178"/>
                  </a:lnTo>
                  <a:lnTo>
                    <a:pt x="255" y="170"/>
                  </a:lnTo>
                  <a:lnTo>
                    <a:pt x="257" y="148"/>
                  </a:lnTo>
                  <a:lnTo>
                    <a:pt x="267" y="134"/>
                  </a:lnTo>
                  <a:lnTo>
                    <a:pt x="274" y="134"/>
                  </a:lnTo>
                  <a:lnTo>
                    <a:pt x="277" y="136"/>
                  </a:lnTo>
                  <a:lnTo>
                    <a:pt x="281" y="136"/>
                  </a:lnTo>
                  <a:lnTo>
                    <a:pt x="282" y="134"/>
                  </a:lnTo>
                  <a:lnTo>
                    <a:pt x="274" y="126"/>
                  </a:lnTo>
                  <a:lnTo>
                    <a:pt x="253" y="113"/>
                  </a:lnTo>
                  <a:lnTo>
                    <a:pt x="222" y="83"/>
                  </a:lnTo>
                  <a:lnTo>
                    <a:pt x="209" y="66"/>
                  </a:lnTo>
                  <a:lnTo>
                    <a:pt x="198" y="42"/>
                  </a:lnTo>
                  <a:lnTo>
                    <a:pt x="195" y="37"/>
                  </a:lnTo>
                  <a:lnTo>
                    <a:pt x="192" y="24"/>
                  </a:lnTo>
                  <a:lnTo>
                    <a:pt x="189" y="2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Freeform 155">
              <a:extLst>
                <a:ext uri="{FF2B5EF4-FFF2-40B4-BE49-F238E27FC236}">
                  <a16:creationId xmlns:a16="http://schemas.microsoft.com/office/drawing/2014/main" id="{F690D7E4-D71D-FECB-78D5-BD10C100F00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6991677" y="5667628"/>
              <a:ext cx="385470" cy="186882"/>
            </a:xfrm>
            <a:custGeom>
              <a:avLst/>
              <a:gdLst/>
              <a:ahLst/>
              <a:cxnLst>
                <a:cxn ang="0">
                  <a:pos x="511" y="84"/>
                </a:cxn>
                <a:cxn ang="0">
                  <a:pos x="483" y="102"/>
                </a:cxn>
                <a:cxn ang="0">
                  <a:pos x="455" y="108"/>
                </a:cxn>
                <a:cxn ang="0">
                  <a:pos x="417" y="116"/>
                </a:cxn>
                <a:cxn ang="0">
                  <a:pos x="407" y="106"/>
                </a:cxn>
                <a:cxn ang="0">
                  <a:pos x="396" y="108"/>
                </a:cxn>
                <a:cxn ang="0">
                  <a:pos x="385" y="114"/>
                </a:cxn>
                <a:cxn ang="0">
                  <a:pos x="375" y="144"/>
                </a:cxn>
                <a:cxn ang="0">
                  <a:pos x="355" y="150"/>
                </a:cxn>
                <a:cxn ang="0">
                  <a:pos x="345" y="164"/>
                </a:cxn>
                <a:cxn ang="0">
                  <a:pos x="333" y="174"/>
                </a:cxn>
                <a:cxn ang="0">
                  <a:pos x="322" y="179"/>
                </a:cxn>
                <a:cxn ang="0">
                  <a:pos x="306" y="182"/>
                </a:cxn>
                <a:cxn ang="0">
                  <a:pos x="284" y="169"/>
                </a:cxn>
                <a:cxn ang="0">
                  <a:pos x="268" y="198"/>
                </a:cxn>
                <a:cxn ang="0">
                  <a:pos x="234" y="198"/>
                </a:cxn>
                <a:cxn ang="0">
                  <a:pos x="231" y="232"/>
                </a:cxn>
                <a:cxn ang="0">
                  <a:pos x="217" y="242"/>
                </a:cxn>
                <a:cxn ang="0">
                  <a:pos x="206" y="258"/>
                </a:cxn>
                <a:cxn ang="0">
                  <a:pos x="180" y="255"/>
                </a:cxn>
                <a:cxn ang="0">
                  <a:pos x="169" y="237"/>
                </a:cxn>
                <a:cxn ang="0">
                  <a:pos x="154" y="226"/>
                </a:cxn>
                <a:cxn ang="0">
                  <a:pos x="141" y="223"/>
                </a:cxn>
                <a:cxn ang="0">
                  <a:pos x="141" y="191"/>
                </a:cxn>
                <a:cxn ang="0">
                  <a:pos x="120" y="180"/>
                </a:cxn>
                <a:cxn ang="0">
                  <a:pos x="104" y="178"/>
                </a:cxn>
                <a:cxn ang="0">
                  <a:pos x="89" y="186"/>
                </a:cxn>
                <a:cxn ang="0">
                  <a:pos x="77" y="178"/>
                </a:cxn>
                <a:cxn ang="0">
                  <a:pos x="67" y="174"/>
                </a:cxn>
                <a:cxn ang="0">
                  <a:pos x="60" y="166"/>
                </a:cxn>
                <a:cxn ang="0">
                  <a:pos x="41" y="156"/>
                </a:cxn>
                <a:cxn ang="0">
                  <a:pos x="30" y="140"/>
                </a:cxn>
                <a:cxn ang="0">
                  <a:pos x="0" y="134"/>
                </a:cxn>
                <a:cxn ang="0">
                  <a:pos x="8" y="125"/>
                </a:cxn>
                <a:cxn ang="0">
                  <a:pos x="20" y="110"/>
                </a:cxn>
                <a:cxn ang="0">
                  <a:pos x="16" y="102"/>
                </a:cxn>
                <a:cxn ang="0">
                  <a:pos x="18" y="88"/>
                </a:cxn>
                <a:cxn ang="0">
                  <a:pos x="34" y="76"/>
                </a:cxn>
                <a:cxn ang="0">
                  <a:pos x="60" y="57"/>
                </a:cxn>
                <a:cxn ang="0">
                  <a:pos x="93" y="28"/>
                </a:cxn>
                <a:cxn ang="0">
                  <a:pos x="117" y="21"/>
                </a:cxn>
                <a:cxn ang="0">
                  <a:pos x="145" y="12"/>
                </a:cxn>
                <a:cxn ang="0">
                  <a:pos x="195" y="17"/>
                </a:cxn>
                <a:cxn ang="0">
                  <a:pos x="261" y="10"/>
                </a:cxn>
                <a:cxn ang="0">
                  <a:pos x="288" y="6"/>
                </a:cxn>
                <a:cxn ang="0">
                  <a:pos x="312" y="0"/>
                </a:cxn>
                <a:cxn ang="0">
                  <a:pos x="328" y="6"/>
                </a:cxn>
                <a:cxn ang="0">
                  <a:pos x="361" y="2"/>
                </a:cxn>
                <a:cxn ang="0">
                  <a:pos x="384" y="3"/>
                </a:cxn>
                <a:cxn ang="0">
                  <a:pos x="423" y="14"/>
                </a:cxn>
                <a:cxn ang="0">
                  <a:pos x="459" y="25"/>
                </a:cxn>
                <a:cxn ang="0">
                  <a:pos x="513" y="59"/>
                </a:cxn>
                <a:cxn ang="0">
                  <a:pos x="529" y="79"/>
                </a:cxn>
              </a:cxnLst>
              <a:rect l="0" t="0" r="r" b="b"/>
              <a:pathLst>
                <a:path w="529" h="259">
                  <a:moveTo>
                    <a:pt x="529" y="85"/>
                  </a:moveTo>
                  <a:lnTo>
                    <a:pt x="511" y="84"/>
                  </a:lnTo>
                  <a:lnTo>
                    <a:pt x="490" y="94"/>
                  </a:lnTo>
                  <a:lnTo>
                    <a:pt x="483" y="102"/>
                  </a:lnTo>
                  <a:lnTo>
                    <a:pt x="470" y="108"/>
                  </a:lnTo>
                  <a:lnTo>
                    <a:pt x="455" y="108"/>
                  </a:lnTo>
                  <a:lnTo>
                    <a:pt x="443" y="117"/>
                  </a:lnTo>
                  <a:lnTo>
                    <a:pt x="417" y="116"/>
                  </a:lnTo>
                  <a:lnTo>
                    <a:pt x="412" y="113"/>
                  </a:lnTo>
                  <a:lnTo>
                    <a:pt x="407" y="106"/>
                  </a:lnTo>
                  <a:lnTo>
                    <a:pt x="398" y="103"/>
                  </a:lnTo>
                  <a:lnTo>
                    <a:pt x="396" y="108"/>
                  </a:lnTo>
                  <a:lnTo>
                    <a:pt x="391" y="111"/>
                  </a:lnTo>
                  <a:lnTo>
                    <a:pt x="385" y="114"/>
                  </a:lnTo>
                  <a:lnTo>
                    <a:pt x="379" y="121"/>
                  </a:lnTo>
                  <a:lnTo>
                    <a:pt x="375" y="144"/>
                  </a:lnTo>
                  <a:lnTo>
                    <a:pt x="370" y="148"/>
                  </a:lnTo>
                  <a:lnTo>
                    <a:pt x="355" y="150"/>
                  </a:lnTo>
                  <a:lnTo>
                    <a:pt x="347" y="159"/>
                  </a:lnTo>
                  <a:lnTo>
                    <a:pt x="345" y="164"/>
                  </a:lnTo>
                  <a:lnTo>
                    <a:pt x="340" y="166"/>
                  </a:lnTo>
                  <a:lnTo>
                    <a:pt x="333" y="174"/>
                  </a:lnTo>
                  <a:lnTo>
                    <a:pt x="322" y="177"/>
                  </a:lnTo>
                  <a:lnTo>
                    <a:pt x="322" y="179"/>
                  </a:lnTo>
                  <a:lnTo>
                    <a:pt x="317" y="181"/>
                  </a:lnTo>
                  <a:lnTo>
                    <a:pt x="306" y="182"/>
                  </a:lnTo>
                  <a:lnTo>
                    <a:pt x="295" y="172"/>
                  </a:lnTo>
                  <a:lnTo>
                    <a:pt x="284" y="169"/>
                  </a:lnTo>
                  <a:lnTo>
                    <a:pt x="274" y="183"/>
                  </a:lnTo>
                  <a:lnTo>
                    <a:pt x="268" y="198"/>
                  </a:lnTo>
                  <a:lnTo>
                    <a:pt x="242" y="199"/>
                  </a:lnTo>
                  <a:lnTo>
                    <a:pt x="234" y="198"/>
                  </a:lnTo>
                  <a:lnTo>
                    <a:pt x="230" y="209"/>
                  </a:lnTo>
                  <a:lnTo>
                    <a:pt x="231" y="232"/>
                  </a:lnTo>
                  <a:lnTo>
                    <a:pt x="225" y="233"/>
                  </a:lnTo>
                  <a:lnTo>
                    <a:pt x="217" y="242"/>
                  </a:lnTo>
                  <a:lnTo>
                    <a:pt x="212" y="253"/>
                  </a:lnTo>
                  <a:lnTo>
                    <a:pt x="206" y="258"/>
                  </a:lnTo>
                  <a:lnTo>
                    <a:pt x="180" y="259"/>
                  </a:lnTo>
                  <a:lnTo>
                    <a:pt x="180" y="255"/>
                  </a:lnTo>
                  <a:lnTo>
                    <a:pt x="169" y="244"/>
                  </a:lnTo>
                  <a:lnTo>
                    <a:pt x="169" y="237"/>
                  </a:lnTo>
                  <a:lnTo>
                    <a:pt x="165" y="230"/>
                  </a:lnTo>
                  <a:lnTo>
                    <a:pt x="154" y="226"/>
                  </a:lnTo>
                  <a:lnTo>
                    <a:pt x="145" y="227"/>
                  </a:lnTo>
                  <a:lnTo>
                    <a:pt x="141" y="223"/>
                  </a:lnTo>
                  <a:lnTo>
                    <a:pt x="142" y="195"/>
                  </a:lnTo>
                  <a:lnTo>
                    <a:pt x="141" y="191"/>
                  </a:lnTo>
                  <a:lnTo>
                    <a:pt x="132" y="183"/>
                  </a:lnTo>
                  <a:lnTo>
                    <a:pt x="120" y="180"/>
                  </a:lnTo>
                  <a:lnTo>
                    <a:pt x="116" y="177"/>
                  </a:lnTo>
                  <a:lnTo>
                    <a:pt x="104" y="178"/>
                  </a:lnTo>
                  <a:lnTo>
                    <a:pt x="98" y="186"/>
                  </a:lnTo>
                  <a:lnTo>
                    <a:pt x="89" y="186"/>
                  </a:lnTo>
                  <a:lnTo>
                    <a:pt x="82" y="182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67" y="174"/>
                  </a:lnTo>
                  <a:lnTo>
                    <a:pt x="62" y="170"/>
                  </a:lnTo>
                  <a:lnTo>
                    <a:pt x="60" y="166"/>
                  </a:lnTo>
                  <a:lnTo>
                    <a:pt x="52" y="165"/>
                  </a:lnTo>
                  <a:lnTo>
                    <a:pt x="41" y="156"/>
                  </a:lnTo>
                  <a:lnTo>
                    <a:pt x="38" y="149"/>
                  </a:lnTo>
                  <a:lnTo>
                    <a:pt x="30" y="140"/>
                  </a:lnTo>
                  <a:lnTo>
                    <a:pt x="11" y="139"/>
                  </a:lnTo>
                  <a:lnTo>
                    <a:pt x="0" y="134"/>
                  </a:lnTo>
                  <a:lnTo>
                    <a:pt x="5" y="133"/>
                  </a:lnTo>
                  <a:lnTo>
                    <a:pt x="8" y="125"/>
                  </a:lnTo>
                  <a:lnTo>
                    <a:pt x="20" y="116"/>
                  </a:lnTo>
                  <a:lnTo>
                    <a:pt x="20" y="110"/>
                  </a:lnTo>
                  <a:lnTo>
                    <a:pt x="18" y="104"/>
                  </a:lnTo>
                  <a:lnTo>
                    <a:pt x="16" y="102"/>
                  </a:lnTo>
                  <a:lnTo>
                    <a:pt x="16" y="94"/>
                  </a:lnTo>
                  <a:lnTo>
                    <a:pt x="18" y="88"/>
                  </a:lnTo>
                  <a:lnTo>
                    <a:pt x="32" y="78"/>
                  </a:lnTo>
                  <a:lnTo>
                    <a:pt x="34" y="76"/>
                  </a:lnTo>
                  <a:lnTo>
                    <a:pt x="40" y="74"/>
                  </a:lnTo>
                  <a:lnTo>
                    <a:pt x="60" y="57"/>
                  </a:lnTo>
                  <a:lnTo>
                    <a:pt x="88" y="37"/>
                  </a:lnTo>
                  <a:lnTo>
                    <a:pt x="93" y="28"/>
                  </a:lnTo>
                  <a:lnTo>
                    <a:pt x="96" y="22"/>
                  </a:lnTo>
                  <a:lnTo>
                    <a:pt x="117" y="21"/>
                  </a:lnTo>
                  <a:lnTo>
                    <a:pt x="132" y="14"/>
                  </a:lnTo>
                  <a:lnTo>
                    <a:pt x="145" y="12"/>
                  </a:lnTo>
                  <a:lnTo>
                    <a:pt x="171" y="13"/>
                  </a:lnTo>
                  <a:lnTo>
                    <a:pt x="195" y="17"/>
                  </a:lnTo>
                  <a:lnTo>
                    <a:pt x="231" y="17"/>
                  </a:lnTo>
                  <a:lnTo>
                    <a:pt x="261" y="10"/>
                  </a:lnTo>
                  <a:lnTo>
                    <a:pt x="279" y="8"/>
                  </a:lnTo>
                  <a:lnTo>
                    <a:pt x="288" y="6"/>
                  </a:lnTo>
                  <a:lnTo>
                    <a:pt x="296" y="2"/>
                  </a:lnTo>
                  <a:lnTo>
                    <a:pt x="312" y="0"/>
                  </a:lnTo>
                  <a:lnTo>
                    <a:pt x="324" y="3"/>
                  </a:lnTo>
                  <a:lnTo>
                    <a:pt x="328" y="6"/>
                  </a:lnTo>
                  <a:lnTo>
                    <a:pt x="349" y="6"/>
                  </a:lnTo>
                  <a:lnTo>
                    <a:pt x="361" y="2"/>
                  </a:lnTo>
                  <a:lnTo>
                    <a:pt x="377" y="2"/>
                  </a:lnTo>
                  <a:lnTo>
                    <a:pt x="384" y="3"/>
                  </a:lnTo>
                  <a:lnTo>
                    <a:pt x="402" y="13"/>
                  </a:lnTo>
                  <a:lnTo>
                    <a:pt x="423" y="14"/>
                  </a:lnTo>
                  <a:lnTo>
                    <a:pt x="443" y="17"/>
                  </a:lnTo>
                  <a:lnTo>
                    <a:pt x="459" y="25"/>
                  </a:lnTo>
                  <a:lnTo>
                    <a:pt x="475" y="43"/>
                  </a:lnTo>
                  <a:lnTo>
                    <a:pt x="513" y="59"/>
                  </a:lnTo>
                  <a:lnTo>
                    <a:pt x="521" y="67"/>
                  </a:lnTo>
                  <a:lnTo>
                    <a:pt x="529" y="79"/>
                  </a:lnTo>
                  <a:lnTo>
                    <a:pt x="529" y="8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Freeform 228">
              <a:extLst>
                <a:ext uri="{FF2B5EF4-FFF2-40B4-BE49-F238E27FC236}">
                  <a16:creationId xmlns:a16="http://schemas.microsoft.com/office/drawing/2014/main" id="{F03B9A5E-4ECE-E6CD-AF44-A6C4364D221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692532" y="5498268"/>
              <a:ext cx="128490" cy="52562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108" y="9"/>
                </a:cxn>
                <a:cxn ang="0">
                  <a:pos x="123" y="17"/>
                </a:cxn>
                <a:cxn ang="0">
                  <a:pos x="133" y="27"/>
                </a:cxn>
                <a:cxn ang="0">
                  <a:pos x="165" y="28"/>
                </a:cxn>
                <a:cxn ang="0">
                  <a:pos x="176" y="58"/>
                </a:cxn>
                <a:cxn ang="0">
                  <a:pos x="161" y="60"/>
                </a:cxn>
                <a:cxn ang="0">
                  <a:pos x="138" y="53"/>
                </a:cxn>
                <a:cxn ang="0">
                  <a:pos x="122" y="60"/>
                </a:cxn>
                <a:cxn ang="0">
                  <a:pos x="107" y="60"/>
                </a:cxn>
                <a:cxn ang="0">
                  <a:pos x="102" y="71"/>
                </a:cxn>
                <a:cxn ang="0">
                  <a:pos x="83" y="70"/>
                </a:cxn>
                <a:cxn ang="0">
                  <a:pos x="75" y="62"/>
                </a:cxn>
                <a:cxn ang="0">
                  <a:pos x="53" y="60"/>
                </a:cxn>
                <a:cxn ang="0">
                  <a:pos x="28" y="37"/>
                </a:cxn>
                <a:cxn ang="0">
                  <a:pos x="11" y="31"/>
                </a:cxn>
                <a:cxn ang="0">
                  <a:pos x="0" y="20"/>
                </a:cxn>
                <a:cxn ang="0">
                  <a:pos x="3" y="12"/>
                </a:cxn>
                <a:cxn ang="0">
                  <a:pos x="39" y="0"/>
                </a:cxn>
                <a:cxn ang="0">
                  <a:pos x="53" y="1"/>
                </a:cxn>
                <a:cxn ang="0">
                  <a:pos x="76" y="6"/>
                </a:cxn>
                <a:cxn ang="0">
                  <a:pos x="102" y="8"/>
                </a:cxn>
              </a:cxnLst>
              <a:rect l="0" t="0" r="r" b="b"/>
              <a:pathLst>
                <a:path w="176" h="71">
                  <a:moveTo>
                    <a:pt x="102" y="8"/>
                  </a:moveTo>
                  <a:lnTo>
                    <a:pt x="108" y="9"/>
                  </a:lnTo>
                  <a:lnTo>
                    <a:pt x="123" y="17"/>
                  </a:lnTo>
                  <a:lnTo>
                    <a:pt x="133" y="27"/>
                  </a:lnTo>
                  <a:lnTo>
                    <a:pt x="165" y="28"/>
                  </a:lnTo>
                  <a:lnTo>
                    <a:pt x="176" y="58"/>
                  </a:lnTo>
                  <a:lnTo>
                    <a:pt x="161" y="60"/>
                  </a:lnTo>
                  <a:lnTo>
                    <a:pt x="138" y="53"/>
                  </a:lnTo>
                  <a:lnTo>
                    <a:pt x="122" y="60"/>
                  </a:lnTo>
                  <a:lnTo>
                    <a:pt x="107" y="60"/>
                  </a:lnTo>
                  <a:lnTo>
                    <a:pt x="102" y="71"/>
                  </a:lnTo>
                  <a:lnTo>
                    <a:pt x="83" y="70"/>
                  </a:lnTo>
                  <a:lnTo>
                    <a:pt x="75" y="62"/>
                  </a:lnTo>
                  <a:lnTo>
                    <a:pt x="53" y="60"/>
                  </a:lnTo>
                  <a:lnTo>
                    <a:pt x="28" y="37"/>
                  </a:lnTo>
                  <a:lnTo>
                    <a:pt x="11" y="31"/>
                  </a:lnTo>
                  <a:lnTo>
                    <a:pt x="0" y="20"/>
                  </a:lnTo>
                  <a:lnTo>
                    <a:pt x="3" y="12"/>
                  </a:lnTo>
                  <a:lnTo>
                    <a:pt x="39" y="0"/>
                  </a:lnTo>
                  <a:lnTo>
                    <a:pt x="53" y="1"/>
                  </a:lnTo>
                  <a:lnTo>
                    <a:pt x="76" y="6"/>
                  </a:lnTo>
                  <a:lnTo>
                    <a:pt x="102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" name="Freeform 229">
              <a:extLst>
                <a:ext uri="{FF2B5EF4-FFF2-40B4-BE49-F238E27FC236}">
                  <a16:creationId xmlns:a16="http://schemas.microsoft.com/office/drawing/2014/main" id="{0B5B4CF5-1371-D4BF-347A-F4E43B23931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095523" y="5410669"/>
              <a:ext cx="216097" cy="146001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33" y="0"/>
                </a:cxn>
                <a:cxn ang="0">
                  <a:pos x="93" y="1"/>
                </a:cxn>
                <a:cxn ang="0">
                  <a:pos x="141" y="21"/>
                </a:cxn>
                <a:cxn ang="0">
                  <a:pos x="168" y="30"/>
                </a:cxn>
                <a:cxn ang="0">
                  <a:pos x="176" y="50"/>
                </a:cxn>
                <a:cxn ang="0">
                  <a:pos x="220" y="53"/>
                </a:cxn>
                <a:cxn ang="0">
                  <a:pos x="226" y="62"/>
                </a:cxn>
                <a:cxn ang="0">
                  <a:pos x="199" y="67"/>
                </a:cxn>
                <a:cxn ang="0">
                  <a:pos x="218" y="81"/>
                </a:cxn>
                <a:cxn ang="0">
                  <a:pos x="268" y="92"/>
                </a:cxn>
                <a:cxn ang="0">
                  <a:pos x="295" y="111"/>
                </a:cxn>
                <a:cxn ang="0">
                  <a:pos x="296" y="126"/>
                </a:cxn>
                <a:cxn ang="0">
                  <a:pos x="277" y="150"/>
                </a:cxn>
                <a:cxn ang="0">
                  <a:pos x="257" y="143"/>
                </a:cxn>
                <a:cxn ang="0">
                  <a:pos x="194" y="132"/>
                </a:cxn>
                <a:cxn ang="0">
                  <a:pos x="151" y="143"/>
                </a:cxn>
                <a:cxn ang="0">
                  <a:pos x="144" y="152"/>
                </a:cxn>
                <a:cxn ang="0">
                  <a:pos x="112" y="161"/>
                </a:cxn>
                <a:cxn ang="0">
                  <a:pos x="101" y="140"/>
                </a:cxn>
                <a:cxn ang="0">
                  <a:pos x="80" y="142"/>
                </a:cxn>
                <a:cxn ang="0">
                  <a:pos x="64" y="160"/>
                </a:cxn>
                <a:cxn ang="0">
                  <a:pos x="48" y="184"/>
                </a:cxn>
                <a:cxn ang="0">
                  <a:pos x="30" y="204"/>
                </a:cxn>
                <a:cxn ang="0">
                  <a:pos x="23" y="201"/>
                </a:cxn>
                <a:cxn ang="0">
                  <a:pos x="11" y="190"/>
                </a:cxn>
                <a:cxn ang="0">
                  <a:pos x="7" y="170"/>
                </a:cxn>
                <a:cxn ang="0">
                  <a:pos x="11" y="145"/>
                </a:cxn>
                <a:cxn ang="0">
                  <a:pos x="0" y="125"/>
                </a:cxn>
                <a:cxn ang="0">
                  <a:pos x="2" y="114"/>
                </a:cxn>
                <a:cxn ang="0">
                  <a:pos x="13" y="80"/>
                </a:cxn>
                <a:cxn ang="0">
                  <a:pos x="21" y="64"/>
                </a:cxn>
                <a:cxn ang="0">
                  <a:pos x="17" y="35"/>
                </a:cxn>
                <a:cxn ang="0">
                  <a:pos x="3" y="10"/>
                </a:cxn>
              </a:cxnLst>
              <a:rect l="0" t="0" r="r" b="b"/>
              <a:pathLst>
                <a:path w="296" h="204">
                  <a:moveTo>
                    <a:pt x="4" y="8"/>
                  </a:moveTo>
                  <a:lnTo>
                    <a:pt x="7" y="5"/>
                  </a:lnTo>
                  <a:lnTo>
                    <a:pt x="14" y="0"/>
                  </a:lnTo>
                  <a:lnTo>
                    <a:pt x="33" y="0"/>
                  </a:lnTo>
                  <a:lnTo>
                    <a:pt x="50" y="2"/>
                  </a:lnTo>
                  <a:lnTo>
                    <a:pt x="93" y="1"/>
                  </a:lnTo>
                  <a:lnTo>
                    <a:pt x="116" y="8"/>
                  </a:lnTo>
                  <a:lnTo>
                    <a:pt x="141" y="21"/>
                  </a:lnTo>
                  <a:lnTo>
                    <a:pt x="162" y="23"/>
                  </a:lnTo>
                  <a:lnTo>
                    <a:pt x="168" y="30"/>
                  </a:lnTo>
                  <a:lnTo>
                    <a:pt x="173" y="47"/>
                  </a:lnTo>
                  <a:lnTo>
                    <a:pt x="176" y="50"/>
                  </a:lnTo>
                  <a:lnTo>
                    <a:pt x="192" y="53"/>
                  </a:lnTo>
                  <a:lnTo>
                    <a:pt x="220" y="53"/>
                  </a:lnTo>
                  <a:lnTo>
                    <a:pt x="225" y="56"/>
                  </a:lnTo>
                  <a:lnTo>
                    <a:pt x="226" y="62"/>
                  </a:lnTo>
                  <a:lnTo>
                    <a:pt x="213" y="67"/>
                  </a:lnTo>
                  <a:lnTo>
                    <a:pt x="199" y="67"/>
                  </a:lnTo>
                  <a:lnTo>
                    <a:pt x="198" y="73"/>
                  </a:lnTo>
                  <a:lnTo>
                    <a:pt x="218" y="81"/>
                  </a:lnTo>
                  <a:lnTo>
                    <a:pt x="258" y="82"/>
                  </a:lnTo>
                  <a:lnTo>
                    <a:pt x="268" y="92"/>
                  </a:lnTo>
                  <a:lnTo>
                    <a:pt x="285" y="107"/>
                  </a:lnTo>
                  <a:lnTo>
                    <a:pt x="295" y="111"/>
                  </a:lnTo>
                  <a:lnTo>
                    <a:pt x="296" y="114"/>
                  </a:lnTo>
                  <a:lnTo>
                    <a:pt x="296" y="126"/>
                  </a:lnTo>
                  <a:lnTo>
                    <a:pt x="289" y="140"/>
                  </a:lnTo>
                  <a:lnTo>
                    <a:pt x="277" y="150"/>
                  </a:lnTo>
                  <a:lnTo>
                    <a:pt x="266" y="150"/>
                  </a:lnTo>
                  <a:lnTo>
                    <a:pt x="257" y="143"/>
                  </a:lnTo>
                  <a:lnTo>
                    <a:pt x="239" y="135"/>
                  </a:lnTo>
                  <a:lnTo>
                    <a:pt x="194" y="132"/>
                  </a:lnTo>
                  <a:lnTo>
                    <a:pt x="162" y="136"/>
                  </a:lnTo>
                  <a:lnTo>
                    <a:pt x="151" y="143"/>
                  </a:lnTo>
                  <a:lnTo>
                    <a:pt x="147" y="150"/>
                  </a:lnTo>
                  <a:lnTo>
                    <a:pt x="144" y="152"/>
                  </a:lnTo>
                  <a:lnTo>
                    <a:pt x="130" y="157"/>
                  </a:lnTo>
                  <a:lnTo>
                    <a:pt x="112" y="161"/>
                  </a:lnTo>
                  <a:lnTo>
                    <a:pt x="101" y="143"/>
                  </a:lnTo>
                  <a:lnTo>
                    <a:pt x="101" y="140"/>
                  </a:lnTo>
                  <a:lnTo>
                    <a:pt x="89" y="138"/>
                  </a:lnTo>
                  <a:lnTo>
                    <a:pt x="80" y="142"/>
                  </a:lnTo>
                  <a:lnTo>
                    <a:pt x="74" y="146"/>
                  </a:lnTo>
                  <a:lnTo>
                    <a:pt x="64" y="160"/>
                  </a:lnTo>
                  <a:lnTo>
                    <a:pt x="52" y="180"/>
                  </a:lnTo>
                  <a:lnTo>
                    <a:pt x="48" y="184"/>
                  </a:lnTo>
                  <a:lnTo>
                    <a:pt x="46" y="189"/>
                  </a:lnTo>
                  <a:lnTo>
                    <a:pt x="30" y="204"/>
                  </a:lnTo>
                  <a:lnTo>
                    <a:pt x="24" y="204"/>
                  </a:lnTo>
                  <a:lnTo>
                    <a:pt x="23" y="201"/>
                  </a:lnTo>
                  <a:lnTo>
                    <a:pt x="13" y="192"/>
                  </a:lnTo>
                  <a:lnTo>
                    <a:pt x="11" y="190"/>
                  </a:lnTo>
                  <a:lnTo>
                    <a:pt x="11" y="175"/>
                  </a:lnTo>
                  <a:lnTo>
                    <a:pt x="7" y="170"/>
                  </a:lnTo>
                  <a:lnTo>
                    <a:pt x="9" y="166"/>
                  </a:lnTo>
                  <a:lnTo>
                    <a:pt x="11" y="145"/>
                  </a:lnTo>
                  <a:lnTo>
                    <a:pt x="9" y="135"/>
                  </a:lnTo>
                  <a:lnTo>
                    <a:pt x="0" y="125"/>
                  </a:lnTo>
                  <a:lnTo>
                    <a:pt x="0" y="119"/>
                  </a:lnTo>
                  <a:lnTo>
                    <a:pt x="2" y="114"/>
                  </a:lnTo>
                  <a:lnTo>
                    <a:pt x="14" y="105"/>
                  </a:lnTo>
                  <a:lnTo>
                    <a:pt x="13" y="80"/>
                  </a:lnTo>
                  <a:lnTo>
                    <a:pt x="19" y="73"/>
                  </a:lnTo>
                  <a:lnTo>
                    <a:pt x="21" y="64"/>
                  </a:lnTo>
                  <a:lnTo>
                    <a:pt x="14" y="57"/>
                  </a:lnTo>
                  <a:lnTo>
                    <a:pt x="17" y="35"/>
                  </a:lnTo>
                  <a:lnTo>
                    <a:pt x="13" y="22"/>
                  </a:lnTo>
                  <a:lnTo>
                    <a:pt x="3" y="10"/>
                  </a:lnTo>
                  <a:lnTo>
                    <a:pt x="4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" name="Freeform 230">
              <a:extLst>
                <a:ext uri="{FF2B5EF4-FFF2-40B4-BE49-F238E27FC236}">
                  <a16:creationId xmlns:a16="http://schemas.microsoft.com/office/drawing/2014/main" id="{8458A27E-A2FC-6F48-CB18-8817432CD43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720452" y="5591710"/>
              <a:ext cx="11681" cy="11681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2"/>
                </a:cxn>
                <a:cxn ang="0">
                  <a:pos x="0" y="8"/>
                </a:cxn>
                <a:cxn ang="0">
                  <a:pos x="1" y="14"/>
                </a:cxn>
                <a:cxn ang="0">
                  <a:pos x="8" y="15"/>
                </a:cxn>
                <a:cxn ang="0">
                  <a:pos x="14" y="10"/>
                </a:cxn>
                <a:cxn ang="0">
                  <a:pos x="16" y="6"/>
                </a:cxn>
                <a:cxn ang="0">
                  <a:pos x="6" y="0"/>
                </a:cxn>
              </a:cxnLst>
              <a:rect l="0" t="0" r="r" b="b"/>
              <a:pathLst>
                <a:path w="16" h="15">
                  <a:moveTo>
                    <a:pt x="6" y="0"/>
                  </a:moveTo>
                  <a:lnTo>
                    <a:pt x="3" y="2"/>
                  </a:lnTo>
                  <a:lnTo>
                    <a:pt x="0" y="8"/>
                  </a:lnTo>
                  <a:lnTo>
                    <a:pt x="1" y="14"/>
                  </a:lnTo>
                  <a:lnTo>
                    <a:pt x="8" y="15"/>
                  </a:lnTo>
                  <a:lnTo>
                    <a:pt x="14" y="10"/>
                  </a:lnTo>
                  <a:lnTo>
                    <a:pt x="16" y="6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9898D162-77A5-F1A3-DC7D-2C4F83AD348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031278" y="5393147"/>
              <a:ext cx="11681" cy="1168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18" y="7"/>
                </a:cxn>
                <a:cxn ang="0">
                  <a:pos x="17" y="13"/>
                </a:cxn>
                <a:cxn ang="0">
                  <a:pos x="4" y="13"/>
                </a:cxn>
                <a:cxn ang="0">
                  <a:pos x="1" y="10"/>
                </a:cxn>
                <a:cxn ang="0">
                  <a:pos x="0" y="7"/>
                </a:cxn>
                <a:cxn ang="0">
                  <a:pos x="1" y="4"/>
                </a:cxn>
                <a:cxn ang="0">
                  <a:pos x="5" y="4"/>
                </a:cxn>
                <a:cxn ang="0">
                  <a:pos x="7" y="0"/>
                </a:cxn>
              </a:cxnLst>
              <a:rect l="0" t="0" r="r" b="b"/>
              <a:pathLst>
                <a:path w="18" h="13">
                  <a:moveTo>
                    <a:pt x="7" y="0"/>
                  </a:moveTo>
                  <a:lnTo>
                    <a:pt x="10" y="0"/>
                  </a:lnTo>
                  <a:lnTo>
                    <a:pt x="18" y="7"/>
                  </a:lnTo>
                  <a:lnTo>
                    <a:pt x="17" y="13"/>
                  </a:lnTo>
                  <a:lnTo>
                    <a:pt x="4" y="13"/>
                  </a:lnTo>
                  <a:lnTo>
                    <a:pt x="1" y="10"/>
                  </a:lnTo>
                  <a:lnTo>
                    <a:pt x="0" y="7"/>
                  </a:lnTo>
                  <a:lnTo>
                    <a:pt x="1" y="4"/>
                  </a:lnTo>
                  <a:lnTo>
                    <a:pt x="5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6BD92E6-08D8-5046-B719-362E7B5833B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002076" y="5469068"/>
              <a:ext cx="29202" cy="17521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37" y="7"/>
                </a:cxn>
                <a:cxn ang="0">
                  <a:pos x="40" y="22"/>
                </a:cxn>
                <a:cxn ang="0">
                  <a:pos x="29" y="16"/>
                </a:cxn>
                <a:cxn ang="0">
                  <a:pos x="7" y="14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24" y="1"/>
                </a:cxn>
              </a:cxnLst>
              <a:rect l="0" t="0" r="r" b="b"/>
              <a:pathLst>
                <a:path w="40" h="22">
                  <a:moveTo>
                    <a:pt x="24" y="1"/>
                  </a:moveTo>
                  <a:lnTo>
                    <a:pt x="37" y="7"/>
                  </a:lnTo>
                  <a:lnTo>
                    <a:pt x="40" y="22"/>
                  </a:lnTo>
                  <a:lnTo>
                    <a:pt x="29" y="16"/>
                  </a:lnTo>
                  <a:lnTo>
                    <a:pt x="7" y="14"/>
                  </a:lnTo>
                  <a:lnTo>
                    <a:pt x="0" y="3"/>
                  </a:lnTo>
                  <a:lnTo>
                    <a:pt x="9" y="0"/>
                  </a:lnTo>
                  <a:lnTo>
                    <a:pt x="24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35EECC05-A303-6ADA-F818-B28E761C5A2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937831" y="5410669"/>
              <a:ext cx="175214" cy="122642"/>
            </a:xfrm>
            <a:custGeom>
              <a:avLst/>
              <a:gdLst/>
              <a:ahLst/>
              <a:cxnLst>
                <a:cxn ang="0">
                  <a:pos x="226" y="172"/>
                </a:cxn>
                <a:cxn ang="0">
                  <a:pos x="229" y="168"/>
                </a:cxn>
                <a:cxn ang="0">
                  <a:pos x="231" y="147"/>
                </a:cxn>
                <a:cxn ang="0">
                  <a:pos x="229" y="137"/>
                </a:cxn>
                <a:cxn ang="0">
                  <a:pos x="219" y="127"/>
                </a:cxn>
                <a:cxn ang="0">
                  <a:pos x="219" y="121"/>
                </a:cxn>
                <a:cxn ang="0">
                  <a:pos x="221" y="116"/>
                </a:cxn>
                <a:cxn ang="0">
                  <a:pos x="233" y="107"/>
                </a:cxn>
                <a:cxn ang="0">
                  <a:pos x="232" y="82"/>
                </a:cxn>
                <a:cxn ang="0">
                  <a:pos x="238" y="75"/>
                </a:cxn>
                <a:cxn ang="0">
                  <a:pos x="240" y="66"/>
                </a:cxn>
                <a:cxn ang="0">
                  <a:pos x="233" y="59"/>
                </a:cxn>
                <a:cxn ang="0">
                  <a:pos x="236" y="37"/>
                </a:cxn>
                <a:cxn ang="0">
                  <a:pos x="232" y="24"/>
                </a:cxn>
                <a:cxn ang="0">
                  <a:pos x="222" y="12"/>
                </a:cxn>
                <a:cxn ang="0">
                  <a:pos x="223" y="10"/>
                </a:cxn>
                <a:cxn ang="0">
                  <a:pos x="221" y="10"/>
                </a:cxn>
                <a:cxn ang="0">
                  <a:pos x="212" y="18"/>
                </a:cxn>
                <a:cxn ang="0">
                  <a:pos x="175" y="19"/>
                </a:cxn>
                <a:cxn ang="0">
                  <a:pos x="166" y="17"/>
                </a:cxn>
                <a:cxn ang="0">
                  <a:pos x="155" y="8"/>
                </a:cxn>
                <a:cxn ang="0">
                  <a:pos x="140" y="2"/>
                </a:cxn>
                <a:cxn ang="0">
                  <a:pos x="123" y="0"/>
                </a:cxn>
                <a:cxn ang="0">
                  <a:pos x="97" y="4"/>
                </a:cxn>
                <a:cxn ang="0">
                  <a:pos x="87" y="10"/>
                </a:cxn>
                <a:cxn ang="0">
                  <a:pos x="83" y="18"/>
                </a:cxn>
                <a:cxn ang="0">
                  <a:pos x="84" y="28"/>
                </a:cxn>
                <a:cxn ang="0">
                  <a:pos x="89" y="30"/>
                </a:cxn>
                <a:cxn ang="0">
                  <a:pos x="123" y="30"/>
                </a:cxn>
                <a:cxn ang="0">
                  <a:pos x="135" y="37"/>
                </a:cxn>
                <a:cxn ang="0">
                  <a:pos x="138" y="48"/>
                </a:cxn>
                <a:cxn ang="0">
                  <a:pos x="138" y="82"/>
                </a:cxn>
                <a:cxn ang="0">
                  <a:pos x="140" y="90"/>
                </a:cxn>
                <a:cxn ang="0">
                  <a:pos x="160" y="106"/>
                </a:cxn>
                <a:cxn ang="0">
                  <a:pos x="174" y="113"/>
                </a:cxn>
                <a:cxn ang="0">
                  <a:pos x="174" y="121"/>
                </a:cxn>
                <a:cxn ang="0">
                  <a:pos x="169" y="125"/>
                </a:cxn>
                <a:cxn ang="0">
                  <a:pos x="159" y="125"/>
                </a:cxn>
                <a:cxn ang="0">
                  <a:pos x="141" y="130"/>
                </a:cxn>
                <a:cxn ang="0">
                  <a:pos x="104" y="131"/>
                </a:cxn>
                <a:cxn ang="0">
                  <a:pos x="72" y="127"/>
                </a:cxn>
                <a:cxn ang="0">
                  <a:pos x="51" y="122"/>
                </a:cxn>
                <a:cxn ang="0">
                  <a:pos x="3" y="122"/>
                </a:cxn>
                <a:cxn ang="0">
                  <a:pos x="0" y="125"/>
                </a:cxn>
                <a:cxn ang="0">
                  <a:pos x="0" y="135"/>
                </a:cxn>
                <a:cxn ang="0">
                  <a:pos x="12" y="151"/>
                </a:cxn>
                <a:cxn ang="0">
                  <a:pos x="36" y="161"/>
                </a:cxn>
                <a:cxn ang="0">
                  <a:pos x="45" y="171"/>
                </a:cxn>
                <a:cxn ang="0">
                  <a:pos x="51" y="168"/>
                </a:cxn>
                <a:cxn ang="0">
                  <a:pos x="50" y="159"/>
                </a:cxn>
                <a:cxn ang="0">
                  <a:pos x="55" y="155"/>
                </a:cxn>
                <a:cxn ang="0">
                  <a:pos x="62" y="152"/>
                </a:cxn>
                <a:cxn ang="0">
                  <a:pos x="68" y="152"/>
                </a:cxn>
                <a:cxn ang="0">
                  <a:pos x="93" y="153"/>
                </a:cxn>
                <a:cxn ang="0">
                  <a:pos x="138" y="165"/>
                </a:cxn>
                <a:cxn ang="0">
                  <a:pos x="150" y="163"/>
                </a:cxn>
                <a:cxn ang="0">
                  <a:pos x="178" y="155"/>
                </a:cxn>
                <a:cxn ang="0">
                  <a:pos x="189" y="155"/>
                </a:cxn>
                <a:cxn ang="0">
                  <a:pos x="200" y="157"/>
                </a:cxn>
                <a:cxn ang="0">
                  <a:pos x="208" y="162"/>
                </a:cxn>
                <a:cxn ang="0">
                  <a:pos x="216" y="165"/>
                </a:cxn>
                <a:cxn ang="0">
                  <a:pos x="225" y="168"/>
                </a:cxn>
                <a:cxn ang="0">
                  <a:pos x="226" y="172"/>
                </a:cxn>
              </a:cxnLst>
              <a:rect l="0" t="0" r="r" b="b"/>
              <a:pathLst>
                <a:path w="240" h="172">
                  <a:moveTo>
                    <a:pt x="226" y="172"/>
                  </a:moveTo>
                  <a:lnTo>
                    <a:pt x="229" y="168"/>
                  </a:lnTo>
                  <a:lnTo>
                    <a:pt x="231" y="147"/>
                  </a:lnTo>
                  <a:lnTo>
                    <a:pt x="229" y="137"/>
                  </a:lnTo>
                  <a:lnTo>
                    <a:pt x="219" y="127"/>
                  </a:lnTo>
                  <a:lnTo>
                    <a:pt x="219" y="121"/>
                  </a:lnTo>
                  <a:lnTo>
                    <a:pt x="221" y="116"/>
                  </a:lnTo>
                  <a:lnTo>
                    <a:pt x="233" y="107"/>
                  </a:lnTo>
                  <a:lnTo>
                    <a:pt x="232" y="82"/>
                  </a:lnTo>
                  <a:lnTo>
                    <a:pt x="238" y="75"/>
                  </a:lnTo>
                  <a:lnTo>
                    <a:pt x="240" y="66"/>
                  </a:lnTo>
                  <a:lnTo>
                    <a:pt x="233" y="59"/>
                  </a:lnTo>
                  <a:lnTo>
                    <a:pt x="236" y="37"/>
                  </a:lnTo>
                  <a:lnTo>
                    <a:pt x="232" y="24"/>
                  </a:lnTo>
                  <a:lnTo>
                    <a:pt x="222" y="12"/>
                  </a:lnTo>
                  <a:lnTo>
                    <a:pt x="223" y="10"/>
                  </a:lnTo>
                  <a:lnTo>
                    <a:pt x="221" y="10"/>
                  </a:lnTo>
                  <a:lnTo>
                    <a:pt x="212" y="18"/>
                  </a:lnTo>
                  <a:lnTo>
                    <a:pt x="175" y="19"/>
                  </a:lnTo>
                  <a:lnTo>
                    <a:pt x="166" y="17"/>
                  </a:lnTo>
                  <a:lnTo>
                    <a:pt x="155" y="8"/>
                  </a:lnTo>
                  <a:lnTo>
                    <a:pt x="140" y="2"/>
                  </a:lnTo>
                  <a:lnTo>
                    <a:pt x="123" y="0"/>
                  </a:lnTo>
                  <a:lnTo>
                    <a:pt x="97" y="4"/>
                  </a:lnTo>
                  <a:lnTo>
                    <a:pt x="87" y="10"/>
                  </a:lnTo>
                  <a:lnTo>
                    <a:pt x="83" y="18"/>
                  </a:lnTo>
                  <a:lnTo>
                    <a:pt x="84" y="28"/>
                  </a:lnTo>
                  <a:lnTo>
                    <a:pt x="89" y="30"/>
                  </a:lnTo>
                  <a:lnTo>
                    <a:pt x="123" y="30"/>
                  </a:lnTo>
                  <a:lnTo>
                    <a:pt x="135" y="37"/>
                  </a:lnTo>
                  <a:lnTo>
                    <a:pt x="138" y="48"/>
                  </a:lnTo>
                  <a:lnTo>
                    <a:pt x="138" y="82"/>
                  </a:lnTo>
                  <a:lnTo>
                    <a:pt x="140" y="90"/>
                  </a:lnTo>
                  <a:lnTo>
                    <a:pt x="160" y="106"/>
                  </a:lnTo>
                  <a:lnTo>
                    <a:pt x="174" y="113"/>
                  </a:lnTo>
                  <a:lnTo>
                    <a:pt x="174" y="121"/>
                  </a:lnTo>
                  <a:lnTo>
                    <a:pt x="169" y="125"/>
                  </a:lnTo>
                  <a:lnTo>
                    <a:pt x="159" y="125"/>
                  </a:lnTo>
                  <a:lnTo>
                    <a:pt x="141" y="130"/>
                  </a:lnTo>
                  <a:lnTo>
                    <a:pt x="104" y="131"/>
                  </a:lnTo>
                  <a:lnTo>
                    <a:pt x="72" y="127"/>
                  </a:lnTo>
                  <a:lnTo>
                    <a:pt x="51" y="122"/>
                  </a:lnTo>
                  <a:lnTo>
                    <a:pt x="3" y="122"/>
                  </a:lnTo>
                  <a:lnTo>
                    <a:pt x="0" y="125"/>
                  </a:lnTo>
                  <a:lnTo>
                    <a:pt x="0" y="135"/>
                  </a:lnTo>
                  <a:lnTo>
                    <a:pt x="12" y="151"/>
                  </a:lnTo>
                  <a:lnTo>
                    <a:pt x="36" y="161"/>
                  </a:lnTo>
                  <a:lnTo>
                    <a:pt x="45" y="171"/>
                  </a:lnTo>
                  <a:lnTo>
                    <a:pt x="51" y="168"/>
                  </a:lnTo>
                  <a:lnTo>
                    <a:pt x="50" y="159"/>
                  </a:lnTo>
                  <a:lnTo>
                    <a:pt x="55" y="155"/>
                  </a:lnTo>
                  <a:lnTo>
                    <a:pt x="62" y="152"/>
                  </a:lnTo>
                  <a:lnTo>
                    <a:pt x="68" y="152"/>
                  </a:lnTo>
                  <a:lnTo>
                    <a:pt x="93" y="153"/>
                  </a:lnTo>
                  <a:lnTo>
                    <a:pt x="138" y="165"/>
                  </a:lnTo>
                  <a:lnTo>
                    <a:pt x="150" y="163"/>
                  </a:lnTo>
                  <a:lnTo>
                    <a:pt x="178" y="155"/>
                  </a:lnTo>
                  <a:lnTo>
                    <a:pt x="189" y="155"/>
                  </a:lnTo>
                  <a:lnTo>
                    <a:pt x="200" y="157"/>
                  </a:lnTo>
                  <a:lnTo>
                    <a:pt x="208" y="162"/>
                  </a:lnTo>
                  <a:lnTo>
                    <a:pt x="216" y="165"/>
                  </a:lnTo>
                  <a:lnTo>
                    <a:pt x="225" y="168"/>
                  </a:lnTo>
                  <a:lnTo>
                    <a:pt x="226" y="1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25F3B2B3-3233-202F-444A-1E2421A4446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387546" y="5504108"/>
              <a:ext cx="93447" cy="35040"/>
            </a:xfrm>
            <a:custGeom>
              <a:avLst/>
              <a:gdLst/>
              <a:ahLst/>
              <a:cxnLst>
                <a:cxn ang="0">
                  <a:pos x="121" y="5"/>
                </a:cxn>
                <a:cxn ang="0">
                  <a:pos x="127" y="15"/>
                </a:cxn>
                <a:cxn ang="0">
                  <a:pos x="129" y="27"/>
                </a:cxn>
                <a:cxn ang="0">
                  <a:pos x="117" y="38"/>
                </a:cxn>
                <a:cxn ang="0">
                  <a:pos x="108" y="44"/>
                </a:cxn>
                <a:cxn ang="0">
                  <a:pos x="80" y="49"/>
                </a:cxn>
                <a:cxn ang="0">
                  <a:pos x="61" y="49"/>
                </a:cxn>
                <a:cxn ang="0">
                  <a:pos x="42" y="47"/>
                </a:cxn>
                <a:cxn ang="0">
                  <a:pos x="14" y="48"/>
                </a:cxn>
                <a:cxn ang="0">
                  <a:pos x="11" y="47"/>
                </a:cxn>
                <a:cxn ang="0">
                  <a:pos x="8" y="31"/>
                </a:cxn>
                <a:cxn ang="0">
                  <a:pos x="0" y="18"/>
                </a:cxn>
                <a:cxn ang="0">
                  <a:pos x="0" y="6"/>
                </a:cxn>
                <a:cxn ang="0">
                  <a:pos x="8" y="0"/>
                </a:cxn>
                <a:cxn ang="0">
                  <a:pos x="106" y="0"/>
                </a:cxn>
                <a:cxn ang="0">
                  <a:pos x="113" y="1"/>
                </a:cxn>
                <a:cxn ang="0">
                  <a:pos x="120" y="3"/>
                </a:cxn>
                <a:cxn ang="0">
                  <a:pos x="121" y="5"/>
                </a:cxn>
              </a:cxnLst>
              <a:rect l="0" t="0" r="r" b="b"/>
              <a:pathLst>
                <a:path w="129" h="49">
                  <a:moveTo>
                    <a:pt x="121" y="5"/>
                  </a:moveTo>
                  <a:lnTo>
                    <a:pt x="127" y="15"/>
                  </a:lnTo>
                  <a:lnTo>
                    <a:pt x="129" y="27"/>
                  </a:lnTo>
                  <a:lnTo>
                    <a:pt x="117" y="38"/>
                  </a:lnTo>
                  <a:lnTo>
                    <a:pt x="108" y="44"/>
                  </a:lnTo>
                  <a:lnTo>
                    <a:pt x="80" y="49"/>
                  </a:lnTo>
                  <a:lnTo>
                    <a:pt x="61" y="49"/>
                  </a:lnTo>
                  <a:lnTo>
                    <a:pt x="42" y="47"/>
                  </a:lnTo>
                  <a:lnTo>
                    <a:pt x="14" y="48"/>
                  </a:lnTo>
                  <a:lnTo>
                    <a:pt x="11" y="47"/>
                  </a:lnTo>
                  <a:lnTo>
                    <a:pt x="8" y="31"/>
                  </a:lnTo>
                  <a:lnTo>
                    <a:pt x="0" y="18"/>
                  </a:lnTo>
                  <a:lnTo>
                    <a:pt x="0" y="6"/>
                  </a:lnTo>
                  <a:lnTo>
                    <a:pt x="8" y="0"/>
                  </a:lnTo>
                  <a:lnTo>
                    <a:pt x="106" y="0"/>
                  </a:lnTo>
                  <a:lnTo>
                    <a:pt x="113" y="1"/>
                  </a:lnTo>
                  <a:lnTo>
                    <a:pt x="120" y="3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0" name="Group 240">
              <a:extLst>
                <a:ext uri="{FF2B5EF4-FFF2-40B4-BE49-F238E27FC236}">
                  <a16:creationId xmlns:a16="http://schemas.microsoft.com/office/drawing/2014/main" id="{DCB982DE-FA49-8742-F4E6-C628D47DDF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651649" y="4937625"/>
              <a:ext cx="461396" cy="402963"/>
              <a:chOff x="3084" y="2249"/>
              <a:chExt cx="79" cy="69"/>
            </a:xfrm>
            <a:grpFill/>
          </p:grpSpPr>
          <p:sp>
            <p:nvSpPr>
              <p:cNvPr id="87" name="Freeform 241">
                <a:extLst>
                  <a:ext uri="{FF2B5EF4-FFF2-40B4-BE49-F238E27FC236}">
                    <a16:creationId xmlns:a16="http://schemas.microsoft.com/office/drawing/2014/main" id="{526D1569-B3EE-8FBD-F94C-2249F04B127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84" y="2249"/>
                <a:ext cx="11" cy="3"/>
              </a:xfrm>
              <a:custGeom>
                <a:avLst/>
                <a:gdLst/>
                <a:ahLst/>
                <a:cxnLst>
                  <a:cxn ang="0">
                    <a:pos x="80" y="3"/>
                  </a:cxn>
                  <a:cxn ang="0">
                    <a:pos x="77" y="2"/>
                  </a:cxn>
                  <a:cxn ang="0">
                    <a:pos x="79" y="6"/>
                  </a:cxn>
                  <a:cxn ang="0">
                    <a:pos x="82" y="6"/>
                  </a:cxn>
                  <a:cxn ang="0">
                    <a:pos x="89" y="13"/>
                  </a:cxn>
                  <a:cxn ang="0">
                    <a:pos x="92" y="26"/>
                  </a:cxn>
                  <a:cxn ang="0">
                    <a:pos x="86" y="18"/>
                  </a:cxn>
                  <a:cxn ang="0">
                    <a:pos x="76" y="13"/>
                  </a:cxn>
                  <a:cxn ang="0">
                    <a:pos x="64" y="14"/>
                  </a:cxn>
                  <a:cxn ang="0">
                    <a:pos x="27" y="26"/>
                  </a:cxn>
                  <a:cxn ang="0">
                    <a:pos x="6" y="25"/>
                  </a:cxn>
                  <a:cxn ang="0">
                    <a:pos x="0" y="14"/>
                  </a:cxn>
                  <a:cxn ang="0">
                    <a:pos x="24" y="12"/>
                  </a:cxn>
                  <a:cxn ang="0">
                    <a:pos x="57" y="0"/>
                  </a:cxn>
                  <a:cxn ang="0">
                    <a:pos x="70" y="0"/>
                  </a:cxn>
                  <a:cxn ang="0">
                    <a:pos x="80" y="3"/>
                  </a:cxn>
                </a:cxnLst>
                <a:rect l="0" t="0" r="r" b="b"/>
                <a:pathLst>
                  <a:path w="92" h="26">
                    <a:moveTo>
                      <a:pt x="80" y="3"/>
                    </a:moveTo>
                    <a:lnTo>
                      <a:pt x="77" y="2"/>
                    </a:lnTo>
                    <a:lnTo>
                      <a:pt x="79" y="6"/>
                    </a:lnTo>
                    <a:lnTo>
                      <a:pt x="82" y="6"/>
                    </a:lnTo>
                    <a:lnTo>
                      <a:pt x="89" y="13"/>
                    </a:lnTo>
                    <a:lnTo>
                      <a:pt x="92" y="26"/>
                    </a:lnTo>
                    <a:lnTo>
                      <a:pt x="86" y="18"/>
                    </a:lnTo>
                    <a:lnTo>
                      <a:pt x="76" y="13"/>
                    </a:lnTo>
                    <a:lnTo>
                      <a:pt x="64" y="14"/>
                    </a:lnTo>
                    <a:lnTo>
                      <a:pt x="27" y="26"/>
                    </a:lnTo>
                    <a:lnTo>
                      <a:pt x="6" y="25"/>
                    </a:lnTo>
                    <a:lnTo>
                      <a:pt x="0" y="14"/>
                    </a:lnTo>
                    <a:lnTo>
                      <a:pt x="24" y="12"/>
                    </a:lnTo>
                    <a:lnTo>
                      <a:pt x="57" y="0"/>
                    </a:lnTo>
                    <a:lnTo>
                      <a:pt x="70" y="0"/>
                    </a:lnTo>
                    <a:lnTo>
                      <a:pt x="80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8" name="Freeform 242">
                <a:extLst>
                  <a:ext uri="{FF2B5EF4-FFF2-40B4-BE49-F238E27FC236}">
                    <a16:creationId xmlns:a16="http://schemas.microsoft.com/office/drawing/2014/main" id="{428EE307-A78D-F7DB-3B40-AAAFF49C504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90" y="2269"/>
                <a:ext cx="6" cy="10"/>
              </a:xfrm>
              <a:custGeom>
                <a:avLst/>
                <a:gdLst/>
                <a:ahLst/>
                <a:cxnLst>
                  <a:cxn ang="0">
                    <a:pos x="26" y="12"/>
                  </a:cxn>
                  <a:cxn ang="0">
                    <a:pos x="30" y="13"/>
                  </a:cxn>
                  <a:cxn ang="0">
                    <a:pos x="33" y="22"/>
                  </a:cxn>
                  <a:cxn ang="0">
                    <a:pos x="49" y="44"/>
                  </a:cxn>
                  <a:cxn ang="0">
                    <a:pos x="49" y="66"/>
                  </a:cxn>
                  <a:cxn ang="0">
                    <a:pos x="47" y="73"/>
                  </a:cxn>
                  <a:cxn ang="0">
                    <a:pos x="39" y="78"/>
                  </a:cxn>
                  <a:cxn ang="0">
                    <a:pos x="28" y="79"/>
                  </a:cxn>
                  <a:cxn ang="0">
                    <a:pos x="17" y="66"/>
                  </a:cxn>
                  <a:cxn ang="0">
                    <a:pos x="4" y="57"/>
                  </a:cxn>
                  <a:cxn ang="0">
                    <a:pos x="0" y="45"/>
                  </a:cxn>
                  <a:cxn ang="0">
                    <a:pos x="8" y="23"/>
                  </a:cxn>
                  <a:cxn ang="0">
                    <a:pos x="10" y="11"/>
                  </a:cxn>
                  <a:cxn ang="0">
                    <a:pos x="9" y="2"/>
                  </a:cxn>
                  <a:cxn ang="0">
                    <a:pos x="23" y="0"/>
                  </a:cxn>
                  <a:cxn ang="0">
                    <a:pos x="26" y="12"/>
                  </a:cxn>
                </a:cxnLst>
                <a:rect l="0" t="0" r="r" b="b"/>
                <a:pathLst>
                  <a:path w="49" h="79">
                    <a:moveTo>
                      <a:pt x="26" y="12"/>
                    </a:moveTo>
                    <a:lnTo>
                      <a:pt x="30" y="13"/>
                    </a:lnTo>
                    <a:lnTo>
                      <a:pt x="33" y="22"/>
                    </a:lnTo>
                    <a:lnTo>
                      <a:pt x="49" y="44"/>
                    </a:lnTo>
                    <a:lnTo>
                      <a:pt x="49" y="66"/>
                    </a:lnTo>
                    <a:lnTo>
                      <a:pt x="47" y="73"/>
                    </a:lnTo>
                    <a:lnTo>
                      <a:pt x="39" y="78"/>
                    </a:lnTo>
                    <a:lnTo>
                      <a:pt x="28" y="79"/>
                    </a:lnTo>
                    <a:lnTo>
                      <a:pt x="17" y="66"/>
                    </a:lnTo>
                    <a:lnTo>
                      <a:pt x="4" y="57"/>
                    </a:lnTo>
                    <a:lnTo>
                      <a:pt x="0" y="45"/>
                    </a:lnTo>
                    <a:lnTo>
                      <a:pt x="8" y="23"/>
                    </a:lnTo>
                    <a:lnTo>
                      <a:pt x="10" y="11"/>
                    </a:lnTo>
                    <a:lnTo>
                      <a:pt x="9" y="2"/>
                    </a:lnTo>
                    <a:lnTo>
                      <a:pt x="23" y="0"/>
                    </a:lnTo>
                    <a:lnTo>
                      <a:pt x="26" y="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9" name="Freeform 243">
                <a:extLst>
                  <a:ext uri="{FF2B5EF4-FFF2-40B4-BE49-F238E27FC236}">
                    <a16:creationId xmlns:a16="http://schemas.microsoft.com/office/drawing/2014/main" id="{BA7F3F6D-245F-BD39-87F0-EC516064EB2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1" y="2252"/>
                <a:ext cx="3" cy="8"/>
              </a:xfrm>
              <a:custGeom>
                <a:avLst/>
                <a:gdLst/>
                <a:ahLst/>
                <a:cxnLst>
                  <a:cxn ang="0">
                    <a:pos x="21" y="23"/>
                  </a:cxn>
                  <a:cxn ang="0">
                    <a:pos x="24" y="2"/>
                  </a:cxn>
                  <a:cxn ang="0">
                    <a:pos x="24" y="17"/>
                  </a:cxn>
                  <a:cxn ang="0">
                    <a:pos x="14" y="40"/>
                  </a:cxn>
                  <a:cxn ang="0">
                    <a:pos x="11" y="63"/>
                  </a:cxn>
                  <a:cxn ang="0">
                    <a:pos x="0" y="48"/>
                  </a:cxn>
                  <a:cxn ang="0">
                    <a:pos x="4" y="44"/>
                  </a:cxn>
                  <a:cxn ang="0">
                    <a:pos x="7" y="38"/>
                  </a:cxn>
                  <a:cxn ang="0">
                    <a:pos x="6" y="27"/>
                  </a:cxn>
                  <a:cxn ang="0">
                    <a:pos x="12" y="2"/>
                  </a:cxn>
                  <a:cxn ang="0">
                    <a:pos x="14" y="0"/>
                  </a:cxn>
                  <a:cxn ang="0">
                    <a:pos x="20" y="12"/>
                  </a:cxn>
                  <a:cxn ang="0">
                    <a:pos x="21" y="23"/>
                  </a:cxn>
                </a:cxnLst>
                <a:rect l="0" t="0" r="r" b="b"/>
                <a:pathLst>
                  <a:path w="24" h="63">
                    <a:moveTo>
                      <a:pt x="21" y="23"/>
                    </a:moveTo>
                    <a:lnTo>
                      <a:pt x="24" y="2"/>
                    </a:lnTo>
                    <a:lnTo>
                      <a:pt x="24" y="17"/>
                    </a:lnTo>
                    <a:lnTo>
                      <a:pt x="14" y="40"/>
                    </a:lnTo>
                    <a:lnTo>
                      <a:pt x="11" y="63"/>
                    </a:lnTo>
                    <a:lnTo>
                      <a:pt x="0" y="48"/>
                    </a:lnTo>
                    <a:lnTo>
                      <a:pt x="4" y="44"/>
                    </a:lnTo>
                    <a:lnTo>
                      <a:pt x="7" y="38"/>
                    </a:lnTo>
                    <a:lnTo>
                      <a:pt x="6" y="27"/>
                    </a:lnTo>
                    <a:lnTo>
                      <a:pt x="12" y="2"/>
                    </a:lnTo>
                    <a:lnTo>
                      <a:pt x="14" y="0"/>
                    </a:lnTo>
                    <a:lnTo>
                      <a:pt x="20" y="1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0" name="Freeform 244">
                <a:extLst>
                  <a:ext uri="{FF2B5EF4-FFF2-40B4-BE49-F238E27FC236}">
                    <a16:creationId xmlns:a16="http://schemas.microsoft.com/office/drawing/2014/main" id="{D46DE508-4477-475C-0481-71ADEA1002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99" y="2270"/>
                <a:ext cx="3" cy="1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19" y="1"/>
                  </a:cxn>
                  <a:cxn ang="0">
                    <a:pos x="19" y="0"/>
                  </a:cxn>
                  <a:cxn ang="0">
                    <a:pos x="13" y="0"/>
                  </a:cxn>
                  <a:cxn ang="0">
                    <a:pos x="2" y="1"/>
                  </a:cxn>
                  <a:cxn ang="0">
                    <a:pos x="0" y="6"/>
                  </a:cxn>
                  <a:cxn ang="0">
                    <a:pos x="14" y="6"/>
                  </a:cxn>
                </a:cxnLst>
                <a:rect l="0" t="0" r="r" b="b"/>
                <a:pathLst>
                  <a:path w="19" h="6">
                    <a:moveTo>
                      <a:pt x="14" y="6"/>
                    </a:moveTo>
                    <a:lnTo>
                      <a:pt x="19" y="1"/>
                    </a:lnTo>
                    <a:lnTo>
                      <a:pt x="19" y="0"/>
                    </a:lnTo>
                    <a:lnTo>
                      <a:pt x="13" y="0"/>
                    </a:lnTo>
                    <a:lnTo>
                      <a:pt x="2" y="1"/>
                    </a:lnTo>
                    <a:lnTo>
                      <a:pt x="0" y="6"/>
                    </a:lnTo>
                    <a:lnTo>
                      <a:pt x="14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1" name="Freeform 245">
                <a:extLst>
                  <a:ext uri="{FF2B5EF4-FFF2-40B4-BE49-F238E27FC236}">
                    <a16:creationId xmlns:a16="http://schemas.microsoft.com/office/drawing/2014/main" id="{E110B6F8-C67F-68C7-2083-BB156774599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96" y="2280"/>
                <a:ext cx="3" cy="5"/>
              </a:xfrm>
              <a:custGeom>
                <a:avLst/>
                <a:gdLst/>
                <a:ahLst/>
                <a:cxnLst>
                  <a:cxn ang="0">
                    <a:pos x="0" y="19"/>
                  </a:cxn>
                  <a:cxn ang="0">
                    <a:pos x="14" y="0"/>
                  </a:cxn>
                  <a:cxn ang="0">
                    <a:pos x="19" y="32"/>
                  </a:cxn>
                  <a:cxn ang="0">
                    <a:pos x="16" y="40"/>
                  </a:cxn>
                  <a:cxn ang="0">
                    <a:pos x="5" y="34"/>
                  </a:cxn>
                  <a:cxn ang="0">
                    <a:pos x="0" y="19"/>
                  </a:cxn>
                </a:cxnLst>
                <a:rect l="0" t="0" r="r" b="b"/>
                <a:pathLst>
                  <a:path w="19" h="40">
                    <a:moveTo>
                      <a:pt x="0" y="19"/>
                    </a:moveTo>
                    <a:lnTo>
                      <a:pt x="14" y="0"/>
                    </a:lnTo>
                    <a:lnTo>
                      <a:pt x="19" y="32"/>
                    </a:lnTo>
                    <a:lnTo>
                      <a:pt x="16" y="40"/>
                    </a:lnTo>
                    <a:lnTo>
                      <a:pt x="5" y="34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2" name="Freeform 246">
                <a:extLst>
                  <a:ext uri="{FF2B5EF4-FFF2-40B4-BE49-F238E27FC236}">
                    <a16:creationId xmlns:a16="http://schemas.microsoft.com/office/drawing/2014/main" id="{2918620B-53CD-F455-9262-1D1BDEC7C7E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12" y="2268"/>
                <a:ext cx="2" cy="7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10" y="0"/>
                  </a:cxn>
                  <a:cxn ang="0">
                    <a:pos x="15" y="12"/>
                  </a:cxn>
                  <a:cxn ang="0">
                    <a:pos x="14" y="53"/>
                  </a:cxn>
                  <a:cxn ang="0">
                    <a:pos x="4" y="45"/>
                  </a:cxn>
                  <a:cxn ang="0">
                    <a:pos x="0" y="34"/>
                  </a:cxn>
                  <a:cxn ang="0">
                    <a:pos x="6" y="28"/>
                  </a:cxn>
                  <a:cxn ang="0">
                    <a:pos x="10" y="6"/>
                  </a:cxn>
                </a:cxnLst>
                <a:rect l="0" t="0" r="r" b="b"/>
                <a:pathLst>
                  <a:path w="15" h="53">
                    <a:moveTo>
                      <a:pt x="10" y="6"/>
                    </a:moveTo>
                    <a:lnTo>
                      <a:pt x="10" y="0"/>
                    </a:lnTo>
                    <a:lnTo>
                      <a:pt x="15" y="12"/>
                    </a:lnTo>
                    <a:lnTo>
                      <a:pt x="14" y="53"/>
                    </a:lnTo>
                    <a:lnTo>
                      <a:pt x="4" y="45"/>
                    </a:lnTo>
                    <a:lnTo>
                      <a:pt x="0" y="34"/>
                    </a:lnTo>
                    <a:lnTo>
                      <a:pt x="6" y="28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3" name="Freeform 247">
                <a:extLst>
                  <a:ext uri="{FF2B5EF4-FFF2-40B4-BE49-F238E27FC236}">
                    <a16:creationId xmlns:a16="http://schemas.microsoft.com/office/drawing/2014/main" id="{77214FC5-557B-7C28-6B78-DE362E7A862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18" y="2274"/>
                <a:ext cx="5" cy="7"/>
              </a:xfrm>
              <a:custGeom>
                <a:avLst/>
                <a:gdLst/>
                <a:ahLst/>
                <a:cxnLst>
                  <a:cxn ang="0">
                    <a:pos x="31" y="40"/>
                  </a:cxn>
                  <a:cxn ang="0">
                    <a:pos x="36" y="39"/>
                  </a:cxn>
                  <a:cxn ang="0">
                    <a:pos x="40" y="55"/>
                  </a:cxn>
                  <a:cxn ang="0">
                    <a:pos x="33" y="57"/>
                  </a:cxn>
                  <a:cxn ang="0">
                    <a:pos x="23" y="54"/>
                  </a:cxn>
                  <a:cxn ang="0">
                    <a:pos x="28" y="42"/>
                  </a:cxn>
                  <a:cxn ang="0">
                    <a:pos x="16" y="20"/>
                  </a:cxn>
                  <a:cxn ang="0">
                    <a:pos x="0" y="0"/>
                  </a:cxn>
                  <a:cxn ang="0">
                    <a:pos x="7" y="1"/>
                  </a:cxn>
                  <a:cxn ang="0">
                    <a:pos x="15" y="9"/>
                  </a:cxn>
                  <a:cxn ang="0">
                    <a:pos x="31" y="40"/>
                  </a:cxn>
                </a:cxnLst>
                <a:rect l="0" t="0" r="r" b="b"/>
                <a:pathLst>
                  <a:path w="40" h="57">
                    <a:moveTo>
                      <a:pt x="31" y="40"/>
                    </a:moveTo>
                    <a:lnTo>
                      <a:pt x="36" y="39"/>
                    </a:lnTo>
                    <a:lnTo>
                      <a:pt x="40" y="55"/>
                    </a:lnTo>
                    <a:lnTo>
                      <a:pt x="33" y="57"/>
                    </a:lnTo>
                    <a:lnTo>
                      <a:pt x="23" y="54"/>
                    </a:lnTo>
                    <a:lnTo>
                      <a:pt x="28" y="42"/>
                    </a:lnTo>
                    <a:lnTo>
                      <a:pt x="16" y="20"/>
                    </a:lnTo>
                    <a:lnTo>
                      <a:pt x="0" y="0"/>
                    </a:lnTo>
                    <a:lnTo>
                      <a:pt x="7" y="1"/>
                    </a:lnTo>
                    <a:lnTo>
                      <a:pt x="15" y="9"/>
                    </a:lnTo>
                    <a:lnTo>
                      <a:pt x="31" y="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4" name="Freeform 248">
                <a:extLst>
                  <a:ext uri="{FF2B5EF4-FFF2-40B4-BE49-F238E27FC236}">
                    <a16:creationId xmlns:a16="http://schemas.microsoft.com/office/drawing/2014/main" id="{BF2A2097-B983-3358-9CF7-1EB8F46154E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31" y="2281"/>
                <a:ext cx="2" cy="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8"/>
                  </a:cxn>
                  <a:cxn ang="0">
                    <a:pos x="0" y="16"/>
                  </a:cxn>
                  <a:cxn ang="0">
                    <a:pos x="9" y="15"/>
                  </a:cxn>
                  <a:cxn ang="0">
                    <a:pos x="1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16">
                    <a:moveTo>
                      <a:pt x="6" y="0"/>
                    </a:moveTo>
                    <a:lnTo>
                      <a:pt x="1" y="8"/>
                    </a:lnTo>
                    <a:lnTo>
                      <a:pt x="0" y="16"/>
                    </a:lnTo>
                    <a:lnTo>
                      <a:pt x="9" y="15"/>
                    </a:lnTo>
                    <a:lnTo>
                      <a:pt x="13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5" name="Freeform 249">
                <a:extLst>
                  <a:ext uri="{FF2B5EF4-FFF2-40B4-BE49-F238E27FC236}">
                    <a16:creationId xmlns:a16="http://schemas.microsoft.com/office/drawing/2014/main" id="{CFC36E7C-6AE3-472B-159E-F6C7651645A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23" y="2288"/>
                <a:ext cx="4" cy="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5"/>
                  </a:cxn>
                  <a:cxn ang="0">
                    <a:pos x="10" y="29"/>
                  </a:cxn>
                  <a:cxn ang="0">
                    <a:pos x="16" y="37"/>
                  </a:cxn>
                  <a:cxn ang="0">
                    <a:pos x="26" y="41"/>
                  </a:cxn>
                  <a:cxn ang="0">
                    <a:pos x="32" y="56"/>
                  </a:cxn>
                  <a:cxn ang="0">
                    <a:pos x="32" y="64"/>
                  </a:cxn>
                  <a:cxn ang="0">
                    <a:pos x="27" y="52"/>
                  </a:cxn>
                  <a:cxn ang="0">
                    <a:pos x="15" y="45"/>
                  </a:cxn>
                  <a:cxn ang="0">
                    <a:pos x="10" y="33"/>
                  </a:cxn>
                  <a:cxn ang="0">
                    <a:pos x="7" y="13"/>
                  </a:cxn>
                  <a:cxn ang="0">
                    <a:pos x="0" y="0"/>
                  </a:cxn>
                </a:cxnLst>
                <a:rect l="0" t="0" r="r" b="b"/>
                <a:pathLst>
                  <a:path w="32" h="64">
                    <a:moveTo>
                      <a:pt x="0" y="0"/>
                    </a:moveTo>
                    <a:lnTo>
                      <a:pt x="4" y="5"/>
                    </a:lnTo>
                    <a:lnTo>
                      <a:pt x="10" y="29"/>
                    </a:lnTo>
                    <a:lnTo>
                      <a:pt x="16" y="37"/>
                    </a:lnTo>
                    <a:lnTo>
                      <a:pt x="26" y="41"/>
                    </a:lnTo>
                    <a:lnTo>
                      <a:pt x="32" y="56"/>
                    </a:lnTo>
                    <a:lnTo>
                      <a:pt x="32" y="64"/>
                    </a:lnTo>
                    <a:lnTo>
                      <a:pt x="27" y="52"/>
                    </a:lnTo>
                    <a:lnTo>
                      <a:pt x="15" y="45"/>
                    </a:lnTo>
                    <a:lnTo>
                      <a:pt x="10" y="33"/>
                    </a:lnTo>
                    <a:lnTo>
                      <a:pt x="7" y="1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6" name="Freeform 250">
                <a:extLst>
                  <a:ext uri="{FF2B5EF4-FFF2-40B4-BE49-F238E27FC236}">
                    <a16:creationId xmlns:a16="http://schemas.microsoft.com/office/drawing/2014/main" id="{8582A80F-A907-C858-7EAB-2759ABD0E5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33" y="2296"/>
                <a:ext cx="5" cy="7"/>
              </a:xfrm>
              <a:custGeom>
                <a:avLst/>
                <a:gdLst/>
                <a:ahLst/>
                <a:cxnLst>
                  <a:cxn ang="0">
                    <a:pos x="27" y="19"/>
                  </a:cxn>
                  <a:cxn ang="0">
                    <a:pos x="27" y="13"/>
                  </a:cxn>
                  <a:cxn ang="0">
                    <a:pos x="27" y="14"/>
                  </a:cxn>
                  <a:cxn ang="0">
                    <a:pos x="25" y="13"/>
                  </a:cxn>
                  <a:cxn ang="0">
                    <a:pos x="8" y="13"/>
                  </a:cxn>
                  <a:cxn ang="0">
                    <a:pos x="1" y="7"/>
                  </a:cxn>
                  <a:cxn ang="0">
                    <a:pos x="0" y="3"/>
                  </a:cxn>
                  <a:cxn ang="0">
                    <a:pos x="3" y="0"/>
                  </a:cxn>
                  <a:cxn ang="0">
                    <a:pos x="13" y="3"/>
                  </a:cxn>
                  <a:cxn ang="0">
                    <a:pos x="23" y="11"/>
                  </a:cxn>
                  <a:cxn ang="0">
                    <a:pos x="34" y="11"/>
                  </a:cxn>
                  <a:cxn ang="0">
                    <a:pos x="39" y="17"/>
                  </a:cxn>
                  <a:cxn ang="0">
                    <a:pos x="41" y="31"/>
                  </a:cxn>
                  <a:cxn ang="0">
                    <a:pos x="28" y="47"/>
                  </a:cxn>
                  <a:cxn ang="0">
                    <a:pos x="13" y="59"/>
                  </a:cxn>
                  <a:cxn ang="0">
                    <a:pos x="10" y="50"/>
                  </a:cxn>
                  <a:cxn ang="0">
                    <a:pos x="31" y="27"/>
                  </a:cxn>
                  <a:cxn ang="0">
                    <a:pos x="27" y="19"/>
                  </a:cxn>
                </a:cxnLst>
                <a:rect l="0" t="0" r="r" b="b"/>
                <a:pathLst>
                  <a:path w="41" h="59">
                    <a:moveTo>
                      <a:pt x="27" y="19"/>
                    </a:moveTo>
                    <a:lnTo>
                      <a:pt x="27" y="13"/>
                    </a:lnTo>
                    <a:lnTo>
                      <a:pt x="27" y="14"/>
                    </a:lnTo>
                    <a:lnTo>
                      <a:pt x="25" y="13"/>
                    </a:lnTo>
                    <a:lnTo>
                      <a:pt x="8" y="13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13" y="3"/>
                    </a:lnTo>
                    <a:lnTo>
                      <a:pt x="23" y="11"/>
                    </a:lnTo>
                    <a:lnTo>
                      <a:pt x="34" y="11"/>
                    </a:lnTo>
                    <a:lnTo>
                      <a:pt x="39" y="17"/>
                    </a:lnTo>
                    <a:lnTo>
                      <a:pt x="41" y="31"/>
                    </a:lnTo>
                    <a:lnTo>
                      <a:pt x="28" y="47"/>
                    </a:lnTo>
                    <a:lnTo>
                      <a:pt x="13" y="59"/>
                    </a:lnTo>
                    <a:lnTo>
                      <a:pt x="10" y="50"/>
                    </a:lnTo>
                    <a:lnTo>
                      <a:pt x="31" y="27"/>
                    </a:lnTo>
                    <a:lnTo>
                      <a:pt x="27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7" name="Freeform 251">
                <a:extLst>
                  <a:ext uri="{FF2B5EF4-FFF2-40B4-BE49-F238E27FC236}">
                    <a16:creationId xmlns:a16="http://schemas.microsoft.com/office/drawing/2014/main" id="{E591AB7C-805B-802E-2108-136B6EC58E7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46" y="2301"/>
                <a:ext cx="4" cy="1"/>
              </a:xfrm>
              <a:custGeom>
                <a:avLst/>
                <a:gdLst/>
                <a:ahLst/>
                <a:cxnLst>
                  <a:cxn ang="0">
                    <a:pos x="32" y="10"/>
                  </a:cxn>
                  <a:cxn ang="0">
                    <a:pos x="28" y="1"/>
                  </a:cxn>
                  <a:cxn ang="0">
                    <a:pos x="16" y="0"/>
                  </a:cxn>
                  <a:cxn ang="0">
                    <a:pos x="0" y="6"/>
                  </a:cxn>
                  <a:cxn ang="0">
                    <a:pos x="15" y="5"/>
                  </a:cxn>
                  <a:cxn ang="0">
                    <a:pos x="25" y="10"/>
                  </a:cxn>
                  <a:cxn ang="0">
                    <a:pos x="32" y="10"/>
                  </a:cxn>
                </a:cxnLst>
                <a:rect l="0" t="0" r="r" b="b"/>
                <a:pathLst>
                  <a:path w="32" h="10">
                    <a:moveTo>
                      <a:pt x="32" y="10"/>
                    </a:moveTo>
                    <a:lnTo>
                      <a:pt x="28" y="1"/>
                    </a:lnTo>
                    <a:lnTo>
                      <a:pt x="16" y="0"/>
                    </a:lnTo>
                    <a:lnTo>
                      <a:pt x="0" y="6"/>
                    </a:lnTo>
                    <a:lnTo>
                      <a:pt x="15" y="5"/>
                    </a:lnTo>
                    <a:lnTo>
                      <a:pt x="25" y="10"/>
                    </a:lnTo>
                    <a:lnTo>
                      <a:pt x="32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8" name="Freeform 252">
                <a:extLst>
                  <a:ext uri="{FF2B5EF4-FFF2-40B4-BE49-F238E27FC236}">
                    <a16:creationId xmlns:a16="http://schemas.microsoft.com/office/drawing/2014/main" id="{5AF98255-7143-B3C9-1559-289D8E70396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55" y="2306"/>
                <a:ext cx="8" cy="3"/>
              </a:xfrm>
              <a:custGeom>
                <a:avLst/>
                <a:gdLst/>
                <a:ahLst/>
                <a:cxnLst>
                  <a:cxn ang="0">
                    <a:pos x="13" y="4"/>
                  </a:cxn>
                  <a:cxn ang="0">
                    <a:pos x="23" y="0"/>
                  </a:cxn>
                  <a:cxn ang="0">
                    <a:pos x="31" y="6"/>
                  </a:cxn>
                  <a:cxn ang="0">
                    <a:pos x="52" y="16"/>
                  </a:cxn>
                  <a:cxn ang="0">
                    <a:pos x="65" y="24"/>
                  </a:cxn>
                  <a:cxn ang="0">
                    <a:pos x="67" y="27"/>
                  </a:cxn>
                  <a:cxn ang="0">
                    <a:pos x="57" y="26"/>
                  </a:cxn>
                  <a:cxn ang="0">
                    <a:pos x="40" y="14"/>
                  </a:cxn>
                  <a:cxn ang="0">
                    <a:pos x="27" y="8"/>
                  </a:cxn>
                  <a:cxn ang="0">
                    <a:pos x="11" y="19"/>
                  </a:cxn>
                  <a:cxn ang="0">
                    <a:pos x="0" y="19"/>
                  </a:cxn>
                  <a:cxn ang="0">
                    <a:pos x="3" y="12"/>
                  </a:cxn>
                  <a:cxn ang="0">
                    <a:pos x="13" y="4"/>
                  </a:cxn>
                </a:cxnLst>
                <a:rect l="0" t="0" r="r" b="b"/>
                <a:pathLst>
                  <a:path w="67" h="27">
                    <a:moveTo>
                      <a:pt x="13" y="4"/>
                    </a:moveTo>
                    <a:lnTo>
                      <a:pt x="23" y="0"/>
                    </a:lnTo>
                    <a:lnTo>
                      <a:pt x="31" y="6"/>
                    </a:lnTo>
                    <a:lnTo>
                      <a:pt x="52" y="16"/>
                    </a:lnTo>
                    <a:lnTo>
                      <a:pt x="65" y="24"/>
                    </a:lnTo>
                    <a:lnTo>
                      <a:pt x="67" y="27"/>
                    </a:lnTo>
                    <a:lnTo>
                      <a:pt x="57" y="26"/>
                    </a:lnTo>
                    <a:lnTo>
                      <a:pt x="40" y="14"/>
                    </a:lnTo>
                    <a:lnTo>
                      <a:pt x="27" y="8"/>
                    </a:lnTo>
                    <a:lnTo>
                      <a:pt x="11" y="19"/>
                    </a:lnTo>
                    <a:lnTo>
                      <a:pt x="0" y="19"/>
                    </a:lnTo>
                    <a:lnTo>
                      <a:pt x="3" y="12"/>
                    </a:lnTo>
                    <a:lnTo>
                      <a:pt x="13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9" name="Freeform 253">
                <a:extLst>
                  <a:ext uri="{FF2B5EF4-FFF2-40B4-BE49-F238E27FC236}">
                    <a16:creationId xmlns:a16="http://schemas.microsoft.com/office/drawing/2014/main" id="{050FD9FD-F37E-E992-C3C2-DC7FFD94B19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41" y="2313"/>
                <a:ext cx="7" cy="5"/>
              </a:xfrm>
              <a:custGeom>
                <a:avLst/>
                <a:gdLst/>
                <a:ahLst/>
                <a:cxnLst>
                  <a:cxn ang="0">
                    <a:pos x="53" y="0"/>
                  </a:cxn>
                  <a:cxn ang="0">
                    <a:pos x="51" y="0"/>
                  </a:cxn>
                  <a:cxn ang="0">
                    <a:pos x="51" y="16"/>
                  </a:cxn>
                  <a:cxn ang="0">
                    <a:pos x="48" y="29"/>
                  </a:cxn>
                  <a:cxn ang="0">
                    <a:pos x="36" y="37"/>
                  </a:cxn>
                  <a:cxn ang="0">
                    <a:pos x="0" y="41"/>
                  </a:cxn>
                  <a:cxn ang="0">
                    <a:pos x="1" y="21"/>
                  </a:cxn>
                  <a:cxn ang="0">
                    <a:pos x="18" y="13"/>
                  </a:cxn>
                  <a:cxn ang="0">
                    <a:pos x="31" y="19"/>
                  </a:cxn>
                  <a:cxn ang="0">
                    <a:pos x="53" y="0"/>
                  </a:cxn>
                </a:cxnLst>
                <a:rect l="0" t="0" r="r" b="b"/>
                <a:pathLst>
                  <a:path w="53" h="41">
                    <a:moveTo>
                      <a:pt x="53" y="0"/>
                    </a:moveTo>
                    <a:lnTo>
                      <a:pt x="51" y="0"/>
                    </a:lnTo>
                    <a:lnTo>
                      <a:pt x="51" y="16"/>
                    </a:lnTo>
                    <a:lnTo>
                      <a:pt x="48" y="29"/>
                    </a:lnTo>
                    <a:lnTo>
                      <a:pt x="36" y="37"/>
                    </a:lnTo>
                    <a:lnTo>
                      <a:pt x="0" y="41"/>
                    </a:lnTo>
                    <a:lnTo>
                      <a:pt x="1" y="21"/>
                    </a:lnTo>
                    <a:lnTo>
                      <a:pt x="18" y="13"/>
                    </a:lnTo>
                    <a:lnTo>
                      <a:pt x="31" y="19"/>
                    </a:lnTo>
                    <a:lnTo>
                      <a:pt x="5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0" name="Freeform 254">
                <a:extLst>
                  <a:ext uri="{FF2B5EF4-FFF2-40B4-BE49-F238E27FC236}">
                    <a16:creationId xmlns:a16="http://schemas.microsoft.com/office/drawing/2014/main" id="{2054C569-9D61-06FB-FCDF-E644719375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95" y="2279"/>
                <a:ext cx="3" cy="3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0" y="15"/>
                  </a:cxn>
                  <a:cxn ang="0">
                    <a:pos x="2" y="22"/>
                  </a:cxn>
                  <a:cxn ang="0">
                    <a:pos x="12" y="16"/>
                  </a:cxn>
                  <a:cxn ang="0">
                    <a:pos x="19" y="3"/>
                  </a:cxn>
                  <a:cxn ang="0">
                    <a:pos x="12" y="0"/>
                  </a:cxn>
                </a:cxnLst>
                <a:rect l="0" t="0" r="r" b="b"/>
                <a:pathLst>
                  <a:path w="19" h="22">
                    <a:moveTo>
                      <a:pt x="12" y="0"/>
                    </a:moveTo>
                    <a:lnTo>
                      <a:pt x="0" y="15"/>
                    </a:lnTo>
                    <a:lnTo>
                      <a:pt x="2" y="22"/>
                    </a:lnTo>
                    <a:lnTo>
                      <a:pt x="12" y="16"/>
                    </a:lnTo>
                    <a:lnTo>
                      <a:pt x="19" y="3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1" name="Freeform 255">
              <a:extLst>
                <a:ext uri="{FF2B5EF4-FFF2-40B4-BE49-F238E27FC236}">
                  <a16:creationId xmlns:a16="http://schemas.microsoft.com/office/drawing/2014/main" id="{BD9AD046-33C5-DDEA-DBDF-AF7C735CE8C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527717" y="5509949"/>
              <a:ext cx="5840" cy="584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7"/>
                </a:cxn>
                <a:cxn ang="0">
                  <a:pos x="1" y="12"/>
                </a:cxn>
                <a:cxn ang="0">
                  <a:pos x="8" y="9"/>
                </a:cxn>
                <a:cxn ang="0">
                  <a:pos x="8" y="0"/>
                </a:cxn>
              </a:cxnLst>
              <a:rect l="0" t="0" r="r" b="b"/>
              <a:pathLst>
                <a:path w="8" h="12">
                  <a:moveTo>
                    <a:pt x="8" y="0"/>
                  </a:moveTo>
                  <a:lnTo>
                    <a:pt x="0" y="7"/>
                  </a:lnTo>
                  <a:lnTo>
                    <a:pt x="1" y="12"/>
                  </a:lnTo>
                  <a:lnTo>
                    <a:pt x="8" y="9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Freeform 256">
              <a:extLst>
                <a:ext uri="{FF2B5EF4-FFF2-40B4-BE49-F238E27FC236}">
                  <a16:creationId xmlns:a16="http://schemas.microsoft.com/office/drawing/2014/main" id="{2FD7D7B5-3748-F778-E94D-A59BDCA055F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533557" y="5550830"/>
              <a:ext cx="11681" cy="5840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4"/>
                </a:cxn>
                <a:cxn ang="0">
                  <a:pos x="1" y="9"/>
                </a:cxn>
                <a:cxn ang="0">
                  <a:pos x="11" y="0"/>
                </a:cxn>
                <a:cxn ang="0">
                  <a:pos x="1" y="2"/>
                </a:cxn>
              </a:cxnLst>
              <a:rect l="0" t="0" r="r" b="b"/>
              <a:pathLst>
                <a:path w="11" h="9">
                  <a:moveTo>
                    <a:pt x="1" y="2"/>
                  </a:moveTo>
                  <a:lnTo>
                    <a:pt x="0" y="4"/>
                  </a:lnTo>
                  <a:lnTo>
                    <a:pt x="1" y="9"/>
                  </a:lnTo>
                  <a:lnTo>
                    <a:pt x="11" y="0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3" name="Group 259">
              <a:extLst>
                <a:ext uri="{FF2B5EF4-FFF2-40B4-BE49-F238E27FC236}">
                  <a16:creationId xmlns:a16="http://schemas.microsoft.com/office/drawing/2014/main" id="{F885D7B7-35D1-9942-0403-19D49AF923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277860" y="5188747"/>
              <a:ext cx="671652" cy="227762"/>
              <a:chOff x="3020" y="2292"/>
              <a:chExt cx="115" cy="39"/>
            </a:xfrm>
            <a:grpFill/>
          </p:grpSpPr>
          <p:sp>
            <p:nvSpPr>
              <p:cNvPr id="84" name="Freeform 260">
                <a:extLst>
                  <a:ext uri="{FF2B5EF4-FFF2-40B4-BE49-F238E27FC236}">
                    <a16:creationId xmlns:a16="http://schemas.microsoft.com/office/drawing/2014/main" id="{62FC88C9-E1FB-D5AD-CBEB-190CCCEEA85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20" y="2292"/>
                <a:ext cx="115" cy="39"/>
              </a:xfrm>
              <a:custGeom>
                <a:avLst/>
                <a:gdLst/>
                <a:ahLst/>
                <a:cxnLst>
                  <a:cxn ang="0">
                    <a:pos x="681" y="156"/>
                  </a:cxn>
                  <a:cxn ang="0">
                    <a:pos x="722" y="176"/>
                  </a:cxn>
                  <a:cxn ang="0">
                    <a:pos x="753" y="188"/>
                  </a:cxn>
                  <a:cxn ang="0">
                    <a:pos x="785" y="188"/>
                  </a:cxn>
                  <a:cxn ang="0">
                    <a:pos x="784" y="215"/>
                  </a:cxn>
                  <a:cxn ang="0">
                    <a:pos x="798" y="224"/>
                  </a:cxn>
                  <a:cxn ang="0">
                    <a:pos x="867" y="238"/>
                  </a:cxn>
                  <a:cxn ang="0">
                    <a:pos x="906" y="260"/>
                  </a:cxn>
                  <a:cxn ang="0">
                    <a:pos x="858" y="294"/>
                  </a:cxn>
                  <a:cxn ang="0">
                    <a:pos x="795" y="304"/>
                  </a:cxn>
                  <a:cxn ang="0">
                    <a:pos x="692" y="297"/>
                  </a:cxn>
                  <a:cxn ang="0">
                    <a:pos x="621" y="307"/>
                  </a:cxn>
                  <a:cxn ang="0">
                    <a:pos x="617" y="293"/>
                  </a:cxn>
                  <a:cxn ang="0">
                    <a:pos x="670" y="260"/>
                  </a:cxn>
                  <a:cxn ang="0">
                    <a:pos x="661" y="241"/>
                  </a:cxn>
                  <a:cxn ang="0">
                    <a:pos x="577" y="219"/>
                  </a:cxn>
                  <a:cxn ang="0">
                    <a:pos x="545" y="181"/>
                  </a:cxn>
                  <a:cxn ang="0">
                    <a:pos x="502" y="150"/>
                  </a:cxn>
                  <a:cxn ang="0">
                    <a:pos x="459" y="146"/>
                  </a:cxn>
                  <a:cxn ang="0">
                    <a:pos x="384" y="112"/>
                  </a:cxn>
                  <a:cxn ang="0">
                    <a:pos x="325" y="100"/>
                  </a:cxn>
                  <a:cxn ang="0">
                    <a:pos x="299" y="104"/>
                  </a:cxn>
                  <a:cxn ang="0">
                    <a:pos x="262" y="97"/>
                  </a:cxn>
                  <a:cxn ang="0">
                    <a:pos x="238" y="80"/>
                  </a:cxn>
                  <a:cxn ang="0">
                    <a:pos x="271" y="63"/>
                  </a:cxn>
                  <a:cxn ang="0">
                    <a:pos x="255" y="51"/>
                  </a:cxn>
                  <a:cxn ang="0">
                    <a:pos x="165" y="56"/>
                  </a:cxn>
                  <a:cxn ang="0">
                    <a:pos x="124" y="89"/>
                  </a:cxn>
                  <a:cxn ang="0">
                    <a:pos x="78" y="110"/>
                  </a:cxn>
                  <a:cxn ang="0">
                    <a:pos x="36" y="132"/>
                  </a:cxn>
                  <a:cxn ang="0">
                    <a:pos x="28" y="123"/>
                  </a:cxn>
                  <a:cxn ang="0">
                    <a:pos x="22" y="109"/>
                  </a:cxn>
                  <a:cxn ang="0">
                    <a:pos x="41" y="100"/>
                  </a:cxn>
                  <a:cxn ang="0">
                    <a:pos x="65" y="48"/>
                  </a:cxn>
                  <a:cxn ang="0">
                    <a:pos x="125" y="21"/>
                  </a:cxn>
                  <a:cxn ang="0">
                    <a:pos x="275" y="0"/>
                  </a:cxn>
                  <a:cxn ang="0">
                    <a:pos x="355" y="6"/>
                  </a:cxn>
                  <a:cxn ang="0">
                    <a:pos x="408" y="17"/>
                  </a:cxn>
                  <a:cxn ang="0">
                    <a:pos x="449" y="51"/>
                  </a:cxn>
                  <a:cxn ang="0">
                    <a:pos x="514" y="69"/>
                  </a:cxn>
                  <a:cxn ang="0">
                    <a:pos x="544" y="80"/>
                  </a:cxn>
                  <a:cxn ang="0">
                    <a:pos x="545" y="89"/>
                  </a:cxn>
                  <a:cxn ang="0">
                    <a:pos x="594" y="118"/>
                  </a:cxn>
                  <a:cxn ang="0">
                    <a:pos x="656" y="139"/>
                  </a:cxn>
                </a:cxnLst>
                <a:rect l="0" t="0" r="r" b="b"/>
                <a:pathLst>
                  <a:path w="916" h="307">
                    <a:moveTo>
                      <a:pt x="656" y="139"/>
                    </a:moveTo>
                    <a:lnTo>
                      <a:pt x="657" y="142"/>
                    </a:lnTo>
                    <a:lnTo>
                      <a:pt x="681" y="156"/>
                    </a:lnTo>
                    <a:lnTo>
                      <a:pt x="700" y="172"/>
                    </a:lnTo>
                    <a:lnTo>
                      <a:pt x="713" y="176"/>
                    </a:lnTo>
                    <a:lnTo>
                      <a:pt x="722" y="176"/>
                    </a:lnTo>
                    <a:lnTo>
                      <a:pt x="730" y="179"/>
                    </a:lnTo>
                    <a:lnTo>
                      <a:pt x="735" y="183"/>
                    </a:lnTo>
                    <a:lnTo>
                      <a:pt x="753" y="188"/>
                    </a:lnTo>
                    <a:lnTo>
                      <a:pt x="764" y="188"/>
                    </a:lnTo>
                    <a:lnTo>
                      <a:pt x="776" y="186"/>
                    </a:lnTo>
                    <a:lnTo>
                      <a:pt x="785" y="188"/>
                    </a:lnTo>
                    <a:lnTo>
                      <a:pt x="790" y="196"/>
                    </a:lnTo>
                    <a:lnTo>
                      <a:pt x="790" y="204"/>
                    </a:lnTo>
                    <a:lnTo>
                      <a:pt x="784" y="215"/>
                    </a:lnTo>
                    <a:lnTo>
                      <a:pt x="784" y="219"/>
                    </a:lnTo>
                    <a:lnTo>
                      <a:pt x="786" y="222"/>
                    </a:lnTo>
                    <a:lnTo>
                      <a:pt x="798" y="224"/>
                    </a:lnTo>
                    <a:lnTo>
                      <a:pt x="846" y="223"/>
                    </a:lnTo>
                    <a:lnTo>
                      <a:pt x="856" y="226"/>
                    </a:lnTo>
                    <a:lnTo>
                      <a:pt x="867" y="238"/>
                    </a:lnTo>
                    <a:lnTo>
                      <a:pt x="871" y="244"/>
                    </a:lnTo>
                    <a:lnTo>
                      <a:pt x="892" y="258"/>
                    </a:lnTo>
                    <a:lnTo>
                      <a:pt x="906" y="260"/>
                    </a:lnTo>
                    <a:lnTo>
                      <a:pt x="915" y="264"/>
                    </a:lnTo>
                    <a:lnTo>
                      <a:pt x="916" y="274"/>
                    </a:lnTo>
                    <a:lnTo>
                      <a:pt x="858" y="294"/>
                    </a:lnTo>
                    <a:lnTo>
                      <a:pt x="841" y="301"/>
                    </a:lnTo>
                    <a:lnTo>
                      <a:pt x="820" y="305"/>
                    </a:lnTo>
                    <a:lnTo>
                      <a:pt x="795" y="304"/>
                    </a:lnTo>
                    <a:lnTo>
                      <a:pt x="781" y="299"/>
                    </a:lnTo>
                    <a:lnTo>
                      <a:pt x="764" y="298"/>
                    </a:lnTo>
                    <a:lnTo>
                      <a:pt x="692" y="297"/>
                    </a:lnTo>
                    <a:lnTo>
                      <a:pt x="656" y="301"/>
                    </a:lnTo>
                    <a:lnTo>
                      <a:pt x="634" y="307"/>
                    </a:lnTo>
                    <a:lnTo>
                      <a:pt x="621" y="307"/>
                    </a:lnTo>
                    <a:lnTo>
                      <a:pt x="614" y="305"/>
                    </a:lnTo>
                    <a:lnTo>
                      <a:pt x="611" y="299"/>
                    </a:lnTo>
                    <a:lnTo>
                      <a:pt x="617" y="293"/>
                    </a:lnTo>
                    <a:lnTo>
                      <a:pt x="634" y="278"/>
                    </a:lnTo>
                    <a:lnTo>
                      <a:pt x="649" y="269"/>
                    </a:lnTo>
                    <a:lnTo>
                      <a:pt x="670" y="260"/>
                    </a:lnTo>
                    <a:lnTo>
                      <a:pt x="672" y="250"/>
                    </a:lnTo>
                    <a:lnTo>
                      <a:pt x="671" y="246"/>
                    </a:lnTo>
                    <a:lnTo>
                      <a:pt x="661" y="241"/>
                    </a:lnTo>
                    <a:lnTo>
                      <a:pt x="635" y="233"/>
                    </a:lnTo>
                    <a:lnTo>
                      <a:pt x="586" y="228"/>
                    </a:lnTo>
                    <a:lnTo>
                      <a:pt x="577" y="219"/>
                    </a:lnTo>
                    <a:lnTo>
                      <a:pt x="563" y="211"/>
                    </a:lnTo>
                    <a:lnTo>
                      <a:pt x="553" y="198"/>
                    </a:lnTo>
                    <a:lnTo>
                      <a:pt x="545" y="181"/>
                    </a:lnTo>
                    <a:lnTo>
                      <a:pt x="542" y="165"/>
                    </a:lnTo>
                    <a:lnTo>
                      <a:pt x="531" y="153"/>
                    </a:lnTo>
                    <a:lnTo>
                      <a:pt x="502" y="150"/>
                    </a:lnTo>
                    <a:lnTo>
                      <a:pt x="475" y="151"/>
                    </a:lnTo>
                    <a:lnTo>
                      <a:pt x="465" y="150"/>
                    </a:lnTo>
                    <a:lnTo>
                      <a:pt x="459" y="146"/>
                    </a:lnTo>
                    <a:lnTo>
                      <a:pt x="429" y="140"/>
                    </a:lnTo>
                    <a:lnTo>
                      <a:pt x="403" y="129"/>
                    </a:lnTo>
                    <a:lnTo>
                      <a:pt x="384" y="112"/>
                    </a:lnTo>
                    <a:lnTo>
                      <a:pt x="371" y="105"/>
                    </a:lnTo>
                    <a:lnTo>
                      <a:pt x="335" y="104"/>
                    </a:lnTo>
                    <a:lnTo>
                      <a:pt x="325" y="100"/>
                    </a:lnTo>
                    <a:lnTo>
                      <a:pt x="318" y="100"/>
                    </a:lnTo>
                    <a:lnTo>
                      <a:pt x="309" y="103"/>
                    </a:lnTo>
                    <a:lnTo>
                      <a:pt x="299" y="104"/>
                    </a:lnTo>
                    <a:lnTo>
                      <a:pt x="287" y="101"/>
                    </a:lnTo>
                    <a:lnTo>
                      <a:pt x="284" y="98"/>
                    </a:lnTo>
                    <a:lnTo>
                      <a:pt x="262" y="97"/>
                    </a:lnTo>
                    <a:lnTo>
                      <a:pt x="248" y="93"/>
                    </a:lnTo>
                    <a:lnTo>
                      <a:pt x="243" y="90"/>
                    </a:lnTo>
                    <a:lnTo>
                      <a:pt x="238" y="80"/>
                    </a:lnTo>
                    <a:lnTo>
                      <a:pt x="238" y="76"/>
                    </a:lnTo>
                    <a:lnTo>
                      <a:pt x="266" y="69"/>
                    </a:lnTo>
                    <a:lnTo>
                      <a:pt x="271" y="63"/>
                    </a:lnTo>
                    <a:lnTo>
                      <a:pt x="269" y="57"/>
                    </a:lnTo>
                    <a:lnTo>
                      <a:pt x="258" y="56"/>
                    </a:lnTo>
                    <a:lnTo>
                      <a:pt x="255" y="51"/>
                    </a:lnTo>
                    <a:lnTo>
                      <a:pt x="197" y="46"/>
                    </a:lnTo>
                    <a:lnTo>
                      <a:pt x="181" y="47"/>
                    </a:lnTo>
                    <a:lnTo>
                      <a:pt x="165" y="56"/>
                    </a:lnTo>
                    <a:lnTo>
                      <a:pt x="153" y="69"/>
                    </a:lnTo>
                    <a:lnTo>
                      <a:pt x="143" y="82"/>
                    </a:lnTo>
                    <a:lnTo>
                      <a:pt x="124" y="89"/>
                    </a:lnTo>
                    <a:lnTo>
                      <a:pt x="102" y="91"/>
                    </a:lnTo>
                    <a:lnTo>
                      <a:pt x="89" y="95"/>
                    </a:lnTo>
                    <a:lnTo>
                      <a:pt x="78" y="110"/>
                    </a:lnTo>
                    <a:lnTo>
                      <a:pt x="63" y="112"/>
                    </a:lnTo>
                    <a:lnTo>
                      <a:pt x="59" y="114"/>
                    </a:lnTo>
                    <a:lnTo>
                      <a:pt x="36" y="132"/>
                    </a:lnTo>
                    <a:lnTo>
                      <a:pt x="33" y="132"/>
                    </a:lnTo>
                    <a:lnTo>
                      <a:pt x="32" y="128"/>
                    </a:lnTo>
                    <a:lnTo>
                      <a:pt x="28" y="123"/>
                    </a:lnTo>
                    <a:lnTo>
                      <a:pt x="0" y="124"/>
                    </a:lnTo>
                    <a:lnTo>
                      <a:pt x="0" y="121"/>
                    </a:lnTo>
                    <a:lnTo>
                      <a:pt x="22" y="109"/>
                    </a:lnTo>
                    <a:lnTo>
                      <a:pt x="37" y="107"/>
                    </a:lnTo>
                    <a:lnTo>
                      <a:pt x="39" y="104"/>
                    </a:lnTo>
                    <a:lnTo>
                      <a:pt x="41" y="100"/>
                    </a:lnTo>
                    <a:lnTo>
                      <a:pt x="41" y="70"/>
                    </a:lnTo>
                    <a:lnTo>
                      <a:pt x="46" y="62"/>
                    </a:lnTo>
                    <a:lnTo>
                      <a:pt x="65" y="48"/>
                    </a:lnTo>
                    <a:lnTo>
                      <a:pt x="93" y="36"/>
                    </a:lnTo>
                    <a:lnTo>
                      <a:pt x="99" y="35"/>
                    </a:lnTo>
                    <a:lnTo>
                      <a:pt x="125" y="21"/>
                    </a:lnTo>
                    <a:lnTo>
                      <a:pt x="185" y="8"/>
                    </a:lnTo>
                    <a:lnTo>
                      <a:pt x="206" y="0"/>
                    </a:lnTo>
                    <a:lnTo>
                      <a:pt x="275" y="0"/>
                    </a:lnTo>
                    <a:lnTo>
                      <a:pt x="305" y="6"/>
                    </a:lnTo>
                    <a:lnTo>
                      <a:pt x="336" y="7"/>
                    </a:lnTo>
                    <a:lnTo>
                      <a:pt x="355" y="6"/>
                    </a:lnTo>
                    <a:lnTo>
                      <a:pt x="366" y="15"/>
                    </a:lnTo>
                    <a:lnTo>
                      <a:pt x="374" y="18"/>
                    </a:lnTo>
                    <a:lnTo>
                      <a:pt x="408" y="17"/>
                    </a:lnTo>
                    <a:lnTo>
                      <a:pt x="418" y="21"/>
                    </a:lnTo>
                    <a:lnTo>
                      <a:pt x="441" y="41"/>
                    </a:lnTo>
                    <a:lnTo>
                      <a:pt x="449" y="51"/>
                    </a:lnTo>
                    <a:lnTo>
                      <a:pt x="465" y="66"/>
                    </a:lnTo>
                    <a:lnTo>
                      <a:pt x="480" y="70"/>
                    </a:lnTo>
                    <a:lnTo>
                      <a:pt x="514" y="69"/>
                    </a:lnTo>
                    <a:lnTo>
                      <a:pt x="524" y="74"/>
                    </a:lnTo>
                    <a:lnTo>
                      <a:pt x="538" y="74"/>
                    </a:lnTo>
                    <a:lnTo>
                      <a:pt x="544" y="80"/>
                    </a:lnTo>
                    <a:lnTo>
                      <a:pt x="538" y="80"/>
                    </a:lnTo>
                    <a:lnTo>
                      <a:pt x="537" y="85"/>
                    </a:lnTo>
                    <a:lnTo>
                      <a:pt x="545" y="89"/>
                    </a:lnTo>
                    <a:lnTo>
                      <a:pt x="563" y="92"/>
                    </a:lnTo>
                    <a:lnTo>
                      <a:pt x="575" y="98"/>
                    </a:lnTo>
                    <a:lnTo>
                      <a:pt x="594" y="118"/>
                    </a:lnTo>
                    <a:lnTo>
                      <a:pt x="621" y="125"/>
                    </a:lnTo>
                    <a:lnTo>
                      <a:pt x="641" y="135"/>
                    </a:lnTo>
                    <a:lnTo>
                      <a:pt x="656" y="1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5" name="Freeform 261">
                <a:extLst>
                  <a:ext uri="{FF2B5EF4-FFF2-40B4-BE49-F238E27FC236}">
                    <a16:creationId xmlns:a16="http://schemas.microsoft.com/office/drawing/2014/main" id="{9FAB3BE2-A1C2-DFB1-89F2-A54A7CCC08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38" y="2307"/>
                <a:ext cx="6" cy="5"/>
              </a:xfrm>
              <a:custGeom>
                <a:avLst/>
                <a:gdLst/>
                <a:ahLst/>
                <a:cxnLst>
                  <a:cxn ang="0">
                    <a:pos x="36" y="1"/>
                  </a:cxn>
                  <a:cxn ang="0">
                    <a:pos x="38" y="11"/>
                  </a:cxn>
                  <a:cxn ang="0">
                    <a:pos x="42" y="16"/>
                  </a:cxn>
                  <a:cxn ang="0">
                    <a:pos x="46" y="34"/>
                  </a:cxn>
                  <a:cxn ang="0">
                    <a:pos x="21" y="42"/>
                  </a:cxn>
                  <a:cxn ang="0">
                    <a:pos x="11" y="42"/>
                  </a:cxn>
                  <a:cxn ang="0">
                    <a:pos x="7" y="38"/>
                  </a:cxn>
                  <a:cxn ang="0">
                    <a:pos x="2" y="35"/>
                  </a:cxn>
                  <a:cxn ang="0">
                    <a:pos x="0" y="26"/>
                  </a:cxn>
                  <a:cxn ang="0">
                    <a:pos x="15" y="33"/>
                  </a:cxn>
                  <a:cxn ang="0">
                    <a:pos x="18" y="24"/>
                  </a:cxn>
                  <a:cxn ang="0">
                    <a:pos x="15" y="17"/>
                  </a:cxn>
                  <a:cxn ang="0">
                    <a:pos x="13" y="11"/>
                  </a:cxn>
                  <a:cxn ang="0">
                    <a:pos x="15" y="2"/>
                  </a:cxn>
                  <a:cxn ang="0">
                    <a:pos x="26" y="0"/>
                  </a:cxn>
                  <a:cxn ang="0">
                    <a:pos x="32" y="1"/>
                  </a:cxn>
                  <a:cxn ang="0">
                    <a:pos x="36" y="3"/>
                  </a:cxn>
                  <a:cxn ang="0">
                    <a:pos x="36" y="1"/>
                  </a:cxn>
                </a:cxnLst>
                <a:rect l="0" t="0" r="r" b="b"/>
                <a:pathLst>
                  <a:path w="46" h="42">
                    <a:moveTo>
                      <a:pt x="36" y="1"/>
                    </a:moveTo>
                    <a:lnTo>
                      <a:pt x="38" y="11"/>
                    </a:lnTo>
                    <a:lnTo>
                      <a:pt x="42" y="16"/>
                    </a:lnTo>
                    <a:lnTo>
                      <a:pt x="46" y="34"/>
                    </a:lnTo>
                    <a:lnTo>
                      <a:pt x="21" y="42"/>
                    </a:lnTo>
                    <a:lnTo>
                      <a:pt x="11" y="42"/>
                    </a:lnTo>
                    <a:lnTo>
                      <a:pt x="7" y="38"/>
                    </a:lnTo>
                    <a:lnTo>
                      <a:pt x="2" y="35"/>
                    </a:lnTo>
                    <a:lnTo>
                      <a:pt x="0" y="26"/>
                    </a:lnTo>
                    <a:lnTo>
                      <a:pt x="15" y="33"/>
                    </a:lnTo>
                    <a:lnTo>
                      <a:pt x="18" y="24"/>
                    </a:lnTo>
                    <a:lnTo>
                      <a:pt x="15" y="17"/>
                    </a:lnTo>
                    <a:lnTo>
                      <a:pt x="13" y="11"/>
                    </a:lnTo>
                    <a:lnTo>
                      <a:pt x="15" y="2"/>
                    </a:lnTo>
                    <a:lnTo>
                      <a:pt x="26" y="0"/>
                    </a:lnTo>
                    <a:lnTo>
                      <a:pt x="32" y="1"/>
                    </a:lnTo>
                    <a:lnTo>
                      <a:pt x="36" y="3"/>
                    </a:lnTo>
                    <a:lnTo>
                      <a:pt x="36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6" name="Freeform 262">
                <a:extLst>
                  <a:ext uri="{FF2B5EF4-FFF2-40B4-BE49-F238E27FC236}">
                    <a16:creationId xmlns:a16="http://schemas.microsoft.com/office/drawing/2014/main" id="{BDCDD56E-0C11-6BA2-0235-F4163908034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87" y="2300"/>
                <a:ext cx="11" cy="7"/>
              </a:xfrm>
              <a:custGeom>
                <a:avLst/>
                <a:gdLst/>
                <a:ahLst/>
                <a:cxnLst>
                  <a:cxn ang="0">
                    <a:pos x="57" y="22"/>
                  </a:cxn>
                  <a:cxn ang="0">
                    <a:pos x="77" y="34"/>
                  </a:cxn>
                  <a:cxn ang="0">
                    <a:pos x="84" y="42"/>
                  </a:cxn>
                  <a:cxn ang="0">
                    <a:pos x="87" y="54"/>
                  </a:cxn>
                  <a:cxn ang="0">
                    <a:pos x="73" y="53"/>
                  </a:cxn>
                  <a:cxn ang="0">
                    <a:pos x="56" y="42"/>
                  </a:cxn>
                  <a:cxn ang="0">
                    <a:pos x="46" y="26"/>
                  </a:cxn>
                  <a:cxn ang="0">
                    <a:pos x="37" y="18"/>
                  </a:cxn>
                  <a:cxn ang="0">
                    <a:pos x="16" y="15"/>
                  </a:cxn>
                  <a:cxn ang="0">
                    <a:pos x="11" y="13"/>
                  </a:cxn>
                  <a:cxn ang="0">
                    <a:pos x="2" y="8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23" y="1"/>
                  </a:cxn>
                  <a:cxn ang="0">
                    <a:pos x="57" y="22"/>
                  </a:cxn>
                </a:cxnLst>
                <a:rect l="0" t="0" r="r" b="b"/>
                <a:pathLst>
                  <a:path w="87" h="54">
                    <a:moveTo>
                      <a:pt x="57" y="22"/>
                    </a:moveTo>
                    <a:lnTo>
                      <a:pt x="77" y="34"/>
                    </a:lnTo>
                    <a:lnTo>
                      <a:pt x="84" y="42"/>
                    </a:lnTo>
                    <a:lnTo>
                      <a:pt x="87" y="54"/>
                    </a:lnTo>
                    <a:lnTo>
                      <a:pt x="73" y="53"/>
                    </a:lnTo>
                    <a:lnTo>
                      <a:pt x="56" y="42"/>
                    </a:lnTo>
                    <a:lnTo>
                      <a:pt x="46" y="26"/>
                    </a:lnTo>
                    <a:lnTo>
                      <a:pt x="37" y="18"/>
                    </a:lnTo>
                    <a:lnTo>
                      <a:pt x="16" y="15"/>
                    </a:lnTo>
                    <a:lnTo>
                      <a:pt x="11" y="13"/>
                    </a:lnTo>
                    <a:lnTo>
                      <a:pt x="2" y="8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3" y="1"/>
                    </a:lnTo>
                    <a:lnTo>
                      <a:pt x="57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" name="Freeform 263">
              <a:extLst>
                <a:ext uri="{FF2B5EF4-FFF2-40B4-BE49-F238E27FC236}">
                  <a16:creationId xmlns:a16="http://schemas.microsoft.com/office/drawing/2014/main" id="{716D3E74-DA5A-B503-B9AA-879365A335D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8656207" y="5574189"/>
              <a:ext cx="11681" cy="5840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3" y="9"/>
                </a:cxn>
                <a:cxn ang="0">
                  <a:pos x="9" y="13"/>
                </a:cxn>
                <a:cxn ang="0">
                  <a:pos x="12" y="11"/>
                </a:cxn>
                <a:cxn ang="0">
                  <a:pos x="12" y="3"/>
                </a:cxn>
                <a:cxn ang="0">
                  <a:pos x="9" y="1"/>
                </a:cxn>
              </a:cxnLst>
              <a:rect l="0" t="0" r="r" b="b"/>
              <a:pathLst>
                <a:path w="12" h="13">
                  <a:moveTo>
                    <a:pt x="9" y="1"/>
                  </a:moveTo>
                  <a:lnTo>
                    <a:pt x="0" y="0"/>
                  </a:lnTo>
                  <a:lnTo>
                    <a:pt x="3" y="9"/>
                  </a:lnTo>
                  <a:lnTo>
                    <a:pt x="9" y="13"/>
                  </a:lnTo>
                  <a:lnTo>
                    <a:pt x="12" y="11"/>
                  </a:lnTo>
                  <a:lnTo>
                    <a:pt x="12" y="3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5" name="Group 265">
              <a:extLst>
                <a:ext uri="{FF2B5EF4-FFF2-40B4-BE49-F238E27FC236}">
                  <a16:creationId xmlns:a16="http://schemas.microsoft.com/office/drawing/2014/main" id="{9E43B6FF-6E0C-7956-5D05-6F13872F43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186977" y="4522983"/>
              <a:ext cx="1974073" cy="1232247"/>
              <a:chOff x="2662" y="2178"/>
              <a:chExt cx="338" cy="211"/>
            </a:xfrm>
            <a:grpFill/>
          </p:grpSpPr>
          <p:sp>
            <p:nvSpPr>
              <p:cNvPr id="76" name="Freeform 266">
                <a:extLst>
                  <a:ext uri="{FF2B5EF4-FFF2-40B4-BE49-F238E27FC236}">
                    <a16:creationId xmlns:a16="http://schemas.microsoft.com/office/drawing/2014/main" id="{BF81A0F7-2D44-388C-EE69-01A14253F09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97" y="2322"/>
                <a:ext cx="3" cy="3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" y="0"/>
                  </a:cxn>
                  <a:cxn ang="0">
                    <a:pos x="0" y="17"/>
                  </a:cxn>
                  <a:cxn ang="0">
                    <a:pos x="1" y="25"/>
                  </a:cxn>
                  <a:cxn ang="0">
                    <a:pos x="14" y="16"/>
                  </a:cxn>
                  <a:cxn ang="0">
                    <a:pos x="22" y="0"/>
                  </a:cxn>
                </a:cxnLst>
                <a:rect l="0" t="0" r="r" b="b"/>
                <a:pathLst>
                  <a:path w="22" h="25">
                    <a:moveTo>
                      <a:pt x="22" y="0"/>
                    </a:moveTo>
                    <a:lnTo>
                      <a:pt x="11" y="0"/>
                    </a:lnTo>
                    <a:lnTo>
                      <a:pt x="0" y="17"/>
                    </a:lnTo>
                    <a:lnTo>
                      <a:pt x="1" y="25"/>
                    </a:lnTo>
                    <a:lnTo>
                      <a:pt x="14" y="16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7" name="Freeform 267">
                <a:extLst>
                  <a:ext uri="{FF2B5EF4-FFF2-40B4-BE49-F238E27FC236}">
                    <a16:creationId xmlns:a16="http://schemas.microsoft.com/office/drawing/2014/main" id="{E197591D-F2B4-15C1-CAAA-3292DAC5CB6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86" y="2268"/>
                <a:ext cx="2" cy="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2" y="16"/>
                  </a:cxn>
                  <a:cxn ang="0">
                    <a:pos x="9" y="21"/>
                  </a:cxn>
                  <a:cxn ang="0">
                    <a:pos x="6" y="24"/>
                  </a:cxn>
                  <a:cxn ang="0">
                    <a:pos x="1" y="20"/>
                  </a:cxn>
                  <a:cxn ang="0">
                    <a:pos x="0" y="12"/>
                  </a:cxn>
                  <a:cxn ang="0">
                    <a:pos x="1" y="9"/>
                  </a:cxn>
                  <a:cxn ang="0">
                    <a:pos x="8" y="0"/>
                  </a:cxn>
                </a:cxnLst>
                <a:rect l="0" t="0" r="r" b="b"/>
                <a:pathLst>
                  <a:path w="12" h="24">
                    <a:moveTo>
                      <a:pt x="8" y="0"/>
                    </a:moveTo>
                    <a:lnTo>
                      <a:pt x="11" y="0"/>
                    </a:lnTo>
                    <a:lnTo>
                      <a:pt x="12" y="16"/>
                    </a:lnTo>
                    <a:lnTo>
                      <a:pt x="9" y="21"/>
                    </a:lnTo>
                    <a:lnTo>
                      <a:pt x="6" y="24"/>
                    </a:lnTo>
                    <a:lnTo>
                      <a:pt x="1" y="20"/>
                    </a:lnTo>
                    <a:lnTo>
                      <a:pt x="0" y="12"/>
                    </a:lnTo>
                    <a:lnTo>
                      <a:pt x="1" y="9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8" name="Freeform 268">
                <a:extLst>
                  <a:ext uri="{FF2B5EF4-FFF2-40B4-BE49-F238E27FC236}">
                    <a16:creationId xmlns:a16="http://schemas.microsoft.com/office/drawing/2014/main" id="{F0592B6E-A15E-368F-082D-EB61895894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2" y="2222"/>
                <a:ext cx="1" cy="4"/>
              </a:xfrm>
              <a:custGeom>
                <a:avLst/>
                <a:gdLst/>
                <a:ahLst/>
                <a:cxnLst>
                  <a:cxn ang="0">
                    <a:pos x="1" y="14"/>
                  </a:cxn>
                  <a:cxn ang="0">
                    <a:pos x="0" y="6"/>
                  </a:cxn>
                  <a:cxn ang="0">
                    <a:pos x="3" y="2"/>
                  </a:cxn>
                  <a:cxn ang="0">
                    <a:pos x="6" y="0"/>
                  </a:cxn>
                  <a:cxn ang="0">
                    <a:pos x="7" y="6"/>
                  </a:cxn>
                  <a:cxn ang="0">
                    <a:pos x="8" y="29"/>
                  </a:cxn>
                  <a:cxn ang="0">
                    <a:pos x="1" y="16"/>
                  </a:cxn>
                  <a:cxn ang="0">
                    <a:pos x="1" y="14"/>
                  </a:cxn>
                </a:cxnLst>
                <a:rect l="0" t="0" r="r" b="b"/>
                <a:pathLst>
                  <a:path w="8" h="29">
                    <a:moveTo>
                      <a:pt x="1" y="14"/>
                    </a:moveTo>
                    <a:lnTo>
                      <a:pt x="0" y="6"/>
                    </a:lnTo>
                    <a:lnTo>
                      <a:pt x="3" y="2"/>
                    </a:lnTo>
                    <a:lnTo>
                      <a:pt x="6" y="0"/>
                    </a:lnTo>
                    <a:lnTo>
                      <a:pt x="7" y="6"/>
                    </a:lnTo>
                    <a:lnTo>
                      <a:pt x="8" y="29"/>
                    </a:lnTo>
                    <a:lnTo>
                      <a:pt x="1" y="16"/>
                    </a:lnTo>
                    <a:lnTo>
                      <a:pt x="1" y="1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9" name="Freeform 269">
                <a:extLst>
                  <a:ext uri="{FF2B5EF4-FFF2-40B4-BE49-F238E27FC236}">
                    <a16:creationId xmlns:a16="http://schemas.microsoft.com/office/drawing/2014/main" id="{4861CE22-6892-59A4-C9AE-E6E6C0150F8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5" y="2231"/>
                <a:ext cx="2" cy="5"/>
              </a:xfrm>
              <a:custGeom>
                <a:avLst/>
                <a:gdLst/>
                <a:ahLst/>
                <a:cxnLst>
                  <a:cxn ang="0">
                    <a:pos x="10" y="32"/>
                  </a:cxn>
                  <a:cxn ang="0">
                    <a:pos x="8" y="32"/>
                  </a:cxn>
                  <a:cxn ang="0">
                    <a:pos x="7" y="29"/>
                  </a:cxn>
                  <a:cxn ang="0">
                    <a:pos x="3" y="29"/>
                  </a:cxn>
                  <a:cxn ang="0">
                    <a:pos x="0" y="22"/>
                  </a:cxn>
                  <a:cxn ang="0">
                    <a:pos x="3" y="18"/>
                  </a:cxn>
                  <a:cxn ang="0">
                    <a:pos x="8" y="1"/>
                  </a:cxn>
                  <a:cxn ang="0">
                    <a:pos x="12" y="0"/>
                  </a:cxn>
                  <a:cxn ang="0">
                    <a:pos x="14" y="24"/>
                  </a:cxn>
                  <a:cxn ang="0">
                    <a:pos x="12" y="33"/>
                  </a:cxn>
                  <a:cxn ang="0">
                    <a:pos x="10" y="32"/>
                  </a:cxn>
                </a:cxnLst>
                <a:rect l="0" t="0" r="r" b="b"/>
                <a:pathLst>
                  <a:path w="14" h="33">
                    <a:moveTo>
                      <a:pt x="10" y="32"/>
                    </a:moveTo>
                    <a:lnTo>
                      <a:pt x="8" y="32"/>
                    </a:lnTo>
                    <a:lnTo>
                      <a:pt x="7" y="29"/>
                    </a:lnTo>
                    <a:lnTo>
                      <a:pt x="3" y="29"/>
                    </a:lnTo>
                    <a:lnTo>
                      <a:pt x="0" y="22"/>
                    </a:lnTo>
                    <a:lnTo>
                      <a:pt x="3" y="18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4" y="24"/>
                    </a:lnTo>
                    <a:lnTo>
                      <a:pt x="12" y="33"/>
                    </a:lnTo>
                    <a:lnTo>
                      <a:pt x="10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0" name="Freeform 270">
                <a:extLst>
                  <a:ext uri="{FF2B5EF4-FFF2-40B4-BE49-F238E27FC236}">
                    <a16:creationId xmlns:a16="http://schemas.microsoft.com/office/drawing/2014/main" id="{A58892F8-96EA-1EBD-BCC2-2CEDE559E2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14" y="2217"/>
                <a:ext cx="5" cy="7"/>
              </a:xfrm>
              <a:custGeom>
                <a:avLst/>
                <a:gdLst/>
                <a:ahLst/>
                <a:cxnLst>
                  <a:cxn ang="0">
                    <a:pos x="39" y="51"/>
                  </a:cxn>
                  <a:cxn ang="0">
                    <a:pos x="32" y="53"/>
                  </a:cxn>
                  <a:cxn ang="0">
                    <a:pos x="25" y="41"/>
                  </a:cxn>
                  <a:cxn ang="0">
                    <a:pos x="10" y="21"/>
                  </a:cxn>
                  <a:cxn ang="0">
                    <a:pos x="2" y="7"/>
                  </a:cxn>
                  <a:cxn ang="0">
                    <a:pos x="0" y="0"/>
                  </a:cxn>
                  <a:cxn ang="0">
                    <a:pos x="5" y="4"/>
                  </a:cxn>
                  <a:cxn ang="0">
                    <a:pos x="12" y="11"/>
                  </a:cxn>
                  <a:cxn ang="0">
                    <a:pos x="22" y="26"/>
                  </a:cxn>
                  <a:cxn ang="0">
                    <a:pos x="31" y="32"/>
                  </a:cxn>
                  <a:cxn ang="0">
                    <a:pos x="32" y="41"/>
                  </a:cxn>
                  <a:cxn ang="0">
                    <a:pos x="39" y="47"/>
                  </a:cxn>
                  <a:cxn ang="0">
                    <a:pos x="39" y="51"/>
                  </a:cxn>
                </a:cxnLst>
                <a:rect l="0" t="0" r="r" b="b"/>
                <a:pathLst>
                  <a:path w="39" h="53">
                    <a:moveTo>
                      <a:pt x="39" y="51"/>
                    </a:moveTo>
                    <a:lnTo>
                      <a:pt x="32" y="53"/>
                    </a:lnTo>
                    <a:lnTo>
                      <a:pt x="25" y="41"/>
                    </a:lnTo>
                    <a:lnTo>
                      <a:pt x="10" y="21"/>
                    </a:lnTo>
                    <a:lnTo>
                      <a:pt x="2" y="7"/>
                    </a:lnTo>
                    <a:lnTo>
                      <a:pt x="0" y="0"/>
                    </a:lnTo>
                    <a:lnTo>
                      <a:pt x="5" y="4"/>
                    </a:lnTo>
                    <a:lnTo>
                      <a:pt x="12" y="11"/>
                    </a:lnTo>
                    <a:lnTo>
                      <a:pt x="22" y="26"/>
                    </a:lnTo>
                    <a:lnTo>
                      <a:pt x="31" y="32"/>
                    </a:lnTo>
                    <a:lnTo>
                      <a:pt x="32" y="41"/>
                    </a:lnTo>
                    <a:lnTo>
                      <a:pt x="39" y="47"/>
                    </a:lnTo>
                    <a:lnTo>
                      <a:pt x="39" y="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1" name="Freeform 271">
                <a:extLst>
                  <a:ext uri="{FF2B5EF4-FFF2-40B4-BE49-F238E27FC236}">
                    <a16:creationId xmlns:a16="http://schemas.microsoft.com/office/drawing/2014/main" id="{19CA3424-F6F7-A44A-ED3B-AC3EDDB79B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25" y="2221"/>
                <a:ext cx="3" cy="5"/>
              </a:xfrm>
              <a:custGeom>
                <a:avLst/>
                <a:gdLst/>
                <a:ahLst/>
                <a:cxnLst>
                  <a:cxn ang="0">
                    <a:pos x="6" y="16"/>
                  </a:cxn>
                  <a:cxn ang="0">
                    <a:pos x="8" y="0"/>
                  </a:cxn>
                  <a:cxn ang="0">
                    <a:pos x="13" y="0"/>
                  </a:cxn>
                  <a:cxn ang="0">
                    <a:pos x="18" y="2"/>
                  </a:cxn>
                  <a:cxn ang="0">
                    <a:pos x="25" y="20"/>
                  </a:cxn>
                  <a:cxn ang="0">
                    <a:pos x="24" y="39"/>
                  </a:cxn>
                  <a:cxn ang="0">
                    <a:pos x="9" y="39"/>
                  </a:cxn>
                  <a:cxn ang="0">
                    <a:pos x="4" y="35"/>
                  </a:cxn>
                  <a:cxn ang="0">
                    <a:pos x="0" y="27"/>
                  </a:cxn>
                  <a:cxn ang="0">
                    <a:pos x="6" y="16"/>
                  </a:cxn>
                </a:cxnLst>
                <a:rect l="0" t="0" r="r" b="b"/>
                <a:pathLst>
                  <a:path w="25" h="39">
                    <a:moveTo>
                      <a:pt x="6" y="16"/>
                    </a:moveTo>
                    <a:lnTo>
                      <a:pt x="8" y="0"/>
                    </a:lnTo>
                    <a:lnTo>
                      <a:pt x="13" y="0"/>
                    </a:lnTo>
                    <a:lnTo>
                      <a:pt x="18" y="2"/>
                    </a:lnTo>
                    <a:lnTo>
                      <a:pt x="25" y="20"/>
                    </a:lnTo>
                    <a:lnTo>
                      <a:pt x="24" y="39"/>
                    </a:lnTo>
                    <a:lnTo>
                      <a:pt x="9" y="39"/>
                    </a:lnTo>
                    <a:lnTo>
                      <a:pt x="4" y="35"/>
                    </a:lnTo>
                    <a:lnTo>
                      <a:pt x="0" y="27"/>
                    </a:lnTo>
                    <a:lnTo>
                      <a:pt x="6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2" name="Freeform 272">
                <a:extLst>
                  <a:ext uri="{FF2B5EF4-FFF2-40B4-BE49-F238E27FC236}">
                    <a16:creationId xmlns:a16="http://schemas.microsoft.com/office/drawing/2014/main" id="{AC3069BA-8718-3911-30BF-4809296950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2" y="2222"/>
                <a:ext cx="1" cy="4"/>
              </a:xfrm>
              <a:custGeom>
                <a:avLst/>
                <a:gdLst/>
                <a:ahLst/>
                <a:cxnLst>
                  <a:cxn ang="0">
                    <a:pos x="1" y="14"/>
                  </a:cxn>
                  <a:cxn ang="0">
                    <a:pos x="0" y="6"/>
                  </a:cxn>
                  <a:cxn ang="0">
                    <a:pos x="3" y="2"/>
                  </a:cxn>
                  <a:cxn ang="0">
                    <a:pos x="6" y="0"/>
                  </a:cxn>
                  <a:cxn ang="0">
                    <a:pos x="7" y="6"/>
                  </a:cxn>
                  <a:cxn ang="0">
                    <a:pos x="8" y="29"/>
                  </a:cxn>
                  <a:cxn ang="0">
                    <a:pos x="1" y="16"/>
                  </a:cxn>
                  <a:cxn ang="0">
                    <a:pos x="1" y="14"/>
                  </a:cxn>
                </a:cxnLst>
                <a:rect l="0" t="0" r="r" b="b"/>
                <a:pathLst>
                  <a:path w="8" h="29">
                    <a:moveTo>
                      <a:pt x="1" y="14"/>
                    </a:moveTo>
                    <a:lnTo>
                      <a:pt x="0" y="6"/>
                    </a:lnTo>
                    <a:lnTo>
                      <a:pt x="3" y="2"/>
                    </a:lnTo>
                    <a:lnTo>
                      <a:pt x="6" y="0"/>
                    </a:lnTo>
                    <a:lnTo>
                      <a:pt x="7" y="6"/>
                    </a:lnTo>
                    <a:lnTo>
                      <a:pt x="8" y="29"/>
                    </a:lnTo>
                    <a:lnTo>
                      <a:pt x="1" y="16"/>
                    </a:lnTo>
                    <a:lnTo>
                      <a:pt x="1" y="1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3" name="Freeform 273">
                <a:extLst>
                  <a:ext uri="{FF2B5EF4-FFF2-40B4-BE49-F238E27FC236}">
                    <a16:creationId xmlns:a16="http://schemas.microsoft.com/office/drawing/2014/main" id="{37DC1058-2A70-CC46-564F-A964482C8F9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5" y="2178"/>
                <a:ext cx="324" cy="211"/>
              </a:xfrm>
              <a:custGeom>
                <a:avLst/>
                <a:gdLst/>
                <a:ahLst/>
                <a:cxnLst>
                  <a:cxn ang="0">
                    <a:pos x="286" y="117"/>
                  </a:cxn>
                  <a:cxn ang="0">
                    <a:pos x="365" y="225"/>
                  </a:cxn>
                  <a:cxn ang="0">
                    <a:pos x="408" y="331"/>
                  </a:cxn>
                  <a:cxn ang="0">
                    <a:pos x="506" y="454"/>
                  </a:cxn>
                  <a:cxn ang="0">
                    <a:pos x="574" y="533"/>
                  </a:cxn>
                  <a:cxn ang="0">
                    <a:pos x="678" y="617"/>
                  </a:cxn>
                  <a:cxn ang="0">
                    <a:pos x="677" y="694"/>
                  </a:cxn>
                  <a:cxn ang="0">
                    <a:pos x="784" y="751"/>
                  </a:cxn>
                  <a:cxn ang="0">
                    <a:pos x="887" y="873"/>
                  </a:cxn>
                  <a:cxn ang="0">
                    <a:pos x="987" y="981"/>
                  </a:cxn>
                  <a:cxn ang="0">
                    <a:pos x="1030" y="1099"/>
                  </a:cxn>
                  <a:cxn ang="0">
                    <a:pos x="995" y="1176"/>
                  </a:cxn>
                  <a:cxn ang="0">
                    <a:pos x="1070" y="1285"/>
                  </a:cxn>
                  <a:cxn ang="0">
                    <a:pos x="1160" y="1343"/>
                  </a:cxn>
                  <a:cxn ang="0">
                    <a:pos x="1225" y="1382"/>
                  </a:cxn>
                  <a:cxn ang="0">
                    <a:pos x="1346" y="1429"/>
                  </a:cxn>
                  <a:cxn ang="0">
                    <a:pos x="1418" y="1473"/>
                  </a:cxn>
                  <a:cxn ang="0">
                    <a:pos x="1597" y="1540"/>
                  </a:cxn>
                  <a:cxn ang="0">
                    <a:pos x="1753" y="1596"/>
                  </a:cxn>
                  <a:cxn ang="0">
                    <a:pos x="1883" y="1558"/>
                  </a:cxn>
                  <a:cxn ang="0">
                    <a:pos x="2093" y="1660"/>
                  </a:cxn>
                  <a:cxn ang="0">
                    <a:pos x="2147" y="1639"/>
                  </a:cxn>
                  <a:cxn ang="0">
                    <a:pos x="2277" y="1525"/>
                  </a:cxn>
                  <a:cxn ang="0">
                    <a:pos x="2415" y="1396"/>
                  </a:cxn>
                  <a:cxn ang="0">
                    <a:pos x="2495" y="1343"/>
                  </a:cxn>
                  <a:cxn ang="0">
                    <a:pos x="2531" y="1268"/>
                  </a:cxn>
                  <a:cxn ang="0">
                    <a:pos x="2570" y="1153"/>
                  </a:cxn>
                  <a:cxn ang="0">
                    <a:pos x="2487" y="1057"/>
                  </a:cxn>
                  <a:cxn ang="0">
                    <a:pos x="2293" y="1108"/>
                  </a:cxn>
                  <a:cxn ang="0">
                    <a:pos x="2210" y="1298"/>
                  </a:cxn>
                  <a:cxn ang="0">
                    <a:pos x="2107" y="1327"/>
                  </a:cxn>
                  <a:cxn ang="0">
                    <a:pos x="1902" y="1335"/>
                  </a:cxn>
                  <a:cxn ang="0">
                    <a:pos x="1809" y="1286"/>
                  </a:cxn>
                  <a:cxn ang="0">
                    <a:pos x="1727" y="1160"/>
                  </a:cxn>
                  <a:cxn ang="0">
                    <a:pos x="1665" y="992"/>
                  </a:cxn>
                  <a:cxn ang="0">
                    <a:pos x="1655" y="779"/>
                  </a:cxn>
                  <a:cxn ang="0">
                    <a:pos x="1720" y="694"/>
                  </a:cxn>
                  <a:cxn ang="0">
                    <a:pos x="1689" y="663"/>
                  </a:cxn>
                  <a:cxn ang="0">
                    <a:pos x="1456" y="451"/>
                  </a:cxn>
                  <a:cxn ang="0">
                    <a:pos x="1230" y="288"/>
                  </a:cxn>
                  <a:cxn ang="0">
                    <a:pos x="964" y="144"/>
                  </a:cxn>
                  <a:cxn ang="0">
                    <a:pos x="522" y="131"/>
                  </a:cxn>
                  <a:cxn ang="0">
                    <a:pos x="35" y="80"/>
                  </a:cxn>
                  <a:cxn ang="0">
                    <a:pos x="90" y="186"/>
                  </a:cxn>
                  <a:cxn ang="0">
                    <a:pos x="133" y="297"/>
                  </a:cxn>
                  <a:cxn ang="0">
                    <a:pos x="230" y="378"/>
                  </a:cxn>
                  <a:cxn ang="0">
                    <a:pos x="258" y="469"/>
                  </a:cxn>
                  <a:cxn ang="0">
                    <a:pos x="197" y="493"/>
                  </a:cxn>
                  <a:cxn ang="0">
                    <a:pos x="279" y="560"/>
                  </a:cxn>
                  <a:cxn ang="0">
                    <a:pos x="375" y="620"/>
                  </a:cxn>
                  <a:cxn ang="0">
                    <a:pos x="426" y="768"/>
                  </a:cxn>
                  <a:cxn ang="0">
                    <a:pos x="478" y="796"/>
                  </a:cxn>
                  <a:cxn ang="0">
                    <a:pos x="616" y="948"/>
                  </a:cxn>
                  <a:cxn ang="0">
                    <a:pos x="645" y="871"/>
                  </a:cxn>
                  <a:cxn ang="0">
                    <a:pos x="553" y="792"/>
                  </a:cxn>
                  <a:cxn ang="0">
                    <a:pos x="504" y="663"/>
                  </a:cxn>
                  <a:cxn ang="0">
                    <a:pos x="468" y="605"/>
                  </a:cxn>
                  <a:cxn ang="0">
                    <a:pos x="418" y="514"/>
                  </a:cxn>
                  <a:cxn ang="0">
                    <a:pos x="361" y="423"/>
                  </a:cxn>
                  <a:cxn ang="0">
                    <a:pos x="305" y="339"/>
                  </a:cxn>
                  <a:cxn ang="0">
                    <a:pos x="225" y="256"/>
                  </a:cxn>
                  <a:cxn ang="0">
                    <a:pos x="199" y="85"/>
                  </a:cxn>
                </a:cxnLst>
                <a:rect l="0" t="0" r="r" b="b"/>
                <a:pathLst>
                  <a:path w="2595" h="1693">
                    <a:moveTo>
                      <a:pt x="199" y="85"/>
                    </a:moveTo>
                    <a:lnTo>
                      <a:pt x="213" y="92"/>
                    </a:lnTo>
                    <a:lnTo>
                      <a:pt x="219" y="93"/>
                    </a:lnTo>
                    <a:lnTo>
                      <a:pt x="233" y="106"/>
                    </a:lnTo>
                    <a:lnTo>
                      <a:pt x="236" y="104"/>
                    </a:lnTo>
                    <a:lnTo>
                      <a:pt x="238" y="111"/>
                    </a:lnTo>
                    <a:lnTo>
                      <a:pt x="253" y="119"/>
                    </a:lnTo>
                    <a:lnTo>
                      <a:pt x="263" y="122"/>
                    </a:lnTo>
                    <a:lnTo>
                      <a:pt x="286" y="117"/>
                    </a:lnTo>
                    <a:lnTo>
                      <a:pt x="298" y="126"/>
                    </a:lnTo>
                    <a:lnTo>
                      <a:pt x="299" y="136"/>
                    </a:lnTo>
                    <a:lnTo>
                      <a:pt x="307" y="140"/>
                    </a:lnTo>
                    <a:lnTo>
                      <a:pt x="336" y="147"/>
                    </a:lnTo>
                    <a:lnTo>
                      <a:pt x="344" y="154"/>
                    </a:lnTo>
                    <a:lnTo>
                      <a:pt x="349" y="162"/>
                    </a:lnTo>
                    <a:lnTo>
                      <a:pt x="350" y="194"/>
                    </a:lnTo>
                    <a:lnTo>
                      <a:pt x="353" y="203"/>
                    </a:lnTo>
                    <a:lnTo>
                      <a:pt x="365" y="225"/>
                    </a:lnTo>
                    <a:lnTo>
                      <a:pt x="367" y="236"/>
                    </a:lnTo>
                    <a:lnTo>
                      <a:pt x="371" y="240"/>
                    </a:lnTo>
                    <a:lnTo>
                      <a:pt x="377" y="250"/>
                    </a:lnTo>
                    <a:lnTo>
                      <a:pt x="381" y="276"/>
                    </a:lnTo>
                    <a:lnTo>
                      <a:pt x="388" y="287"/>
                    </a:lnTo>
                    <a:lnTo>
                      <a:pt x="393" y="288"/>
                    </a:lnTo>
                    <a:lnTo>
                      <a:pt x="398" y="294"/>
                    </a:lnTo>
                    <a:lnTo>
                      <a:pt x="405" y="323"/>
                    </a:lnTo>
                    <a:lnTo>
                      <a:pt x="408" y="331"/>
                    </a:lnTo>
                    <a:lnTo>
                      <a:pt x="411" y="336"/>
                    </a:lnTo>
                    <a:lnTo>
                      <a:pt x="421" y="341"/>
                    </a:lnTo>
                    <a:lnTo>
                      <a:pt x="427" y="350"/>
                    </a:lnTo>
                    <a:lnTo>
                      <a:pt x="434" y="372"/>
                    </a:lnTo>
                    <a:lnTo>
                      <a:pt x="447" y="383"/>
                    </a:lnTo>
                    <a:lnTo>
                      <a:pt x="454" y="401"/>
                    </a:lnTo>
                    <a:lnTo>
                      <a:pt x="469" y="418"/>
                    </a:lnTo>
                    <a:lnTo>
                      <a:pt x="485" y="425"/>
                    </a:lnTo>
                    <a:lnTo>
                      <a:pt x="506" y="454"/>
                    </a:lnTo>
                    <a:lnTo>
                      <a:pt x="522" y="467"/>
                    </a:lnTo>
                    <a:lnTo>
                      <a:pt x="550" y="472"/>
                    </a:lnTo>
                    <a:lnTo>
                      <a:pt x="558" y="475"/>
                    </a:lnTo>
                    <a:lnTo>
                      <a:pt x="564" y="479"/>
                    </a:lnTo>
                    <a:lnTo>
                      <a:pt x="564" y="500"/>
                    </a:lnTo>
                    <a:lnTo>
                      <a:pt x="562" y="507"/>
                    </a:lnTo>
                    <a:lnTo>
                      <a:pt x="564" y="514"/>
                    </a:lnTo>
                    <a:lnTo>
                      <a:pt x="565" y="523"/>
                    </a:lnTo>
                    <a:lnTo>
                      <a:pt x="574" y="533"/>
                    </a:lnTo>
                    <a:lnTo>
                      <a:pt x="586" y="544"/>
                    </a:lnTo>
                    <a:lnTo>
                      <a:pt x="611" y="556"/>
                    </a:lnTo>
                    <a:lnTo>
                      <a:pt x="622" y="569"/>
                    </a:lnTo>
                    <a:lnTo>
                      <a:pt x="629" y="584"/>
                    </a:lnTo>
                    <a:lnTo>
                      <a:pt x="636" y="588"/>
                    </a:lnTo>
                    <a:lnTo>
                      <a:pt x="637" y="593"/>
                    </a:lnTo>
                    <a:lnTo>
                      <a:pt x="659" y="591"/>
                    </a:lnTo>
                    <a:lnTo>
                      <a:pt x="670" y="599"/>
                    </a:lnTo>
                    <a:lnTo>
                      <a:pt x="678" y="617"/>
                    </a:lnTo>
                    <a:lnTo>
                      <a:pt x="687" y="621"/>
                    </a:lnTo>
                    <a:lnTo>
                      <a:pt x="687" y="628"/>
                    </a:lnTo>
                    <a:lnTo>
                      <a:pt x="678" y="644"/>
                    </a:lnTo>
                    <a:lnTo>
                      <a:pt x="674" y="647"/>
                    </a:lnTo>
                    <a:lnTo>
                      <a:pt x="670" y="658"/>
                    </a:lnTo>
                    <a:lnTo>
                      <a:pt x="668" y="666"/>
                    </a:lnTo>
                    <a:lnTo>
                      <a:pt x="667" y="677"/>
                    </a:lnTo>
                    <a:lnTo>
                      <a:pt x="669" y="685"/>
                    </a:lnTo>
                    <a:lnTo>
                      <a:pt x="677" y="694"/>
                    </a:lnTo>
                    <a:lnTo>
                      <a:pt x="696" y="694"/>
                    </a:lnTo>
                    <a:lnTo>
                      <a:pt x="708" y="687"/>
                    </a:lnTo>
                    <a:lnTo>
                      <a:pt x="711" y="692"/>
                    </a:lnTo>
                    <a:lnTo>
                      <a:pt x="707" y="707"/>
                    </a:lnTo>
                    <a:lnTo>
                      <a:pt x="709" y="713"/>
                    </a:lnTo>
                    <a:lnTo>
                      <a:pt x="747" y="732"/>
                    </a:lnTo>
                    <a:lnTo>
                      <a:pt x="756" y="733"/>
                    </a:lnTo>
                    <a:lnTo>
                      <a:pt x="763" y="729"/>
                    </a:lnTo>
                    <a:lnTo>
                      <a:pt x="784" y="751"/>
                    </a:lnTo>
                    <a:lnTo>
                      <a:pt x="793" y="757"/>
                    </a:lnTo>
                    <a:lnTo>
                      <a:pt x="795" y="769"/>
                    </a:lnTo>
                    <a:lnTo>
                      <a:pt x="794" y="786"/>
                    </a:lnTo>
                    <a:lnTo>
                      <a:pt x="798" y="792"/>
                    </a:lnTo>
                    <a:lnTo>
                      <a:pt x="850" y="836"/>
                    </a:lnTo>
                    <a:lnTo>
                      <a:pt x="866" y="852"/>
                    </a:lnTo>
                    <a:lnTo>
                      <a:pt x="877" y="857"/>
                    </a:lnTo>
                    <a:lnTo>
                      <a:pt x="885" y="865"/>
                    </a:lnTo>
                    <a:lnTo>
                      <a:pt x="887" y="873"/>
                    </a:lnTo>
                    <a:lnTo>
                      <a:pt x="887" y="883"/>
                    </a:lnTo>
                    <a:lnTo>
                      <a:pt x="893" y="887"/>
                    </a:lnTo>
                    <a:lnTo>
                      <a:pt x="903" y="889"/>
                    </a:lnTo>
                    <a:lnTo>
                      <a:pt x="912" y="903"/>
                    </a:lnTo>
                    <a:lnTo>
                      <a:pt x="921" y="922"/>
                    </a:lnTo>
                    <a:lnTo>
                      <a:pt x="927" y="930"/>
                    </a:lnTo>
                    <a:lnTo>
                      <a:pt x="945" y="944"/>
                    </a:lnTo>
                    <a:lnTo>
                      <a:pt x="963" y="966"/>
                    </a:lnTo>
                    <a:lnTo>
                      <a:pt x="987" y="981"/>
                    </a:lnTo>
                    <a:lnTo>
                      <a:pt x="989" y="991"/>
                    </a:lnTo>
                    <a:lnTo>
                      <a:pt x="988" y="994"/>
                    </a:lnTo>
                    <a:lnTo>
                      <a:pt x="988" y="1001"/>
                    </a:lnTo>
                    <a:lnTo>
                      <a:pt x="1000" y="1039"/>
                    </a:lnTo>
                    <a:lnTo>
                      <a:pt x="1009" y="1052"/>
                    </a:lnTo>
                    <a:lnTo>
                      <a:pt x="1011" y="1065"/>
                    </a:lnTo>
                    <a:lnTo>
                      <a:pt x="1021" y="1074"/>
                    </a:lnTo>
                    <a:lnTo>
                      <a:pt x="1027" y="1085"/>
                    </a:lnTo>
                    <a:lnTo>
                      <a:pt x="1030" y="1099"/>
                    </a:lnTo>
                    <a:lnTo>
                      <a:pt x="1030" y="1113"/>
                    </a:lnTo>
                    <a:lnTo>
                      <a:pt x="1027" y="1122"/>
                    </a:lnTo>
                    <a:lnTo>
                      <a:pt x="1011" y="1137"/>
                    </a:lnTo>
                    <a:lnTo>
                      <a:pt x="1010" y="1141"/>
                    </a:lnTo>
                    <a:lnTo>
                      <a:pt x="1011" y="1145"/>
                    </a:lnTo>
                    <a:lnTo>
                      <a:pt x="1024" y="1156"/>
                    </a:lnTo>
                    <a:lnTo>
                      <a:pt x="1025" y="1162"/>
                    </a:lnTo>
                    <a:lnTo>
                      <a:pt x="1003" y="1171"/>
                    </a:lnTo>
                    <a:lnTo>
                      <a:pt x="995" y="1176"/>
                    </a:lnTo>
                    <a:lnTo>
                      <a:pt x="994" y="1182"/>
                    </a:lnTo>
                    <a:lnTo>
                      <a:pt x="997" y="1187"/>
                    </a:lnTo>
                    <a:lnTo>
                      <a:pt x="1006" y="1206"/>
                    </a:lnTo>
                    <a:lnTo>
                      <a:pt x="1008" y="1218"/>
                    </a:lnTo>
                    <a:lnTo>
                      <a:pt x="1013" y="1233"/>
                    </a:lnTo>
                    <a:lnTo>
                      <a:pt x="1027" y="1240"/>
                    </a:lnTo>
                    <a:lnTo>
                      <a:pt x="1050" y="1268"/>
                    </a:lnTo>
                    <a:lnTo>
                      <a:pt x="1058" y="1275"/>
                    </a:lnTo>
                    <a:lnTo>
                      <a:pt x="1070" y="1285"/>
                    </a:lnTo>
                    <a:lnTo>
                      <a:pt x="1078" y="1289"/>
                    </a:lnTo>
                    <a:lnTo>
                      <a:pt x="1094" y="1294"/>
                    </a:lnTo>
                    <a:lnTo>
                      <a:pt x="1106" y="1294"/>
                    </a:lnTo>
                    <a:lnTo>
                      <a:pt x="1112" y="1298"/>
                    </a:lnTo>
                    <a:lnTo>
                      <a:pt x="1131" y="1316"/>
                    </a:lnTo>
                    <a:lnTo>
                      <a:pt x="1144" y="1320"/>
                    </a:lnTo>
                    <a:lnTo>
                      <a:pt x="1157" y="1331"/>
                    </a:lnTo>
                    <a:lnTo>
                      <a:pt x="1160" y="1338"/>
                    </a:lnTo>
                    <a:lnTo>
                      <a:pt x="1160" y="1343"/>
                    </a:lnTo>
                    <a:lnTo>
                      <a:pt x="1165" y="1343"/>
                    </a:lnTo>
                    <a:lnTo>
                      <a:pt x="1170" y="1348"/>
                    </a:lnTo>
                    <a:lnTo>
                      <a:pt x="1171" y="1353"/>
                    </a:lnTo>
                    <a:lnTo>
                      <a:pt x="1174" y="1361"/>
                    </a:lnTo>
                    <a:lnTo>
                      <a:pt x="1183" y="1367"/>
                    </a:lnTo>
                    <a:lnTo>
                      <a:pt x="1204" y="1370"/>
                    </a:lnTo>
                    <a:lnTo>
                      <a:pt x="1214" y="1376"/>
                    </a:lnTo>
                    <a:lnTo>
                      <a:pt x="1222" y="1377"/>
                    </a:lnTo>
                    <a:lnTo>
                      <a:pt x="1225" y="1382"/>
                    </a:lnTo>
                    <a:lnTo>
                      <a:pt x="1276" y="1397"/>
                    </a:lnTo>
                    <a:lnTo>
                      <a:pt x="1285" y="1399"/>
                    </a:lnTo>
                    <a:lnTo>
                      <a:pt x="1297" y="1400"/>
                    </a:lnTo>
                    <a:lnTo>
                      <a:pt x="1304" y="1397"/>
                    </a:lnTo>
                    <a:lnTo>
                      <a:pt x="1309" y="1399"/>
                    </a:lnTo>
                    <a:lnTo>
                      <a:pt x="1331" y="1411"/>
                    </a:lnTo>
                    <a:lnTo>
                      <a:pt x="1339" y="1422"/>
                    </a:lnTo>
                    <a:lnTo>
                      <a:pt x="1340" y="1428"/>
                    </a:lnTo>
                    <a:lnTo>
                      <a:pt x="1346" y="1429"/>
                    </a:lnTo>
                    <a:lnTo>
                      <a:pt x="1351" y="1434"/>
                    </a:lnTo>
                    <a:lnTo>
                      <a:pt x="1361" y="1439"/>
                    </a:lnTo>
                    <a:lnTo>
                      <a:pt x="1372" y="1446"/>
                    </a:lnTo>
                    <a:lnTo>
                      <a:pt x="1385" y="1451"/>
                    </a:lnTo>
                    <a:lnTo>
                      <a:pt x="1386" y="1459"/>
                    </a:lnTo>
                    <a:lnTo>
                      <a:pt x="1395" y="1465"/>
                    </a:lnTo>
                    <a:lnTo>
                      <a:pt x="1400" y="1463"/>
                    </a:lnTo>
                    <a:lnTo>
                      <a:pt x="1410" y="1470"/>
                    </a:lnTo>
                    <a:lnTo>
                      <a:pt x="1418" y="1473"/>
                    </a:lnTo>
                    <a:lnTo>
                      <a:pt x="1436" y="1479"/>
                    </a:lnTo>
                    <a:lnTo>
                      <a:pt x="1450" y="1480"/>
                    </a:lnTo>
                    <a:lnTo>
                      <a:pt x="1477" y="1490"/>
                    </a:lnTo>
                    <a:lnTo>
                      <a:pt x="1493" y="1500"/>
                    </a:lnTo>
                    <a:lnTo>
                      <a:pt x="1504" y="1505"/>
                    </a:lnTo>
                    <a:lnTo>
                      <a:pt x="1543" y="1516"/>
                    </a:lnTo>
                    <a:lnTo>
                      <a:pt x="1566" y="1526"/>
                    </a:lnTo>
                    <a:lnTo>
                      <a:pt x="1581" y="1524"/>
                    </a:lnTo>
                    <a:lnTo>
                      <a:pt x="1597" y="1540"/>
                    </a:lnTo>
                    <a:lnTo>
                      <a:pt x="1633" y="1561"/>
                    </a:lnTo>
                    <a:lnTo>
                      <a:pt x="1643" y="1564"/>
                    </a:lnTo>
                    <a:lnTo>
                      <a:pt x="1649" y="1564"/>
                    </a:lnTo>
                    <a:lnTo>
                      <a:pt x="1656" y="1569"/>
                    </a:lnTo>
                    <a:lnTo>
                      <a:pt x="1666" y="1573"/>
                    </a:lnTo>
                    <a:lnTo>
                      <a:pt x="1683" y="1578"/>
                    </a:lnTo>
                    <a:lnTo>
                      <a:pt x="1727" y="1583"/>
                    </a:lnTo>
                    <a:lnTo>
                      <a:pt x="1742" y="1592"/>
                    </a:lnTo>
                    <a:lnTo>
                      <a:pt x="1753" y="1596"/>
                    </a:lnTo>
                    <a:lnTo>
                      <a:pt x="1758" y="1596"/>
                    </a:lnTo>
                    <a:lnTo>
                      <a:pt x="1770" y="1603"/>
                    </a:lnTo>
                    <a:lnTo>
                      <a:pt x="1793" y="1604"/>
                    </a:lnTo>
                    <a:lnTo>
                      <a:pt x="1803" y="1603"/>
                    </a:lnTo>
                    <a:lnTo>
                      <a:pt x="1813" y="1597"/>
                    </a:lnTo>
                    <a:lnTo>
                      <a:pt x="1820" y="1592"/>
                    </a:lnTo>
                    <a:lnTo>
                      <a:pt x="1836" y="1585"/>
                    </a:lnTo>
                    <a:lnTo>
                      <a:pt x="1851" y="1582"/>
                    </a:lnTo>
                    <a:lnTo>
                      <a:pt x="1883" y="1558"/>
                    </a:lnTo>
                    <a:lnTo>
                      <a:pt x="1892" y="1556"/>
                    </a:lnTo>
                    <a:lnTo>
                      <a:pt x="1902" y="1552"/>
                    </a:lnTo>
                    <a:lnTo>
                      <a:pt x="1931" y="1552"/>
                    </a:lnTo>
                    <a:lnTo>
                      <a:pt x="1949" y="1557"/>
                    </a:lnTo>
                    <a:lnTo>
                      <a:pt x="1984" y="1571"/>
                    </a:lnTo>
                    <a:lnTo>
                      <a:pt x="2021" y="1589"/>
                    </a:lnTo>
                    <a:lnTo>
                      <a:pt x="2050" y="1617"/>
                    </a:lnTo>
                    <a:lnTo>
                      <a:pt x="2062" y="1631"/>
                    </a:lnTo>
                    <a:lnTo>
                      <a:pt x="2093" y="1660"/>
                    </a:lnTo>
                    <a:lnTo>
                      <a:pt x="2106" y="1675"/>
                    </a:lnTo>
                    <a:lnTo>
                      <a:pt x="2132" y="1693"/>
                    </a:lnTo>
                    <a:lnTo>
                      <a:pt x="2137" y="1692"/>
                    </a:lnTo>
                    <a:lnTo>
                      <a:pt x="2139" y="1668"/>
                    </a:lnTo>
                    <a:lnTo>
                      <a:pt x="2143" y="1664"/>
                    </a:lnTo>
                    <a:lnTo>
                      <a:pt x="2144" y="1659"/>
                    </a:lnTo>
                    <a:lnTo>
                      <a:pt x="2141" y="1648"/>
                    </a:lnTo>
                    <a:lnTo>
                      <a:pt x="2143" y="1647"/>
                    </a:lnTo>
                    <a:lnTo>
                      <a:pt x="2147" y="1639"/>
                    </a:lnTo>
                    <a:lnTo>
                      <a:pt x="2158" y="1623"/>
                    </a:lnTo>
                    <a:lnTo>
                      <a:pt x="2159" y="1618"/>
                    </a:lnTo>
                    <a:lnTo>
                      <a:pt x="2195" y="1559"/>
                    </a:lnTo>
                    <a:lnTo>
                      <a:pt x="2241" y="1557"/>
                    </a:lnTo>
                    <a:lnTo>
                      <a:pt x="2277" y="1557"/>
                    </a:lnTo>
                    <a:lnTo>
                      <a:pt x="2278" y="1558"/>
                    </a:lnTo>
                    <a:lnTo>
                      <a:pt x="2279" y="1556"/>
                    </a:lnTo>
                    <a:lnTo>
                      <a:pt x="2282" y="1533"/>
                    </a:lnTo>
                    <a:lnTo>
                      <a:pt x="2277" y="1525"/>
                    </a:lnTo>
                    <a:lnTo>
                      <a:pt x="2263" y="1512"/>
                    </a:lnTo>
                    <a:lnTo>
                      <a:pt x="2257" y="1497"/>
                    </a:lnTo>
                    <a:lnTo>
                      <a:pt x="2232" y="1482"/>
                    </a:lnTo>
                    <a:lnTo>
                      <a:pt x="2192" y="1443"/>
                    </a:lnTo>
                    <a:lnTo>
                      <a:pt x="2194" y="1444"/>
                    </a:lnTo>
                    <a:lnTo>
                      <a:pt x="2244" y="1444"/>
                    </a:lnTo>
                    <a:lnTo>
                      <a:pt x="2245" y="1401"/>
                    </a:lnTo>
                    <a:lnTo>
                      <a:pt x="2393" y="1400"/>
                    </a:lnTo>
                    <a:lnTo>
                      <a:pt x="2415" y="1396"/>
                    </a:lnTo>
                    <a:lnTo>
                      <a:pt x="2422" y="1396"/>
                    </a:lnTo>
                    <a:lnTo>
                      <a:pt x="2446" y="1351"/>
                    </a:lnTo>
                    <a:lnTo>
                      <a:pt x="2451" y="1348"/>
                    </a:lnTo>
                    <a:lnTo>
                      <a:pt x="2461" y="1349"/>
                    </a:lnTo>
                    <a:lnTo>
                      <a:pt x="2462" y="1339"/>
                    </a:lnTo>
                    <a:lnTo>
                      <a:pt x="2480" y="1314"/>
                    </a:lnTo>
                    <a:lnTo>
                      <a:pt x="2491" y="1317"/>
                    </a:lnTo>
                    <a:lnTo>
                      <a:pt x="2487" y="1341"/>
                    </a:lnTo>
                    <a:lnTo>
                      <a:pt x="2495" y="1343"/>
                    </a:lnTo>
                    <a:lnTo>
                      <a:pt x="2500" y="1349"/>
                    </a:lnTo>
                    <a:lnTo>
                      <a:pt x="2498" y="1372"/>
                    </a:lnTo>
                    <a:lnTo>
                      <a:pt x="2502" y="1387"/>
                    </a:lnTo>
                    <a:lnTo>
                      <a:pt x="2508" y="1380"/>
                    </a:lnTo>
                    <a:lnTo>
                      <a:pt x="2515" y="1347"/>
                    </a:lnTo>
                    <a:lnTo>
                      <a:pt x="2518" y="1329"/>
                    </a:lnTo>
                    <a:lnTo>
                      <a:pt x="2531" y="1290"/>
                    </a:lnTo>
                    <a:lnTo>
                      <a:pt x="2534" y="1275"/>
                    </a:lnTo>
                    <a:lnTo>
                      <a:pt x="2531" y="1268"/>
                    </a:lnTo>
                    <a:lnTo>
                      <a:pt x="2523" y="1263"/>
                    </a:lnTo>
                    <a:lnTo>
                      <a:pt x="2536" y="1253"/>
                    </a:lnTo>
                    <a:lnTo>
                      <a:pt x="2535" y="1243"/>
                    </a:lnTo>
                    <a:lnTo>
                      <a:pt x="2523" y="1237"/>
                    </a:lnTo>
                    <a:lnTo>
                      <a:pt x="2533" y="1224"/>
                    </a:lnTo>
                    <a:lnTo>
                      <a:pt x="2540" y="1208"/>
                    </a:lnTo>
                    <a:lnTo>
                      <a:pt x="2540" y="1195"/>
                    </a:lnTo>
                    <a:lnTo>
                      <a:pt x="2556" y="1163"/>
                    </a:lnTo>
                    <a:lnTo>
                      <a:pt x="2570" y="1153"/>
                    </a:lnTo>
                    <a:lnTo>
                      <a:pt x="2588" y="1132"/>
                    </a:lnTo>
                    <a:lnTo>
                      <a:pt x="2593" y="1116"/>
                    </a:lnTo>
                    <a:lnTo>
                      <a:pt x="2595" y="1101"/>
                    </a:lnTo>
                    <a:lnTo>
                      <a:pt x="2591" y="1082"/>
                    </a:lnTo>
                    <a:lnTo>
                      <a:pt x="2581" y="1070"/>
                    </a:lnTo>
                    <a:lnTo>
                      <a:pt x="2534" y="1063"/>
                    </a:lnTo>
                    <a:lnTo>
                      <a:pt x="2514" y="1081"/>
                    </a:lnTo>
                    <a:lnTo>
                      <a:pt x="2514" y="1062"/>
                    </a:lnTo>
                    <a:lnTo>
                      <a:pt x="2487" y="1057"/>
                    </a:lnTo>
                    <a:lnTo>
                      <a:pt x="2468" y="1058"/>
                    </a:lnTo>
                    <a:lnTo>
                      <a:pt x="2436" y="1068"/>
                    </a:lnTo>
                    <a:lnTo>
                      <a:pt x="2418" y="1078"/>
                    </a:lnTo>
                    <a:lnTo>
                      <a:pt x="2380" y="1081"/>
                    </a:lnTo>
                    <a:lnTo>
                      <a:pt x="2357" y="1081"/>
                    </a:lnTo>
                    <a:lnTo>
                      <a:pt x="2341" y="1083"/>
                    </a:lnTo>
                    <a:lnTo>
                      <a:pt x="2324" y="1091"/>
                    </a:lnTo>
                    <a:lnTo>
                      <a:pt x="2309" y="1094"/>
                    </a:lnTo>
                    <a:lnTo>
                      <a:pt x="2293" y="1108"/>
                    </a:lnTo>
                    <a:lnTo>
                      <a:pt x="2285" y="1126"/>
                    </a:lnTo>
                    <a:lnTo>
                      <a:pt x="2282" y="1174"/>
                    </a:lnTo>
                    <a:lnTo>
                      <a:pt x="2276" y="1200"/>
                    </a:lnTo>
                    <a:lnTo>
                      <a:pt x="2271" y="1219"/>
                    </a:lnTo>
                    <a:lnTo>
                      <a:pt x="2261" y="1233"/>
                    </a:lnTo>
                    <a:lnTo>
                      <a:pt x="2257" y="1253"/>
                    </a:lnTo>
                    <a:lnTo>
                      <a:pt x="2250" y="1271"/>
                    </a:lnTo>
                    <a:lnTo>
                      <a:pt x="2233" y="1289"/>
                    </a:lnTo>
                    <a:lnTo>
                      <a:pt x="2210" y="1298"/>
                    </a:lnTo>
                    <a:lnTo>
                      <a:pt x="2213" y="1329"/>
                    </a:lnTo>
                    <a:lnTo>
                      <a:pt x="2186" y="1343"/>
                    </a:lnTo>
                    <a:lnTo>
                      <a:pt x="2171" y="1346"/>
                    </a:lnTo>
                    <a:lnTo>
                      <a:pt x="2161" y="1343"/>
                    </a:lnTo>
                    <a:lnTo>
                      <a:pt x="2157" y="1336"/>
                    </a:lnTo>
                    <a:lnTo>
                      <a:pt x="2155" y="1327"/>
                    </a:lnTo>
                    <a:lnTo>
                      <a:pt x="2142" y="1322"/>
                    </a:lnTo>
                    <a:lnTo>
                      <a:pt x="2116" y="1322"/>
                    </a:lnTo>
                    <a:lnTo>
                      <a:pt x="2107" y="1327"/>
                    </a:lnTo>
                    <a:lnTo>
                      <a:pt x="2091" y="1330"/>
                    </a:lnTo>
                    <a:lnTo>
                      <a:pt x="2070" y="1342"/>
                    </a:lnTo>
                    <a:lnTo>
                      <a:pt x="2054" y="1346"/>
                    </a:lnTo>
                    <a:lnTo>
                      <a:pt x="2040" y="1343"/>
                    </a:lnTo>
                    <a:lnTo>
                      <a:pt x="1996" y="1351"/>
                    </a:lnTo>
                    <a:lnTo>
                      <a:pt x="1960" y="1372"/>
                    </a:lnTo>
                    <a:lnTo>
                      <a:pt x="1939" y="1372"/>
                    </a:lnTo>
                    <a:lnTo>
                      <a:pt x="1920" y="1357"/>
                    </a:lnTo>
                    <a:lnTo>
                      <a:pt x="1902" y="1335"/>
                    </a:lnTo>
                    <a:lnTo>
                      <a:pt x="1895" y="1329"/>
                    </a:lnTo>
                    <a:lnTo>
                      <a:pt x="1895" y="1332"/>
                    </a:lnTo>
                    <a:lnTo>
                      <a:pt x="1871" y="1331"/>
                    </a:lnTo>
                    <a:lnTo>
                      <a:pt x="1853" y="1322"/>
                    </a:lnTo>
                    <a:lnTo>
                      <a:pt x="1841" y="1318"/>
                    </a:lnTo>
                    <a:lnTo>
                      <a:pt x="1832" y="1312"/>
                    </a:lnTo>
                    <a:lnTo>
                      <a:pt x="1823" y="1301"/>
                    </a:lnTo>
                    <a:lnTo>
                      <a:pt x="1818" y="1298"/>
                    </a:lnTo>
                    <a:lnTo>
                      <a:pt x="1809" y="1286"/>
                    </a:lnTo>
                    <a:lnTo>
                      <a:pt x="1803" y="1283"/>
                    </a:lnTo>
                    <a:lnTo>
                      <a:pt x="1800" y="1283"/>
                    </a:lnTo>
                    <a:lnTo>
                      <a:pt x="1798" y="1280"/>
                    </a:lnTo>
                    <a:lnTo>
                      <a:pt x="1794" y="1266"/>
                    </a:lnTo>
                    <a:lnTo>
                      <a:pt x="1770" y="1209"/>
                    </a:lnTo>
                    <a:lnTo>
                      <a:pt x="1762" y="1197"/>
                    </a:lnTo>
                    <a:lnTo>
                      <a:pt x="1753" y="1190"/>
                    </a:lnTo>
                    <a:lnTo>
                      <a:pt x="1733" y="1170"/>
                    </a:lnTo>
                    <a:lnTo>
                      <a:pt x="1727" y="1160"/>
                    </a:lnTo>
                    <a:lnTo>
                      <a:pt x="1705" y="1121"/>
                    </a:lnTo>
                    <a:lnTo>
                      <a:pt x="1699" y="1104"/>
                    </a:lnTo>
                    <a:lnTo>
                      <a:pt x="1700" y="1099"/>
                    </a:lnTo>
                    <a:lnTo>
                      <a:pt x="1708" y="1088"/>
                    </a:lnTo>
                    <a:lnTo>
                      <a:pt x="1708" y="1078"/>
                    </a:lnTo>
                    <a:lnTo>
                      <a:pt x="1707" y="1073"/>
                    </a:lnTo>
                    <a:lnTo>
                      <a:pt x="1677" y="1039"/>
                    </a:lnTo>
                    <a:lnTo>
                      <a:pt x="1665" y="1009"/>
                    </a:lnTo>
                    <a:lnTo>
                      <a:pt x="1665" y="992"/>
                    </a:lnTo>
                    <a:lnTo>
                      <a:pt x="1673" y="956"/>
                    </a:lnTo>
                    <a:lnTo>
                      <a:pt x="1671" y="898"/>
                    </a:lnTo>
                    <a:lnTo>
                      <a:pt x="1670" y="878"/>
                    </a:lnTo>
                    <a:lnTo>
                      <a:pt x="1667" y="863"/>
                    </a:lnTo>
                    <a:lnTo>
                      <a:pt x="1661" y="855"/>
                    </a:lnTo>
                    <a:lnTo>
                      <a:pt x="1659" y="827"/>
                    </a:lnTo>
                    <a:lnTo>
                      <a:pt x="1659" y="790"/>
                    </a:lnTo>
                    <a:lnTo>
                      <a:pt x="1655" y="785"/>
                    </a:lnTo>
                    <a:lnTo>
                      <a:pt x="1655" y="779"/>
                    </a:lnTo>
                    <a:lnTo>
                      <a:pt x="1664" y="757"/>
                    </a:lnTo>
                    <a:lnTo>
                      <a:pt x="1674" y="749"/>
                    </a:lnTo>
                    <a:lnTo>
                      <a:pt x="1676" y="731"/>
                    </a:lnTo>
                    <a:lnTo>
                      <a:pt x="1676" y="718"/>
                    </a:lnTo>
                    <a:lnTo>
                      <a:pt x="1681" y="712"/>
                    </a:lnTo>
                    <a:lnTo>
                      <a:pt x="1700" y="717"/>
                    </a:lnTo>
                    <a:lnTo>
                      <a:pt x="1707" y="714"/>
                    </a:lnTo>
                    <a:lnTo>
                      <a:pt x="1716" y="702"/>
                    </a:lnTo>
                    <a:lnTo>
                      <a:pt x="1720" y="694"/>
                    </a:lnTo>
                    <a:lnTo>
                      <a:pt x="1720" y="678"/>
                    </a:lnTo>
                    <a:lnTo>
                      <a:pt x="1719" y="677"/>
                    </a:lnTo>
                    <a:lnTo>
                      <a:pt x="1716" y="687"/>
                    </a:lnTo>
                    <a:lnTo>
                      <a:pt x="1711" y="692"/>
                    </a:lnTo>
                    <a:lnTo>
                      <a:pt x="1708" y="694"/>
                    </a:lnTo>
                    <a:lnTo>
                      <a:pt x="1707" y="693"/>
                    </a:lnTo>
                    <a:lnTo>
                      <a:pt x="1708" y="685"/>
                    </a:lnTo>
                    <a:lnTo>
                      <a:pt x="1716" y="666"/>
                    </a:lnTo>
                    <a:lnTo>
                      <a:pt x="1689" y="663"/>
                    </a:lnTo>
                    <a:lnTo>
                      <a:pt x="1660" y="649"/>
                    </a:lnTo>
                    <a:lnTo>
                      <a:pt x="1618" y="646"/>
                    </a:lnTo>
                    <a:lnTo>
                      <a:pt x="1595" y="632"/>
                    </a:lnTo>
                    <a:lnTo>
                      <a:pt x="1573" y="630"/>
                    </a:lnTo>
                    <a:lnTo>
                      <a:pt x="1546" y="613"/>
                    </a:lnTo>
                    <a:lnTo>
                      <a:pt x="1520" y="573"/>
                    </a:lnTo>
                    <a:lnTo>
                      <a:pt x="1496" y="498"/>
                    </a:lnTo>
                    <a:lnTo>
                      <a:pt x="1470" y="480"/>
                    </a:lnTo>
                    <a:lnTo>
                      <a:pt x="1456" y="451"/>
                    </a:lnTo>
                    <a:lnTo>
                      <a:pt x="1430" y="423"/>
                    </a:lnTo>
                    <a:lnTo>
                      <a:pt x="1400" y="351"/>
                    </a:lnTo>
                    <a:lnTo>
                      <a:pt x="1384" y="339"/>
                    </a:lnTo>
                    <a:lnTo>
                      <a:pt x="1374" y="322"/>
                    </a:lnTo>
                    <a:lnTo>
                      <a:pt x="1347" y="297"/>
                    </a:lnTo>
                    <a:lnTo>
                      <a:pt x="1335" y="282"/>
                    </a:lnTo>
                    <a:lnTo>
                      <a:pt x="1264" y="286"/>
                    </a:lnTo>
                    <a:lnTo>
                      <a:pt x="1247" y="281"/>
                    </a:lnTo>
                    <a:lnTo>
                      <a:pt x="1230" y="288"/>
                    </a:lnTo>
                    <a:lnTo>
                      <a:pt x="1225" y="294"/>
                    </a:lnTo>
                    <a:lnTo>
                      <a:pt x="1188" y="367"/>
                    </a:lnTo>
                    <a:lnTo>
                      <a:pt x="1152" y="360"/>
                    </a:lnTo>
                    <a:lnTo>
                      <a:pt x="1113" y="335"/>
                    </a:lnTo>
                    <a:lnTo>
                      <a:pt x="1086" y="309"/>
                    </a:lnTo>
                    <a:lnTo>
                      <a:pt x="1062" y="280"/>
                    </a:lnTo>
                    <a:lnTo>
                      <a:pt x="1040" y="202"/>
                    </a:lnTo>
                    <a:lnTo>
                      <a:pt x="994" y="172"/>
                    </a:lnTo>
                    <a:lnTo>
                      <a:pt x="964" y="144"/>
                    </a:lnTo>
                    <a:lnTo>
                      <a:pt x="949" y="124"/>
                    </a:lnTo>
                    <a:lnTo>
                      <a:pt x="929" y="115"/>
                    </a:lnTo>
                    <a:lnTo>
                      <a:pt x="918" y="95"/>
                    </a:lnTo>
                    <a:lnTo>
                      <a:pt x="912" y="92"/>
                    </a:lnTo>
                    <a:lnTo>
                      <a:pt x="896" y="82"/>
                    </a:lnTo>
                    <a:lnTo>
                      <a:pt x="755" y="83"/>
                    </a:lnTo>
                    <a:lnTo>
                      <a:pt x="755" y="131"/>
                    </a:lnTo>
                    <a:lnTo>
                      <a:pt x="685" y="131"/>
                    </a:lnTo>
                    <a:lnTo>
                      <a:pt x="522" y="131"/>
                    </a:lnTo>
                    <a:lnTo>
                      <a:pt x="195" y="9"/>
                    </a:lnTo>
                    <a:lnTo>
                      <a:pt x="193" y="0"/>
                    </a:lnTo>
                    <a:lnTo>
                      <a:pt x="0" y="16"/>
                    </a:lnTo>
                    <a:lnTo>
                      <a:pt x="11" y="26"/>
                    </a:lnTo>
                    <a:lnTo>
                      <a:pt x="13" y="39"/>
                    </a:lnTo>
                    <a:lnTo>
                      <a:pt x="19" y="48"/>
                    </a:lnTo>
                    <a:lnTo>
                      <a:pt x="24" y="62"/>
                    </a:lnTo>
                    <a:lnTo>
                      <a:pt x="34" y="73"/>
                    </a:lnTo>
                    <a:lnTo>
                      <a:pt x="35" y="80"/>
                    </a:lnTo>
                    <a:lnTo>
                      <a:pt x="40" y="81"/>
                    </a:lnTo>
                    <a:lnTo>
                      <a:pt x="46" y="88"/>
                    </a:lnTo>
                    <a:lnTo>
                      <a:pt x="48" y="113"/>
                    </a:lnTo>
                    <a:lnTo>
                      <a:pt x="75" y="153"/>
                    </a:lnTo>
                    <a:lnTo>
                      <a:pt x="78" y="164"/>
                    </a:lnTo>
                    <a:lnTo>
                      <a:pt x="78" y="172"/>
                    </a:lnTo>
                    <a:lnTo>
                      <a:pt x="82" y="174"/>
                    </a:lnTo>
                    <a:lnTo>
                      <a:pt x="85" y="182"/>
                    </a:lnTo>
                    <a:lnTo>
                      <a:pt x="90" y="186"/>
                    </a:lnTo>
                    <a:lnTo>
                      <a:pt x="101" y="213"/>
                    </a:lnTo>
                    <a:lnTo>
                      <a:pt x="101" y="227"/>
                    </a:lnTo>
                    <a:lnTo>
                      <a:pt x="102" y="232"/>
                    </a:lnTo>
                    <a:lnTo>
                      <a:pt x="108" y="227"/>
                    </a:lnTo>
                    <a:lnTo>
                      <a:pt x="113" y="228"/>
                    </a:lnTo>
                    <a:lnTo>
                      <a:pt x="117" y="242"/>
                    </a:lnTo>
                    <a:lnTo>
                      <a:pt x="122" y="275"/>
                    </a:lnTo>
                    <a:lnTo>
                      <a:pt x="128" y="291"/>
                    </a:lnTo>
                    <a:lnTo>
                      <a:pt x="133" y="297"/>
                    </a:lnTo>
                    <a:lnTo>
                      <a:pt x="148" y="302"/>
                    </a:lnTo>
                    <a:lnTo>
                      <a:pt x="153" y="307"/>
                    </a:lnTo>
                    <a:lnTo>
                      <a:pt x="163" y="310"/>
                    </a:lnTo>
                    <a:lnTo>
                      <a:pt x="175" y="326"/>
                    </a:lnTo>
                    <a:lnTo>
                      <a:pt x="190" y="327"/>
                    </a:lnTo>
                    <a:lnTo>
                      <a:pt x="197" y="337"/>
                    </a:lnTo>
                    <a:lnTo>
                      <a:pt x="206" y="356"/>
                    </a:lnTo>
                    <a:lnTo>
                      <a:pt x="213" y="358"/>
                    </a:lnTo>
                    <a:lnTo>
                      <a:pt x="230" y="378"/>
                    </a:lnTo>
                    <a:lnTo>
                      <a:pt x="235" y="380"/>
                    </a:lnTo>
                    <a:lnTo>
                      <a:pt x="267" y="419"/>
                    </a:lnTo>
                    <a:lnTo>
                      <a:pt x="269" y="431"/>
                    </a:lnTo>
                    <a:lnTo>
                      <a:pt x="268" y="443"/>
                    </a:lnTo>
                    <a:lnTo>
                      <a:pt x="272" y="448"/>
                    </a:lnTo>
                    <a:lnTo>
                      <a:pt x="269" y="453"/>
                    </a:lnTo>
                    <a:lnTo>
                      <a:pt x="271" y="462"/>
                    </a:lnTo>
                    <a:lnTo>
                      <a:pt x="263" y="463"/>
                    </a:lnTo>
                    <a:lnTo>
                      <a:pt x="258" y="469"/>
                    </a:lnTo>
                    <a:lnTo>
                      <a:pt x="258" y="476"/>
                    </a:lnTo>
                    <a:lnTo>
                      <a:pt x="261" y="479"/>
                    </a:lnTo>
                    <a:lnTo>
                      <a:pt x="259" y="486"/>
                    </a:lnTo>
                    <a:lnTo>
                      <a:pt x="250" y="479"/>
                    </a:lnTo>
                    <a:lnTo>
                      <a:pt x="223" y="487"/>
                    </a:lnTo>
                    <a:lnTo>
                      <a:pt x="189" y="483"/>
                    </a:lnTo>
                    <a:lnTo>
                      <a:pt x="188" y="495"/>
                    </a:lnTo>
                    <a:lnTo>
                      <a:pt x="192" y="497"/>
                    </a:lnTo>
                    <a:lnTo>
                      <a:pt x="197" y="493"/>
                    </a:lnTo>
                    <a:lnTo>
                      <a:pt x="215" y="510"/>
                    </a:lnTo>
                    <a:lnTo>
                      <a:pt x="230" y="514"/>
                    </a:lnTo>
                    <a:lnTo>
                      <a:pt x="233" y="521"/>
                    </a:lnTo>
                    <a:lnTo>
                      <a:pt x="238" y="539"/>
                    </a:lnTo>
                    <a:lnTo>
                      <a:pt x="245" y="543"/>
                    </a:lnTo>
                    <a:lnTo>
                      <a:pt x="259" y="544"/>
                    </a:lnTo>
                    <a:lnTo>
                      <a:pt x="267" y="548"/>
                    </a:lnTo>
                    <a:lnTo>
                      <a:pt x="272" y="558"/>
                    </a:lnTo>
                    <a:lnTo>
                      <a:pt x="279" y="560"/>
                    </a:lnTo>
                    <a:lnTo>
                      <a:pt x="293" y="566"/>
                    </a:lnTo>
                    <a:lnTo>
                      <a:pt x="300" y="577"/>
                    </a:lnTo>
                    <a:lnTo>
                      <a:pt x="312" y="583"/>
                    </a:lnTo>
                    <a:lnTo>
                      <a:pt x="331" y="586"/>
                    </a:lnTo>
                    <a:lnTo>
                      <a:pt x="348" y="566"/>
                    </a:lnTo>
                    <a:lnTo>
                      <a:pt x="351" y="574"/>
                    </a:lnTo>
                    <a:lnTo>
                      <a:pt x="349" y="585"/>
                    </a:lnTo>
                    <a:lnTo>
                      <a:pt x="356" y="595"/>
                    </a:lnTo>
                    <a:lnTo>
                      <a:pt x="375" y="620"/>
                    </a:lnTo>
                    <a:lnTo>
                      <a:pt x="393" y="632"/>
                    </a:lnTo>
                    <a:lnTo>
                      <a:pt x="405" y="637"/>
                    </a:lnTo>
                    <a:lnTo>
                      <a:pt x="412" y="637"/>
                    </a:lnTo>
                    <a:lnTo>
                      <a:pt x="418" y="647"/>
                    </a:lnTo>
                    <a:lnTo>
                      <a:pt x="433" y="681"/>
                    </a:lnTo>
                    <a:lnTo>
                      <a:pt x="437" y="693"/>
                    </a:lnTo>
                    <a:lnTo>
                      <a:pt x="438" y="729"/>
                    </a:lnTo>
                    <a:lnTo>
                      <a:pt x="431" y="755"/>
                    </a:lnTo>
                    <a:lnTo>
                      <a:pt x="426" y="768"/>
                    </a:lnTo>
                    <a:lnTo>
                      <a:pt x="426" y="776"/>
                    </a:lnTo>
                    <a:lnTo>
                      <a:pt x="430" y="769"/>
                    </a:lnTo>
                    <a:lnTo>
                      <a:pt x="433" y="768"/>
                    </a:lnTo>
                    <a:lnTo>
                      <a:pt x="438" y="775"/>
                    </a:lnTo>
                    <a:lnTo>
                      <a:pt x="448" y="773"/>
                    </a:lnTo>
                    <a:lnTo>
                      <a:pt x="457" y="779"/>
                    </a:lnTo>
                    <a:lnTo>
                      <a:pt x="458" y="789"/>
                    </a:lnTo>
                    <a:lnTo>
                      <a:pt x="462" y="793"/>
                    </a:lnTo>
                    <a:lnTo>
                      <a:pt x="478" y="796"/>
                    </a:lnTo>
                    <a:lnTo>
                      <a:pt x="478" y="804"/>
                    </a:lnTo>
                    <a:lnTo>
                      <a:pt x="493" y="819"/>
                    </a:lnTo>
                    <a:lnTo>
                      <a:pt x="523" y="835"/>
                    </a:lnTo>
                    <a:lnTo>
                      <a:pt x="532" y="846"/>
                    </a:lnTo>
                    <a:lnTo>
                      <a:pt x="565" y="875"/>
                    </a:lnTo>
                    <a:lnTo>
                      <a:pt x="576" y="878"/>
                    </a:lnTo>
                    <a:lnTo>
                      <a:pt x="594" y="899"/>
                    </a:lnTo>
                    <a:lnTo>
                      <a:pt x="608" y="937"/>
                    </a:lnTo>
                    <a:lnTo>
                      <a:pt x="616" y="948"/>
                    </a:lnTo>
                    <a:lnTo>
                      <a:pt x="624" y="949"/>
                    </a:lnTo>
                    <a:lnTo>
                      <a:pt x="633" y="940"/>
                    </a:lnTo>
                    <a:lnTo>
                      <a:pt x="647" y="934"/>
                    </a:lnTo>
                    <a:lnTo>
                      <a:pt x="655" y="923"/>
                    </a:lnTo>
                    <a:lnTo>
                      <a:pt x="661" y="913"/>
                    </a:lnTo>
                    <a:lnTo>
                      <a:pt x="664" y="900"/>
                    </a:lnTo>
                    <a:lnTo>
                      <a:pt x="660" y="891"/>
                    </a:lnTo>
                    <a:lnTo>
                      <a:pt x="650" y="882"/>
                    </a:lnTo>
                    <a:lnTo>
                      <a:pt x="645" y="871"/>
                    </a:lnTo>
                    <a:lnTo>
                      <a:pt x="633" y="854"/>
                    </a:lnTo>
                    <a:lnTo>
                      <a:pt x="632" y="846"/>
                    </a:lnTo>
                    <a:lnTo>
                      <a:pt x="612" y="833"/>
                    </a:lnTo>
                    <a:lnTo>
                      <a:pt x="597" y="820"/>
                    </a:lnTo>
                    <a:lnTo>
                      <a:pt x="584" y="832"/>
                    </a:lnTo>
                    <a:lnTo>
                      <a:pt x="575" y="826"/>
                    </a:lnTo>
                    <a:lnTo>
                      <a:pt x="566" y="819"/>
                    </a:lnTo>
                    <a:lnTo>
                      <a:pt x="555" y="800"/>
                    </a:lnTo>
                    <a:lnTo>
                      <a:pt x="553" y="792"/>
                    </a:lnTo>
                    <a:lnTo>
                      <a:pt x="554" y="764"/>
                    </a:lnTo>
                    <a:lnTo>
                      <a:pt x="542" y="741"/>
                    </a:lnTo>
                    <a:lnTo>
                      <a:pt x="536" y="733"/>
                    </a:lnTo>
                    <a:lnTo>
                      <a:pt x="534" y="733"/>
                    </a:lnTo>
                    <a:lnTo>
                      <a:pt x="534" y="706"/>
                    </a:lnTo>
                    <a:lnTo>
                      <a:pt x="521" y="696"/>
                    </a:lnTo>
                    <a:lnTo>
                      <a:pt x="518" y="689"/>
                    </a:lnTo>
                    <a:lnTo>
                      <a:pt x="509" y="678"/>
                    </a:lnTo>
                    <a:lnTo>
                      <a:pt x="504" y="663"/>
                    </a:lnTo>
                    <a:lnTo>
                      <a:pt x="501" y="632"/>
                    </a:lnTo>
                    <a:lnTo>
                      <a:pt x="495" y="628"/>
                    </a:lnTo>
                    <a:lnTo>
                      <a:pt x="494" y="617"/>
                    </a:lnTo>
                    <a:lnTo>
                      <a:pt x="483" y="593"/>
                    </a:lnTo>
                    <a:lnTo>
                      <a:pt x="469" y="579"/>
                    </a:lnTo>
                    <a:lnTo>
                      <a:pt x="461" y="579"/>
                    </a:lnTo>
                    <a:lnTo>
                      <a:pt x="463" y="598"/>
                    </a:lnTo>
                    <a:lnTo>
                      <a:pt x="470" y="605"/>
                    </a:lnTo>
                    <a:lnTo>
                      <a:pt x="468" y="605"/>
                    </a:lnTo>
                    <a:lnTo>
                      <a:pt x="458" y="595"/>
                    </a:lnTo>
                    <a:lnTo>
                      <a:pt x="458" y="585"/>
                    </a:lnTo>
                    <a:lnTo>
                      <a:pt x="450" y="574"/>
                    </a:lnTo>
                    <a:lnTo>
                      <a:pt x="446" y="563"/>
                    </a:lnTo>
                    <a:lnTo>
                      <a:pt x="446" y="558"/>
                    </a:lnTo>
                    <a:lnTo>
                      <a:pt x="441" y="553"/>
                    </a:lnTo>
                    <a:lnTo>
                      <a:pt x="428" y="546"/>
                    </a:lnTo>
                    <a:lnTo>
                      <a:pt x="426" y="532"/>
                    </a:lnTo>
                    <a:lnTo>
                      <a:pt x="418" y="514"/>
                    </a:lnTo>
                    <a:lnTo>
                      <a:pt x="387" y="482"/>
                    </a:lnTo>
                    <a:lnTo>
                      <a:pt x="382" y="464"/>
                    </a:lnTo>
                    <a:lnTo>
                      <a:pt x="381" y="451"/>
                    </a:lnTo>
                    <a:lnTo>
                      <a:pt x="377" y="440"/>
                    </a:lnTo>
                    <a:lnTo>
                      <a:pt x="375" y="430"/>
                    </a:lnTo>
                    <a:lnTo>
                      <a:pt x="372" y="429"/>
                    </a:lnTo>
                    <a:lnTo>
                      <a:pt x="370" y="423"/>
                    </a:lnTo>
                    <a:lnTo>
                      <a:pt x="366" y="421"/>
                    </a:lnTo>
                    <a:lnTo>
                      <a:pt x="361" y="423"/>
                    </a:lnTo>
                    <a:lnTo>
                      <a:pt x="359" y="420"/>
                    </a:lnTo>
                    <a:lnTo>
                      <a:pt x="351" y="408"/>
                    </a:lnTo>
                    <a:lnTo>
                      <a:pt x="344" y="384"/>
                    </a:lnTo>
                    <a:lnTo>
                      <a:pt x="340" y="387"/>
                    </a:lnTo>
                    <a:lnTo>
                      <a:pt x="336" y="384"/>
                    </a:lnTo>
                    <a:lnTo>
                      <a:pt x="327" y="377"/>
                    </a:lnTo>
                    <a:lnTo>
                      <a:pt x="319" y="379"/>
                    </a:lnTo>
                    <a:lnTo>
                      <a:pt x="308" y="357"/>
                    </a:lnTo>
                    <a:lnTo>
                      <a:pt x="305" y="339"/>
                    </a:lnTo>
                    <a:lnTo>
                      <a:pt x="274" y="315"/>
                    </a:lnTo>
                    <a:lnTo>
                      <a:pt x="266" y="306"/>
                    </a:lnTo>
                    <a:lnTo>
                      <a:pt x="263" y="299"/>
                    </a:lnTo>
                    <a:lnTo>
                      <a:pt x="258" y="295"/>
                    </a:lnTo>
                    <a:lnTo>
                      <a:pt x="246" y="294"/>
                    </a:lnTo>
                    <a:lnTo>
                      <a:pt x="244" y="286"/>
                    </a:lnTo>
                    <a:lnTo>
                      <a:pt x="238" y="274"/>
                    </a:lnTo>
                    <a:lnTo>
                      <a:pt x="232" y="263"/>
                    </a:lnTo>
                    <a:lnTo>
                      <a:pt x="225" y="256"/>
                    </a:lnTo>
                    <a:lnTo>
                      <a:pt x="219" y="223"/>
                    </a:lnTo>
                    <a:lnTo>
                      <a:pt x="217" y="193"/>
                    </a:lnTo>
                    <a:lnTo>
                      <a:pt x="215" y="178"/>
                    </a:lnTo>
                    <a:lnTo>
                      <a:pt x="206" y="167"/>
                    </a:lnTo>
                    <a:lnTo>
                      <a:pt x="203" y="155"/>
                    </a:lnTo>
                    <a:lnTo>
                      <a:pt x="200" y="125"/>
                    </a:lnTo>
                    <a:lnTo>
                      <a:pt x="200" y="111"/>
                    </a:lnTo>
                    <a:lnTo>
                      <a:pt x="202" y="100"/>
                    </a:lnTo>
                    <a:lnTo>
                      <a:pt x="199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6" name="Freeform 274">
              <a:extLst>
                <a:ext uri="{FF2B5EF4-FFF2-40B4-BE49-F238E27FC236}">
                  <a16:creationId xmlns:a16="http://schemas.microsoft.com/office/drawing/2014/main" id="{F2112915-1288-2027-5B91-FAA8004A83D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546520" y="5054426"/>
              <a:ext cx="11681" cy="17521"/>
            </a:xfrm>
            <a:custGeom>
              <a:avLst/>
              <a:gdLst/>
              <a:ahLst/>
              <a:cxnLst>
                <a:cxn ang="0">
                  <a:pos x="19" y="1"/>
                </a:cxn>
                <a:cxn ang="0">
                  <a:pos x="15" y="0"/>
                </a:cxn>
                <a:cxn ang="0">
                  <a:pos x="0" y="21"/>
                </a:cxn>
                <a:cxn ang="0">
                  <a:pos x="1" y="25"/>
                </a:cxn>
                <a:cxn ang="0">
                  <a:pos x="19" y="1"/>
                </a:cxn>
              </a:cxnLst>
              <a:rect l="0" t="0" r="r" b="b"/>
              <a:pathLst>
                <a:path w="19" h="25">
                  <a:moveTo>
                    <a:pt x="19" y="1"/>
                  </a:moveTo>
                  <a:lnTo>
                    <a:pt x="15" y="0"/>
                  </a:lnTo>
                  <a:lnTo>
                    <a:pt x="0" y="21"/>
                  </a:lnTo>
                  <a:lnTo>
                    <a:pt x="1" y="25"/>
                  </a:lnTo>
                  <a:lnTo>
                    <a:pt x="19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" name="Freeform 275">
              <a:extLst>
                <a:ext uri="{FF2B5EF4-FFF2-40B4-BE49-F238E27FC236}">
                  <a16:creationId xmlns:a16="http://schemas.microsoft.com/office/drawing/2014/main" id="{3E07306A-C136-B2D9-904D-775FA764AA4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528999" y="5071945"/>
              <a:ext cx="11681" cy="11681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7"/>
                </a:cxn>
                <a:cxn ang="0">
                  <a:pos x="2" y="10"/>
                </a:cxn>
                <a:cxn ang="0">
                  <a:pos x="15" y="4"/>
                </a:cxn>
                <a:cxn ang="0">
                  <a:pos x="16" y="0"/>
                </a:cxn>
              </a:cxnLst>
              <a:rect l="0" t="0" r="r" b="b"/>
              <a:pathLst>
                <a:path w="16" h="10">
                  <a:moveTo>
                    <a:pt x="16" y="0"/>
                  </a:moveTo>
                  <a:lnTo>
                    <a:pt x="0" y="7"/>
                  </a:lnTo>
                  <a:lnTo>
                    <a:pt x="2" y="10"/>
                  </a:lnTo>
                  <a:lnTo>
                    <a:pt x="15" y="4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" name="Freeform 276">
              <a:extLst>
                <a:ext uri="{FF2B5EF4-FFF2-40B4-BE49-F238E27FC236}">
                  <a16:creationId xmlns:a16="http://schemas.microsoft.com/office/drawing/2014/main" id="{D4D92B5E-BE05-7A02-7832-D455F83D8F9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7470594" y="5083626"/>
              <a:ext cx="29202" cy="11681"/>
            </a:xfrm>
            <a:custGeom>
              <a:avLst/>
              <a:gdLst/>
              <a:ahLst/>
              <a:cxnLst>
                <a:cxn ang="0">
                  <a:pos x="42" y="11"/>
                </a:cxn>
                <a:cxn ang="0">
                  <a:pos x="30" y="10"/>
                </a:cxn>
                <a:cxn ang="0">
                  <a:pos x="12" y="19"/>
                </a:cxn>
                <a:cxn ang="0">
                  <a:pos x="0" y="20"/>
                </a:cxn>
                <a:cxn ang="0">
                  <a:pos x="2" y="14"/>
                </a:cxn>
                <a:cxn ang="0">
                  <a:pos x="16" y="10"/>
                </a:cxn>
                <a:cxn ang="0">
                  <a:pos x="32" y="0"/>
                </a:cxn>
                <a:cxn ang="0">
                  <a:pos x="42" y="3"/>
                </a:cxn>
                <a:cxn ang="0">
                  <a:pos x="42" y="11"/>
                </a:cxn>
              </a:cxnLst>
              <a:rect l="0" t="0" r="r" b="b"/>
              <a:pathLst>
                <a:path w="42" h="20">
                  <a:moveTo>
                    <a:pt x="42" y="11"/>
                  </a:moveTo>
                  <a:lnTo>
                    <a:pt x="30" y="10"/>
                  </a:lnTo>
                  <a:lnTo>
                    <a:pt x="12" y="19"/>
                  </a:lnTo>
                  <a:lnTo>
                    <a:pt x="0" y="20"/>
                  </a:lnTo>
                  <a:lnTo>
                    <a:pt x="2" y="14"/>
                  </a:lnTo>
                  <a:lnTo>
                    <a:pt x="16" y="10"/>
                  </a:lnTo>
                  <a:lnTo>
                    <a:pt x="32" y="0"/>
                  </a:lnTo>
                  <a:lnTo>
                    <a:pt x="42" y="3"/>
                  </a:lnTo>
                  <a:lnTo>
                    <a:pt x="4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" name="Freeform 297">
              <a:extLst>
                <a:ext uri="{FF2B5EF4-FFF2-40B4-BE49-F238E27FC236}">
                  <a16:creationId xmlns:a16="http://schemas.microsoft.com/office/drawing/2014/main" id="{CE054619-01BA-18D8-F849-0FD07428CF0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9070879" y="3331617"/>
              <a:ext cx="5840" cy="3504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2"/>
                </a:cxn>
                <a:cxn ang="0">
                  <a:pos x="0" y="7"/>
                </a:cxn>
                <a:cxn ang="0">
                  <a:pos x="6" y="42"/>
                </a:cxn>
                <a:cxn ang="0">
                  <a:pos x="11" y="36"/>
                </a:cxn>
                <a:cxn ang="0">
                  <a:pos x="11" y="7"/>
                </a:cxn>
                <a:cxn ang="0">
                  <a:pos x="5" y="0"/>
                </a:cxn>
              </a:cxnLst>
              <a:rect l="0" t="0" r="r" b="b"/>
              <a:pathLst>
                <a:path w="11" h="42">
                  <a:moveTo>
                    <a:pt x="5" y="0"/>
                  </a:moveTo>
                  <a:lnTo>
                    <a:pt x="0" y="2"/>
                  </a:lnTo>
                  <a:lnTo>
                    <a:pt x="0" y="7"/>
                  </a:lnTo>
                  <a:lnTo>
                    <a:pt x="6" y="42"/>
                  </a:lnTo>
                  <a:lnTo>
                    <a:pt x="11" y="36"/>
                  </a:lnTo>
                  <a:lnTo>
                    <a:pt x="11" y="7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8</cp:revision>
  <dcterms:created xsi:type="dcterms:W3CDTF">2013-01-27T09:14:16Z</dcterms:created>
  <dcterms:modified xsi:type="dcterms:W3CDTF">2025-12-16T23:02:48Z</dcterms:modified>
  <cp:category/>
</cp:coreProperties>
</file>